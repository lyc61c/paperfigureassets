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2131fb83f349ab" /><Relationship Type="http://schemas.openxmlformats.org/officeDocument/2006/relationships/extended-properties" Target="/docProps/app.xml" Id="Rf6d0951206e44d62" /><Relationship Type="http://schemas.openxmlformats.org/officeDocument/2006/relationships/officeDocument" Target="/ppt/presentation.xml" Id="R0aaf2e25a4d84b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65026d7628406e"/>
  </p:sldMasterIdLst>
  <p:notesMasterIdLst>
    <p:notesMasterId xmlns:r="http://schemas.openxmlformats.org/officeDocument/2006/relationships" r:id="R4ae40ed8fcdf4cc9"/>
  </p:notesMasterIdLst>
  <p:sldIdLst>
    <p:sldId xmlns:r="http://schemas.openxmlformats.org/officeDocument/2006/relationships" id="256" r:id="Rb92e739dd5734eab"/>
    <p:sldId xmlns:r="http://schemas.openxmlformats.org/officeDocument/2006/relationships" id="257" r:id="Rcd0cdc5f64f34247"/>
    <p:sldId xmlns:r="http://schemas.openxmlformats.org/officeDocument/2006/relationships" id="258" r:id="Rd1c9c36de9254a2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f303197aa94ffb" /><Relationship Type="http://schemas.openxmlformats.org/officeDocument/2006/relationships/slideMaster" Target="/ppt/slideMasters/slideMaster1.xml" Id="Ra065026d7628406e" /><Relationship Type="http://schemas.openxmlformats.org/officeDocument/2006/relationships/notesMaster" Target="/ppt/notesMasters/notesMaster1.xml" Id="R4ae40ed8fcdf4cc9" /><Relationship Type="http://schemas.openxmlformats.org/officeDocument/2006/relationships/presProps" Target="/ppt/presProps.xml" Id="R818d95665508418b" /><Relationship Type="http://schemas.openxmlformats.org/officeDocument/2006/relationships/tableStyles" Target="/ppt/tableStyles.xml" Id="Rb8ffe9db924d450b" /><Relationship Type="http://schemas.openxmlformats.org/officeDocument/2006/relationships/slide" Target="/ppt/slides/slide1.xml" Id="Rb92e739dd5734eab" /><Relationship Type="http://schemas.openxmlformats.org/officeDocument/2006/relationships/slide" Target="/ppt/slides/slide2.xml" Id="Rcd0cdc5f64f34247" /><Relationship Type="http://schemas.openxmlformats.org/officeDocument/2006/relationships/slide" Target="/ppt/slides/slide3.xml" Id="Rd1c9c36de9254a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de9ddef30145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5bc0343c6547c4" /><Relationship Type="http://schemas.openxmlformats.org/officeDocument/2006/relationships/notesMaster" Target="/ppt/notesMasters/notesMaster1.xml" Id="Rf63379da28b747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8f30b815847a9" /><Relationship Type="http://schemas.openxmlformats.org/officeDocument/2006/relationships/notesMaster" Target="/ppt/notesMasters/notesMaster1.xml" Id="Rba87501144cf45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94b5425574f21" /><Relationship Type="http://schemas.openxmlformats.org/officeDocument/2006/relationships/notesMaster" Target="/ppt/notesMasters/notesMaster1.xml" Id="Ra618569680b04b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Adaptive Vision Motivation and Impossible Triangle</a:t>
            </a:r>
          </a:p>
          <a:p xmlns:a="http://schemas.openxmlformats.org/drawingml/2006/main">
            <a:r>
              <a:t>Source: https://arxiv.org/abs/2509.15333</a:t>
            </a:r>
          </a:p>
          <a:p xmlns:a="http://schemas.openxmlformats.org/drawingml/2006/main">
            <a:r>
              <a:t>Approved image: image1.png; SHA-256: 6e2a52ea9e538f0db8a4ee168d543c93425c321b06d9db606c7ffdf68ed52e9b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(42),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AdaptiveNN Sequential Fixation Pipeline</a:t>
            </a:r>
          </a:p>
          <a:p xmlns:a="http://schemas.openxmlformats.org/drawingml/2006/main">
            <a:r>
              <a:t>Source: https://arxiv.org/abs/2509.15333</a:t>
            </a:r>
          </a:p>
          <a:p xmlns:a="http://schemas.openxmlformats.org/drawingml/2006/main">
            <a:r>
              <a:t>Approved image: image2.png; SHA-256: 73712e02899820ee58064abd57753b9f3aaef13365f35adf47fd1413809ffab6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(11), whose internal pixels are not editable.</a:t>
            </a:r>
          </a:p>
          <a:p xmlns:a="http://schemas.openxmlformats.org/drawingml/2006/main">
            <a:r>
              <a:t>Font substitution: source PDF families mapped to Times New Roman,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AdaptiveNN Task Generality and Training Objective</a:t>
            </a:r>
          </a:p>
          <a:p xmlns:a="http://schemas.openxmlformats.org/drawingml/2006/main">
            <a:r>
              <a:t>Source: https://arxiv.org/abs/2509.15333</a:t>
            </a:r>
          </a:p>
          <a:p xmlns:a="http://schemas.openxmlformats.org/drawingml/2006/main">
            <a:r>
              <a:t>Approved image: image3.png; SHA-256: abdd7a97831036a99530613ea285542d6b21892323e9a115c2b18117fca5eae5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(15),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73e219ffe4f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275db1ab641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4b2f3ca8347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77ff8102c49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27cb8e79e4f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806ad623e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755620-E621-4CB4-A904-DD66BF4A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80C01E-8CED-4FB1-ACFE-8FE16A9AAE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F8101B-56FA-4150-BDC5-979220F48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C11DED-770D-46B6-BC91-99A2E12F8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8CC7AB-3AD4-4344-8784-9B78EAE42A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CEB663-016D-4791-B590-8DD8630AE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5B1E12-F127-4739-9FC8-0363C8D767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2728AB-5C49-4121-A06A-383EBB5740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8954DB-FCD3-4198-992E-CC56BEEE6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D7C16A-C1E4-4454-9A52-E8B8B8131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0b92c11a584fbe" /><Relationship Type="http://schemas.openxmlformats.org/officeDocument/2006/relationships/slideLayout" Target="/ppt/slideLayouts/slideLayout1.xml" Id="R7ceb235487fb4869" /><Relationship Type="http://schemas.openxmlformats.org/officeDocument/2006/relationships/slideLayout" Target="/ppt/slideLayouts/slideLayout2.xml" Id="Rd8c5482c74ba45d2" /><Relationship Type="http://schemas.openxmlformats.org/officeDocument/2006/relationships/slideLayout" Target="/ppt/slideLayouts/slideLayout3.xml" Id="R0c4e76795a7f4dbe" /><Relationship Type="http://schemas.openxmlformats.org/officeDocument/2006/relationships/slideLayout" Target="/ppt/slideLayouts/slideLayout4.xml" Id="Rb4dcc814d42f47c8" /><Relationship Type="http://schemas.openxmlformats.org/officeDocument/2006/relationships/slideLayout" Target="/ppt/slideLayouts/slideLayout5.xml" Id="Rf701178cbaf7452e" /><Relationship Type="http://schemas.openxmlformats.org/officeDocument/2006/relationships/slideLayout" Target="/ppt/slideLayouts/slideLayout6.xml" Id="Rb41975a975d2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eb235487fb4869"/>
    <p:sldLayoutId xmlns:r="http://schemas.openxmlformats.org/officeDocument/2006/relationships" id="2147483650" r:id="Rd8c5482c74ba45d2"/>
    <p:sldLayoutId xmlns:r="http://schemas.openxmlformats.org/officeDocument/2006/relationships" id="2147483651" r:id="R0c4e76795a7f4dbe"/>
    <p:sldLayoutId xmlns:r="http://schemas.openxmlformats.org/officeDocument/2006/relationships" id="2147483652" r:id="Rb4dcc814d42f47c8"/>
    <p:sldLayoutId xmlns:r="http://schemas.openxmlformats.org/officeDocument/2006/relationships" id="2147483653" r:id="Rf701178cbaf7452e"/>
    <p:sldLayoutId xmlns:r="http://schemas.openxmlformats.org/officeDocument/2006/relationships" id="2147483654" r:id="Rb41975a975d2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2f2cbb9804e21" /><Relationship Type="http://schemas.openxmlformats.org/officeDocument/2006/relationships/image" Target="/ppt/media/image.png" Id="R83ef2b8426d948d6" /><Relationship Type="http://schemas.openxmlformats.org/officeDocument/2006/relationships/image" Target="/ppt/media/image2.png" Id="Ra33ac9707ff8416a" /><Relationship Type="http://schemas.openxmlformats.org/officeDocument/2006/relationships/image" Target="/ppt/media/image3.png" Id="Re234b4bbcef4447d" /><Relationship Type="http://schemas.openxmlformats.org/officeDocument/2006/relationships/image" Target="/ppt/media/image4.png" Id="R1a871706e1ca477b" /><Relationship Type="http://schemas.openxmlformats.org/officeDocument/2006/relationships/image" Target="/ppt/media/image5.png" Id="R1c48d70d453146da" /><Relationship Type="http://schemas.openxmlformats.org/officeDocument/2006/relationships/image" Target="/ppt/media/image6.png" Id="R3436a9b9adc044a6" /><Relationship Type="http://schemas.openxmlformats.org/officeDocument/2006/relationships/image" Target="/ppt/media/image7.png" Id="R3d54cd1b46814df1" /><Relationship Type="http://schemas.openxmlformats.org/officeDocument/2006/relationships/image" Target="/ppt/media/image8.png" Id="R33e3cc26996d4783" /><Relationship Type="http://schemas.openxmlformats.org/officeDocument/2006/relationships/image" Target="/ppt/media/image9.png" Id="R61cb36ef2ac34115" /><Relationship Type="http://schemas.openxmlformats.org/officeDocument/2006/relationships/image" Target="/ppt/media/image10.png" Id="Rc4da8518730844e2" /><Relationship Type="http://schemas.openxmlformats.org/officeDocument/2006/relationships/image" Target="/ppt/media/image11.png" Id="R7168a5ffda4d4156" /><Relationship Type="http://schemas.openxmlformats.org/officeDocument/2006/relationships/image" Target="/ppt/media/image12.png" Id="R5f2d03e93c084a3c" /><Relationship Type="http://schemas.openxmlformats.org/officeDocument/2006/relationships/image" Target="/ppt/media/image13.png" Id="R4541acb3fcaf40f2" /><Relationship Type="http://schemas.openxmlformats.org/officeDocument/2006/relationships/image" Target="/ppt/media/image14.png" Id="R9cd5288739f140e4" /><Relationship Type="http://schemas.openxmlformats.org/officeDocument/2006/relationships/image" Target="/ppt/media/image15.png" Id="R73eb2587592a441f" /><Relationship Type="http://schemas.openxmlformats.org/officeDocument/2006/relationships/image" Target="/ppt/media/image16.png" Id="Rcc15f173f23a4da0" /><Relationship Type="http://schemas.openxmlformats.org/officeDocument/2006/relationships/image" Target="/ppt/media/image17.png" Id="R258a446b8ffc4fbf" /><Relationship Type="http://schemas.openxmlformats.org/officeDocument/2006/relationships/image" Target="/ppt/media/image18.png" Id="R72fa5c129e8b4b87" /><Relationship Type="http://schemas.openxmlformats.org/officeDocument/2006/relationships/image" Target="/ppt/media/image19.png" Id="R191cab211af64210" /><Relationship Type="http://schemas.openxmlformats.org/officeDocument/2006/relationships/image" Target="/ppt/media/image20.png" Id="R9eeca524ebf745de" /><Relationship Type="http://schemas.openxmlformats.org/officeDocument/2006/relationships/image" Target="/ppt/media/image21.png" Id="R0d7d0c5dae9845e6" /><Relationship Type="http://schemas.openxmlformats.org/officeDocument/2006/relationships/image" Target="/ppt/media/image22.png" Id="Re6e480198466428c" /><Relationship Type="http://schemas.openxmlformats.org/officeDocument/2006/relationships/image" Target="/ppt/media/image23.png" Id="Ra4ad77172c704d6c" /><Relationship Type="http://schemas.openxmlformats.org/officeDocument/2006/relationships/image" Target="/ppt/media/image24.png" Id="R5f6eaf1982bf442c" /><Relationship Type="http://schemas.openxmlformats.org/officeDocument/2006/relationships/image" Target="/ppt/media/image25.png" Id="Rfb3bd186bd0b4129" /><Relationship Type="http://schemas.openxmlformats.org/officeDocument/2006/relationships/image" Target="/ppt/media/image26.png" Id="Rf6c17d64274f48b8" /><Relationship Type="http://schemas.openxmlformats.org/officeDocument/2006/relationships/image" Target="/ppt/media/image27.png" Id="R345562f573fb4b0e" /><Relationship Type="http://schemas.openxmlformats.org/officeDocument/2006/relationships/image" Target="/ppt/media/image28.png" Id="Rd7b34e4d929444ed" /><Relationship Type="http://schemas.openxmlformats.org/officeDocument/2006/relationships/image" Target="/ppt/media/image29.png" Id="R4bd310bd108c4197" /><Relationship Type="http://schemas.openxmlformats.org/officeDocument/2006/relationships/image" Target="/ppt/media/image30.png" Id="R60a8724055054110" /><Relationship Type="http://schemas.openxmlformats.org/officeDocument/2006/relationships/image" Target="/ppt/media/image31.png" Id="R4b77f09ce40b4f22" /><Relationship Type="http://schemas.openxmlformats.org/officeDocument/2006/relationships/image" Target="/ppt/media/image32.png" Id="R0baceed55a1143f7" /><Relationship Type="http://schemas.openxmlformats.org/officeDocument/2006/relationships/image" Target="/ppt/media/image33.png" Id="Rb1fe016067154025" /><Relationship Type="http://schemas.openxmlformats.org/officeDocument/2006/relationships/image" Target="/ppt/media/image34.png" Id="Rce4b81eb1c3e40fb" /><Relationship Type="http://schemas.openxmlformats.org/officeDocument/2006/relationships/image" Target="/ppt/media/image35.png" Id="Rb95ceec3088c47ac" /><Relationship Type="http://schemas.openxmlformats.org/officeDocument/2006/relationships/image" Target="/ppt/media/image36.png" Id="Rf2b8038ea41c4060" /><Relationship Type="http://schemas.openxmlformats.org/officeDocument/2006/relationships/image" Target="/ppt/media/image37.png" Id="Ra163cc46541d4ea2" /><Relationship Type="http://schemas.openxmlformats.org/officeDocument/2006/relationships/image" Target="/ppt/media/image38.png" Id="R80e988037f814709" /><Relationship Type="http://schemas.openxmlformats.org/officeDocument/2006/relationships/image" Target="/ppt/media/image39.png" Id="R1f064e2b3a244c84" /><Relationship Type="http://schemas.openxmlformats.org/officeDocument/2006/relationships/image" Target="/ppt/media/image40.png" Id="R7dbb551e7b804d84" /><Relationship Type="http://schemas.openxmlformats.org/officeDocument/2006/relationships/image" Target="/ppt/media/image41.png" Id="R105f4ed6783a47c4" /><Relationship Type="http://schemas.openxmlformats.org/officeDocument/2006/relationships/image" Target="/ppt/media/image42.png" Id="R144e277ef3ce464d" /><Relationship Type="http://schemas.openxmlformats.org/officeDocument/2006/relationships/notesSlide" Target="/ppt/notesSlides/notesSlide1.xml" Id="R43261c75578242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b94c778ba4293" /><Relationship Type="http://schemas.openxmlformats.org/officeDocument/2006/relationships/image" Target="/ppt/media/image43.png" Id="R6d07471d5a6448f9" /><Relationship Type="http://schemas.openxmlformats.org/officeDocument/2006/relationships/image" Target="/ppt/media/image44.png" Id="R0a91bacea59047e1" /><Relationship Type="http://schemas.openxmlformats.org/officeDocument/2006/relationships/image" Target="/ppt/media/image45.png" Id="Rbe8512c968e24f45" /><Relationship Type="http://schemas.openxmlformats.org/officeDocument/2006/relationships/image" Target="/ppt/media/image46.png" Id="Rc8533ea5be64482e" /><Relationship Type="http://schemas.openxmlformats.org/officeDocument/2006/relationships/image" Target="/ppt/media/image47.png" Id="R99efe6092fc04f7e" /><Relationship Type="http://schemas.openxmlformats.org/officeDocument/2006/relationships/image" Target="/ppt/media/image48.png" Id="R1ba9fc33bf0e49e2" /><Relationship Type="http://schemas.openxmlformats.org/officeDocument/2006/relationships/image" Target="/ppt/media/image49.png" Id="R243bd0fab5f44c66" /><Relationship Type="http://schemas.openxmlformats.org/officeDocument/2006/relationships/image" Target="/ppt/media/image50.png" Id="Re81a28d2ec9547ed" /><Relationship Type="http://schemas.openxmlformats.org/officeDocument/2006/relationships/image" Target="/ppt/media/image51.png" Id="R3f23813542144426" /><Relationship Type="http://schemas.openxmlformats.org/officeDocument/2006/relationships/image" Target="/ppt/media/image52.png" Id="Rc8462215796f4c95" /><Relationship Type="http://schemas.openxmlformats.org/officeDocument/2006/relationships/image" Target="/ppt/media/image53.png" Id="Rbb79112315564a62" /><Relationship Type="http://schemas.openxmlformats.org/officeDocument/2006/relationships/notesSlide" Target="/ppt/notesSlides/notesSlide2.xml" Id="Rcf3a5a283b80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484b56e9b489c" /><Relationship Type="http://schemas.openxmlformats.org/officeDocument/2006/relationships/image" Target="/ppt/media/image54.png" Id="Red429381b8454eee" /><Relationship Type="http://schemas.openxmlformats.org/officeDocument/2006/relationships/image" Target="/ppt/media/image55.png" Id="R6a4236a89ac84e60" /><Relationship Type="http://schemas.openxmlformats.org/officeDocument/2006/relationships/image" Target="/ppt/media/image56.png" Id="R50f3aa2b98004ffb" /><Relationship Type="http://schemas.openxmlformats.org/officeDocument/2006/relationships/image" Target="/ppt/media/image57.png" Id="R1ac19739867a4018" /><Relationship Type="http://schemas.openxmlformats.org/officeDocument/2006/relationships/image" Target="/ppt/media/image58.png" Id="Rebea3edf9a724ccc" /><Relationship Type="http://schemas.openxmlformats.org/officeDocument/2006/relationships/image" Target="/ppt/media/image59.png" Id="Rcac7da6fb745453e" /><Relationship Type="http://schemas.openxmlformats.org/officeDocument/2006/relationships/image" Target="/ppt/media/image60.png" Id="R75eb71c78606492b" /><Relationship Type="http://schemas.openxmlformats.org/officeDocument/2006/relationships/image" Target="/ppt/media/image61.png" Id="Rfebe0d464c7b4692" /><Relationship Type="http://schemas.openxmlformats.org/officeDocument/2006/relationships/image" Target="/ppt/media/image62.png" Id="Rb42cd4ef66744f20" /><Relationship Type="http://schemas.openxmlformats.org/officeDocument/2006/relationships/image" Target="/ppt/media/image63.png" Id="R8ff80d6df748471b" /><Relationship Type="http://schemas.openxmlformats.org/officeDocument/2006/relationships/image" Target="/ppt/media/image64.png" Id="Re04df93616fc40f8" /><Relationship Type="http://schemas.openxmlformats.org/officeDocument/2006/relationships/image" Target="/ppt/media/image65.png" Id="R3d7c12a085594077" /><Relationship Type="http://schemas.openxmlformats.org/officeDocument/2006/relationships/image" Target="/ppt/media/image66.png" Id="R15601e7bc6b44ecb" /><Relationship Type="http://schemas.openxmlformats.org/officeDocument/2006/relationships/image" Target="/ppt/media/image67.png" Id="R2a99dbb1740f49df" /><Relationship Type="http://schemas.openxmlformats.org/officeDocument/2006/relationships/image" Target="/ppt/media/image68.png" Id="Rf2d29944b6e04f7a" /><Relationship Type="http://schemas.openxmlformats.org/officeDocument/2006/relationships/notesSlide" Target="/ppt/notesSlides/notesSlide3.xml" Id="Rfb62841c650e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6" name="path-1">
            <a:extLst xmlns:a="http://schemas.openxmlformats.org/drawingml/2006/main">
              <a:ext uri="{FF2B5EF4-FFF2-40B4-BE49-F238E27FC236}">
                <a16:creationId xmlns:a16="http://schemas.microsoft.com/office/drawing/2014/main" id="{83F066C4-A2AD-4365-9C55-E7BDB967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229" y="120424"/>
            <a:ext cx="13172110" cy="10092657"/>
          </a:xfrm>
          <a:custGeom xmlns:a="http://schemas.openxmlformats.org/drawingml/2006/main">
            <a:pathLst>
              <a:path w="12062238" h="9242258">
                <a:moveTo>
                  <a:pt x="0" y="0"/>
                </a:moveTo>
                <a:lnTo>
                  <a:pt x="12062238" y="0"/>
                </a:lnTo>
                <a:lnTo>
                  <a:pt x="12062238" y="9242258"/>
                </a:lnTo>
                <a:lnTo>
                  <a:pt x="0" y="92422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AA86F79F-B4C5-4731-ABAB-D2084E9D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229" y="120424"/>
            <a:ext cx="13172110" cy="10092657"/>
          </a:xfrm>
          <a:custGeom xmlns:a="http://schemas.openxmlformats.org/drawingml/2006/main">
            <a:pathLst>
              <a:path w="12062238" h="9242258">
                <a:moveTo>
                  <a:pt x="0" y="0"/>
                </a:moveTo>
                <a:lnTo>
                  <a:pt x="12062238" y="0"/>
                </a:lnTo>
                <a:lnTo>
                  <a:pt x="12062238" y="9242258"/>
                </a:lnTo>
                <a:lnTo>
                  <a:pt x="0" y="92422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45C61CE3-6CBF-4794-BC4C-2DF4A4E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616" y="8158828"/>
            <a:ext cx="350005" cy="278154"/>
          </a:xfrm>
          <a:custGeom xmlns:a="http://schemas.openxmlformats.org/drawingml/2006/main">
            <a:pathLst>
              <a:path w="320513" h="254717">
                <a:moveTo>
                  <a:pt x="159274" y="254717"/>
                </a:moveTo>
                <a:cubicBezTo>
                  <a:pt x="126335" y="254717"/>
                  <a:pt x="97016" y="242209"/>
                  <a:pt x="72128" y="217530"/>
                </a:cubicBezTo>
                <a:cubicBezTo>
                  <a:pt x="22578" y="168380"/>
                  <a:pt x="0" y="77295"/>
                  <a:pt x="0" y="13436"/>
                </a:cubicBezTo>
                <a:cubicBezTo>
                  <a:pt x="0" y="6012"/>
                  <a:pt x="6013" y="0"/>
                  <a:pt x="13436" y="0"/>
                </a:cubicBezTo>
                <a:cubicBezTo>
                  <a:pt x="20850" y="0"/>
                  <a:pt x="26863" y="6012"/>
                  <a:pt x="26863" y="13436"/>
                </a:cubicBezTo>
                <a:cubicBezTo>
                  <a:pt x="26863" y="73756"/>
                  <a:pt x="48904" y="156672"/>
                  <a:pt x="91049" y="198472"/>
                </a:cubicBezTo>
                <a:cubicBezTo>
                  <a:pt x="110707" y="217966"/>
                  <a:pt x="133676" y="227855"/>
                  <a:pt x="159302" y="227855"/>
                </a:cubicBezTo>
                <a:lnTo>
                  <a:pt x="160157" y="227855"/>
                </a:lnTo>
                <a:cubicBezTo>
                  <a:pt x="260021" y="227017"/>
                  <a:pt x="293651" y="80260"/>
                  <a:pt x="293651" y="13436"/>
                </a:cubicBezTo>
                <a:cubicBezTo>
                  <a:pt x="293651" y="6012"/>
                  <a:pt x="299664" y="0"/>
                  <a:pt x="307078" y="0"/>
                </a:cubicBezTo>
                <a:cubicBezTo>
                  <a:pt x="314501" y="0"/>
                  <a:pt x="320513" y="6012"/>
                  <a:pt x="320513" y="13436"/>
                </a:cubicBezTo>
                <a:cubicBezTo>
                  <a:pt x="320513" y="91722"/>
                  <a:pt x="281370" y="253698"/>
                  <a:pt x="160375" y="254707"/>
                </a:cubicBezTo>
                <a:lnTo>
                  <a:pt x="159283" y="254707"/>
                </a:lnTo>
                <a:lnTo>
                  <a:pt x="159274" y="2547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884FF860-0238-425E-89A3-EBE4EF85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276" y="8372075"/>
            <a:ext cx="269869" cy="399276"/>
          </a:xfrm>
          <a:custGeom xmlns:a="http://schemas.openxmlformats.org/drawingml/2006/main">
            <a:pathLst>
              <a:path w="247130" h="365633">
                <a:moveTo>
                  <a:pt x="13436" y="365633"/>
                </a:moveTo>
                <a:cubicBezTo>
                  <a:pt x="6013" y="365633"/>
                  <a:pt x="0" y="359621"/>
                  <a:pt x="0" y="352197"/>
                </a:cubicBezTo>
                <a:cubicBezTo>
                  <a:pt x="0" y="266334"/>
                  <a:pt x="22378" y="187665"/>
                  <a:pt x="61385" y="136360"/>
                </a:cubicBezTo>
                <a:cubicBezTo>
                  <a:pt x="83280" y="107951"/>
                  <a:pt x="115465" y="103357"/>
                  <a:pt x="143874" y="99300"/>
                </a:cubicBezTo>
                <a:cubicBezTo>
                  <a:pt x="147603" y="98763"/>
                  <a:pt x="151333" y="98235"/>
                  <a:pt x="155054" y="97653"/>
                </a:cubicBezTo>
                <a:cubicBezTo>
                  <a:pt x="162176" y="96479"/>
                  <a:pt x="169253" y="101492"/>
                  <a:pt x="170400" y="108833"/>
                </a:cubicBezTo>
                <a:cubicBezTo>
                  <a:pt x="171555" y="116156"/>
                  <a:pt x="166561" y="123015"/>
                  <a:pt x="159220" y="124180"/>
                </a:cubicBezTo>
                <a:cubicBezTo>
                  <a:pt x="155381" y="124780"/>
                  <a:pt x="151524" y="125335"/>
                  <a:pt x="147667" y="125889"/>
                </a:cubicBezTo>
                <a:cubicBezTo>
                  <a:pt x="120959" y="129710"/>
                  <a:pt x="97890" y="132994"/>
                  <a:pt x="82717" y="152688"/>
                </a:cubicBezTo>
                <a:cubicBezTo>
                  <a:pt x="47239" y="199336"/>
                  <a:pt x="26872" y="272092"/>
                  <a:pt x="26872" y="352197"/>
                </a:cubicBezTo>
                <a:cubicBezTo>
                  <a:pt x="26872" y="359621"/>
                  <a:pt x="20859" y="365633"/>
                  <a:pt x="13436" y="365633"/>
                </a:cubicBezTo>
                <a:moveTo>
                  <a:pt x="216211" y="100628"/>
                </a:moveTo>
                <a:cubicBezTo>
                  <a:pt x="212645" y="100628"/>
                  <a:pt x="209088" y="99209"/>
                  <a:pt x="206450" y="96416"/>
                </a:cubicBezTo>
                <a:cubicBezTo>
                  <a:pt x="201365" y="91021"/>
                  <a:pt x="201592" y="82525"/>
                  <a:pt x="206987" y="77431"/>
                </a:cubicBezTo>
                <a:cubicBezTo>
                  <a:pt x="218521" y="66542"/>
                  <a:pt x="217857" y="43601"/>
                  <a:pt x="215792" y="14728"/>
                </a:cubicBezTo>
                <a:cubicBezTo>
                  <a:pt x="215274" y="7323"/>
                  <a:pt x="220841" y="910"/>
                  <a:pt x="228246" y="373"/>
                </a:cubicBezTo>
                <a:cubicBezTo>
                  <a:pt x="235523" y="0"/>
                  <a:pt x="242063" y="5394"/>
                  <a:pt x="242600" y="12818"/>
                </a:cubicBezTo>
                <a:cubicBezTo>
                  <a:pt x="244729" y="42645"/>
                  <a:pt x="247130" y="76467"/>
                  <a:pt x="225435" y="96962"/>
                </a:cubicBezTo>
                <a:cubicBezTo>
                  <a:pt x="222842" y="99409"/>
                  <a:pt x="219522" y="100628"/>
                  <a:pt x="216211" y="1006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DDF2F2AA-AB12-46EF-A396-1EE47CFF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276" y="8742017"/>
            <a:ext cx="670685" cy="29334"/>
          </a:xfrm>
          <a:custGeom xmlns:a="http://schemas.openxmlformats.org/drawingml/2006/main">
            <a:pathLst>
              <a:path w="614174" h="26863">
                <a:moveTo>
                  <a:pt x="600738" y="26863"/>
                </a:moveTo>
                <a:lnTo>
                  <a:pt x="13436" y="26863"/>
                </a:lnTo>
                <a:cubicBezTo>
                  <a:pt x="6013" y="26863"/>
                  <a:pt x="0" y="20850"/>
                  <a:pt x="0" y="13427"/>
                </a:cubicBezTo>
                <a:cubicBezTo>
                  <a:pt x="0" y="6013"/>
                  <a:pt x="6013" y="0"/>
                  <a:pt x="13436" y="0"/>
                </a:cubicBezTo>
                <a:lnTo>
                  <a:pt x="600738" y="0"/>
                </a:lnTo>
                <a:cubicBezTo>
                  <a:pt x="608152" y="0"/>
                  <a:pt x="614174" y="6013"/>
                  <a:pt x="614174" y="13427"/>
                </a:cubicBezTo>
                <a:cubicBezTo>
                  <a:pt x="614174" y="20850"/>
                  <a:pt x="608161" y="26863"/>
                  <a:pt x="600738" y="268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55011CF8-E9B0-4AC0-AAA9-171BE6B6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590" y="8113063"/>
            <a:ext cx="354047" cy="77126"/>
          </a:xfrm>
          <a:custGeom xmlns:a="http://schemas.openxmlformats.org/drawingml/2006/main">
            <a:pathLst>
              <a:path w="324216" h="70627">
                <a:moveTo>
                  <a:pt x="308933" y="68771"/>
                </a:moveTo>
                <a:cubicBezTo>
                  <a:pt x="307096" y="68771"/>
                  <a:pt x="305249" y="68407"/>
                  <a:pt x="303475" y="67607"/>
                </a:cubicBezTo>
                <a:cubicBezTo>
                  <a:pt x="213627" y="27645"/>
                  <a:pt x="110598" y="27645"/>
                  <a:pt x="20750" y="67607"/>
                </a:cubicBezTo>
                <a:cubicBezTo>
                  <a:pt x="13991" y="70627"/>
                  <a:pt x="6049" y="67588"/>
                  <a:pt x="3011" y="60803"/>
                </a:cubicBezTo>
                <a:cubicBezTo>
                  <a:pt x="0" y="54025"/>
                  <a:pt x="3056" y="46084"/>
                  <a:pt x="9824" y="43073"/>
                </a:cubicBezTo>
                <a:cubicBezTo>
                  <a:pt x="106604" y="9"/>
                  <a:pt x="217584" y="0"/>
                  <a:pt x="314391" y="43073"/>
                </a:cubicBezTo>
                <a:cubicBezTo>
                  <a:pt x="321159" y="46084"/>
                  <a:pt x="324216" y="54025"/>
                  <a:pt x="321214" y="60803"/>
                </a:cubicBezTo>
                <a:cubicBezTo>
                  <a:pt x="318976" y="65805"/>
                  <a:pt x="314073" y="68771"/>
                  <a:pt x="308933" y="687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E7B3C623-985E-4C24-BA3B-A111008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600" y="7902886"/>
            <a:ext cx="354038" cy="76599"/>
          </a:xfrm>
          <a:custGeom xmlns:a="http://schemas.openxmlformats.org/drawingml/2006/main">
            <a:pathLst>
              <a:path w="324207" h="70145">
                <a:moveTo>
                  <a:pt x="308924" y="68307"/>
                </a:moveTo>
                <a:cubicBezTo>
                  <a:pt x="307105" y="68307"/>
                  <a:pt x="305267" y="67943"/>
                  <a:pt x="303512" y="67170"/>
                </a:cubicBezTo>
                <a:cubicBezTo>
                  <a:pt x="213618" y="27609"/>
                  <a:pt x="110552" y="27609"/>
                  <a:pt x="20695" y="67170"/>
                </a:cubicBezTo>
                <a:cubicBezTo>
                  <a:pt x="13973" y="70145"/>
                  <a:pt x="5995" y="67107"/>
                  <a:pt x="2993" y="60293"/>
                </a:cubicBezTo>
                <a:cubicBezTo>
                  <a:pt x="0" y="53497"/>
                  <a:pt x="3084" y="45575"/>
                  <a:pt x="9870" y="42590"/>
                </a:cubicBezTo>
                <a:cubicBezTo>
                  <a:pt x="106604" y="0"/>
                  <a:pt x="217566" y="0"/>
                  <a:pt x="314337" y="42590"/>
                </a:cubicBezTo>
                <a:cubicBezTo>
                  <a:pt x="321123" y="45575"/>
                  <a:pt x="324207" y="53497"/>
                  <a:pt x="321214" y="60293"/>
                </a:cubicBezTo>
                <a:cubicBezTo>
                  <a:pt x="318994" y="65324"/>
                  <a:pt x="314073" y="68307"/>
                  <a:pt x="308924" y="683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AC0CD78E-2AEB-431A-9AD2-7F009F2A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616" y="7948144"/>
            <a:ext cx="29344" cy="240019"/>
          </a:xfrm>
          <a:custGeom xmlns:a="http://schemas.openxmlformats.org/drawingml/2006/main">
            <a:pathLst>
              <a:path w="26872" h="219795">
                <a:moveTo>
                  <a:pt x="13436" y="219795"/>
                </a:moveTo>
                <a:cubicBezTo>
                  <a:pt x="6022" y="219795"/>
                  <a:pt x="0" y="213782"/>
                  <a:pt x="0" y="206368"/>
                </a:cubicBezTo>
                <a:lnTo>
                  <a:pt x="0" y="13427"/>
                </a:lnTo>
                <a:cubicBezTo>
                  <a:pt x="0" y="6013"/>
                  <a:pt x="6022" y="0"/>
                  <a:pt x="13436" y="0"/>
                </a:cubicBezTo>
                <a:cubicBezTo>
                  <a:pt x="20850" y="0"/>
                  <a:pt x="26872" y="6013"/>
                  <a:pt x="26872" y="13427"/>
                </a:cubicBezTo>
                <a:lnTo>
                  <a:pt x="26872" y="206359"/>
                </a:lnTo>
                <a:cubicBezTo>
                  <a:pt x="26872" y="213782"/>
                  <a:pt x="20850" y="219795"/>
                  <a:pt x="13436" y="219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55CED21F-D884-4719-A671-7114DF3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277" y="7948144"/>
            <a:ext cx="29334" cy="240019"/>
          </a:xfrm>
          <a:custGeom xmlns:a="http://schemas.openxmlformats.org/drawingml/2006/main">
            <a:pathLst>
              <a:path w="26862" h="219795">
                <a:moveTo>
                  <a:pt x="13436" y="219795"/>
                </a:moveTo>
                <a:cubicBezTo>
                  <a:pt x="6013" y="219795"/>
                  <a:pt x="0" y="213782"/>
                  <a:pt x="0" y="206368"/>
                </a:cubicBezTo>
                <a:lnTo>
                  <a:pt x="0" y="13427"/>
                </a:lnTo>
                <a:cubicBezTo>
                  <a:pt x="0" y="6013"/>
                  <a:pt x="6013" y="0"/>
                  <a:pt x="13436" y="0"/>
                </a:cubicBezTo>
                <a:cubicBezTo>
                  <a:pt x="20850" y="0"/>
                  <a:pt x="26862" y="6013"/>
                  <a:pt x="26862" y="13427"/>
                </a:cubicBezTo>
                <a:lnTo>
                  <a:pt x="26862" y="206359"/>
                </a:lnTo>
                <a:cubicBezTo>
                  <a:pt x="26862" y="213782"/>
                  <a:pt x="20850" y="219795"/>
                  <a:pt x="13436" y="219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7804204F-5C41-46C8-8E8C-75ED1F1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957" y="8001925"/>
            <a:ext cx="29334" cy="72357"/>
          </a:xfrm>
          <a:custGeom xmlns:a="http://schemas.openxmlformats.org/drawingml/2006/main">
            <a:pathLst>
              <a:path w="26862" h="66261">
                <a:moveTo>
                  <a:pt x="13436" y="66261"/>
                </a:moveTo>
                <a:cubicBezTo>
                  <a:pt x="6013" y="66261"/>
                  <a:pt x="0" y="60238"/>
                  <a:pt x="0" y="52825"/>
                </a:cubicBezTo>
                <a:lnTo>
                  <a:pt x="0" y="13427"/>
                </a:lnTo>
                <a:cubicBezTo>
                  <a:pt x="0" y="6012"/>
                  <a:pt x="6013" y="0"/>
                  <a:pt x="13436" y="0"/>
                </a:cubicBezTo>
                <a:cubicBezTo>
                  <a:pt x="20850" y="0"/>
                  <a:pt x="26862" y="6012"/>
                  <a:pt x="26862" y="13427"/>
                </a:cubicBezTo>
                <a:lnTo>
                  <a:pt x="26862" y="52825"/>
                </a:lnTo>
                <a:cubicBezTo>
                  <a:pt x="26862" y="60238"/>
                  <a:pt x="20850" y="66261"/>
                  <a:pt x="13436" y="662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F9BDCBC2-1421-4130-86FE-587B4027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430" y="8023432"/>
            <a:ext cx="72367" cy="29334"/>
          </a:xfrm>
          <a:custGeom xmlns:a="http://schemas.openxmlformats.org/drawingml/2006/main">
            <a:pathLst>
              <a:path w="66269" h="26863">
                <a:moveTo>
                  <a:pt x="52843" y="26863"/>
                </a:moveTo>
                <a:lnTo>
                  <a:pt x="13435" y="26863"/>
                </a:lnTo>
                <a:cubicBezTo>
                  <a:pt x="6022" y="26863"/>
                  <a:pt x="0" y="20850"/>
                  <a:pt x="0" y="13427"/>
                </a:cubicBezTo>
                <a:cubicBezTo>
                  <a:pt x="0" y="6012"/>
                  <a:pt x="6022" y="0"/>
                  <a:pt x="13435" y="0"/>
                </a:cubicBezTo>
                <a:lnTo>
                  <a:pt x="52843" y="0"/>
                </a:lnTo>
                <a:cubicBezTo>
                  <a:pt x="60257" y="0"/>
                  <a:pt x="66269" y="6012"/>
                  <a:pt x="66269" y="13427"/>
                </a:cubicBezTo>
                <a:cubicBezTo>
                  <a:pt x="66269" y="20850"/>
                  <a:pt x="60257" y="26863"/>
                  <a:pt x="52843" y="268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1B064F6A-8DFA-4EF4-B643-8D7B9480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451" y="8564561"/>
            <a:ext cx="82132" cy="82619"/>
          </a:xfrm>
          <a:custGeom xmlns:a="http://schemas.openxmlformats.org/drawingml/2006/main">
            <a:pathLst>
              <a:path w="75212" h="75657">
                <a:moveTo>
                  <a:pt x="37615" y="75657"/>
                </a:moveTo>
                <a:cubicBezTo>
                  <a:pt x="16874" y="75657"/>
                  <a:pt x="0" y="58792"/>
                  <a:pt x="0" y="38042"/>
                </a:cubicBezTo>
                <a:cubicBezTo>
                  <a:pt x="0" y="17074"/>
                  <a:pt x="16874" y="0"/>
                  <a:pt x="37615" y="0"/>
                </a:cubicBezTo>
                <a:cubicBezTo>
                  <a:pt x="58346" y="0"/>
                  <a:pt x="75212" y="17074"/>
                  <a:pt x="75212" y="38042"/>
                </a:cubicBezTo>
                <a:cubicBezTo>
                  <a:pt x="75212" y="58792"/>
                  <a:pt x="58346" y="75657"/>
                  <a:pt x="37615" y="75657"/>
                </a:cubicBezTo>
                <a:moveTo>
                  <a:pt x="37615" y="26862"/>
                </a:moveTo>
                <a:cubicBezTo>
                  <a:pt x="31693" y="26862"/>
                  <a:pt x="26863" y="31875"/>
                  <a:pt x="26863" y="38042"/>
                </a:cubicBezTo>
                <a:cubicBezTo>
                  <a:pt x="26863" y="44073"/>
                  <a:pt x="31584" y="48795"/>
                  <a:pt x="37615" y="48795"/>
                </a:cubicBezTo>
                <a:cubicBezTo>
                  <a:pt x="43628" y="48795"/>
                  <a:pt x="48349" y="44073"/>
                  <a:pt x="48349" y="38042"/>
                </a:cubicBezTo>
                <a:cubicBezTo>
                  <a:pt x="48349" y="31875"/>
                  <a:pt x="43537" y="26862"/>
                  <a:pt x="37615" y="268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313286FF-B34F-44B3-B964-82876763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388" y="8413399"/>
            <a:ext cx="116016" cy="186366"/>
          </a:xfrm>
          <a:custGeom xmlns:a="http://schemas.openxmlformats.org/drawingml/2006/main">
            <a:pathLst>
              <a:path w="106240" h="170663">
                <a:moveTo>
                  <a:pt x="37551" y="170663"/>
                </a:moveTo>
                <a:cubicBezTo>
                  <a:pt x="32402" y="170663"/>
                  <a:pt x="27499" y="167689"/>
                  <a:pt x="25280" y="162667"/>
                </a:cubicBezTo>
                <a:cubicBezTo>
                  <a:pt x="3329" y="113109"/>
                  <a:pt x="0" y="75185"/>
                  <a:pt x="15119" y="46757"/>
                </a:cubicBezTo>
                <a:cubicBezTo>
                  <a:pt x="27672" y="23106"/>
                  <a:pt x="52652" y="7787"/>
                  <a:pt x="89357" y="1219"/>
                </a:cubicBezTo>
                <a:cubicBezTo>
                  <a:pt x="96561" y="0"/>
                  <a:pt x="103639" y="4766"/>
                  <a:pt x="104931" y="12081"/>
                </a:cubicBezTo>
                <a:cubicBezTo>
                  <a:pt x="106240" y="19367"/>
                  <a:pt x="101383" y="26345"/>
                  <a:pt x="94069" y="27654"/>
                </a:cubicBezTo>
                <a:cubicBezTo>
                  <a:pt x="65915" y="32694"/>
                  <a:pt x="47330" y="43365"/>
                  <a:pt x="38834" y="59357"/>
                </a:cubicBezTo>
                <a:cubicBezTo>
                  <a:pt x="27990" y="79751"/>
                  <a:pt x="31693" y="110835"/>
                  <a:pt x="49832" y="151788"/>
                </a:cubicBezTo>
                <a:cubicBezTo>
                  <a:pt x="52834" y="158574"/>
                  <a:pt x="49768" y="166507"/>
                  <a:pt x="42991" y="169499"/>
                </a:cubicBezTo>
                <a:cubicBezTo>
                  <a:pt x="41226" y="170291"/>
                  <a:pt x="39380" y="170654"/>
                  <a:pt x="37551" y="170654"/>
                </a:cubicBezTo>
                <a:lnTo>
                  <a:pt x="37551" y="1706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8E4E91B3-6473-4F44-9878-F513C7C7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367" y="8523117"/>
            <a:ext cx="172360" cy="180755"/>
          </a:xfrm>
          <a:custGeom xmlns:a="http://schemas.openxmlformats.org/drawingml/2006/main">
            <a:pathLst>
              <a:path w="157837" h="165524">
                <a:moveTo>
                  <a:pt x="120841" y="165524"/>
                </a:moveTo>
                <a:cubicBezTo>
                  <a:pt x="119667" y="165524"/>
                  <a:pt x="118467" y="165378"/>
                  <a:pt x="117266" y="165033"/>
                </a:cubicBezTo>
                <a:cubicBezTo>
                  <a:pt x="110107" y="163059"/>
                  <a:pt x="105913" y="155654"/>
                  <a:pt x="107905" y="148513"/>
                </a:cubicBezTo>
                <a:cubicBezTo>
                  <a:pt x="115674" y="120386"/>
                  <a:pt x="121532" y="95852"/>
                  <a:pt x="123297" y="86119"/>
                </a:cubicBezTo>
                <a:cubicBezTo>
                  <a:pt x="128464" y="62358"/>
                  <a:pt x="113381" y="39189"/>
                  <a:pt x="89785" y="34058"/>
                </a:cubicBezTo>
                <a:cubicBezTo>
                  <a:pt x="66406" y="29319"/>
                  <a:pt x="43410" y="44310"/>
                  <a:pt x="38652" y="67507"/>
                </a:cubicBezTo>
                <a:cubicBezTo>
                  <a:pt x="36551" y="76740"/>
                  <a:pt x="31629" y="101592"/>
                  <a:pt x="27609" y="131503"/>
                </a:cubicBezTo>
                <a:cubicBezTo>
                  <a:pt x="26617" y="138862"/>
                  <a:pt x="19713" y="143964"/>
                  <a:pt x="12508" y="143027"/>
                </a:cubicBezTo>
                <a:cubicBezTo>
                  <a:pt x="5149" y="142036"/>
                  <a:pt x="0" y="135268"/>
                  <a:pt x="991" y="127927"/>
                </a:cubicBezTo>
                <a:cubicBezTo>
                  <a:pt x="5140" y="97125"/>
                  <a:pt x="10116" y="71882"/>
                  <a:pt x="12399" y="61830"/>
                </a:cubicBezTo>
                <a:cubicBezTo>
                  <a:pt x="20086" y="24443"/>
                  <a:pt x="57373" y="0"/>
                  <a:pt x="95306" y="7778"/>
                </a:cubicBezTo>
                <a:cubicBezTo>
                  <a:pt x="133549" y="16083"/>
                  <a:pt x="157837" y="53571"/>
                  <a:pt x="149632" y="91377"/>
                </a:cubicBezTo>
                <a:cubicBezTo>
                  <a:pt x="147913" y="100919"/>
                  <a:pt x="142154" y="125444"/>
                  <a:pt x="133785" y="155672"/>
                </a:cubicBezTo>
                <a:cubicBezTo>
                  <a:pt x="132148" y="161630"/>
                  <a:pt x="126735" y="165524"/>
                  <a:pt x="120841" y="1655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B7E1D830-BD1E-41B4-B281-AA8281E2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069" y="8648968"/>
            <a:ext cx="49917" cy="33913"/>
          </a:xfrm>
          <a:custGeom xmlns:a="http://schemas.openxmlformats.org/drawingml/2006/main">
            <a:pathLst>
              <a:path w="45711" h="31056">
                <a:moveTo>
                  <a:pt x="31147" y="31056"/>
                </a:moveTo>
                <a:cubicBezTo>
                  <a:pt x="30320" y="31056"/>
                  <a:pt x="29483" y="30983"/>
                  <a:pt x="28637" y="30829"/>
                </a:cubicBezTo>
                <a:lnTo>
                  <a:pt x="12072" y="27690"/>
                </a:lnTo>
                <a:cubicBezTo>
                  <a:pt x="4794" y="26307"/>
                  <a:pt x="0" y="19285"/>
                  <a:pt x="1374" y="11989"/>
                </a:cubicBezTo>
                <a:cubicBezTo>
                  <a:pt x="2747" y="4703"/>
                  <a:pt x="9779" y="0"/>
                  <a:pt x="17075" y="1291"/>
                </a:cubicBezTo>
                <a:lnTo>
                  <a:pt x="33640" y="4420"/>
                </a:lnTo>
                <a:cubicBezTo>
                  <a:pt x="40917" y="5812"/>
                  <a:pt x="45711" y="12826"/>
                  <a:pt x="44337" y="20122"/>
                </a:cubicBezTo>
                <a:cubicBezTo>
                  <a:pt x="43119" y="26571"/>
                  <a:pt x="37479" y="31056"/>
                  <a:pt x="31147" y="310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D4C3804E-BBDA-431D-90B4-E6A44EAE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194" y="8669163"/>
            <a:ext cx="50185" cy="34709"/>
          </a:xfrm>
          <a:custGeom xmlns:a="http://schemas.openxmlformats.org/drawingml/2006/main">
            <a:pathLst>
              <a:path w="45957" h="31784">
                <a:moveTo>
                  <a:pt x="31274" y="31784"/>
                </a:moveTo>
                <a:cubicBezTo>
                  <a:pt x="30338" y="31784"/>
                  <a:pt x="29382" y="31693"/>
                  <a:pt x="28427" y="31475"/>
                </a:cubicBezTo>
                <a:lnTo>
                  <a:pt x="11862" y="27900"/>
                </a:lnTo>
                <a:cubicBezTo>
                  <a:pt x="4612" y="26344"/>
                  <a:pt x="0" y="19185"/>
                  <a:pt x="1574" y="11944"/>
                </a:cubicBezTo>
                <a:cubicBezTo>
                  <a:pt x="3138" y="4694"/>
                  <a:pt x="10307" y="0"/>
                  <a:pt x="17538" y="1656"/>
                </a:cubicBezTo>
                <a:lnTo>
                  <a:pt x="34103" y="5231"/>
                </a:lnTo>
                <a:cubicBezTo>
                  <a:pt x="41354" y="6786"/>
                  <a:pt x="45957" y="13946"/>
                  <a:pt x="44383" y="21196"/>
                </a:cubicBezTo>
                <a:cubicBezTo>
                  <a:pt x="43027" y="27491"/>
                  <a:pt x="37460" y="31784"/>
                  <a:pt x="31274" y="317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AC04AB6E-605C-4E31-83C0-88F4E2B6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539" y="8372006"/>
            <a:ext cx="269422" cy="399345"/>
          </a:xfrm>
          <a:custGeom xmlns:a="http://schemas.openxmlformats.org/drawingml/2006/main">
            <a:pathLst>
              <a:path w="246721" h="365697">
                <a:moveTo>
                  <a:pt x="233285" y="365697"/>
                </a:moveTo>
                <a:cubicBezTo>
                  <a:pt x="225871" y="365697"/>
                  <a:pt x="219849" y="359684"/>
                  <a:pt x="219849" y="352261"/>
                </a:cubicBezTo>
                <a:cubicBezTo>
                  <a:pt x="219849" y="272010"/>
                  <a:pt x="199345" y="199300"/>
                  <a:pt x="163568" y="152734"/>
                </a:cubicBezTo>
                <a:cubicBezTo>
                  <a:pt x="148385" y="133057"/>
                  <a:pt x="125316" y="129774"/>
                  <a:pt x="98608" y="125953"/>
                </a:cubicBezTo>
                <a:cubicBezTo>
                  <a:pt x="94751" y="125398"/>
                  <a:pt x="90894" y="124834"/>
                  <a:pt x="87056" y="124234"/>
                </a:cubicBezTo>
                <a:cubicBezTo>
                  <a:pt x="79714" y="123078"/>
                  <a:pt x="74720" y="116219"/>
                  <a:pt x="75876" y="108887"/>
                </a:cubicBezTo>
                <a:cubicBezTo>
                  <a:pt x="77022" y="101547"/>
                  <a:pt x="84081" y="96598"/>
                  <a:pt x="91222" y="97708"/>
                </a:cubicBezTo>
                <a:cubicBezTo>
                  <a:pt x="94942" y="98299"/>
                  <a:pt x="98672" y="98827"/>
                  <a:pt x="102402" y="99364"/>
                </a:cubicBezTo>
                <a:cubicBezTo>
                  <a:pt x="130811" y="103420"/>
                  <a:pt x="162995" y="108014"/>
                  <a:pt x="184854" y="136342"/>
                </a:cubicBezTo>
                <a:cubicBezTo>
                  <a:pt x="224179" y="187529"/>
                  <a:pt x="246721" y="266206"/>
                  <a:pt x="246721" y="352261"/>
                </a:cubicBezTo>
                <a:cubicBezTo>
                  <a:pt x="246721" y="359684"/>
                  <a:pt x="240708" y="365697"/>
                  <a:pt x="233285" y="365697"/>
                </a:cubicBezTo>
                <a:moveTo>
                  <a:pt x="30056" y="100691"/>
                </a:moveTo>
                <a:cubicBezTo>
                  <a:pt x="26744" y="100691"/>
                  <a:pt x="23424" y="99473"/>
                  <a:pt x="20831" y="97016"/>
                </a:cubicBezTo>
                <a:cubicBezTo>
                  <a:pt x="0" y="77340"/>
                  <a:pt x="1774" y="46111"/>
                  <a:pt x="3666" y="13063"/>
                </a:cubicBezTo>
                <a:cubicBezTo>
                  <a:pt x="4084" y="5658"/>
                  <a:pt x="10470" y="0"/>
                  <a:pt x="17838" y="437"/>
                </a:cubicBezTo>
                <a:cubicBezTo>
                  <a:pt x="25243" y="846"/>
                  <a:pt x="30901" y="7186"/>
                  <a:pt x="30474" y="14610"/>
                </a:cubicBezTo>
                <a:cubicBezTo>
                  <a:pt x="28964" y="41235"/>
                  <a:pt x="27527" y="66397"/>
                  <a:pt x="39279" y="77495"/>
                </a:cubicBezTo>
                <a:cubicBezTo>
                  <a:pt x="44674" y="82580"/>
                  <a:pt x="44910" y="91085"/>
                  <a:pt x="39816" y="96479"/>
                </a:cubicBezTo>
                <a:cubicBezTo>
                  <a:pt x="37178" y="99273"/>
                  <a:pt x="33621" y="100691"/>
                  <a:pt x="30056" y="1006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8DB0DDF1-A1F1-4B95-A6F6-1316842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814" y="8413201"/>
            <a:ext cx="113016" cy="147953"/>
          </a:xfrm>
          <a:custGeom xmlns:a="http://schemas.openxmlformats.org/drawingml/2006/main">
            <a:pathLst>
              <a:path w="103493" h="135487">
                <a:moveTo>
                  <a:pt x="81243" y="135477"/>
                </a:moveTo>
                <a:cubicBezTo>
                  <a:pt x="80069" y="135477"/>
                  <a:pt x="78887" y="135332"/>
                  <a:pt x="77695" y="135004"/>
                </a:cubicBezTo>
                <a:cubicBezTo>
                  <a:pt x="70536" y="133048"/>
                  <a:pt x="66333" y="125662"/>
                  <a:pt x="68289" y="118503"/>
                </a:cubicBezTo>
                <a:cubicBezTo>
                  <a:pt x="75521" y="92095"/>
                  <a:pt x="74566" y="71336"/>
                  <a:pt x="65423" y="56782"/>
                </a:cubicBezTo>
                <a:cubicBezTo>
                  <a:pt x="56400" y="42409"/>
                  <a:pt x="38461" y="32667"/>
                  <a:pt x="12126" y="27827"/>
                </a:cubicBezTo>
                <a:cubicBezTo>
                  <a:pt x="4830" y="26498"/>
                  <a:pt x="0" y="19494"/>
                  <a:pt x="1346" y="12198"/>
                </a:cubicBezTo>
                <a:cubicBezTo>
                  <a:pt x="2683" y="4904"/>
                  <a:pt x="9652" y="0"/>
                  <a:pt x="16965" y="1419"/>
                </a:cubicBezTo>
                <a:cubicBezTo>
                  <a:pt x="51014" y="7669"/>
                  <a:pt x="74966" y="21486"/>
                  <a:pt x="88165" y="42509"/>
                </a:cubicBezTo>
                <a:cubicBezTo>
                  <a:pt x="101474" y="63695"/>
                  <a:pt x="103493" y="91658"/>
                  <a:pt x="94196" y="125598"/>
                </a:cubicBezTo>
                <a:cubicBezTo>
                  <a:pt x="92559" y="131566"/>
                  <a:pt x="87146" y="135487"/>
                  <a:pt x="81243" y="135487"/>
                </a:cubicBezTo>
                <a:lnTo>
                  <a:pt x="81243" y="1354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B2078998-A6D9-49E4-B2A4-5F576AC8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663" y="8450561"/>
            <a:ext cx="132695" cy="190261"/>
          </a:xfrm>
          <a:custGeom xmlns:a="http://schemas.openxmlformats.org/drawingml/2006/main">
            <a:pathLst>
              <a:path w="121514" h="174229">
                <a:moveTo>
                  <a:pt x="106213" y="174229"/>
                </a:moveTo>
                <a:cubicBezTo>
                  <a:pt x="101719" y="174229"/>
                  <a:pt x="97362" y="172001"/>
                  <a:pt x="94797" y="167907"/>
                </a:cubicBezTo>
                <a:lnTo>
                  <a:pt x="3921" y="22423"/>
                </a:lnTo>
                <a:cubicBezTo>
                  <a:pt x="0" y="16129"/>
                  <a:pt x="1910" y="7851"/>
                  <a:pt x="8205" y="3921"/>
                </a:cubicBezTo>
                <a:cubicBezTo>
                  <a:pt x="14482" y="0"/>
                  <a:pt x="22769" y="1910"/>
                  <a:pt x="26708" y="8205"/>
                </a:cubicBezTo>
                <a:lnTo>
                  <a:pt x="117593" y="153689"/>
                </a:lnTo>
                <a:cubicBezTo>
                  <a:pt x="121514" y="159984"/>
                  <a:pt x="119595" y="168271"/>
                  <a:pt x="113309" y="172201"/>
                </a:cubicBezTo>
                <a:cubicBezTo>
                  <a:pt x="111098" y="173565"/>
                  <a:pt x="108633" y="174229"/>
                  <a:pt x="106213" y="1742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68861BDE-567B-43E5-BB83-5C990518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910" y="8450532"/>
            <a:ext cx="132178" cy="190290"/>
          </a:xfrm>
          <a:custGeom xmlns:a="http://schemas.openxmlformats.org/drawingml/2006/main">
            <a:pathLst>
              <a:path w="121041" h="174257">
                <a:moveTo>
                  <a:pt x="15292" y="174257"/>
                </a:moveTo>
                <a:cubicBezTo>
                  <a:pt x="12872" y="174257"/>
                  <a:pt x="10416" y="173611"/>
                  <a:pt x="8214" y="172237"/>
                </a:cubicBezTo>
                <a:cubicBezTo>
                  <a:pt x="1929" y="168325"/>
                  <a:pt x="0" y="160038"/>
                  <a:pt x="3893" y="153734"/>
                </a:cubicBezTo>
                <a:lnTo>
                  <a:pt x="94315" y="8251"/>
                </a:lnTo>
                <a:cubicBezTo>
                  <a:pt x="98235" y="1947"/>
                  <a:pt x="106513" y="0"/>
                  <a:pt x="112817" y="3930"/>
                </a:cubicBezTo>
                <a:cubicBezTo>
                  <a:pt x="119112" y="7851"/>
                  <a:pt x="121041" y="16129"/>
                  <a:pt x="117138" y="22433"/>
                </a:cubicBezTo>
                <a:lnTo>
                  <a:pt x="26717" y="167925"/>
                </a:lnTo>
                <a:cubicBezTo>
                  <a:pt x="24179" y="172010"/>
                  <a:pt x="19785" y="174257"/>
                  <a:pt x="15292" y="1742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3CDF7BBC-B7BA-455A-9A8F-EBCBBE71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957" y="8611498"/>
            <a:ext cx="29334" cy="159853"/>
          </a:xfrm>
          <a:custGeom xmlns:a="http://schemas.openxmlformats.org/drawingml/2006/main">
            <a:pathLst>
              <a:path w="26862" h="146384">
                <a:moveTo>
                  <a:pt x="13436" y="146384"/>
                </a:moveTo>
                <a:cubicBezTo>
                  <a:pt x="6013" y="146384"/>
                  <a:pt x="0" y="140372"/>
                  <a:pt x="0" y="132948"/>
                </a:cubicBezTo>
                <a:lnTo>
                  <a:pt x="0" y="13436"/>
                </a:lnTo>
                <a:cubicBezTo>
                  <a:pt x="0" y="6013"/>
                  <a:pt x="6013" y="0"/>
                  <a:pt x="13436" y="0"/>
                </a:cubicBezTo>
                <a:cubicBezTo>
                  <a:pt x="20850" y="0"/>
                  <a:pt x="26862" y="6013"/>
                  <a:pt x="26862" y="13436"/>
                </a:cubicBezTo>
                <a:lnTo>
                  <a:pt x="26862" y="132948"/>
                </a:lnTo>
                <a:cubicBezTo>
                  <a:pt x="26862" y="140372"/>
                  <a:pt x="20850" y="146384"/>
                  <a:pt x="13436" y="1463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4423EAD6-66B0-46F7-BD17-AADF0184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590" y="8692636"/>
            <a:ext cx="29344" cy="78715"/>
          </a:xfrm>
          <a:custGeom xmlns:a="http://schemas.openxmlformats.org/drawingml/2006/main">
            <a:pathLst>
              <a:path w="26872" h="72082">
                <a:moveTo>
                  <a:pt x="13436" y="72082"/>
                </a:moveTo>
                <a:cubicBezTo>
                  <a:pt x="6022" y="72082"/>
                  <a:pt x="0" y="66070"/>
                  <a:pt x="0" y="58646"/>
                </a:cubicBezTo>
                <a:lnTo>
                  <a:pt x="0" y="13436"/>
                </a:lnTo>
                <a:cubicBezTo>
                  <a:pt x="0" y="6013"/>
                  <a:pt x="6022" y="0"/>
                  <a:pt x="13436" y="0"/>
                </a:cubicBezTo>
                <a:cubicBezTo>
                  <a:pt x="20850" y="0"/>
                  <a:pt x="26872" y="6013"/>
                  <a:pt x="26872" y="13436"/>
                </a:cubicBezTo>
                <a:lnTo>
                  <a:pt x="26872" y="58646"/>
                </a:lnTo>
                <a:cubicBezTo>
                  <a:pt x="26872" y="66070"/>
                  <a:pt x="20850" y="72082"/>
                  <a:pt x="13436" y="720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FE2983ED-5370-4132-8FC5-D5B2EF12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303" y="8692636"/>
            <a:ext cx="29334" cy="78715"/>
          </a:xfrm>
          <a:custGeom xmlns:a="http://schemas.openxmlformats.org/drawingml/2006/main">
            <a:pathLst>
              <a:path w="26863" h="72082">
                <a:moveTo>
                  <a:pt x="13436" y="72082"/>
                </a:moveTo>
                <a:cubicBezTo>
                  <a:pt x="6013" y="72082"/>
                  <a:pt x="0" y="66070"/>
                  <a:pt x="0" y="58646"/>
                </a:cubicBezTo>
                <a:lnTo>
                  <a:pt x="0" y="13436"/>
                </a:lnTo>
                <a:cubicBezTo>
                  <a:pt x="0" y="6013"/>
                  <a:pt x="6013" y="0"/>
                  <a:pt x="13436" y="0"/>
                </a:cubicBezTo>
                <a:cubicBezTo>
                  <a:pt x="20850" y="0"/>
                  <a:pt x="26863" y="6013"/>
                  <a:pt x="26863" y="13436"/>
                </a:cubicBezTo>
                <a:lnTo>
                  <a:pt x="26863" y="58646"/>
                </a:lnTo>
                <a:cubicBezTo>
                  <a:pt x="26863" y="66070"/>
                  <a:pt x="20850" y="72082"/>
                  <a:pt x="13436" y="720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7E6563D0-7589-427B-A9D2-257B6759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427" y="7795582"/>
            <a:ext cx="558971" cy="94608"/>
          </a:xfrm>
          <a:custGeom xmlns:a="http://schemas.openxmlformats.org/drawingml/2006/main">
            <a:pathLst>
              <a:path w="511873" h="86637">
                <a:moveTo>
                  <a:pt x="445809" y="85545"/>
                </a:moveTo>
                <a:cubicBezTo>
                  <a:pt x="439577" y="85545"/>
                  <a:pt x="434021" y="81106"/>
                  <a:pt x="432833" y="74757"/>
                </a:cubicBezTo>
                <a:cubicBezTo>
                  <a:pt x="431490" y="67588"/>
                  <a:pt x="436228" y="60684"/>
                  <a:pt x="443403" y="59347"/>
                </a:cubicBezTo>
                <a:cubicBezTo>
                  <a:pt x="463029" y="55672"/>
                  <a:pt x="473996" y="52042"/>
                  <a:pt x="479968" y="49431"/>
                </a:cubicBezTo>
                <a:cubicBezTo>
                  <a:pt x="457240" y="39780"/>
                  <a:pt x="382829" y="26426"/>
                  <a:pt x="255947" y="26426"/>
                </a:cubicBezTo>
                <a:cubicBezTo>
                  <a:pt x="128783" y="26426"/>
                  <a:pt x="54327" y="39816"/>
                  <a:pt x="31769" y="49467"/>
                </a:cubicBezTo>
                <a:cubicBezTo>
                  <a:pt x="37664" y="52061"/>
                  <a:pt x="48524" y="55699"/>
                  <a:pt x="68025" y="59347"/>
                </a:cubicBezTo>
                <a:cubicBezTo>
                  <a:pt x="75200" y="60684"/>
                  <a:pt x="79935" y="67588"/>
                  <a:pt x="78595" y="74757"/>
                </a:cubicBezTo>
                <a:cubicBezTo>
                  <a:pt x="77251" y="81925"/>
                  <a:pt x="70354" y="86637"/>
                  <a:pt x="63180" y="85317"/>
                </a:cubicBezTo>
                <a:cubicBezTo>
                  <a:pt x="18883" y="77049"/>
                  <a:pt x="0" y="66333"/>
                  <a:pt x="0" y="49485"/>
                </a:cubicBezTo>
                <a:cubicBezTo>
                  <a:pt x="0" y="3575"/>
                  <a:pt x="195898" y="0"/>
                  <a:pt x="255943" y="0"/>
                </a:cubicBezTo>
                <a:cubicBezTo>
                  <a:pt x="315976" y="0"/>
                  <a:pt x="511873" y="3575"/>
                  <a:pt x="511873" y="49485"/>
                </a:cubicBezTo>
                <a:cubicBezTo>
                  <a:pt x="511873" y="66278"/>
                  <a:pt x="492849" y="76994"/>
                  <a:pt x="448246" y="85317"/>
                </a:cubicBezTo>
                <a:cubicBezTo>
                  <a:pt x="447428" y="85463"/>
                  <a:pt x="446611" y="85545"/>
                  <a:pt x="445809" y="855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2D714FA9-8047-49A2-A049-FA87057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54" y="7799516"/>
            <a:ext cx="366279" cy="376080"/>
          </a:xfrm>
          <a:custGeom xmlns:a="http://schemas.openxmlformats.org/drawingml/2006/main">
            <a:pathLst>
              <a:path w="335417" h="344392">
                <a:moveTo>
                  <a:pt x="166742" y="344392"/>
                </a:moveTo>
                <a:cubicBezTo>
                  <a:pt x="132273" y="344392"/>
                  <a:pt x="101618" y="331311"/>
                  <a:pt x="75632" y="305522"/>
                </a:cubicBezTo>
                <a:cubicBezTo>
                  <a:pt x="23668" y="253970"/>
                  <a:pt x="0" y="158010"/>
                  <a:pt x="0" y="90675"/>
                </a:cubicBezTo>
                <a:cubicBezTo>
                  <a:pt x="0" y="58746"/>
                  <a:pt x="8515" y="30692"/>
                  <a:pt x="25303" y="7295"/>
                </a:cubicBezTo>
                <a:cubicBezTo>
                  <a:pt x="29577" y="1355"/>
                  <a:pt x="37831" y="9"/>
                  <a:pt x="43740" y="4257"/>
                </a:cubicBezTo>
                <a:cubicBezTo>
                  <a:pt x="49665" y="8514"/>
                  <a:pt x="51022" y="16765"/>
                  <a:pt x="46779" y="22687"/>
                </a:cubicBezTo>
                <a:cubicBezTo>
                  <a:pt x="33262" y="41517"/>
                  <a:pt x="26412" y="64386"/>
                  <a:pt x="26412" y="90675"/>
                </a:cubicBezTo>
                <a:cubicBezTo>
                  <a:pt x="26412" y="152716"/>
                  <a:pt x="47642" y="240544"/>
                  <a:pt x="94237" y="286765"/>
                </a:cubicBezTo>
                <a:cubicBezTo>
                  <a:pt x="115097" y="307469"/>
                  <a:pt x="139504" y="317957"/>
                  <a:pt x="166751" y="317957"/>
                </a:cubicBezTo>
                <a:lnTo>
                  <a:pt x="167600" y="317957"/>
                </a:lnTo>
                <a:cubicBezTo>
                  <a:pt x="273394" y="317111"/>
                  <a:pt x="309004" y="161521"/>
                  <a:pt x="309004" y="90675"/>
                </a:cubicBezTo>
                <a:cubicBezTo>
                  <a:pt x="309004" y="64823"/>
                  <a:pt x="302001" y="41944"/>
                  <a:pt x="288190" y="22678"/>
                </a:cubicBezTo>
                <a:cubicBezTo>
                  <a:pt x="283948" y="16747"/>
                  <a:pt x="285304" y="8496"/>
                  <a:pt x="291230" y="4248"/>
                </a:cubicBezTo>
                <a:cubicBezTo>
                  <a:pt x="297186" y="0"/>
                  <a:pt x="305438" y="1382"/>
                  <a:pt x="309665" y="7286"/>
                </a:cubicBezTo>
                <a:cubicBezTo>
                  <a:pt x="326513" y="30792"/>
                  <a:pt x="335417" y="59629"/>
                  <a:pt x="335417" y="90666"/>
                </a:cubicBezTo>
                <a:cubicBezTo>
                  <a:pt x="335417" y="173010"/>
                  <a:pt x="294453" y="343364"/>
                  <a:pt x="167818" y="344365"/>
                </a:cubicBezTo>
                <a:cubicBezTo>
                  <a:pt x="167450" y="344365"/>
                  <a:pt x="167095" y="344383"/>
                  <a:pt x="166743" y="344383"/>
                </a:cubicBezTo>
                <a:lnTo>
                  <a:pt x="166742" y="3443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63BC4BB2-1787-4805-91E0-2919AAFC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76" y="7665987"/>
            <a:ext cx="405739" cy="170144"/>
          </a:xfrm>
          <a:custGeom xmlns:a="http://schemas.openxmlformats.org/drawingml/2006/main">
            <a:pathLst>
              <a:path w="371552" h="155808">
                <a:moveTo>
                  <a:pt x="357513" y="154962"/>
                </a:moveTo>
                <a:cubicBezTo>
                  <a:pt x="350957" y="154962"/>
                  <a:pt x="345278" y="150086"/>
                  <a:pt x="344431" y="143427"/>
                </a:cubicBezTo>
                <a:cubicBezTo>
                  <a:pt x="335881" y="76721"/>
                  <a:pt x="267778" y="26426"/>
                  <a:pt x="186005" y="26426"/>
                </a:cubicBezTo>
                <a:cubicBezTo>
                  <a:pt x="103972" y="26426"/>
                  <a:pt x="35668" y="76730"/>
                  <a:pt x="27123" y="143427"/>
                </a:cubicBezTo>
                <a:cubicBezTo>
                  <a:pt x="26198" y="150659"/>
                  <a:pt x="19639" y="155808"/>
                  <a:pt x="12342" y="154853"/>
                </a:cubicBezTo>
                <a:cubicBezTo>
                  <a:pt x="5106" y="153916"/>
                  <a:pt x="0" y="147302"/>
                  <a:pt x="925" y="140061"/>
                </a:cubicBezTo>
                <a:cubicBezTo>
                  <a:pt x="11154" y="60219"/>
                  <a:pt x="90720" y="0"/>
                  <a:pt x="186008" y="0"/>
                </a:cubicBezTo>
                <a:cubicBezTo>
                  <a:pt x="281034" y="0"/>
                  <a:pt x="360401" y="60210"/>
                  <a:pt x="370627" y="140052"/>
                </a:cubicBezTo>
                <a:cubicBezTo>
                  <a:pt x="371552" y="147302"/>
                  <a:pt x="366446" y="153907"/>
                  <a:pt x="359210" y="154844"/>
                </a:cubicBezTo>
                <a:cubicBezTo>
                  <a:pt x="358638" y="154917"/>
                  <a:pt x="358068" y="154953"/>
                  <a:pt x="357511" y="154953"/>
                </a:cubicBezTo>
                <a:lnTo>
                  <a:pt x="357513" y="1549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1C127185-755D-49C6-8600-B02A720B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178" y="8114166"/>
            <a:ext cx="274817" cy="408654"/>
          </a:xfrm>
          <a:custGeom xmlns:a="http://schemas.openxmlformats.org/drawingml/2006/main">
            <a:pathLst>
              <a:path w="251661" h="374221">
                <a:moveTo>
                  <a:pt x="238451" y="374221"/>
                </a:moveTo>
                <a:cubicBezTo>
                  <a:pt x="231155" y="374221"/>
                  <a:pt x="225244" y="368308"/>
                  <a:pt x="225244" y="361012"/>
                </a:cubicBezTo>
                <a:cubicBezTo>
                  <a:pt x="225244" y="278714"/>
                  <a:pt x="204200" y="204276"/>
                  <a:pt x="167525" y="156800"/>
                </a:cubicBezTo>
                <a:cubicBezTo>
                  <a:pt x="151866" y="136042"/>
                  <a:pt x="127982" y="132794"/>
                  <a:pt x="100348" y="129028"/>
                </a:cubicBezTo>
                <a:cubicBezTo>
                  <a:pt x="74164" y="125444"/>
                  <a:pt x="44496" y="121405"/>
                  <a:pt x="21909" y="99545"/>
                </a:cubicBezTo>
                <a:cubicBezTo>
                  <a:pt x="0" y="78268"/>
                  <a:pt x="2378" y="43601"/>
                  <a:pt x="4475" y="13036"/>
                </a:cubicBezTo>
                <a:cubicBezTo>
                  <a:pt x="4968" y="5740"/>
                  <a:pt x="11665" y="0"/>
                  <a:pt x="18546" y="755"/>
                </a:cubicBezTo>
                <a:cubicBezTo>
                  <a:pt x="25828" y="1247"/>
                  <a:pt x="31337" y="7560"/>
                  <a:pt x="30826" y="14828"/>
                </a:cubicBezTo>
                <a:cubicBezTo>
                  <a:pt x="28711" y="45884"/>
                  <a:pt x="28142" y="68762"/>
                  <a:pt x="40299" y="80588"/>
                </a:cubicBezTo>
                <a:cubicBezTo>
                  <a:pt x="56654" y="96398"/>
                  <a:pt x="79611" y="99536"/>
                  <a:pt x="103911" y="102848"/>
                </a:cubicBezTo>
                <a:cubicBezTo>
                  <a:pt x="133163" y="106832"/>
                  <a:pt x="166335" y="111353"/>
                  <a:pt x="188540" y="140772"/>
                </a:cubicBezTo>
                <a:cubicBezTo>
                  <a:pt x="228623" y="192660"/>
                  <a:pt x="251659" y="272983"/>
                  <a:pt x="251659" y="361012"/>
                </a:cubicBezTo>
                <a:cubicBezTo>
                  <a:pt x="251661" y="368317"/>
                  <a:pt x="245754" y="374221"/>
                  <a:pt x="238454" y="374221"/>
                </a:cubicBezTo>
                <a:lnTo>
                  <a:pt x="238451" y="3742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E472A343-FAAA-46BC-9E0E-BEC6BA5F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47" y="8493972"/>
            <a:ext cx="627445" cy="28847"/>
          </a:xfrm>
          <a:custGeom xmlns:a="http://schemas.openxmlformats.org/drawingml/2006/main">
            <a:pathLst>
              <a:path w="574577" h="26417">
                <a:moveTo>
                  <a:pt x="561369" y="26417"/>
                </a:moveTo>
                <a:lnTo>
                  <a:pt x="13208" y="26417"/>
                </a:lnTo>
                <a:cubicBezTo>
                  <a:pt x="5910" y="26417"/>
                  <a:pt x="0" y="20503"/>
                  <a:pt x="0" y="13208"/>
                </a:cubicBezTo>
                <a:cubicBezTo>
                  <a:pt x="0" y="5912"/>
                  <a:pt x="5910" y="0"/>
                  <a:pt x="13208" y="0"/>
                </a:cubicBezTo>
                <a:lnTo>
                  <a:pt x="561369" y="0"/>
                </a:lnTo>
                <a:cubicBezTo>
                  <a:pt x="568666" y="0"/>
                  <a:pt x="574577" y="5912"/>
                  <a:pt x="574577" y="13208"/>
                </a:cubicBezTo>
                <a:cubicBezTo>
                  <a:pt x="574577" y="20503"/>
                  <a:pt x="568669" y="26417"/>
                  <a:pt x="561369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08020EEE-9692-4DA4-8D31-41265A66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33" y="8260669"/>
            <a:ext cx="122184" cy="90466"/>
          </a:xfrm>
          <a:custGeom xmlns:a="http://schemas.openxmlformats.org/drawingml/2006/main">
            <a:pathLst>
              <a:path w="111889" h="82844">
                <a:moveTo>
                  <a:pt x="56191" y="82844"/>
                </a:moveTo>
                <a:cubicBezTo>
                  <a:pt x="52827" y="82844"/>
                  <a:pt x="49479" y="81579"/>
                  <a:pt x="46904" y="79032"/>
                </a:cubicBezTo>
                <a:lnTo>
                  <a:pt x="5246" y="37833"/>
                </a:lnTo>
                <a:cubicBezTo>
                  <a:pt x="92" y="32748"/>
                  <a:pt x="0" y="24443"/>
                  <a:pt x="5062" y="19248"/>
                </a:cubicBezTo>
                <a:lnTo>
                  <a:pt x="19843" y="4020"/>
                </a:lnTo>
                <a:cubicBezTo>
                  <a:pt x="22328" y="1437"/>
                  <a:pt x="25737" y="0"/>
                  <a:pt x="29316" y="0"/>
                </a:cubicBezTo>
                <a:lnTo>
                  <a:pt x="82606" y="0"/>
                </a:lnTo>
                <a:cubicBezTo>
                  <a:pt x="86184" y="0"/>
                  <a:pt x="89594" y="1437"/>
                  <a:pt x="92079" y="4020"/>
                </a:cubicBezTo>
                <a:lnTo>
                  <a:pt x="106860" y="19248"/>
                </a:lnTo>
                <a:cubicBezTo>
                  <a:pt x="111889" y="24415"/>
                  <a:pt x="111828" y="32684"/>
                  <a:pt x="106722" y="37779"/>
                </a:cubicBezTo>
                <a:lnTo>
                  <a:pt x="65528" y="78969"/>
                </a:lnTo>
                <a:cubicBezTo>
                  <a:pt x="62948" y="81560"/>
                  <a:pt x="59570" y="82844"/>
                  <a:pt x="56190" y="82844"/>
                </a:cubicBezTo>
                <a:lnTo>
                  <a:pt x="56191" y="82844"/>
                </a:lnTo>
                <a:moveTo>
                  <a:pt x="33125" y="28254"/>
                </a:moveTo>
                <a:lnTo>
                  <a:pt x="56146" y="50996"/>
                </a:lnTo>
                <a:lnTo>
                  <a:pt x="78842" y="28299"/>
                </a:lnTo>
                <a:lnTo>
                  <a:pt x="77021" y="26417"/>
                </a:lnTo>
                <a:lnTo>
                  <a:pt x="34899" y="26417"/>
                </a:lnTo>
                <a:lnTo>
                  <a:pt x="33125" y="282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C6A2E8C7-AFF8-4B7F-A781-088EA2D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418" y="8320817"/>
            <a:ext cx="77470" cy="202002"/>
          </a:xfrm>
          <a:custGeom xmlns:a="http://schemas.openxmlformats.org/drawingml/2006/main">
            <a:pathLst>
              <a:path w="70943" h="184982">
                <a:moveTo>
                  <a:pt x="14659" y="184982"/>
                </a:moveTo>
                <a:cubicBezTo>
                  <a:pt x="13532" y="184982"/>
                  <a:pt x="12391" y="184827"/>
                  <a:pt x="11265" y="184536"/>
                </a:cubicBezTo>
                <a:cubicBezTo>
                  <a:pt x="4212" y="182671"/>
                  <a:pt x="0" y="175430"/>
                  <a:pt x="1868" y="168380"/>
                </a:cubicBezTo>
                <a:lnTo>
                  <a:pt x="43526" y="11180"/>
                </a:lnTo>
                <a:cubicBezTo>
                  <a:pt x="45408" y="4112"/>
                  <a:pt x="52737" y="0"/>
                  <a:pt x="59678" y="1783"/>
                </a:cubicBezTo>
                <a:cubicBezTo>
                  <a:pt x="66730" y="3648"/>
                  <a:pt x="70943" y="10889"/>
                  <a:pt x="69075" y="17939"/>
                </a:cubicBezTo>
                <a:lnTo>
                  <a:pt x="27417" y="175139"/>
                </a:lnTo>
                <a:cubicBezTo>
                  <a:pt x="25843" y="181060"/>
                  <a:pt x="20505" y="184982"/>
                  <a:pt x="14659" y="1849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0229572E-213C-426F-ABC2-44EC273E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923" y="8320738"/>
            <a:ext cx="76928" cy="202082"/>
          </a:xfrm>
          <a:custGeom xmlns:a="http://schemas.openxmlformats.org/drawingml/2006/main">
            <a:pathLst>
              <a:path w="70446" h="185054">
                <a:moveTo>
                  <a:pt x="55807" y="185054"/>
                </a:moveTo>
                <a:cubicBezTo>
                  <a:pt x="49945" y="185054"/>
                  <a:pt x="44591" y="181124"/>
                  <a:pt x="43046" y="175184"/>
                </a:cubicBezTo>
                <a:lnTo>
                  <a:pt x="1852" y="17975"/>
                </a:lnTo>
                <a:cubicBezTo>
                  <a:pt x="0" y="10925"/>
                  <a:pt x="4212" y="3702"/>
                  <a:pt x="11279" y="1856"/>
                </a:cubicBezTo>
                <a:cubicBezTo>
                  <a:pt x="18347" y="0"/>
                  <a:pt x="25567" y="4212"/>
                  <a:pt x="27401" y="11279"/>
                </a:cubicBezTo>
                <a:lnTo>
                  <a:pt x="68595" y="168489"/>
                </a:lnTo>
                <a:cubicBezTo>
                  <a:pt x="70446" y="175539"/>
                  <a:pt x="66234" y="182762"/>
                  <a:pt x="59167" y="184608"/>
                </a:cubicBezTo>
                <a:cubicBezTo>
                  <a:pt x="58043" y="184900"/>
                  <a:pt x="56916" y="185054"/>
                  <a:pt x="55806" y="185054"/>
                </a:cubicBezTo>
                <a:lnTo>
                  <a:pt x="55807" y="185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DFE661F6-F82A-4CB0-BCA2-62C9B1C8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200" y="8247705"/>
            <a:ext cx="45488" cy="41821"/>
          </a:xfrm>
          <a:custGeom xmlns:a="http://schemas.openxmlformats.org/drawingml/2006/main">
            <a:pathLst>
              <a:path w="41656" h="38297">
                <a:moveTo>
                  <a:pt x="26874" y="38297"/>
                </a:moveTo>
                <a:cubicBezTo>
                  <a:pt x="23835" y="38297"/>
                  <a:pt x="20796" y="37261"/>
                  <a:pt x="18311" y="35150"/>
                </a:cubicBezTo>
                <a:lnTo>
                  <a:pt x="6217" y="24843"/>
                </a:lnTo>
                <a:cubicBezTo>
                  <a:pt x="661" y="20104"/>
                  <a:pt x="0" y="11781"/>
                  <a:pt x="4720" y="6223"/>
                </a:cubicBezTo>
                <a:cubicBezTo>
                  <a:pt x="9471" y="655"/>
                  <a:pt x="17802" y="0"/>
                  <a:pt x="23342" y="4722"/>
                </a:cubicBezTo>
                <a:lnTo>
                  <a:pt x="35438" y="15028"/>
                </a:lnTo>
                <a:cubicBezTo>
                  <a:pt x="40993" y="19767"/>
                  <a:pt x="41656" y="28100"/>
                  <a:pt x="36935" y="33649"/>
                </a:cubicBezTo>
                <a:cubicBezTo>
                  <a:pt x="34312" y="36724"/>
                  <a:pt x="30608" y="38297"/>
                  <a:pt x="26874" y="382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B48272DF-2915-4944-AC04-909158FB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283" y="8258136"/>
            <a:ext cx="69565" cy="48010"/>
          </a:xfrm>
          <a:custGeom xmlns:a="http://schemas.openxmlformats.org/drawingml/2006/main">
            <a:pathLst>
              <a:path w="63703" h="43964">
                <a:moveTo>
                  <a:pt x="48631" y="43964"/>
                </a:moveTo>
                <a:cubicBezTo>
                  <a:pt x="46764" y="43964"/>
                  <a:pt x="44867" y="43583"/>
                  <a:pt x="43060" y="42737"/>
                </a:cubicBezTo>
                <a:lnTo>
                  <a:pt x="9473" y="27054"/>
                </a:lnTo>
                <a:cubicBezTo>
                  <a:pt x="2855" y="23970"/>
                  <a:pt x="0" y="16101"/>
                  <a:pt x="3086" y="9497"/>
                </a:cubicBezTo>
                <a:cubicBezTo>
                  <a:pt x="6156" y="2883"/>
                  <a:pt x="14025" y="0"/>
                  <a:pt x="20643" y="3111"/>
                </a:cubicBezTo>
                <a:lnTo>
                  <a:pt x="54230" y="18785"/>
                </a:lnTo>
                <a:cubicBezTo>
                  <a:pt x="60848" y="21868"/>
                  <a:pt x="63703" y="29746"/>
                  <a:pt x="60618" y="36342"/>
                </a:cubicBezTo>
                <a:cubicBezTo>
                  <a:pt x="58381" y="41163"/>
                  <a:pt x="53614" y="43964"/>
                  <a:pt x="48632" y="43964"/>
                </a:cubicBezTo>
                <a:lnTo>
                  <a:pt x="48631" y="439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36D53A9A-4A0C-4872-9B7F-4DA9C47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617" y="8196387"/>
            <a:ext cx="104633" cy="93139"/>
          </a:xfrm>
          <a:custGeom xmlns:a="http://schemas.openxmlformats.org/drawingml/2006/main">
            <a:pathLst>
              <a:path w="95817" h="85291">
                <a:moveTo>
                  <a:pt x="14766" y="85291"/>
                </a:moveTo>
                <a:cubicBezTo>
                  <a:pt x="11062" y="85291"/>
                  <a:pt x="7392" y="83744"/>
                  <a:pt x="4769" y="80724"/>
                </a:cubicBezTo>
                <a:cubicBezTo>
                  <a:pt x="0" y="75221"/>
                  <a:pt x="603" y="66870"/>
                  <a:pt x="6128" y="62085"/>
                </a:cubicBezTo>
                <a:lnTo>
                  <a:pt x="72410" y="4749"/>
                </a:lnTo>
                <a:cubicBezTo>
                  <a:pt x="77935" y="0"/>
                  <a:pt x="86264" y="582"/>
                  <a:pt x="91048" y="6113"/>
                </a:cubicBezTo>
                <a:cubicBezTo>
                  <a:pt x="95817" y="11617"/>
                  <a:pt x="95213" y="19967"/>
                  <a:pt x="89689" y="24752"/>
                </a:cubicBezTo>
                <a:lnTo>
                  <a:pt x="23407" y="82080"/>
                </a:lnTo>
                <a:cubicBezTo>
                  <a:pt x="20906" y="84245"/>
                  <a:pt x="17836" y="85291"/>
                  <a:pt x="14766" y="852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E5D65A6B-B268-48DE-9685-00CA024F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438" y="8221451"/>
            <a:ext cx="148317" cy="84695"/>
          </a:xfrm>
          <a:custGeom xmlns:a="http://schemas.openxmlformats.org/drawingml/2006/main">
            <a:pathLst>
              <a:path w="135820" h="77558">
                <a:moveTo>
                  <a:pt x="15074" y="77558"/>
                </a:moveTo>
                <a:cubicBezTo>
                  <a:pt x="10091" y="77558"/>
                  <a:pt x="5323" y="74738"/>
                  <a:pt x="3086" y="69936"/>
                </a:cubicBezTo>
                <a:cubicBezTo>
                  <a:pt x="0" y="63322"/>
                  <a:pt x="2868" y="55472"/>
                  <a:pt x="9473" y="52379"/>
                </a:cubicBezTo>
                <a:lnTo>
                  <a:pt x="115177" y="3120"/>
                </a:lnTo>
                <a:cubicBezTo>
                  <a:pt x="121780" y="0"/>
                  <a:pt x="129649" y="2902"/>
                  <a:pt x="132735" y="9506"/>
                </a:cubicBezTo>
                <a:cubicBezTo>
                  <a:pt x="135820" y="16119"/>
                  <a:pt x="132952" y="23978"/>
                  <a:pt x="126347" y="27063"/>
                </a:cubicBezTo>
                <a:lnTo>
                  <a:pt x="20643" y="76331"/>
                </a:lnTo>
                <a:cubicBezTo>
                  <a:pt x="18837" y="77177"/>
                  <a:pt x="16939" y="77558"/>
                  <a:pt x="15075" y="77558"/>
                </a:cubicBezTo>
                <a:lnTo>
                  <a:pt x="15074" y="775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102E1FA8-DAF0-46F9-A804-F97BC7AB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33" y="8461201"/>
            <a:ext cx="28846" cy="61619"/>
          </a:xfrm>
          <a:custGeom xmlns:a="http://schemas.openxmlformats.org/drawingml/2006/main">
            <a:pathLst>
              <a:path w="26415" h="56427">
                <a:moveTo>
                  <a:pt x="13208" y="56427"/>
                </a:moveTo>
                <a:cubicBezTo>
                  <a:pt x="5911" y="56427"/>
                  <a:pt x="0" y="50514"/>
                  <a:pt x="0" y="43218"/>
                </a:cubicBezTo>
                <a:lnTo>
                  <a:pt x="0" y="13209"/>
                </a:lnTo>
                <a:cubicBezTo>
                  <a:pt x="0" y="5912"/>
                  <a:pt x="5911" y="0"/>
                  <a:pt x="13208" y="0"/>
                </a:cubicBezTo>
                <a:cubicBezTo>
                  <a:pt x="20505" y="0"/>
                  <a:pt x="26415" y="5912"/>
                  <a:pt x="26415" y="13209"/>
                </a:cubicBezTo>
                <a:lnTo>
                  <a:pt x="26415" y="43218"/>
                </a:lnTo>
                <a:cubicBezTo>
                  <a:pt x="26415" y="50514"/>
                  <a:pt x="20505" y="56427"/>
                  <a:pt x="13208" y="564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2F66B580-A527-49B9-9FEE-E564018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360" y="8176669"/>
            <a:ext cx="254979" cy="180436"/>
          </a:xfrm>
          <a:custGeom xmlns:a="http://schemas.openxmlformats.org/drawingml/2006/main">
            <a:pathLst>
              <a:path w="233494" h="165233">
                <a:moveTo>
                  <a:pt x="142436" y="165233"/>
                </a:moveTo>
                <a:cubicBezTo>
                  <a:pt x="110281" y="165233"/>
                  <a:pt x="84038" y="158055"/>
                  <a:pt x="63024" y="143673"/>
                </a:cubicBezTo>
                <a:cubicBezTo>
                  <a:pt x="21136" y="114992"/>
                  <a:pt x="8114" y="63276"/>
                  <a:pt x="894" y="16465"/>
                </a:cubicBezTo>
                <a:cubicBezTo>
                  <a:pt x="0" y="10652"/>
                  <a:pt x="3039" y="4958"/>
                  <a:pt x="8363" y="2474"/>
                </a:cubicBezTo>
                <a:cubicBezTo>
                  <a:pt x="13701" y="0"/>
                  <a:pt x="20042" y="1329"/>
                  <a:pt x="23883" y="5740"/>
                </a:cubicBezTo>
                <a:cubicBezTo>
                  <a:pt x="50036" y="35632"/>
                  <a:pt x="75015" y="37161"/>
                  <a:pt x="106656" y="39098"/>
                </a:cubicBezTo>
                <a:cubicBezTo>
                  <a:pt x="141000" y="41217"/>
                  <a:pt x="179928" y="43609"/>
                  <a:pt x="226877" y="81161"/>
                </a:cubicBezTo>
                <a:cubicBezTo>
                  <a:pt x="232569" y="85727"/>
                  <a:pt x="233494" y="94042"/>
                  <a:pt x="228942" y="99736"/>
                </a:cubicBezTo>
                <a:cubicBezTo>
                  <a:pt x="224407" y="105412"/>
                  <a:pt x="216091" y="106368"/>
                  <a:pt x="210366" y="101801"/>
                </a:cubicBezTo>
                <a:cubicBezTo>
                  <a:pt x="169945" y="69462"/>
                  <a:pt x="136944" y="67443"/>
                  <a:pt x="105023" y="65478"/>
                </a:cubicBezTo>
                <a:cubicBezTo>
                  <a:pt x="81756" y="64050"/>
                  <a:pt x="57918" y="62577"/>
                  <a:pt x="34255" y="48722"/>
                </a:cubicBezTo>
                <a:cubicBezTo>
                  <a:pt x="43621" y="85109"/>
                  <a:pt x="57382" y="107787"/>
                  <a:pt x="77948" y="121878"/>
                </a:cubicBezTo>
                <a:cubicBezTo>
                  <a:pt x="105441" y="140662"/>
                  <a:pt x="146127" y="143828"/>
                  <a:pt x="202346" y="131420"/>
                </a:cubicBezTo>
                <a:cubicBezTo>
                  <a:pt x="209429" y="129773"/>
                  <a:pt x="216509" y="134359"/>
                  <a:pt x="218082" y="141482"/>
                </a:cubicBezTo>
                <a:cubicBezTo>
                  <a:pt x="219656" y="148595"/>
                  <a:pt x="215150" y="155645"/>
                  <a:pt x="208024" y="157218"/>
                </a:cubicBezTo>
                <a:cubicBezTo>
                  <a:pt x="183876" y="162549"/>
                  <a:pt x="162046" y="165215"/>
                  <a:pt x="142435" y="165233"/>
                </a:cubicBezTo>
                <a:lnTo>
                  <a:pt x="142436" y="1652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A684B7A4-3FFB-4479-A9C1-88414CFF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091" y="8121865"/>
            <a:ext cx="255468" cy="121192"/>
          </a:xfrm>
          <a:custGeom xmlns:a="http://schemas.openxmlformats.org/drawingml/2006/main">
            <a:pathLst>
              <a:path w="233943" h="110980">
                <a:moveTo>
                  <a:pt x="39511" y="110980"/>
                </a:moveTo>
                <a:cubicBezTo>
                  <a:pt x="34975" y="110980"/>
                  <a:pt x="30577" y="108669"/>
                  <a:pt x="28109" y="104466"/>
                </a:cubicBezTo>
                <a:cubicBezTo>
                  <a:pt x="15474" y="83007"/>
                  <a:pt x="7095" y="55881"/>
                  <a:pt x="910" y="16528"/>
                </a:cubicBezTo>
                <a:cubicBezTo>
                  <a:pt x="0" y="10725"/>
                  <a:pt x="3024" y="5013"/>
                  <a:pt x="8347" y="2511"/>
                </a:cubicBezTo>
                <a:cubicBezTo>
                  <a:pt x="13670" y="0"/>
                  <a:pt x="19996" y="1329"/>
                  <a:pt x="23869" y="5740"/>
                </a:cubicBezTo>
                <a:cubicBezTo>
                  <a:pt x="50235" y="35641"/>
                  <a:pt x="75307" y="37179"/>
                  <a:pt x="107046" y="39125"/>
                </a:cubicBezTo>
                <a:cubicBezTo>
                  <a:pt x="141420" y="41245"/>
                  <a:pt x="180378" y="43628"/>
                  <a:pt x="227325" y="81188"/>
                </a:cubicBezTo>
                <a:cubicBezTo>
                  <a:pt x="233019" y="85755"/>
                  <a:pt x="233943" y="94069"/>
                  <a:pt x="229392" y="99764"/>
                </a:cubicBezTo>
                <a:cubicBezTo>
                  <a:pt x="224855" y="105422"/>
                  <a:pt x="216539" y="106395"/>
                  <a:pt x="210815" y="101829"/>
                </a:cubicBezTo>
                <a:cubicBezTo>
                  <a:pt x="170409" y="69490"/>
                  <a:pt x="137373" y="67470"/>
                  <a:pt x="105425" y="65505"/>
                </a:cubicBezTo>
                <a:cubicBezTo>
                  <a:pt x="82067" y="64069"/>
                  <a:pt x="58153" y="62595"/>
                  <a:pt x="34344" y="48695"/>
                </a:cubicBezTo>
                <a:cubicBezTo>
                  <a:pt x="38834" y="65988"/>
                  <a:pt x="44264" y="79815"/>
                  <a:pt x="50882" y="91068"/>
                </a:cubicBezTo>
                <a:cubicBezTo>
                  <a:pt x="54586" y="97353"/>
                  <a:pt x="52486" y="105450"/>
                  <a:pt x="46192" y="109152"/>
                </a:cubicBezTo>
                <a:cubicBezTo>
                  <a:pt x="44093" y="110389"/>
                  <a:pt x="41778" y="110980"/>
                  <a:pt x="39511" y="1109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0670D6A2-42F7-4549-BD46-1C8B901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659" y="8249086"/>
            <a:ext cx="280915" cy="273525"/>
          </a:xfrm>
          <a:custGeom xmlns:a="http://schemas.openxmlformats.org/drawingml/2006/main">
            <a:pathLst>
              <a:path w="257245" h="250478">
                <a:moveTo>
                  <a:pt x="57024" y="250469"/>
                </a:moveTo>
                <a:cubicBezTo>
                  <a:pt x="35469" y="250469"/>
                  <a:pt x="16571" y="244838"/>
                  <a:pt x="3609" y="223734"/>
                </a:cubicBezTo>
                <a:cubicBezTo>
                  <a:pt x="0" y="217857"/>
                  <a:pt x="1527" y="210189"/>
                  <a:pt x="7111" y="206131"/>
                </a:cubicBezTo>
                <a:cubicBezTo>
                  <a:pt x="54093" y="172018"/>
                  <a:pt x="77512" y="137906"/>
                  <a:pt x="93512" y="80287"/>
                </a:cubicBezTo>
                <a:cubicBezTo>
                  <a:pt x="95456" y="73264"/>
                  <a:pt x="102631" y="69162"/>
                  <a:pt x="109775" y="71091"/>
                </a:cubicBezTo>
                <a:cubicBezTo>
                  <a:pt x="116812" y="73028"/>
                  <a:pt x="120929" y="80315"/>
                  <a:pt x="118969" y="87346"/>
                </a:cubicBezTo>
                <a:cubicBezTo>
                  <a:pt x="102753" y="145765"/>
                  <a:pt x="78501" y="183735"/>
                  <a:pt x="34176" y="218794"/>
                </a:cubicBezTo>
                <a:cubicBezTo>
                  <a:pt x="44143" y="225762"/>
                  <a:pt x="58691" y="225052"/>
                  <a:pt x="82869" y="221905"/>
                </a:cubicBezTo>
                <a:cubicBezTo>
                  <a:pt x="90723" y="195598"/>
                  <a:pt x="99856" y="183708"/>
                  <a:pt x="112045" y="167816"/>
                </a:cubicBezTo>
                <a:cubicBezTo>
                  <a:pt x="116349" y="162194"/>
                  <a:pt x="121210" y="155872"/>
                  <a:pt x="126765" y="147912"/>
                </a:cubicBezTo>
                <a:cubicBezTo>
                  <a:pt x="128724" y="145101"/>
                  <a:pt x="131702" y="143173"/>
                  <a:pt x="135066" y="142527"/>
                </a:cubicBezTo>
                <a:cubicBezTo>
                  <a:pt x="220434" y="125880"/>
                  <a:pt x="224011" y="83007"/>
                  <a:pt x="228177" y="33376"/>
                </a:cubicBezTo>
                <a:cubicBezTo>
                  <a:pt x="228764" y="26353"/>
                  <a:pt x="229349" y="19349"/>
                  <a:pt x="230166" y="12417"/>
                </a:cubicBezTo>
                <a:cubicBezTo>
                  <a:pt x="231014" y="5203"/>
                  <a:pt x="237524" y="0"/>
                  <a:pt x="244824" y="846"/>
                </a:cubicBezTo>
                <a:cubicBezTo>
                  <a:pt x="252060" y="1701"/>
                  <a:pt x="257245" y="8260"/>
                  <a:pt x="256394" y="15510"/>
                </a:cubicBezTo>
                <a:cubicBezTo>
                  <a:pt x="255623" y="22141"/>
                  <a:pt x="255066" y="28855"/>
                  <a:pt x="254497" y="35568"/>
                </a:cubicBezTo>
                <a:cubicBezTo>
                  <a:pt x="250162" y="87374"/>
                  <a:pt x="245256" y="145975"/>
                  <a:pt x="145354" y="167388"/>
                </a:cubicBezTo>
                <a:cubicBezTo>
                  <a:pt x="140787" y="173747"/>
                  <a:pt x="136713" y="179087"/>
                  <a:pt x="133012" y="183917"/>
                </a:cubicBezTo>
                <a:cubicBezTo>
                  <a:pt x="120175" y="200628"/>
                  <a:pt x="113110" y="209833"/>
                  <a:pt x="106042" y="237160"/>
                </a:cubicBezTo>
                <a:cubicBezTo>
                  <a:pt x="104699" y="242364"/>
                  <a:pt x="100349" y="246230"/>
                  <a:pt x="95026" y="246939"/>
                </a:cubicBezTo>
                <a:cubicBezTo>
                  <a:pt x="81913" y="248722"/>
                  <a:pt x="69060" y="250478"/>
                  <a:pt x="57026" y="250478"/>
                </a:cubicBezTo>
                <a:lnTo>
                  <a:pt x="57024" y="25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0E1C0982-7EFC-491D-8D7C-80EFE8F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956" y="8117116"/>
            <a:ext cx="182323" cy="161642"/>
          </a:xfrm>
          <a:custGeom xmlns:a="http://schemas.openxmlformats.org/drawingml/2006/main">
            <a:pathLst>
              <a:path w="166960" h="148022">
                <a:moveTo>
                  <a:pt x="89148" y="148022"/>
                </a:moveTo>
                <a:cubicBezTo>
                  <a:pt x="82901" y="148022"/>
                  <a:pt x="77345" y="143574"/>
                  <a:pt x="76173" y="137224"/>
                </a:cubicBezTo>
                <a:cubicBezTo>
                  <a:pt x="74845" y="130047"/>
                  <a:pt x="79583" y="123151"/>
                  <a:pt x="86757" y="121823"/>
                </a:cubicBezTo>
                <a:cubicBezTo>
                  <a:pt x="121180" y="115456"/>
                  <a:pt x="140696" y="97853"/>
                  <a:pt x="140296" y="73538"/>
                </a:cubicBezTo>
                <a:cubicBezTo>
                  <a:pt x="139971" y="53507"/>
                  <a:pt x="125824" y="33840"/>
                  <a:pt x="110024" y="31447"/>
                </a:cubicBezTo>
                <a:cubicBezTo>
                  <a:pt x="88824" y="28236"/>
                  <a:pt x="69415" y="57628"/>
                  <a:pt x="50483" y="85891"/>
                </a:cubicBezTo>
                <a:cubicBezTo>
                  <a:pt x="42353" y="98035"/>
                  <a:pt x="33945" y="110580"/>
                  <a:pt x="24980" y="121332"/>
                </a:cubicBezTo>
                <a:cubicBezTo>
                  <a:pt x="20275" y="126945"/>
                  <a:pt x="11959" y="127672"/>
                  <a:pt x="6372" y="123024"/>
                </a:cubicBezTo>
                <a:cubicBezTo>
                  <a:pt x="756" y="118348"/>
                  <a:pt x="0" y="110025"/>
                  <a:pt x="4677" y="104422"/>
                </a:cubicBezTo>
                <a:cubicBezTo>
                  <a:pt x="12760" y="94734"/>
                  <a:pt x="20768" y="82762"/>
                  <a:pt x="28530" y="71191"/>
                </a:cubicBezTo>
                <a:cubicBezTo>
                  <a:pt x="52012" y="36124"/>
                  <a:pt x="76421" y="0"/>
                  <a:pt x="113885" y="5294"/>
                </a:cubicBezTo>
                <a:cubicBezTo>
                  <a:pt x="142520" y="9643"/>
                  <a:pt x="166190" y="40053"/>
                  <a:pt x="166728" y="73102"/>
                </a:cubicBezTo>
                <a:cubicBezTo>
                  <a:pt x="166960" y="87319"/>
                  <a:pt x="162223" y="134722"/>
                  <a:pt x="91573" y="147804"/>
                </a:cubicBezTo>
                <a:cubicBezTo>
                  <a:pt x="90753" y="147958"/>
                  <a:pt x="89951" y="148013"/>
                  <a:pt x="89149" y="148013"/>
                </a:cubicBezTo>
                <a:lnTo>
                  <a:pt x="89148" y="1480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6BBDFC42-E2B3-4E09-B362-AAA039D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817" y="8362290"/>
            <a:ext cx="83480" cy="95483"/>
          </a:xfrm>
          <a:custGeom xmlns:a="http://schemas.openxmlformats.org/drawingml/2006/main">
            <a:pathLst>
              <a:path w="76446" h="87437">
                <a:moveTo>
                  <a:pt x="62130" y="87437"/>
                </a:moveTo>
                <a:cubicBezTo>
                  <a:pt x="61312" y="87437"/>
                  <a:pt x="60495" y="87374"/>
                  <a:pt x="59663" y="87201"/>
                </a:cubicBezTo>
                <a:lnTo>
                  <a:pt x="43091" y="84072"/>
                </a:lnTo>
                <a:cubicBezTo>
                  <a:pt x="39188" y="83344"/>
                  <a:pt x="35839" y="80897"/>
                  <a:pt x="33942" y="77405"/>
                </a:cubicBezTo>
                <a:lnTo>
                  <a:pt x="3486" y="21432"/>
                </a:lnTo>
                <a:cubicBezTo>
                  <a:pt x="0" y="15028"/>
                  <a:pt x="2360" y="7005"/>
                  <a:pt x="8778" y="3520"/>
                </a:cubicBezTo>
                <a:cubicBezTo>
                  <a:pt x="15197" y="0"/>
                  <a:pt x="23204" y="2393"/>
                  <a:pt x="26691" y="8815"/>
                </a:cubicBezTo>
                <a:lnTo>
                  <a:pt x="54154" y="59283"/>
                </a:lnTo>
                <a:lnTo>
                  <a:pt x="64567" y="61258"/>
                </a:lnTo>
                <a:cubicBezTo>
                  <a:pt x="71741" y="62595"/>
                  <a:pt x="76446" y="69508"/>
                  <a:pt x="75090" y="76685"/>
                </a:cubicBezTo>
                <a:cubicBezTo>
                  <a:pt x="73903" y="83026"/>
                  <a:pt x="68347" y="87437"/>
                  <a:pt x="62130" y="87437"/>
                </a:cubicBezTo>
                <a:lnTo>
                  <a:pt x="62130" y="874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4C941AFD-5D5D-4864-A26A-C4AC5CCA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340" y="8424187"/>
            <a:ext cx="37049" cy="53652"/>
          </a:xfrm>
          <a:custGeom xmlns:a="http://schemas.openxmlformats.org/drawingml/2006/main">
            <a:pathLst>
              <a:path w="33927" h="49132">
                <a:moveTo>
                  <a:pt x="14517" y="49132"/>
                </a:moveTo>
                <a:cubicBezTo>
                  <a:pt x="13530" y="49132"/>
                  <a:pt x="12544" y="49022"/>
                  <a:pt x="11555" y="48804"/>
                </a:cubicBezTo>
                <a:cubicBezTo>
                  <a:pt x="4441" y="47167"/>
                  <a:pt x="0" y="40089"/>
                  <a:pt x="1619" y="32976"/>
                </a:cubicBezTo>
                <a:lnTo>
                  <a:pt x="6541" y="11480"/>
                </a:lnTo>
                <a:cubicBezTo>
                  <a:pt x="8176" y="4348"/>
                  <a:pt x="15396" y="0"/>
                  <a:pt x="22372" y="1547"/>
                </a:cubicBezTo>
                <a:cubicBezTo>
                  <a:pt x="29485" y="3175"/>
                  <a:pt x="33927" y="10262"/>
                  <a:pt x="32307" y="17375"/>
                </a:cubicBezTo>
                <a:lnTo>
                  <a:pt x="27386" y="38871"/>
                </a:lnTo>
                <a:cubicBezTo>
                  <a:pt x="25981" y="44992"/>
                  <a:pt x="20535" y="49132"/>
                  <a:pt x="14517" y="491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2C863665-DCA7-4C03-B09F-1135B551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726" y="8193526"/>
            <a:ext cx="96101" cy="48079"/>
          </a:xfrm>
          <a:custGeom xmlns:a="http://schemas.openxmlformats.org/drawingml/2006/main">
            <a:pathLst>
              <a:path w="88003" h="44028">
                <a:moveTo>
                  <a:pt x="73329" y="44028"/>
                </a:moveTo>
                <a:cubicBezTo>
                  <a:pt x="72172" y="44028"/>
                  <a:pt x="71001" y="43874"/>
                  <a:pt x="69828" y="43555"/>
                </a:cubicBezTo>
                <a:lnTo>
                  <a:pt x="11169" y="27427"/>
                </a:lnTo>
                <a:cubicBezTo>
                  <a:pt x="4132" y="25489"/>
                  <a:pt x="0" y="18221"/>
                  <a:pt x="1928" y="11180"/>
                </a:cubicBezTo>
                <a:cubicBezTo>
                  <a:pt x="3872" y="4148"/>
                  <a:pt x="11108" y="0"/>
                  <a:pt x="18175" y="1937"/>
                </a:cubicBezTo>
                <a:lnTo>
                  <a:pt x="76834" y="18066"/>
                </a:lnTo>
                <a:cubicBezTo>
                  <a:pt x="83871" y="20004"/>
                  <a:pt x="88003" y="27272"/>
                  <a:pt x="86075" y="34313"/>
                </a:cubicBezTo>
                <a:cubicBezTo>
                  <a:pt x="84453" y="40171"/>
                  <a:pt x="79130" y="44028"/>
                  <a:pt x="73330" y="44028"/>
                </a:cubicBezTo>
                <a:lnTo>
                  <a:pt x="73329" y="440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8A7D276B-811F-44C9-8A28-FF9F9FB6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576" y="8169228"/>
            <a:ext cx="29334" cy="28848"/>
          </a:xfrm>
          <a:custGeom xmlns:a="http://schemas.openxmlformats.org/drawingml/2006/main">
            <a:pathLst>
              <a:path w="26862" h="26417">
                <a:moveTo>
                  <a:pt x="13655" y="26417"/>
                </a:moveTo>
                <a:cubicBezTo>
                  <a:pt x="6358" y="26417"/>
                  <a:pt x="0" y="20504"/>
                  <a:pt x="0" y="13209"/>
                </a:cubicBezTo>
                <a:cubicBezTo>
                  <a:pt x="0" y="5913"/>
                  <a:pt x="5461" y="0"/>
                  <a:pt x="12761" y="0"/>
                </a:cubicBezTo>
                <a:lnTo>
                  <a:pt x="13655" y="0"/>
                </a:lnTo>
                <a:cubicBezTo>
                  <a:pt x="20952" y="0"/>
                  <a:pt x="26862" y="5913"/>
                  <a:pt x="26862" y="13209"/>
                </a:cubicBezTo>
                <a:cubicBezTo>
                  <a:pt x="26860" y="20504"/>
                  <a:pt x="20952" y="26417"/>
                  <a:pt x="13655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6A982EC9-061E-4890-A4E9-FDC9294A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877" y="7804949"/>
            <a:ext cx="263690" cy="247698"/>
          </a:xfrm>
          <a:custGeom xmlns:a="http://schemas.openxmlformats.org/drawingml/2006/main">
            <a:pathLst>
              <a:path w="241471" h="226827">
                <a:moveTo>
                  <a:pt x="121064" y="226827"/>
                </a:moveTo>
                <a:cubicBezTo>
                  <a:pt x="84854" y="226827"/>
                  <a:pt x="49525" y="208233"/>
                  <a:pt x="29745" y="174821"/>
                </a:cubicBezTo>
                <a:cubicBezTo>
                  <a:pt x="0" y="124889"/>
                  <a:pt x="16491" y="59720"/>
                  <a:pt x="66543" y="29592"/>
                </a:cubicBezTo>
                <a:cubicBezTo>
                  <a:pt x="66589" y="29564"/>
                  <a:pt x="66635" y="29537"/>
                  <a:pt x="66681" y="29510"/>
                </a:cubicBezTo>
                <a:cubicBezTo>
                  <a:pt x="117103" y="0"/>
                  <a:pt x="182239" y="16738"/>
                  <a:pt x="211924" y="66879"/>
                </a:cubicBezTo>
                <a:cubicBezTo>
                  <a:pt x="241471" y="117339"/>
                  <a:pt x="224715" y="182480"/>
                  <a:pt x="174588" y="212162"/>
                </a:cubicBezTo>
                <a:cubicBezTo>
                  <a:pt x="157786" y="222096"/>
                  <a:pt x="139317" y="226827"/>
                  <a:pt x="121065" y="226827"/>
                </a:cubicBezTo>
                <a:lnTo>
                  <a:pt x="121064" y="226827"/>
                </a:lnTo>
                <a:moveTo>
                  <a:pt x="80103" y="52270"/>
                </a:moveTo>
                <a:cubicBezTo>
                  <a:pt x="42533" y="74947"/>
                  <a:pt x="30131" y="123852"/>
                  <a:pt x="52470" y="161330"/>
                </a:cubicBezTo>
                <a:cubicBezTo>
                  <a:pt x="74826" y="199099"/>
                  <a:pt x="123577" y="211663"/>
                  <a:pt x="161136" y="189421"/>
                </a:cubicBezTo>
                <a:cubicBezTo>
                  <a:pt x="198781" y="167134"/>
                  <a:pt x="211356" y="118185"/>
                  <a:pt x="189155" y="80287"/>
                </a:cubicBezTo>
                <a:cubicBezTo>
                  <a:pt x="166921" y="42718"/>
                  <a:pt x="118014" y="30128"/>
                  <a:pt x="80103" y="522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F782A313-851D-46FA-A09B-AFDAC41C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05" y="8007746"/>
            <a:ext cx="60823" cy="77840"/>
          </a:xfrm>
          <a:custGeom xmlns:a="http://schemas.openxmlformats.org/drawingml/2006/main">
            <a:pathLst>
              <a:path w="55698" h="71282">
                <a:moveTo>
                  <a:pt x="40624" y="71282"/>
                </a:moveTo>
                <a:cubicBezTo>
                  <a:pt x="36103" y="71282"/>
                  <a:pt x="31723" y="68971"/>
                  <a:pt x="29252" y="64823"/>
                </a:cubicBezTo>
                <a:lnTo>
                  <a:pt x="3734" y="21823"/>
                </a:lnTo>
                <a:cubicBezTo>
                  <a:pt x="0" y="15555"/>
                  <a:pt x="2069" y="7441"/>
                  <a:pt x="8347" y="3711"/>
                </a:cubicBezTo>
                <a:cubicBezTo>
                  <a:pt x="14658" y="0"/>
                  <a:pt x="22727" y="2074"/>
                  <a:pt x="26446" y="8332"/>
                </a:cubicBezTo>
                <a:lnTo>
                  <a:pt x="51964" y="51324"/>
                </a:lnTo>
                <a:cubicBezTo>
                  <a:pt x="55698" y="57600"/>
                  <a:pt x="53630" y="65696"/>
                  <a:pt x="47352" y="69435"/>
                </a:cubicBezTo>
                <a:cubicBezTo>
                  <a:pt x="45237" y="70681"/>
                  <a:pt x="42907" y="71282"/>
                  <a:pt x="40624" y="712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EA8C7023-EF22-4B9D-ACDE-B75C248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76" y="8042067"/>
            <a:ext cx="132628" cy="120308"/>
          </a:xfrm>
          <a:custGeom xmlns:a="http://schemas.openxmlformats.org/drawingml/2006/main">
            <a:pathLst>
              <a:path w="121453" h="110171">
                <a:moveTo>
                  <a:pt x="106382" y="110171"/>
                </a:moveTo>
                <a:cubicBezTo>
                  <a:pt x="101829" y="110171"/>
                  <a:pt x="97386" y="107823"/>
                  <a:pt x="94933" y="103593"/>
                </a:cubicBezTo>
                <a:lnTo>
                  <a:pt x="53244" y="31765"/>
                </a:lnTo>
                <a:lnTo>
                  <a:pt x="31815" y="44319"/>
                </a:lnTo>
                <a:lnTo>
                  <a:pt x="57720" y="87983"/>
                </a:lnTo>
                <a:cubicBezTo>
                  <a:pt x="61454" y="94260"/>
                  <a:pt x="59384" y="102365"/>
                  <a:pt x="53107" y="106077"/>
                </a:cubicBezTo>
                <a:cubicBezTo>
                  <a:pt x="46811" y="109843"/>
                  <a:pt x="38727" y="107732"/>
                  <a:pt x="35008" y="101465"/>
                </a:cubicBezTo>
                <a:lnTo>
                  <a:pt x="2314" y="46384"/>
                </a:lnTo>
                <a:cubicBezTo>
                  <a:pt x="508" y="43364"/>
                  <a:pt x="0" y="39752"/>
                  <a:pt x="879" y="36341"/>
                </a:cubicBezTo>
                <a:cubicBezTo>
                  <a:pt x="1757" y="32939"/>
                  <a:pt x="3949" y="30028"/>
                  <a:pt x="6988" y="28245"/>
                </a:cubicBezTo>
                <a:lnTo>
                  <a:pt x="51331" y="2265"/>
                </a:lnTo>
                <a:cubicBezTo>
                  <a:pt x="54370" y="491"/>
                  <a:pt x="57964" y="0"/>
                  <a:pt x="61374" y="891"/>
                </a:cubicBezTo>
                <a:cubicBezTo>
                  <a:pt x="64768" y="1783"/>
                  <a:pt x="67669" y="3993"/>
                  <a:pt x="69443" y="7032"/>
                </a:cubicBezTo>
                <a:lnTo>
                  <a:pt x="117795" y="90330"/>
                </a:lnTo>
                <a:cubicBezTo>
                  <a:pt x="121453" y="96634"/>
                  <a:pt x="119307" y="104722"/>
                  <a:pt x="112996" y="108397"/>
                </a:cubicBezTo>
                <a:cubicBezTo>
                  <a:pt x="110917" y="109597"/>
                  <a:pt x="108633" y="110161"/>
                  <a:pt x="106381" y="110161"/>
                </a:cubicBezTo>
                <a:lnTo>
                  <a:pt x="106382" y="1101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30DFB428-8F82-4BBA-986E-FE0DD08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3" y="7854757"/>
            <a:ext cx="111701" cy="67500"/>
          </a:xfrm>
          <a:custGeom xmlns:a="http://schemas.openxmlformats.org/drawingml/2006/main">
            <a:pathLst>
              <a:path w="102289" h="61812">
                <a:moveTo>
                  <a:pt x="87220" y="61812"/>
                </a:moveTo>
                <a:cubicBezTo>
                  <a:pt x="82699" y="61812"/>
                  <a:pt x="78286" y="59483"/>
                  <a:pt x="75818" y="55308"/>
                </a:cubicBezTo>
                <a:cubicBezTo>
                  <a:pt x="64725" y="36486"/>
                  <a:pt x="40440" y="30147"/>
                  <a:pt x="21803" y="41172"/>
                </a:cubicBezTo>
                <a:cubicBezTo>
                  <a:pt x="15445" y="44865"/>
                  <a:pt x="7392" y="42755"/>
                  <a:pt x="3704" y="36486"/>
                </a:cubicBezTo>
                <a:cubicBezTo>
                  <a:pt x="0" y="30201"/>
                  <a:pt x="2100" y="22095"/>
                  <a:pt x="8378" y="18393"/>
                </a:cubicBezTo>
                <a:cubicBezTo>
                  <a:pt x="39621" y="0"/>
                  <a:pt x="80075" y="10516"/>
                  <a:pt x="98586" y="41890"/>
                </a:cubicBezTo>
                <a:cubicBezTo>
                  <a:pt x="102289" y="48176"/>
                  <a:pt x="100189" y="56272"/>
                  <a:pt x="93912" y="59974"/>
                </a:cubicBezTo>
                <a:cubicBezTo>
                  <a:pt x="91798" y="61221"/>
                  <a:pt x="89500" y="61812"/>
                  <a:pt x="87217" y="61812"/>
                </a:cubicBezTo>
                <a:lnTo>
                  <a:pt x="87220" y="618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598F3D94-3BA4-4646-B15C-DF0DCA5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987" y="8791735"/>
            <a:ext cx="350157" cy="285128"/>
          </a:xfrm>
          <a:custGeom xmlns:a="http://schemas.openxmlformats.org/drawingml/2006/main">
            <a:pathLst>
              <a:path w="320653" h="261103">
                <a:moveTo>
                  <a:pt x="159144" y="261103"/>
                </a:moveTo>
                <a:cubicBezTo>
                  <a:pt x="126898" y="261103"/>
                  <a:pt x="98107" y="248777"/>
                  <a:pt x="73592" y="224443"/>
                </a:cubicBezTo>
                <a:cubicBezTo>
                  <a:pt x="23018" y="174302"/>
                  <a:pt x="0" y="79806"/>
                  <a:pt x="0" y="13218"/>
                </a:cubicBezTo>
                <a:cubicBezTo>
                  <a:pt x="0" y="5922"/>
                  <a:pt x="5910" y="0"/>
                  <a:pt x="13208" y="0"/>
                </a:cubicBezTo>
                <a:cubicBezTo>
                  <a:pt x="20505" y="0"/>
                  <a:pt x="26415" y="5922"/>
                  <a:pt x="26415" y="13218"/>
                </a:cubicBezTo>
                <a:cubicBezTo>
                  <a:pt x="26415" y="76449"/>
                  <a:pt x="49016" y="162867"/>
                  <a:pt x="92187" y="205686"/>
                </a:cubicBezTo>
                <a:cubicBezTo>
                  <a:pt x="111813" y="225144"/>
                  <a:pt x="134477" y="234549"/>
                  <a:pt x="159993" y="234677"/>
                </a:cubicBezTo>
                <a:cubicBezTo>
                  <a:pt x="260432" y="233840"/>
                  <a:pt x="294238" y="82243"/>
                  <a:pt x="294238" y="13218"/>
                </a:cubicBezTo>
                <a:cubicBezTo>
                  <a:pt x="294238" y="5913"/>
                  <a:pt x="300148" y="0"/>
                  <a:pt x="307445" y="0"/>
                </a:cubicBezTo>
                <a:cubicBezTo>
                  <a:pt x="314743" y="0"/>
                  <a:pt x="320653" y="5913"/>
                  <a:pt x="320653" y="13218"/>
                </a:cubicBezTo>
                <a:cubicBezTo>
                  <a:pt x="320653" y="93650"/>
                  <a:pt x="281434" y="260084"/>
                  <a:pt x="160207" y="261085"/>
                </a:cubicBezTo>
                <a:cubicBezTo>
                  <a:pt x="159849" y="261085"/>
                  <a:pt x="159494" y="261103"/>
                  <a:pt x="159140" y="261103"/>
                </a:cubicBezTo>
                <a:lnTo>
                  <a:pt x="159144" y="2611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FAA3FF0B-AC34-47E0-B281-8796338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083" y="9011031"/>
            <a:ext cx="269923" cy="409640"/>
          </a:xfrm>
          <a:custGeom xmlns:a="http://schemas.openxmlformats.org/drawingml/2006/main">
            <a:pathLst>
              <a:path w="247179" h="375124">
                <a:moveTo>
                  <a:pt x="13207" y="375121"/>
                </a:moveTo>
                <a:cubicBezTo>
                  <a:pt x="5910" y="375121"/>
                  <a:pt x="0" y="369210"/>
                  <a:pt x="0" y="361914"/>
                </a:cubicBezTo>
                <a:cubicBezTo>
                  <a:pt x="0" y="273433"/>
                  <a:pt x="22510" y="192681"/>
                  <a:pt x="61759" y="140354"/>
                </a:cubicBezTo>
                <a:cubicBezTo>
                  <a:pt x="83683" y="110935"/>
                  <a:pt x="116298" y="106414"/>
                  <a:pt x="145087" y="102402"/>
                </a:cubicBezTo>
                <a:cubicBezTo>
                  <a:pt x="168849" y="99100"/>
                  <a:pt x="191297" y="95989"/>
                  <a:pt x="207250" y="80215"/>
                </a:cubicBezTo>
                <a:cubicBezTo>
                  <a:pt x="219038" y="68417"/>
                  <a:pt x="218405" y="44665"/>
                  <a:pt x="216338" y="14846"/>
                </a:cubicBezTo>
                <a:cubicBezTo>
                  <a:pt x="215829" y="7560"/>
                  <a:pt x="221321" y="1256"/>
                  <a:pt x="228603" y="755"/>
                </a:cubicBezTo>
                <a:cubicBezTo>
                  <a:pt x="235839" y="0"/>
                  <a:pt x="242196" y="5740"/>
                  <a:pt x="242689" y="13027"/>
                </a:cubicBezTo>
                <a:cubicBezTo>
                  <a:pt x="244789" y="43310"/>
                  <a:pt x="247179" y="77641"/>
                  <a:pt x="225889" y="98946"/>
                </a:cubicBezTo>
                <a:cubicBezTo>
                  <a:pt x="203639" y="120950"/>
                  <a:pt x="174465" y="125008"/>
                  <a:pt x="148712" y="128592"/>
                </a:cubicBezTo>
                <a:cubicBezTo>
                  <a:pt x="121651" y="132339"/>
                  <a:pt x="98260" y="135587"/>
                  <a:pt x="82927" y="156191"/>
                </a:cubicBezTo>
                <a:cubicBezTo>
                  <a:pt x="47011" y="204066"/>
                  <a:pt x="26411" y="279033"/>
                  <a:pt x="26411" y="361916"/>
                </a:cubicBezTo>
                <a:cubicBezTo>
                  <a:pt x="26411" y="369213"/>
                  <a:pt x="20503" y="375124"/>
                  <a:pt x="13207" y="375124"/>
                </a:cubicBezTo>
                <a:lnTo>
                  <a:pt x="13207" y="3751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FE5ECFF0-980E-4A57-8742-18B5F095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520" y="9010347"/>
            <a:ext cx="269527" cy="410322"/>
          </a:xfrm>
          <a:custGeom xmlns:a="http://schemas.openxmlformats.org/drawingml/2006/main">
            <a:pathLst>
              <a:path w="246817" h="375748">
                <a:moveTo>
                  <a:pt x="233600" y="375748"/>
                </a:moveTo>
                <a:cubicBezTo>
                  <a:pt x="226304" y="375748"/>
                  <a:pt x="220391" y="369838"/>
                  <a:pt x="220391" y="362541"/>
                </a:cubicBezTo>
                <a:cubicBezTo>
                  <a:pt x="220391" y="279658"/>
                  <a:pt x="199796" y="204691"/>
                  <a:pt x="163910" y="156845"/>
                </a:cubicBezTo>
                <a:cubicBezTo>
                  <a:pt x="148527" y="136223"/>
                  <a:pt x="125105" y="132967"/>
                  <a:pt x="97986" y="129201"/>
                </a:cubicBezTo>
                <a:cubicBezTo>
                  <a:pt x="72204" y="125635"/>
                  <a:pt x="42966" y="121577"/>
                  <a:pt x="20581" y="99682"/>
                </a:cubicBezTo>
                <a:cubicBezTo>
                  <a:pt x="0" y="79105"/>
                  <a:pt x="1775" y="46966"/>
                  <a:pt x="3655" y="12944"/>
                </a:cubicBezTo>
                <a:cubicBezTo>
                  <a:pt x="4055" y="5658"/>
                  <a:pt x="10273" y="0"/>
                  <a:pt x="17572" y="473"/>
                </a:cubicBezTo>
                <a:cubicBezTo>
                  <a:pt x="24854" y="873"/>
                  <a:pt x="30440" y="7105"/>
                  <a:pt x="30039" y="14391"/>
                </a:cubicBezTo>
                <a:cubicBezTo>
                  <a:pt x="28434" y="43564"/>
                  <a:pt x="27030" y="68762"/>
                  <a:pt x="39157" y="80906"/>
                </a:cubicBezTo>
                <a:cubicBezTo>
                  <a:pt x="55217" y="96598"/>
                  <a:pt x="77760" y="99727"/>
                  <a:pt x="101611" y="103030"/>
                </a:cubicBezTo>
                <a:cubicBezTo>
                  <a:pt x="130448" y="107023"/>
                  <a:pt x="163109" y="111562"/>
                  <a:pt x="185087" y="141017"/>
                </a:cubicBezTo>
                <a:cubicBezTo>
                  <a:pt x="224303" y="193303"/>
                  <a:pt x="246817" y="274056"/>
                  <a:pt x="246817" y="362537"/>
                </a:cubicBezTo>
                <a:cubicBezTo>
                  <a:pt x="246817" y="369833"/>
                  <a:pt x="240904" y="375744"/>
                  <a:pt x="233609" y="375744"/>
                </a:cubicBezTo>
                <a:lnTo>
                  <a:pt x="233600" y="375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36222D50-64FF-4BA2-939D-872693E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082" y="9391823"/>
            <a:ext cx="671955" cy="28846"/>
          </a:xfrm>
          <a:custGeom xmlns:a="http://schemas.openxmlformats.org/drawingml/2006/main">
            <a:pathLst>
              <a:path w="615337" h="26415">
                <a:moveTo>
                  <a:pt x="602129" y="26415"/>
                </a:moveTo>
                <a:lnTo>
                  <a:pt x="13208" y="26415"/>
                </a:lnTo>
                <a:cubicBezTo>
                  <a:pt x="5910" y="26415"/>
                  <a:pt x="0" y="20504"/>
                  <a:pt x="0" y="13208"/>
                </a:cubicBezTo>
                <a:cubicBezTo>
                  <a:pt x="0" y="5910"/>
                  <a:pt x="5910" y="0"/>
                  <a:pt x="13208" y="0"/>
                </a:cubicBezTo>
                <a:lnTo>
                  <a:pt x="602129" y="0"/>
                </a:lnTo>
                <a:cubicBezTo>
                  <a:pt x="609424" y="0"/>
                  <a:pt x="615337" y="5910"/>
                  <a:pt x="615337" y="13208"/>
                </a:cubicBezTo>
                <a:cubicBezTo>
                  <a:pt x="615337" y="20504"/>
                  <a:pt x="609424" y="26415"/>
                  <a:pt x="602129" y="264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021567D2-A3BE-4363-AD11-17E0EB8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450" y="8762043"/>
            <a:ext cx="353203" cy="57606"/>
          </a:xfrm>
          <a:custGeom xmlns:a="http://schemas.openxmlformats.org/drawingml/2006/main">
            <a:pathLst>
              <a:path w="323443" h="52752">
                <a:moveTo>
                  <a:pt x="14597" y="51369"/>
                </a:moveTo>
                <a:cubicBezTo>
                  <a:pt x="8702" y="51369"/>
                  <a:pt x="3332" y="47394"/>
                  <a:pt x="1806" y="41417"/>
                </a:cubicBezTo>
                <a:cubicBezTo>
                  <a:pt x="0" y="34349"/>
                  <a:pt x="4273" y="27154"/>
                  <a:pt x="11355" y="25352"/>
                </a:cubicBezTo>
                <a:cubicBezTo>
                  <a:pt x="110886" y="9"/>
                  <a:pt x="212065" y="0"/>
                  <a:pt x="312087" y="25352"/>
                </a:cubicBezTo>
                <a:cubicBezTo>
                  <a:pt x="319170" y="27144"/>
                  <a:pt x="323443" y="34331"/>
                  <a:pt x="321652" y="41408"/>
                </a:cubicBezTo>
                <a:cubicBezTo>
                  <a:pt x="319862" y="48485"/>
                  <a:pt x="312549" y="52752"/>
                  <a:pt x="305608" y="50960"/>
                </a:cubicBezTo>
                <a:cubicBezTo>
                  <a:pt x="209901" y="26707"/>
                  <a:pt x="113103" y="26707"/>
                  <a:pt x="17861" y="50960"/>
                </a:cubicBezTo>
                <a:cubicBezTo>
                  <a:pt x="16768" y="51242"/>
                  <a:pt x="15673" y="51369"/>
                  <a:pt x="14592" y="51369"/>
                </a:cubicBezTo>
                <a:lnTo>
                  <a:pt x="14597" y="513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813C213D-B337-4196-B741-97B2382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564" y="8725607"/>
            <a:ext cx="372997" cy="52440"/>
          </a:xfrm>
          <a:custGeom xmlns:a="http://schemas.openxmlformats.org/drawingml/2006/main">
            <a:pathLst>
              <a:path w="341569" h="48021">
                <a:moveTo>
                  <a:pt x="14718" y="48021"/>
                </a:moveTo>
                <a:cubicBezTo>
                  <a:pt x="8978" y="48021"/>
                  <a:pt x="3702" y="44264"/>
                  <a:pt x="2036" y="38478"/>
                </a:cubicBezTo>
                <a:cubicBezTo>
                  <a:pt x="0" y="31483"/>
                  <a:pt x="4026" y="24151"/>
                  <a:pt x="11031" y="22114"/>
                </a:cubicBezTo>
                <a:cubicBezTo>
                  <a:pt x="52180" y="10170"/>
                  <a:pt x="95962" y="2920"/>
                  <a:pt x="141204" y="554"/>
                </a:cubicBezTo>
                <a:cubicBezTo>
                  <a:pt x="148901" y="45"/>
                  <a:pt x="154702" y="5785"/>
                  <a:pt x="155090" y="13062"/>
                </a:cubicBezTo>
                <a:cubicBezTo>
                  <a:pt x="155476" y="20349"/>
                  <a:pt x="149875" y="26562"/>
                  <a:pt x="142593" y="26944"/>
                </a:cubicBezTo>
                <a:cubicBezTo>
                  <a:pt x="99376" y="29200"/>
                  <a:pt x="57597" y="36114"/>
                  <a:pt x="18405" y="47493"/>
                </a:cubicBezTo>
                <a:cubicBezTo>
                  <a:pt x="17168" y="47848"/>
                  <a:pt x="15935" y="48021"/>
                  <a:pt x="14716" y="48021"/>
                </a:cubicBezTo>
                <a:lnTo>
                  <a:pt x="14718" y="48021"/>
                </a:lnTo>
                <a:moveTo>
                  <a:pt x="326853" y="48021"/>
                </a:moveTo>
                <a:cubicBezTo>
                  <a:pt x="325650" y="48021"/>
                  <a:pt x="324431" y="47848"/>
                  <a:pt x="323211" y="47502"/>
                </a:cubicBezTo>
                <a:cubicBezTo>
                  <a:pt x="283575" y="36123"/>
                  <a:pt x="241779" y="29200"/>
                  <a:pt x="198977" y="26944"/>
                </a:cubicBezTo>
                <a:cubicBezTo>
                  <a:pt x="191694" y="26562"/>
                  <a:pt x="186093" y="20340"/>
                  <a:pt x="186479" y="13053"/>
                </a:cubicBezTo>
                <a:cubicBezTo>
                  <a:pt x="186865" y="5776"/>
                  <a:pt x="193283" y="0"/>
                  <a:pt x="200366" y="564"/>
                </a:cubicBezTo>
                <a:cubicBezTo>
                  <a:pt x="245171" y="2920"/>
                  <a:pt x="288939" y="10170"/>
                  <a:pt x="330492" y="22105"/>
                </a:cubicBezTo>
                <a:cubicBezTo>
                  <a:pt x="337510" y="24115"/>
                  <a:pt x="341569" y="31438"/>
                  <a:pt x="339549" y="38451"/>
                </a:cubicBezTo>
                <a:cubicBezTo>
                  <a:pt x="337884" y="44246"/>
                  <a:pt x="332607" y="48021"/>
                  <a:pt x="326852" y="48021"/>
                </a:cubicBezTo>
                <a:lnTo>
                  <a:pt x="326853" y="48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6AB6D375-05B8-42DA-9D05-F8452A40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472" y="8787265"/>
            <a:ext cx="355175" cy="67331"/>
          </a:xfrm>
          <a:custGeom xmlns:a="http://schemas.openxmlformats.org/drawingml/2006/main">
            <a:pathLst>
              <a:path w="325248" h="61658">
                <a:moveTo>
                  <a:pt x="162617" y="61658"/>
                </a:moveTo>
                <a:cubicBezTo>
                  <a:pt x="111118" y="61658"/>
                  <a:pt x="59614" y="50123"/>
                  <a:pt x="9535" y="27063"/>
                </a:cubicBezTo>
                <a:cubicBezTo>
                  <a:pt x="2902" y="24006"/>
                  <a:pt x="0" y="16165"/>
                  <a:pt x="3055" y="9543"/>
                </a:cubicBezTo>
                <a:cubicBezTo>
                  <a:pt x="6110" y="2921"/>
                  <a:pt x="13902" y="0"/>
                  <a:pt x="20582" y="3057"/>
                </a:cubicBezTo>
                <a:cubicBezTo>
                  <a:pt x="113541" y="45866"/>
                  <a:pt x="211746" y="45848"/>
                  <a:pt x="304666" y="3057"/>
                </a:cubicBezTo>
                <a:cubicBezTo>
                  <a:pt x="311363" y="27"/>
                  <a:pt x="319138" y="2939"/>
                  <a:pt x="322193" y="9543"/>
                </a:cubicBezTo>
                <a:cubicBezTo>
                  <a:pt x="325248" y="16165"/>
                  <a:pt x="322346" y="24006"/>
                  <a:pt x="315713" y="27063"/>
                </a:cubicBezTo>
                <a:cubicBezTo>
                  <a:pt x="265634" y="50123"/>
                  <a:pt x="214136" y="61658"/>
                  <a:pt x="162617" y="616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6429DC59-7D64-4F99-A062-BFEB3756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091" y="8692934"/>
            <a:ext cx="91941" cy="93417"/>
          </a:xfrm>
          <a:custGeom xmlns:a="http://schemas.openxmlformats.org/drawingml/2006/main">
            <a:pathLst>
              <a:path w="84194" h="85546">
                <a:moveTo>
                  <a:pt x="41873" y="85546"/>
                </a:moveTo>
                <a:cubicBezTo>
                  <a:pt x="18777" y="85546"/>
                  <a:pt x="0" y="66361"/>
                  <a:pt x="0" y="42773"/>
                </a:cubicBezTo>
                <a:cubicBezTo>
                  <a:pt x="0" y="19185"/>
                  <a:pt x="18777" y="0"/>
                  <a:pt x="41873" y="0"/>
                </a:cubicBezTo>
                <a:cubicBezTo>
                  <a:pt x="65215" y="0"/>
                  <a:pt x="84194" y="19185"/>
                  <a:pt x="84194" y="42773"/>
                </a:cubicBezTo>
                <a:cubicBezTo>
                  <a:pt x="84194" y="66361"/>
                  <a:pt x="65216" y="85546"/>
                  <a:pt x="41873" y="85546"/>
                </a:cubicBezTo>
                <a:moveTo>
                  <a:pt x="41873" y="26435"/>
                </a:moveTo>
                <a:cubicBezTo>
                  <a:pt x="33358" y="26435"/>
                  <a:pt x="26412" y="33767"/>
                  <a:pt x="26412" y="42773"/>
                </a:cubicBezTo>
                <a:cubicBezTo>
                  <a:pt x="26412" y="51797"/>
                  <a:pt x="33355" y="59120"/>
                  <a:pt x="41873" y="59120"/>
                </a:cubicBezTo>
                <a:cubicBezTo>
                  <a:pt x="50790" y="59120"/>
                  <a:pt x="57780" y="51942"/>
                  <a:pt x="57780" y="42773"/>
                </a:cubicBezTo>
                <a:cubicBezTo>
                  <a:pt x="57780" y="33604"/>
                  <a:pt x="50790" y="26435"/>
                  <a:pt x="41873" y="264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ECE0DAC1-B9E5-44FD-A7D1-F2CC1E4E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574" y="9359053"/>
            <a:ext cx="28846" cy="61616"/>
          </a:xfrm>
          <a:custGeom xmlns:a="http://schemas.openxmlformats.org/drawingml/2006/main">
            <a:pathLst>
              <a:path w="26415" h="56424">
                <a:moveTo>
                  <a:pt x="13208" y="56424"/>
                </a:moveTo>
                <a:cubicBezTo>
                  <a:pt x="5911" y="56424"/>
                  <a:pt x="0" y="50513"/>
                  <a:pt x="0" y="43217"/>
                </a:cubicBezTo>
                <a:lnTo>
                  <a:pt x="0" y="13207"/>
                </a:lnTo>
                <a:cubicBezTo>
                  <a:pt x="0" y="5910"/>
                  <a:pt x="5911" y="0"/>
                  <a:pt x="13208" y="0"/>
                </a:cubicBezTo>
                <a:cubicBezTo>
                  <a:pt x="20505" y="0"/>
                  <a:pt x="26415" y="5910"/>
                  <a:pt x="26415" y="13207"/>
                </a:cubicBezTo>
                <a:lnTo>
                  <a:pt x="26415" y="43217"/>
                </a:lnTo>
                <a:cubicBezTo>
                  <a:pt x="26415" y="50513"/>
                  <a:pt x="20505" y="56424"/>
                  <a:pt x="13208" y="564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749DFDD9-DE27-4E70-9E6A-756F051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00" y="9359053"/>
            <a:ext cx="28846" cy="61616"/>
          </a:xfrm>
          <a:custGeom xmlns:a="http://schemas.openxmlformats.org/drawingml/2006/main">
            <a:pathLst>
              <a:path w="26415" h="56424">
                <a:moveTo>
                  <a:pt x="13208" y="56424"/>
                </a:moveTo>
                <a:cubicBezTo>
                  <a:pt x="5910" y="56424"/>
                  <a:pt x="0" y="50513"/>
                  <a:pt x="0" y="43217"/>
                </a:cubicBezTo>
                <a:lnTo>
                  <a:pt x="0" y="13207"/>
                </a:lnTo>
                <a:cubicBezTo>
                  <a:pt x="0" y="5910"/>
                  <a:pt x="5910" y="0"/>
                  <a:pt x="13208" y="0"/>
                </a:cubicBezTo>
                <a:cubicBezTo>
                  <a:pt x="20504" y="0"/>
                  <a:pt x="26415" y="5910"/>
                  <a:pt x="26415" y="13207"/>
                </a:cubicBezTo>
                <a:lnTo>
                  <a:pt x="26415" y="43217"/>
                </a:lnTo>
                <a:cubicBezTo>
                  <a:pt x="26412" y="50513"/>
                  <a:pt x="20504" y="56424"/>
                  <a:pt x="13208" y="564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98AF95D7-3698-4DFC-A3C5-303B88E4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927" y="8563836"/>
            <a:ext cx="247317" cy="214210"/>
          </a:xfrm>
          <a:custGeom xmlns:a="http://schemas.openxmlformats.org/drawingml/2006/main">
            <a:pathLst>
              <a:path w="226478" h="196161">
                <a:moveTo>
                  <a:pt x="57425" y="196161"/>
                </a:moveTo>
                <a:cubicBezTo>
                  <a:pt x="53832" y="196161"/>
                  <a:pt x="50235" y="194687"/>
                  <a:pt x="47628" y="191804"/>
                </a:cubicBezTo>
                <a:cubicBezTo>
                  <a:pt x="11448" y="151851"/>
                  <a:pt x="0" y="110707"/>
                  <a:pt x="15412" y="75984"/>
                </a:cubicBezTo>
                <a:cubicBezTo>
                  <a:pt x="37135" y="26981"/>
                  <a:pt x="107410" y="0"/>
                  <a:pt x="213271" y="0"/>
                </a:cubicBezTo>
                <a:cubicBezTo>
                  <a:pt x="220568" y="0"/>
                  <a:pt x="226478" y="5912"/>
                  <a:pt x="226478" y="13208"/>
                </a:cubicBezTo>
                <a:cubicBezTo>
                  <a:pt x="226478" y="20513"/>
                  <a:pt x="220568" y="26426"/>
                  <a:pt x="213271" y="26426"/>
                </a:cubicBezTo>
                <a:cubicBezTo>
                  <a:pt x="119866" y="26426"/>
                  <a:pt x="56546" y="48394"/>
                  <a:pt x="39559" y="86700"/>
                </a:cubicBezTo>
                <a:cubicBezTo>
                  <a:pt x="28650" y="111298"/>
                  <a:pt x="38478" y="142327"/>
                  <a:pt x="67223" y="174083"/>
                </a:cubicBezTo>
                <a:cubicBezTo>
                  <a:pt x="72114" y="179487"/>
                  <a:pt x="71699" y="187847"/>
                  <a:pt x="66299" y="192741"/>
                </a:cubicBezTo>
                <a:cubicBezTo>
                  <a:pt x="63765" y="195024"/>
                  <a:pt x="60588" y="196161"/>
                  <a:pt x="57426" y="196161"/>
                </a:cubicBezTo>
                <a:lnTo>
                  <a:pt x="57425" y="1961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D1BFEAC4-5117-47AE-A5C3-782EF71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398" y="8563836"/>
            <a:ext cx="247786" cy="214210"/>
          </a:xfrm>
          <a:custGeom xmlns:a="http://schemas.openxmlformats.org/drawingml/2006/main">
            <a:pathLst>
              <a:path w="226907" h="196161">
                <a:moveTo>
                  <a:pt x="169497" y="196161"/>
                </a:moveTo>
                <a:cubicBezTo>
                  <a:pt x="166335" y="196161"/>
                  <a:pt x="163155" y="195024"/>
                  <a:pt x="160627" y="192741"/>
                </a:cubicBezTo>
                <a:cubicBezTo>
                  <a:pt x="155227" y="187838"/>
                  <a:pt x="154811" y="179487"/>
                  <a:pt x="159702" y="174083"/>
                </a:cubicBezTo>
                <a:cubicBezTo>
                  <a:pt x="188432" y="142345"/>
                  <a:pt x="198257" y="111335"/>
                  <a:pt x="187351" y="86755"/>
                </a:cubicBezTo>
                <a:cubicBezTo>
                  <a:pt x="170345" y="48412"/>
                  <a:pt x="106873" y="26435"/>
                  <a:pt x="13208" y="26435"/>
                </a:cubicBezTo>
                <a:cubicBezTo>
                  <a:pt x="5910" y="26435"/>
                  <a:pt x="0" y="20513"/>
                  <a:pt x="0" y="13217"/>
                </a:cubicBezTo>
                <a:cubicBezTo>
                  <a:pt x="0" y="5922"/>
                  <a:pt x="5910" y="0"/>
                  <a:pt x="13208" y="0"/>
                </a:cubicBezTo>
                <a:cubicBezTo>
                  <a:pt x="119322" y="0"/>
                  <a:pt x="189757" y="27008"/>
                  <a:pt x="211511" y="76039"/>
                </a:cubicBezTo>
                <a:cubicBezTo>
                  <a:pt x="226907" y="110743"/>
                  <a:pt x="215460" y="151860"/>
                  <a:pt x="179295" y="191804"/>
                </a:cubicBezTo>
                <a:cubicBezTo>
                  <a:pt x="176687" y="194687"/>
                  <a:pt x="173091" y="196152"/>
                  <a:pt x="169498" y="196152"/>
                </a:cubicBezTo>
                <a:lnTo>
                  <a:pt x="169497" y="1961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AF285853-8A7D-4DE8-9266-2C3FE1D0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726" y="8747689"/>
            <a:ext cx="41587" cy="70450"/>
          </a:xfrm>
          <a:custGeom xmlns:a="http://schemas.openxmlformats.org/drawingml/2006/main">
            <a:pathLst>
              <a:path w="38083" h="64514">
                <a:moveTo>
                  <a:pt x="23501" y="64514"/>
                </a:moveTo>
                <a:cubicBezTo>
                  <a:pt x="17560" y="64514"/>
                  <a:pt x="12146" y="60466"/>
                  <a:pt x="10679" y="54426"/>
                </a:cubicBezTo>
                <a:lnTo>
                  <a:pt x="1729" y="17702"/>
                </a:lnTo>
                <a:cubicBezTo>
                  <a:pt x="0" y="10625"/>
                  <a:pt x="4353" y="3475"/>
                  <a:pt x="11436" y="1747"/>
                </a:cubicBezTo>
                <a:cubicBezTo>
                  <a:pt x="18504" y="0"/>
                  <a:pt x="25674" y="4367"/>
                  <a:pt x="27404" y="11453"/>
                </a:cubicBezTo>
                <a:lnTo>
                  <a:pt x="36354" y="48176"/>
                </a:lnTo>
                <a:cubicBezTo>
                  <a:pt x="38083" y="55263"/>
                  <a:pt x="33732" y="62413"/>
                  <a:pt x="26649" y="64141"/>
                </a:cubicBezTo>
                <a:cubicBezTo>
                  <a:pt x="25601" y="64396"/>
                  <a:pt x="24536" y="64514"/>
                  <a:pt x="23501" y="645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09C688A1-040A-40EC-B0D3-47A97482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810" y="8747689"/>
            <a:ext cx="41581" cy="70450"/>
          </a:xfrm>
          <a:custGeom xmlns:a="http://schemas.openxmlformats.org/drawingml/2006/main">
            <a:pathLst>
              <a:path w="38077" h="64514">
                <a:moveTo>
                  <a:pt x="14578" y="64514"/>
                </a:moveTo>
                <a:cubicBezTo>
                  <a:pt x="13544" y="64514"/>
                  <a:pt x="12479" y="64396"/>
                  <a:pt x="11432" y="64141"/>
                </a:cubicBezTo>
                <a:cubicBezTo>
                  <a:pt x="4349" y="62413"/>
                  <a:pt x="0" y="55263"/>
                  <a:pt x="1726" y="48176"/>
                </a:cubicBezTo>
                <a:lnTo>
                  <a:pt x="10676" y="11462"/>
                </a:lnTo>
                <a:cubicBezTo>
                  <a:pt x="12405" y="4367"/>
                  <a:pt x="19546" y="0"/>
                  <a:pt x="26644" y="1747"/>
                </a:cubicBezTo>
                <a:cubicBezTo>
                  <a:pt x="33727" y="3475"/>
                  <a:pt x="38077" y="10625"/>
                  <a:pt x="36350" y="17702"/>
                </a:cubicBezTo>
                <a:lnTo>
                  <a:pt x="27400" y="54426"/>
                </a:lnTo>
                <a:cubicBezTo>
                  <a:pt x="25935" y="60466"/>
                  <a:pt x="20520" y="64514"/>
                  <a:pt x="14579" y="64514"/>
                </a:cubicBezTo>
                <a:lnTo>
                  <a:pt x="14578" y="645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025AED6F-B0A5-4BF3-9F50-1F7C5E43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143" y="9103157"/>
            <a:ext cx="191597" cy="135574"/>
          </a:xfrm>
          <a:custGeom xmlns:a="http://schemas.openxmlformats.org/drawingml/2006/main">
            <a:pathLst>
              <a:path w="175453" h="124150">
                <a:moveTo>
                  <a:pt x="116102" y="124147"/>
                </a:moveTo>
                <a:cubicBezTo>
                  <a:pt x="113216" y="124147"/>
                  <a:pt x="110332" y="123222"/>
                  <a:pt x="107924" y="121325"/>
                </a:cubicBezTo>
                <a:lnTo>
                  <a:pt x="6712" y="41609"/>
                </a:lnTo>
                <a:cubicBezTo>
                  <a:pt x="988" y="37088"/>
                  <a:pt x="0" y="28782"/>
                  <a:pt x="4506" y="23042"/>
                </a:cubicBezTo>
                <a:cubicBezTo>
                  <a:pt x="9011" y="17339"/>
                  <a:pt x="17327" y="16329"/>
                  <a:pt x="23066" y="20841"/>
                </a:cubicBezTo>
                <a:lnTo>
                  <a:pt x="115143" y="93369"/>
                </a:lnTo>
                <a:lnTo>
                  <a:pt x="139692" y="69318"/>
                </a:lnTo>
                <a:lnTo>
                  <a:pt x="60155" y="26754"/>
                </a:lnTo>
                <a:cubicBezTo>
                  <a:pt x="53722" y="23306"/>
                  <a:pt x="51301" y="15301"/>
                  <a:pt x="54741" y="8869"/>
                </a:cubicBezTo>
                <a:cubicBezTo>
                  <a:pt x="58166" y="2447"/>
                  <a:pt x="66158" y="0"/>
                  <a:pt x="72623" y="3457"/>
                </a:cubicBezTo>
                <a:lnTo>
                  <a:pt x="168015" y="54508"/>
                </a:lnTo>
                <a:cubicBezTo>
                  <a:pt x="171718" y="56491"/>
                  <a:pt x="174263" y="60120"/>
                  <a:pt x="174866" y="64287"/>
                </a:cubicBezTo>
                <a:cubicBezTo>
                  <a:pt x="175453" y="68453"/>
                  <a:pt x="174033" y="72646"/>
                  <a:pt x="171024" y="75585"/>
                </a:cubicBezTo>
                <a:lnTo>
                  <a:pt x="125341" y="120372"/>
                </a:lnTo>
                <a:cubicBezTo>
                  <a:pt x="122792" y="122883"/>
                  <a:pt x="119443" y="124150"/>
                  <a:pt x="116097" y="124150"/>
                </a:cubicBezTo>
                <a:lnTo>
                  <a:pt x="116102" y="1241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A8B54F10-541F-4F03-82C8-F420621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200" y="9198809"/>
            <a:ext cx="84932" cy="221860"/>
          </a:xfrm>
          <a:custGeom xmlns:a="http://schemas.openxmlformats.org/drawingml/2006/main">
            <a:pathLst>
              <a:path w="77776" h="203167">
                <a:moveTo>
                  <a:pt x="14934" y="203166"/>
                </a:moveTo>
                <a:cubicBezTo>
                  <a:pt x="13391" y="203166"/>
                  <a:pt x="11833" y="202888"/>
                  <a:pt x="10321" y="202317"/>
                </a:cubicBezTo>
                <a:cubicBezTo>
                  <a:pt x="3470" y="199771"/>
                  <a:pt x="0" y="192165"/>
                  <a:pt x="2562" y="185330"/>
                </a:cubicBezTo>
                <a:lnTo>
                  <a:pt x="48707" y="61718"/>
                </a:lnTo>
                <a:lnTo>
                  <a:pt x="16847" y="23254"/>
                </a:lnTo>
                <a:cubicBezTo>
                  <a:pt x="12203" y="17639"/>
                  <a:pt x="12990" y="9306"/>
                  <a:pt x="18606" y="4648"/>
                </a:cubicBezTo>
                <a:cubicBezTo>
                  <a:pt x="24208" y="0"/>
                  <a:pt x="32524" y="755"/>
                  <a:pt x="37214" y="6404"/>
                </a:cubicBezTo>
                <a:lnTo>
                  <a:pt x="73934" y="50749"/>
                </a:lnTo>
                <a:cubicBezTo>
                  <a:pt x="76943" y="54392"/>
                  <a:pt x="77776" y="59360"/>
                  <a:pt x="76127" y="63786"/>
                </a:cubicBezTo>
                <a:lnTo>
                  <a:pt x="27311" y="194559"/>
                </a:lnTo>
                <a:cubicBezTo>
                  <a:pt x="25334" y="199879"/>
                  <a:pt x="20287" y="203151"/>
                  <a:pt x="14934" y="203167"/>
                </a:cubicBezTo>
                <a:lnTo>
                  <a:pt x="14934" y="203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501AE6DC-7D15-44DD-ACBB-A689C7BC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82" y="9198809"/>
            <a:ext cx="85438" cy="221860"/>
          </a:xfrm>
          <a:custGeom xmlns:a="http://schemas.openxmlformats.org/drawingml/2006/main">
            <a:pathLst>
              <a:path w="78239" h="203167">
                <a:moveTo>
                  <a:pt x="63305" y="203166"/>
                </a:moveTo>
                <a:cubicBezTo>
                  <a:pt x="57967" y="203166"/>
                  <a:pt x="52938" y="199894"/>
                  <a:pt x="50945" y="194602"/>
                </a:cubicBezTo>
                <a:lnTo>
                  <a:pt x="1681" y="63828"/>
                </a:lnTo>
                <a:cubicBezTo>
                  <a:pt x="0" y="59384"/>
                  <a:pt x="832" y="54401"/>
                  <a:pt x="3857" y="50746"/>
                </a:cubicBezTo>
                <a:lnTo>
                  <a:pt x="40578" y="6404"/>
                </a:lnTo>
                <a:cubicBezTo>
                  <a:pt x="45252" y="755"/>
                  <a:pt x="53568" y="0"/>
                  <a:pt x="59185" y="4639"/>
                </a:cubicBezTo>
                <a:cubicBezTo>
                  <a:pt x="64801" y="9306"/>
                  <a:pt x="65588" y="17630"/>
                  <a:pt x="60944" y="23251"/>
                </a:cubicBezTo>
                <a:lnTo>
                  <a:pt x="29115" y="61683"/>
                </a:lnTo>
                <a:lnTo>
                  <a:pt x="75662" y="185282"/>
                </a:lnTo>
                <a:cubicBezTo>
                  <a:pt x="78239" y="192118"/>
                  <a:pt x="74783" y="199739"/>
                  <a:pt x="67964" y="202301"/>
                </a:cubicBezTo>
                <a:cubicBezTo>
                  <a:pt x="66424" y="202889"/>
                  <a:pt x="64848" y="203167"/>
                  <a:pt x="63305" y="203167"/>
                </a:cubicBezTo>
                <a:lnTo>
                  <a:pt x="63305" y="203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78F967C7-0F35-460F-8477-12A06F9F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892" y="9103127"/>
            <a:ext cx="192103" cy="135602"/>
          </a:xfrm>
          <a:custGeom xmlns:a="http://schemas.openxmlformats.org/drawingml/2006/main">
            <a:pathLst>
              <a:path w="175917" h="124176">
                <a:moveTo>
                  <a:pt x="59353" y="124174"/>
                </a:moveTo>
                <a:cubicBezTo>
                  <a:pt x="56005" y="124174"/>
                  <a:pt x="52656" y="122910"/>
                  <a:pt x="50112" y="120394"/>
                </a:cubicBezTo>
                <a:lnTo>
                  <a:pt x="4429" y="75603"/>
                </a:lnTo>
                <a:cubicBezTo>
                  <a:pt x="1420" y="72674"/>
                  <a:pt x="0" y="68472"/>
                  <a:pt x="588" y="64314"/>
                </a:cubicBezTo>
                <a:cubicBezTo>
                  <a:pt x="1190" y="60147"/>
                  <a:pt x="3734" y="56518"/>
                  <a:pt x="7438" y="54526"/>
                </a:cubicBezTo>
                <a:lnTo>
                  <a:pt x="102830" y="3475"/>
                </a:lnTo>
                <a:cubicBezTo>
                  <a:pt x="109295" y="0"/>
                  <a:pt x="117271" y="2474"/>
                  <a:pt x="120712" y="8888"/>
                </a:cubicBezTo>
                <a:cubicBezTo>
                  <a:pt x="124153" y="15320"/>
                  <a:pt x="121731" y="23333"/>
                  <a:pt x="115297" y="26772"/>
                </a:cubicBezTo>
                <a:lnTo>
                  <a:pt x="35761" y="69336"/>
                </a:lnTo>
                <a:lnTo>
                  <a:pt x="60324" y="93405"/>
                </a:lnTo>
                <a:lnTo>
                  <a:pt x="152866" y="20850"/>
                </a:lnTo>
                <a:cubicBezTo>
                  <a:pt x="158605" y="16329"/>
                  <a:pt x="166906" y="17348"/>
                  <a:pt x="171411" y="23097"/>
                </a:cubicBezTo>
                <a:cubicBezTo>
                  <a:pt x="175917" y="28836"/>
                  <a:pt x="174913" y="37142"/>
                  <a:pt x="169159" y="41645"/>
                </a:cubicBezTo>
                <a:lnTo>
                  <a:pt x="67496" y="121366"/>
                </a:lnTo>
                <a:cubicBezTo>
                  <a:pt x="65105" y="123249"/>
                  <a:pt x="62219" y="124176"/>
                  <a:pt x="59350" y="124176"/>
                </a:cubicBezTo>
                <a:lnTo>
                  <a:pt x="59353" y="1241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3F35E238-7ACB-4359-8391-A640BB47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860" y="8921320"/>
            <a:ext cx="399074" cy="178996"/>
          </a:xfrm>
          <a:custGeom xmlns:a="http://schemas.openxmlformats.org/drawingml/2006/main">
            <a:pathLst>
              <a:path w="365449" h="163914">
                <a:moveTo>
                  <a:pt x="326260" y="163914"/>
                </a:moveTo>
                <a:lnTo>
                  <a:pt x="279230" y="163914"/>
                </a:lnTo>
                <a:cubicBezTo>
                  <a:pt x="271934" y="163914"/>
                  <a:pt x="266021" y="158001"/>
                  <a:pt x="266021" y="150705"/>
                </a:cubicBezTo>
                <a:cubicBezTo>
                  <a:pt x="266021" y="143410"/>
                  <a:pt x="271934" y="137497"/>
                  <a:pt x="279230" y="137497"/>
                </a:cubicBezTo>
                <a:lnTo>
                  <a:pt x="326260" y="137497"/>
                </a:lnTo>
                <a:cubicBezTo>
                  <a:pt x="333292" y="137497"/>
                  <a:pt x="339032" y="131775"/>
                  <a:pt x="339032" y="124734"/>
                </a:cubicBezTo>
                <a:lnTo>
                  <a:pt x="339032" y="72774"/>
                </a:lnTo>
                <a:cubicBezTo>
                  <a:pt x="339032" y="48386"/>
                  <a:pt x="232509" y="26426"/>
                  <a:pt x="208476" y="26426"/>
                </a:cubicBezTo>
                <a:lnTo>
                  <a:pt x="60683" y="26435"/>
                </a:lnTo>
                <a:cubicBezTo>
                  <a:pt x="53387" y="26435"/>
                  <a:pt x="47477" y="20513"/>
                  <a:pt x="47477" y="13218"/>
                </a:cubicBezTo>
                <a:cubicBezTo>
                  <a:pt x="47477" y="5922"/>
                  <a:pt x="53387" y="0"/>
                  <a:pt x="60683" y="0"/>
                </a:cubicBezTo>
                <a:lnTo>
                  <a:pt x="208476" y="0"/>
                </a:lnTo>
                <a:cubicBezTo>
                  <a:pt x="210049" y="0"/>
                  <a:pt x="365449" y="13463"/>
                  <a:pt x="365449" y="72774"/>
                </a:cubicBezTo>
                <a:lnTo>
                  <a:pt x="365449" y="124734"/>
                </a:lnTo>
                <a:cubicBezTo>
                  <a:pt x="365449" y="146339"/>
                  <a:pt x="347874" y="163914"/>
                  <a:pt x="326260" y="163914"/>
                </a:cubicBezTo>
                <a:moveTo>
                  <a:pt x="159208" y="163914"/>
                </a:moveTo>
                <a:lnTo>
                  <a:pt x="13208" y="163914"/>
                </a:lnTo>
                <a:cubicBezTo>
                  <a:pt x="5910" y="163914"/>
                  <a:pt x="0" y="158001"/>
                  <a:pt x="0" y="150705"/>
                </a:cubicBezTo>
                <a:cubicBezTo>
                  <a:pt x="0" y="143410"/>
                  <a:pt x="5910" y="137497"/>
                  <a:pt x="13208" y="137497"/>
                </a:cubicBezTo>
                <a:lnTo>
                  <a:pt x="159208" y="137497"/>
                </a:lnTo>
                <a:cubicBezTo>
                  <a:pt x="166503" y="137497"/>
                  <a:pt x="172416" y="143410"/>
                  <a:pt x="172416" y="150705"/>
                </a:cubicBezTo>
                <a:cubicBezTo>
                  <a:pt x="172416" y="158001"/>
                  <a:pt x="166512" y="163914"/>
                  <a:pt x="159208" y="1639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91E021B5-2485-4F76-9CA3-8DCD8287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886" y="8818139"/>
            <a:ext cx="179062" cy="132048"/>
          </a:xfrm>
          <a:custGeom xmlns:a="http://schemas.openxmlformats.org/drawingml/2006/main">
            <a:pathLst>
              <a:path w="163975" h="120922">
                <a:moveTo>
                  <a:pt x="148920" y="120922"/>
                </a:moveTo>
                <a:cubicBezTo>
                  <a:pt x="144462" y="120922"/>
                  <a:pt x="140105" y="118667"/>
                  <a:pt x="137603" y="114573"/>
                </a:cubicBezTo>
                <a:lnTo>
                  <a:pt x="104919" y="60830"/>
                </a:lnTo>
                <a:cubicBezTo>
                  <a:pt x="91165" y="38679"/>
                  <a:pt x="69396" y="26435"/>
                  <a:pt x="43661" y="26435"/>
                </a:cubicBezTo>
                <a:lnTo>
                  <a:pt x="13207" y="26435"/>
                </a:lnTo>
                <a:cubicBezTo>
                  <a:pt x="5910" y="26435"/>
                  <a:pt x="0" y="20513"/>
                  <a:pt x="0" y="13218"/>
                </a:cubicBezTo>
                <a:cubicBezTo>
                  <a:pt x="0" y="5922"/>
                  <a:pt x="5910" y="0"/>
                  <a:pt x="13207" y="0"/>
                </a:cubicBezTo>
                <a:lnTo>
                  <a:pt x="43661" y="0"/>
                </a:lnTo>
                <a:cubicBezTo>
                  <a:pt x="78366" y="0"/>
                  <a:pt x="108894" y="17138"/>
                  <a:pt x="127433" y="46993"/>
                </a:cubicBezTo>
                <a:lnTo>
                  <a:pt x="160191" y="100846"/>
                </a:lnTo>
                <a:cubicBezTo>
                  <a:pt x="163975" y="107077"/>
                  <a:pt x="162001" y="115210"/>
                  <a:pt x="155760" y="118994"/>
                </a:cubicBezTo>
                <a:cubicBezTo>
                  <a:pt x="153623" y="120295"/>
                  <a:pt x="151239" y="120922"/>
                  <a:pt x="148911" y="120922"/>
                </a:cubicBezTo>
                <a:lnTo>
                  <a:pt x="148920" y="1209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6B24FF70-53B0-4203-9944-E7ACB28C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230" y="8875894"/>
            <a:ext cx="76211" cy="74294"/>
          </a:xfrm>
          <a:custGeom xmlns:a="http://schemas.openxmlformats.org/drawingml/2006/main">
            <a:pathLst>
              <a:path w="69790" h="68034">
                <a:moveTo>
                  <a:pt x="14518" y="68034"/>
                </a:moveTo>
                <a:cubicBezTo>
                  <a:pt x="11107" y="68034"/>
                  <a:pt x="7714" y="66724"/>
                  <a:pt x="5121" y="64104"/>
                </a:cubicBezTo>
                <a:cubicBezTo>
                  <a:pt x="0" y="58919"/>
                  <a:pt x="45" y="50550"/>
                  <a:pt x="5230" y="45429"/>
                </a:cubicBezTo>
                <a:lnTo>
                  <a:pt x="45984" y="5121"/>
                </a:lnTo>
                <a:cubicBezTo>
                  <a:pt x="51187" y="0"/>
                  <a:pt x="59538" y="36"/>
                  <a:pt x="64669" y="5222"/>
                </a:cubicBezTo>
                <a:cubicBezTo>
                  <a:pt x="69790" y="10406"/>
                  <a:pt x="69744" y="18776"/>
                  <a:pt x="64568" y="23906"/>
                </a:cubicBezTo>
                <a:lnTo>
                  <a:pt x="23806" y="64213"/>
                </a:lnTo>
                <a:cubicBezTo>
                  <a:pt x="21232" y="66761"/>
                  <a:pt x="17875" y="68034"/>
                  <a:pt x="14518" y="680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0390CEB2-69CD-4370-92B6-22CBBD5A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263" y="9006433"/>
            <a:ext cx="159913" cy="159416"/>
          </a:xfrm>
          <a:custGeom xmlns:a="http://schemas.openxmlformats.org/drawingml/2006/main">
            <a:pathLst>
              <a:path w="146439" h="145984">
                <a:moveTo>
                  <a:pt x="73229" y="145984"/>
                </a:moveTo>
                <a:cubicBezTo>
                  <a:pt x="32857" y="145984"/>
                  <a:pt x="0" y="113145"/>
                  <a:pt x="0" y="72765"/>
                </a:cubicBezTo>
                <a:cubicBezTo>
                  <a:pt x="0" y="32630"/>
                  <a:pt x="32848" y="0"/>
                  <a:pt x="73229" y="0"/>
                </a:cubicBezTo>
                <a:cubicBezTo>
                  <a:pt x="113609" y="0"/>
                  <a:pt x="146439" y="32630"/>
                  <a:pt x="146439" y="72765"/>
                </a:cubicBezTo>
                <a:cubicBezTo>
                  <a:pt x="146439" y="113136"/>
                  <a:pt x="113609" y="145984"/>
                  <a:pt x="73229" y="145984"/>
                </a:cubicBezTo>
                <a:moveTo>
                  <a:pt x="73229" y="26417"/>
                </a:moveTo>
                <a:cubicBezTo>
                  <a:pt x="47412" y="26417"/>
                  <a:pt x="26417" y="47212"/>
                  <a:pt x="26417" y="72765"/>
                </a:cubicBezTo>
                <a:cubicBezTo>
                  <a:pt x="26417" y="98572"/>
                  <a:pt x="47412" y="119576"/>
                  <a:pt x="73229" y="119576"/>
                </a:cubicBezTo>
                <a:cubicBezTo>
                  <a:pt x="99027" y="119576"/>
                  <a:pt x="120022" y="98572"/>
                  <a:pt x="120022" y="72765"/>
                </a:cubicBezTo>
                <a:cubicBezTo>
                  <a:pt x="120022" y="47212"/>
                  <a:pt x="99027" y="26417"/>
                  <a:pt x="73229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CE21C00C-8185-434E-B1D4-5B14E989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35" y="9047509"/>
            <a:ext cx="76778" cy="77254"/>
          </a:xfrm>
          <a:custGeom xmlns:a="http://schemas.openxmlformats.org/drawingml/2006/main">
            <a:pathLst>
              <a:path w="70309" h="70745">
                <a:moveTo>
                  <a:pt x="35159" y="70745"/>
                </a:moveTo>
                <a:cubicBezTo>
                  <a:pt x="15765" y="70745"/>
                  <a:pt x="0" y="54771"/>
                  <a:pt x="0" y="35150"/>
                </a:cubicBezTo>
                <a:cubicBezTo>
                  <a:pt x="0" y="15764"/>
                  <a:pt x="15765" y="0"/>
                  <a:pt x="35159" y="0"/>
                </a:cubicBezTo>
                <a:cubicBezTo>
                  <a:pt x="54535" y="0"/>
                  <a:pt x="70309" y="15764"/>
                  <a:pt x="70309" y="35150"/>
                </a:cubicBezTo>
                <a:cubicBezTo>
                  <a:pt x="70309" y="54771"/>
                  <a:pt x="54535" y="70745"/>
                  <a:pt x="35159" y="70745"/>
                </a:cubicBezTo>
                <a:moveTo>
                  <a:pt x="35159" y="26417"/>
                </a:moveTo>
                <a:cubicBezTo>
                  <a:pt x="30347" y="26417"/>
                  <a:pt x="26408" y="30338"/>
                  <a:pt x="26408" y="35150"/>
                </a:cubicBezTo>
                <a:cubicBezTo>
                  <a:pt x="26408" y="40289"/>
                  <a:pt x="30256" y="44328"/>
                  <a:pt x="35159" y="44328"/>
                </a:cubicBezTo>
                <a:cubicBezTo>
                  <a:pt x="40053" y="44328"/>
                  <a:pt x="43892" y="40289"/>
                  <a:pt x="43892" y="35150"/>
                </a:cubicBezTo>
                <a:cubicBezTo>
                  <a:pt x="43892" y="30338"/>
                  <a:pt x="39971" y="26417"/>
                  <a:pt x="35159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0518AEBD-79C2-46B9-9CEC-1540CA71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004" y="8940403"/>
            <a:ext cx="90476" cy="89980"/>
          </a:xfrm>
          <a:custGeom xmlns:a="http://schemas.openxmlformats.org/drawingml/2006/main">
            <a:pathLst>
              <a:path w="82853" h="82398">
                <a:moveTo>
                  <a:pt x="69644" y="82398"/>
                </a:moveTo>
                <a:lnTo>
                  <a:pt x="45456" y="82398"/>
                </a:lnTo>
                <a:cubicBezTo>
                  <a:pt x="20386" y="82398"/>
                  <a:pt x="0" y="62013"/>
                  <a:pt x="0" y="36942"/>
                </a:cubicBezTo>
                <a:lnTo>
                  <a:pt x="0" y="13218"/>
                </a:lnTo>
                <a:cubicBezTo>
                  <a:pt x="0" y="5913"/>
                  <a:pt x="5913" y="0"/>
                  <a:pt x="13208" y="0"/>
                </a:cubicBezTo>
                <a:cubicBezTo>
                  <a:pt x="20504" y="0"/>
                  <a:pt x="26417" y="5913"/>
                  <a:pt x="26417" y="13218"/>
                </a:cubicBezTo>
                <a:lnTo>
                  <a:pt x="26417" y="36942"/>
                </a:lnTo>
                <a:cubicBezTo>
                  <a:pt x="26417" y="47267"/>
                  <a:pt x="35131" y="55982"/>
                  <a:pt x="45456" y="55982"/>
                </a:cubicBezTo>
                <a:lnTo>
                  <a:pt x="69644" y="55982"/>
                </a:lnTo>
                <a:cubicBezTo>
                  <a:pt x="76940" y="55982"/>
                  <a:pt x="82853" y="61894"/>
                  <a:pt x="82853" y="69190"/>
                </a:cubicBezTo>
                <a:cubicBezTo>
                  <a:pt x="82853" y="76486"/>
                  <a:pt x="76940" y="82398"/>
                  <a:pt x="69644" y="823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9A4B10FB-B06F-4130-8F5C-3EB7D18F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741" y="8968774"/>
            <a:ext cx="51337" cy="28857"/>
          </a:xfrm>
          <a:custGeom xmlns:a="http://schemas.openxmlformats.org/drawingml/2006/main">
            <a:pathLst>
              <a:path w="47012" h="26426">
                <a:moveTo>
                  <a:pt x="33804" y="26426"/>
                </a:moveTo>
                <a:lnTo>
                  <a:pt x="13208" y="26426"/>
                </a:lnTo>
                <a:cubicBezTo>
                  <a:pt x="5910" y="26426"/>
                  <a:pt x="0" y="20512"/>
                  <a:pt x="0" y="13217"/>
                </a:cubicBezTo>
                <a:cubicBezTo>
                  <a:pt x="0" y="5922"/>
                  <a:pt x="5911" y="0"/>
                  <a:pt x="13208" y="0"/>
                </a:cubicBezTo>
                <a:lnTo>
                  <a:pt x="33804" y="0"/>
                </a:lnTo>
                <a:cubicBezTo>
                  <a:pt x="41102" y="0"/>
                  <a:pt x="47012" y="5922"/>
                  <a:pt x="47012" y="13217"/>
                </a:cubicBezTo>
                <a:cubicBezTo>
                  <a:pt x="47012" y="20512"/>
                  <a:pt x="41104" y="26426"/>
                  <a:pt x="33804" y="264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32D89E9D-5C3C-4DB5-8697-673EA2E4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19" y="9034794"/>
            <a:ext cx="166271" cy="28847"/>
          </a:xfrm>
          <a:custGeom xmlns:a="http://schemas.openxmlformats.org/drawingml/2006/main">
            <a:pathLst>
              <a:path w="152261" h="26417">
                <a:moveTo>
                  <a:pt x="139061" y="26417"/>
                </a:moveTo>
                <a:lnTo>
                  <a:pt x="13208" y="26417"/>
                </a:lnTo>
                <a:cubicBezTo>
                  <a:pt x="5911" y="26417"/>
                  <a:pt x="0" y="20504"/>
                  <a:pt x="0" y="13209"/>
                </a:cubicBezTo>
                <a:cubicBezTo>
                  <a:pt x="0" y="5912"/>
                  <a:pt x="5908" y="0"/>
                  <a:pt x="13208" y="0"/>
                </a:cubicBezTo>
                <a:lnTo>
                  <a:pt x="139061" y="0"/>
                </a:lnTo>
                <a:cubicBezTo>
                  <a:pt x="146357" y="0"/>
                  <a:pt x="152261" y="5912"/>
                  <a:pt x="152261" y="13209"/>
                </a:cubicBezTo>
                <a:cubicBezTo>
                  <a:pt x="152261" y="20504"/>
                  <a:pt x="146357" y="26417"/>
                  <a:pt x="139061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D3066329-A870-4387-BAD1-A298E518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266" y="9034794"/>
            <a:ext cx="82638" cy="28847"/>
          </a:xfrm>
          <a:custGeom xmlns:a="http://schemas.openxmlformats.org/drawingml/2006/main">
            <a:pathLst>
              <a:path w="75675" h="26417">
                <a:moveTo>
                  <a:pt x="62467" y="26417"/>
                </a:moveTo>
                <a:lnTo>
                  <a:pt x="13208" y="26417"/>
                </a:lnTo>
                <a:cubicBezTo>
                  <a:pt x="5913" y="26417"/>
                  <a:pt x="0" y="20504"/>
                  <a:pt x="0" y="13209"/>
                </a:cubicBezTo>
                <a:cubicBezTo>
                  <a:pt x="0" y="5912"/>
                  <a:pt x="5913" y="0"/>
                  <a:pt x="13208" y="0"/>
                </a:cubicBezTo>
                <a:lnTo>
                  <a:pt x="62467" y="0"/>
                </a:lnTo>
                <a:cubicBezTo>
                  <a:pt x="69772" y="0"/>
                  <a:pt x="75675" y="5912"/>
                  <a:pt x="75675" y="13209"/>
                </a:cubicBezTo>
                <a:cubicBezTo>
                  <a:pt x="75675" y="20504"/>
                  <a:pt x="69772" y="26417"/>
                  <a:pt x="62467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ext-76 Examples">
            <a:extLst xmlns:a="http://schemas.openxmlformats.org/drawingml/2006/main">
              <a:ext uri="{FF2B5EF4-FFF2-40B4-BE49-F238E27FC236}">
                <a16:creationId xmlns:a16="http://schemas.microsoft.com/office/drawing/2014/main" id="{227AAE25-1A6F-4561-9EDD-0F68019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484" y="9552749"/>
            <a:ext cx="770810" cy="22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77" name="text-76 of">
            <a:extLst xmlns:a="http://schemas.openxmlformats.org/drawingml/2006/main">
              <a:ext uri="{FF2B5EF4-FFF2-40B4-BE49-F238E27FC236}">
                <a16:creationId xmlns:a16="http://schemas.microsoft.com/office/drawing/2014/main" id="{177B4641-F8BD-475C-B736-2404301D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8820" y="9552799"/>
            <a:ext cx="178634" cy="222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78" name="text-76 Human">
            <a:extLst xmlns:a="http://schemas.openxmlformats.org/drawingml/2006/main">
              <a:ext uri="{FF2B5EF4-FFF2-40B4-BE49-F238E27FC236}">
                <a16:creationId xmlns:a16="http://schemas.microsoft.com/office/drawing/2014/main" id="{74F1EFEA-6296-427A-B4E4-72842EB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2981" y="9552735"/>
            <a:ext cx="567320" cy="222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79" name="text-77 Visual">
            <a:extLst xmlns:a="http://schemas.openxmlformats.org/drawingml/2006/main">
              <a:ext uri="{FF2B5EF4-FFF2-40B4-BE49-F238E27FC236}">
                <a16:creationId xmlns:a16="http://schemas.microsoft.com/office/drawing/2014/main" id="{E51D6B7E-5C8B-4C5D-960A-7E1DD121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6626" y="9726883"/>
            <a:ext cx="493967" cy="222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80" name="text-77 Perception">
            <a:extLst xmlns:a="http://schemas.openxmlformats.org/drawingml/2006/main">
              <a:ext uri="{FF2B5EF4-FFF2-40B4-BE49-F238E27FC236}">
                <a16:creationId xmlns:a16="http://schemas.microsoft.com/office/drawing/2014/main" id="{2FDB544E-EC2F-4188-9ED3-127D64C2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6106" y="9726884"/>
            <a:ext cx="850040" cy="222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81" name="path-78">
            <a:extLst xmlns:a="http://schemas.openxmlformats.org/drawingml/2006/main">
              <a:ext uri="{FF2B5EF4-FFF2-40B4-BE49-F238E27FC236}">
                <a16:creationId xmlns:a16="http://schemas.microsoft.com/office/drawing/2014/main" id="{906B0E41-E3DA-4DFC-A589-B87816D8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268" y="7296075"/>
            <a:ext cx="11327111" cy="2913442"/>
          </a:xfrm>
          <a:custGeom xmlns:a="http://schemas.openxmlformats.org/drawingml/2006/main">
            <a:pathLst>
              <a:path w="10372697" h="2667957">
                <a:moveTo>
                  <a:pt x="136451" y="0"/>
                </a:moveTo>
                <a:lnTo>
                  <a:pt x="10236246" y="0"/>
                </a:lnTo>
                <a:cubicBezTo>
                  <a:pt x="10311658" y="0"/>
                  <a:pt x="10372697" y="61093"/>
                  <a:pt x="10372697" y="136451"/>
                </a:cubicBezTo>
                <a:lnTo>
                  <a:pt x="10372697" y="2531507"/>
                </a:lnTo>
                <a:cubicBezTo>
                  <a:pt x="10372697" y="2606866"/>
                  <a:pt x="10311658" y="2667957"/>
                  <a:pt x="10236246" y="2667957"/>
                </a:cubicBezTo>
                <a:lnTo>
                  <a:pt x="136451" y="2667957"/>
                </a:lnTo>
                <a:cubicBezTo>
                  <a:pt x="61084" y="2667957"/>
                  <a:pt x="0" y="2606866"/>
                  <a:pt x="0" y="2531507"/>
                </a:cubicBezTo>
                <a:lnTo>
                  <a:pt x="0" y="136451"/>
                </a:lnTo>
                <a:cubicBezTo>
                  <a:pt x="0" y="61093"/>
                  <a:pt x="61084" y="0"/>
                  <a:pt x="136451" y="0"/>
                </a:cubicBezTo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79">
            <a:extLst xmlns:a="http://schemas.openxmlformats.org/drawingml/2006/main">
              <a:ext uri="{FF2B5EF4-FFF2-40B4-BE49-F238E27FC236}">
                <a16:creationId xmlns:a16="http://schemas.microsoft.com/office/drawing/2014/main" id="{5CFA3B4D-7187-475D-AD43-0B213593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430" y="9351712"/>
            <a:ext cx="3228876" cy="303861"/>
          </a:xfrm>
          <a:custGeom xmlns:a="http://schemas.openxmlformats.org/drawingml/2006/main">
            <a:pathLst>
              <a:path w="2956813" h="278258">
                <a:moveTo>
                  <a:pt x="0" y="0"/>
                </a:moveTo>
                <a:lnTo>
                  <a:pt x="2956813" y="0"/>
                </a:lnTo>
                <a:lnTo>
                  <a:pt x="2956813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80 “Slow">
            <a:extLst xmlns:a="http://schemas.openxmlformats.org/drawingml/2006/main">
              <a:ext uri="{FF2B5EF4-FFF2-40B4-BE49-F238E27FC236}">
                <a16:creationId xmlns:a16="http://schemas.microsoft.com/office/drawing/2014/main" id="{4A91B197-397E-455A-980D-CE8DF8DF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499" y="9381449"/>
            <a:ext cx="479319" cy="250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“Slow</a:t>
            </a:r>
          </a:p>
        </p:txBody>
      </p:sp>
      <p:sp>
        <p:nvSpPr>
          <p:cNvPr id="84" name="text-80 down">
            <a:extLst xmlns:a="http://schemas.openxmlformats.org/drawingml/2006/main">
              <a:ext uri="{FF2B5EF4-FFF2-40B4-BE49-F238E27FC236}">
                <a16:creationId xmlns:a16="http://schemas.microsoft.com/office/drawing/2014/main" id="{59B6B0A5-8F02-49BA-95F2-5B97F7F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8297" y="9381451"/>
            <a:ext cx="459683" cy="250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</a:t>
            </a:r>
          </a:p>
        </p:txBody>
      </p:sp>
      <p:sp>
        <p:nvSpPr>
          <p:cNvPr id="85" name="text-81 ,">
            <a:extLst xmlns:a="http://schemas.openxmlformats.org/drawingml/2006/main">
              <a:ext uri="{FF2B5EF4-FFF2-40B4-BE49-F238E27FC236}">
                <a16:creationId xmlns:a16="http://schemas.microsoft.com/office/drawing/2014/main" id="{923892C3-F7AB-42AB-A986-109165D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743" y="9381339"/>
            <a:ext cx="81898" cy="25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86" name="text-82 go">
            <a:extLst xmlns:a="http://schemas.openxmlformats.org/drawingml/2006/main">
              <a:ext uri="{FF2B5EF4-FFF2-40B4-BE49-F238E27FC236}">
                <a16:creationId xmlns:a16="http://schemas.microsoft.com/office/drawing/2014/main" id="{B17444BF-3DED-46C6-A142-6A3856C3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5099" y="9381432"/>
            <a:ext cx="231099" cy="250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87" name="text-82 straight">
            <a:extLst xmlns:a="http://schemas.openxmlformats.org/drawingml/2006/main">
              <a:ext uri="{FF2B5EF4-FFF2-40B4-BE49-F238E27FC236}">
                <a16:creationId xmlns:a16="http://schemas.microsoft.com/office/drawing/2014/main" id="{4A997BE5-9464-4F65-B52F-04E8E872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3677" y="9381465"/>
            <a:ext cx="618582" cy="250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straight</a:t>
            </a:r>
          </a:p>
        </p:txBody>
      </p:sp>
      <p:sp>
        <p:nvSpPr>
          <p:cNvPr id="88" name="text-83 ,">
            <a:extLst xmlns:a="http://schemas.openxmlformats.org/drawingml/2006/main">
              <a:ext uri="{FF2B5EF4-FFF2-40B4-BE49-F238E27FC236}">
                <a16:creationId xmlns:a16="http://schemas.microsoft.com/office/drawing/2014/main" id="{907588F1-E543-4301-A53D-C7AC06E1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0028" y="9381339"/>
            <a:ext cx="81898" cy="25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89" name="text-85 and">
            <a:extLst xmlns:a="http://schemas.openxmlformats.org/drawingml/2006/main">
              <a:ext uri="{FF2B5EF4-FFF2-40B4-BE49-F238E27FC236}">
                <a16:creationId xmlns:a16="http://schemas.microsoft.com/office/drawing/2014/main" id="{28626239-4E73-4ED4-A13C-50B5D525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9385" y="9381458"/>
            <a:ext cx="330547" cy="250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90" name="text-86 turn">
            <a:extLst xmlns:a="http://schemas.openxmlformats.org/drawingml/2006/main">
              <a:ext uri="{FF2B5EF4-FFF2-40B4-BE49-F238E27FC236}">
                <a16:creationId xmlns:a16="http://schemas.microsoft.com/office/drawing/2014/main" id="{7E086B33-5789-4804-B1B2-1F2C1BD9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7387" y="9381488"/>
            <a:ext cx="340305" cy="250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</a:t>
            </a:r>
          </a:p>
        </p:txBody>
      </p:sp>
      <p:sp>
        <p:nvSpPr>
          <p:cNvPr id="91" name="text-86 right.”">
            <a:extLst xmlns:a="http://schemas.openxmlformats.org/drawingml/2006/main">
              <a:ext uri="{FF2B5EF4-FFF2-40B4-BE49-F238E27FC236}">
                <a16:creationId xmlns:a16="http://schemas.microsoft.com/office/drawing/2014/main" id="{B145300A-F1CB-4A0F-9A04-D86A9DB5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180" y="9381471"/>
            <a:ext cx="489264" cy="250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right.”</a:t>
            </a:r>
          </a:p>
        </p:txBody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9B0812-A3CE-494F-BB98-12FEDB9CF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2b8426d948d6"/>
          <a:stretch xmlns:a="http://schemas.openxmlformats.org/drawingml/2006/main"/>
        </p:blipFill>
        <p:spPr>
          <a:xfrm xmlns:a="http://schemas.openxmlformats.org/drawingml/2006/main">
            <a:off x="4632336" y="7393864"/>
            <a:ext cx="3016411" cy="1705832"/>
          </a:xfrm>
          <a:prstGeom xmlns:a="http://schemas.openxmlformats.org/drawingml/2006/main" prst="rect">
            <a:avLst/>
          </a:prstGeom>
        </p:spPr>
      </p:pic>
      <p:sp>
        <p:nvSpPr>
          <p:cNvPr id="93" name="path-88">
            <a:extLst xmlns:a="http://schemas.openxmlformats.org/drawingml/2006/main">
              <a:ext uri="{FF2B5EF4-FFF2-40B4-BE49-F238E27FC236}">
                <a16:creationId xmlns:a16="http://schemas.microsoft.com/office/drawing/2014/main" id="{F1FD0F55-753D-4E9C-BBC2-8E9F8B2B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827" y="7403035"/>
            <a:ext cx="3006082" cy="1688731"/>
          </a:xfrm>
          <a:custGeom xmlns:a="http://schemas.openxmlformats.org/drawingml/2006/main">
            <a:pathLst>
              <a:path w="2752792" h="1546440">
                <a:moveTo>
                  <a:pt x="0" y="0"/>
                </a:moveTo>
                <a:lnTo>
                  <a:pt x="0" y="1546440"/>
                </a:lnTo>
                <a:lnTo>
                  <a:pt x="2752792" y="1546440"/>
                </a:lnTo>
                <a:lnTo>
                  <a:pt x="27527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62A644-024A-4F1C-947C-7A4A4C69E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ac9707ff8416a"/>
          <a:stretch xmlns:a="http://schemas.openxmlformats.org/drawingml/2006/main"/>
        </p:blipFill>
        <p:spPr>
          <a:xfrm xmlns:a="http://schemas.openxmlformats.org/drawingml/2006/main">
            <a:off x="5079596" y="7477075"/>
            <a:ext cx="582479" cy="582479"/>
          </a:xfrm>
          <a:prstGeom xmlns:a="http://schemas.openxmlformats.org/drawingml/2006/main" prst="rect">
            <a:avLst/>
          </a:prstGeom>
        </p:spPr>
      </p:pic>
      <p:sp>
        <p:nvSpPr>
          <p:cNvPr id="95" name="path-90">
            <a:extLst xmlns:a="http://schemas.openxmlformats.org/drawingml/2006/main">
              <a:ext uri="{FF2B5EF4-FFF2-40B4-BE49-F238E27FC236}">
                <a16:creationId xmlns:a16="http://schemas.microsoft.com/office/drawing/2014/main" id="{A3FB6B2C-2253-4D67-AA41-7FABDC10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765" y="7492039"/>
            <a:ext cx="545500" cy="545460"/>
          </a:xfrm>
          <a:custGeom xmlns:a="http://schemas.openxmlformats.org/drawingml/2006/main">
            <a:pathLst>
              <a:path w="499537" h="499500">
                <a:moveTo>
                  <a:pt x="410671" y="88785"/>
                </a:moveTo>
                <a:cubicBezTo>
                  <a:pt x="499537" y="177660"/>
                  <a:pt x="499537" y="321749"/>
                  <a:pt x="410671" y="410625"/>
                </a:cubicBezTo>
                <a:cubicBezTo>
                  <a:pt x="321805" y="499500"/>
                  <a:pt x="177731" y="499500"/>
                  <a:pt x="88866" y="410625"/>
                </a:cubicBezTo>
                <a:cubicBezTo>
                  <a:pt x="0" y="321749"/>
                  <a:pt x="0" y="177660"/>
                  <a:pt x="88866" y="88785"/>
                </a:cubicBezTo>
                <a:cubicBezTo>
                  <a:pt x="177731" y="0"/>
                  <a:pt x="321805" y="0"/>
                  <a:pt x="410671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91CDE9B-4E10-453C-82C9-447EF637D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4b4bbcef4447d"/>
          <a:stretch xmlns:a="http://schemas.openxmlformats.org/drawingml/2006/main"/>
        </p:blipFill>
        <p:spPr>
          <a:xfrm xmlns:a="http://schemas.openxmlformats.org/drawingml/2006/main">
            <a:off x="5474850" y="8413203"/>
            <a:ext cx="582479" cy="582479"/>
          </a:xfrm>
          <a:prstGeom xmlns:a="http://schemas.openxmlformats.org/drawingml/2006/main" prst="rect">
            <a:avLst/>
          </a:prstGeom>
        </p:spPr>
      </p:pic>
      <p:sp>
        <p:nvSpPr>
          <p:cNvPr id="97" name="path-92">
            <a:extLst xmlns:a="http://schemas.openxmlformats.org/drawingml/2006/main">
              <a:ext uri="{FF2B5EF4-FFF2-40B4-BE49-F238E27FC236}">
                <a16:creationId xmlns:a16="http://schemas.microsoft.com/office/drawing/2014/main" id="{4C202D73-7092-4CC0-AD8B-ED669D42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282" y="8431767"/>
            <a:ext cx="545500" cy="545464"/>
          </a:xfrm>
          <a:custGeom xmlns:a="http://schemas.openxmlformats.org/drawingml/2006/main">
            <a:pathLst>
              <a:path w="499537" h="499503">
                <a:moveTo>
                  <a:pt x="410671" y="88785"/>
                </a:moveTo>
                <a:cubicBezTo>
                  <a:pt x="499537" y="177660"/>
                  <a:pt x="499537" y="321752"/>
                  <a:pt x="410671" y="410628"/>
                </a:cubicBezTo>
                <a:cubicBezTo>
                  <a:pt x="321805" y="499503"/>
                  <a:pt x="177732" y="499503"/>
                  <a:pt x="88866" y="410628"/>
                </a:cubicBezTo>
                <a:cubicBezTo>
                  <a:pt x="0" y="321752"/>
                  <a:pt x="0" y="177660"/>
                  <a:pt x="88866" y="88785"/>
                </a:cubicBezTo>
                <a:cubicBezTo>
                  <a:pt x="177732" y="0"/>
                  <a:pt x="321805" y="0"/>
                  <a:pt x="410671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7BE714A-B7DA-4CBB-9391-9A42D8B62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71706e1ca477b"/>
          <a:stretch xmlns:a="http://schemas.openxmlformats.org/drawingml/2006/main"/>
        </p:blipFill>
        <p:spPr>
          <a:xfrm xmlns:a="http://schemas.openxmlformats.org/drawingml/2006/main">
            <a:off x="5994921" y="8028350"/>
            <a:ext cx="592881" cy="592881"/>
          </a:xfrm>
          <a:prstGeom xmlns:a="http://schemas.openxmlformats.org/drawingml/2006/main" prst="rect">
            <a:avLst/>
          </a:prstGeom>
        </p:spPr>
      </p:pic>
      <p:sp>
        <p:nvSpPr>
          <p:cNvPr id="99" name="path-94">
            <a:extLst xmlns:a="http://schemas.openxmlformats.org/drawingml/2006/main">
              <a:ext uri="{FF2B5EF4-FFF2-40B4-BE49-F238E27FC236}">
                <a16:creationId xmlns:a16="http://schemas.microsoft.com/office/drawing/2014/main" id="{363AB84A-BE3C-4A85-AEC6-B9B95B9D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315" y="8057764"/>
            <a:ext cx="545510" cy="545460"/>
          </a:xfrm>
          <a:custGeom xmlns:a="http://schemas.openxmlformats.org/drawingml/2006/main">
            <a:pathLst>
              <a:path w="499546" h="499500">
                <a:moveTo>
                  <a:pt x="410680" y="88876"/>
                </a:moveTo>
                <a:cubicBezTo>
                  <a:pt x="499546" y="177660"/>
                  <a:pt x="499546" y="321749"/>
                  <a:pt x="410680" y="410625"/>
                </a:cubicBezTo>
                <a:cubicBezTo>
                  <a:pt x="321814" y="499500"/>
                  <a:pt x="177732" y="499500"/>
                  <a:pt x="88866" y="410625"/>
                </a:cubicBezTo>
                <a:cubicBezTo>
                  <a:pt x="0" y="321749"/>
                  <a:pt x="0" y="177660"/>
                  <a:pt x="88866" y="88876"/>
                </a:cubicBezTo>
                <a:cubicBezTo>
                  <a:pt x="177732" y="0"/>
                  <a:pt x="321814" y="0"/>
                  <a:pt x="410680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23F82BC-D374-446F-8DFB-5FAF4F8B48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8d70d453146da"/>
          <a:stretch xmlns:a="http://schemas.openxmlformats.org/drawingml/2006/main"/>
        </p:blipFill>
        <p:spPr>
          <a:xfrm xmlns:a="http://schemas.openxmlformats.org/drawingml/2006/main">
            <a:off x="6431781" y="8527618"/>
            <a:ext cx="592881" cy="592881"/>
          </a:xfrm>
          <a:prstGeom xmlns:a="http://schemas.openxmlformats.org/drawingml/2006/main" prst="rect">
            <a:avLst/>
          </a:prstGeom>
        </p:spPr>
      </p:pic>
      <p:sp>
        <p:nvSpPr>
          <p:cNvPr id="101" name="path-96">
            <a:extLst xmlns:a="http://schemas.openxmlformats.org/drawingml/2006/main">
              <a:ext uri="{FF2B5EF4-FFF2-40B4-BE49-F238E27FC236}">
                <a16:creationId xmlns:a16="http://schemas.microsoft.com/office/drawing/2014/main" id="{82633A0D-A450-4DCE-A5D5-8B82D82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207" y="8552959"/>
            <a:ext cx="545510" cy="545460"/>
          </a:xfrm>
          <a:custGeom xmlns:a="http://schemas.openxmlformats.org/drawingml/2006/main">
            <a:pathLst>
              <a:path w="499546" h="499500">
                <a:moveTo>
                  <a:pt x="410680" y="88785"/>
                </a:moveTo>
                <a:cubicBezTo>
                  <a:pt x="499546" y="177660"/>
                  <a:pt x="499546" y="321752"/>
                  <a:pt x="410680" y="410628"/>
                </a:cubicBezTo>
                <a:cubicBezTo>
                  <a:pt x="321814" y="499500"/>
                  <a:pt x="177731" y="499500"/>
                  <a:pt x="88866" y="410628"/>
                </a:cubicBezTo>
                <a:cubicBezTo>
                  <a:pt x="0" y="321752"/>
                  <a:pt x="0" y="177660"/>
                  <a:pt x="88866" y="88785"/>
                </a:cubicBezTo>
                <a:cubicBezTo>
                  <a:pt x="177731" y="0"/>
                  <a:pt x="321814" y="0"/>
                  <a:pt x="410680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" name="path-97">
            <a:extLst xmlns:a="http://schemas.openxmlformats.org/drawingml/2006/main">
              <a:ext uri="{FF2B5EF4-FFF2-40B4-BE49-F238E27FC236}">
                <a16:creationId xmlns:a16="http://schemas.microsoft.com/office/drawing/2014/main" id="{72613193-3D58-451D-9D18-C0905DD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964" y="7993394"/>
            <a:ext cx="188472" cy="442250"/>
          </a:xfrm>
          <a:custGeom xmlns:a="http://schemas.openxmlformats.org/drawingml/2006/main">
            <a:pathLst>
              <a:path w="172592" h="404986">
                <a:moveTo>
                  <a:pt x="0" y="0"/>
                </a:moveTo>
                <a:lnTo>
                  <a:pt x="172592" y="404986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03" name="path-98">
            <a:extLst xmlns:a="http://schemas.openxmlformats.org/drawingml/2006/main">
              <a:ext uri="{FF2B5EF4-FFF2-40B4-BE49-F238E27FC236}">
                <a16:creationId xmlns:a16="http://schemas.microsoft.com/office/drawing/2014/main" id="{613A84AE-CFC2-4509-9DB8-0CFAB96F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97" y="8416052"/>
            <a:ext cx="29284" cy="42397"/>
          </a:xfrm>
          <a:custGeom xmlns:a="http://schemas.openxmlformats.org/drawingml/2006/main">
            <a:pathLst>
              <a:path w="26817" h="38825">
                <a:moveTo>
                  <a:pt x="26817" y="38825"/>
                </a:moveTo>
                <a:lnTo>
                  <a:pt x="25097" y="0"/>
                </a:lnTo>
                <a:lnTo>
                  <a:pt x="17902" y="17902"/>
                </a:lnTo>
                <a:lnTo>
                  <a:pt x="0" y="10698"/>
                </a:lnTo>
                <a:lnTo>
                  <a:pt x="26817" y="388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99">
            <a:extLst xmlns:a="http://schemas.openxmlformats.org/drawingml/2006/main">
              <a:ext uri="{FF2B5EF4-FFF2-40B4-BE49-F238E27FC236}">
                <a16:creationId xmlns:a16="http://schemas.microsoft.com/office/drawing/2014/main" id="{781C0C97-8CE5-48FB-B34B-CBC5E502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87" y="8416075"/>
            <a:ext cx="29295" cy="42418"/>
          </a:xfrm>
          <a:custGeom xmlns:a="http://schemas.openxmlformats.org/drawingml/2006/main">
            <a:pathLst>
              <a:path w="26826" h="38844">
                <a:moveTo>
                  <a:pt x="26826" y="38844"/>
                </a:moveTo>
                <a:lnTo>
                  <a:pt x="25107" y="0"/>
                </a:lnTo>
                <a:lnTo>
                  <a:pt x="17902" y="17921"/>
                </a:lnTo>
                <a:lnTo>
                  <a:pt x="0" y="10640"/>
                </a:lnTo>
                <a:lnTo>
                  <a:pt x="26826" y="38844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" name="path-100">
            <a:extLst xmlns:a="http://schemas.openxmlformats.org/drawingml/2006/main">
              <a:ext uri="{FF2B5EF4-FFF2-40B4-BE49-F238E27FC236}">
                <a16:creationId xmlns:a16="http://schemas.microsoft.com/office/drawing/2014/main" id="{29D7C662-5CAD-4EC2-AE31-D5DD0AD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587" y="8735542"/>
            <a:ext cx="426454" cy="53640"/>
          </a:xfrm>
          <a:custGeom xmlns:a="http://schemas.openxmlformats.org/drawingml/2006/main">
            <a:pathLst>
              <a:path w="390522" h="49120">
                <a:moveTo>
                  <a:pt x="0" y="0"/>
                </a:moveTo>
                <a:lnTo>
                  <a:pt x="390522" y="4912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06" name="path-101">
            <a:extLst xmlns:a="http://schemas.openxmlformats.org/drawingml/2006/main">
              <a:ext uri="{FF2B5EF4-FFF2-40B4-BE49-F238E27FC236}">
                <a16:creationId xmlns:a16="http://schemas.microsoft.com/office/drawing/2014/main" id="{2DC1D703-2CE7-4B37-A083-9DE4D904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393" y="8772524"/>
            <a:ext cx="41284" cy="29563"/>
          </a:xfrm>
          <a:custGeom xmlns:a="http://schemas.openxmlformats.org/drawingml/2006/main">
            <a:pathLst>
              <a:path w="37806" h="27072">
                <a:moveTo>
                  <a:pt x="37806" y="18084"/>
                </a:moveTo>
                <a:lnTo>
                  <a:pt x="3411" y="0"/>
                </a:lnTo>
                <a:lnTo>
                  <a:pt x="15246" y="15236"/>
                </a:lnTo>
                <a:lnTo>
                  <a:pt x="0" y="27072"/>
                </a:lnTo>
                <a:lnTo>
                  <a:pt x="37806" y="180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2">
            <a:extLst xmlns:a="http://schemas.openxmlformats.org/drawingml/2006/main">
              <a:ext uri="{FF2B5EF4-FFF2-40B4-BE49-F238E27FC236}">
                <a16:creationId xmlns:a16="http://schemas.microsoft.com/office/drawing/2014/main" id="{D9174FC3-1CA8-4900-9056-45B6F481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393" y="8772494"/>
            <a:ext cx="41285" cy="29604"/>
          </a:xfrm>
          <a:custGeom xmlns:a="http://schemas.openxmlformats.org/drawingml/2006/main">
            <a:pathLst>
              <a:path w="37806" h="27110">
                <a:moveTo>
                  <a:pt x="37806" y="18102"/>
                </a:moveTo>
                <a:lnTo>
                  <a:pt x="3411" y="0"/>
                </a:lnTo>
                <a:lnTo>
                  <a:pt x="15246" y="15282"/>
                </a:lnTo>
                <a:lnTo>
                  <a:pt x="0" y="27110"/>
                </a:lnTo>
                <a:lnTo>
                  <a:pt x="37806" y="18102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8" name="path-103">
            <a:extLst xmlns:a="http://schemas.openxmlformats.org/drawingml/2006/main">
              <a:ext uri="{FF2B5EF4-FFF2-40B4-BE49-F238E27FC236}">
                <a16:creationId xmlns:a16="http://schemas.microsoft.com/office/drawing/2014/main" id="{98B5C13C-78DF-4E9B-8A6E-56EFDE3A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627" y="8548489"/>
            <a:ext cx="81884" cy="91786"/>
          </a:xfrm>
          <a:custGeom xmlns:a="http://schemas.openxmlformats.org/drawingml/2006/main">
            <a:pathLst>
              <a:path w="74984" h="84052">
                <a:moveTo>
                  <a:pt x="74984" y="840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09" name="path-104">
            <a:extLst xmlns:a="http://schemas.openxmlformats.org/drawingml/2006/main">
              <a:ext uri="{FF2B5EF4-FFF2-40B4-BE49-F238E27FC236}">
                <a16:creationId xmlns:a16="http://schemas.microsoft.com/office/drawing/2014/main" id="{E35E04E0-6E2E-49E2-A6BF-41C23B57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088" y="8529962"/>
            <a:ext cx="37579" cy="39566"/>
          </a:xfrm>
          <a:custGeom xmlns:a="http://schemas.openxmlformats.org/drawingml/2006/main">
            <a:pathLst>
              <a:path w="34413" h="36232">
                <a:moveTo>
                  <a:pt x="0" y="0"/>
                </a:moveTo>
                <a:lnTo>
                  <a:pt x="14045" y="36232"/>
                </a:lnTo>
                <a:lnTo>
                  <a:pt x="15146" y="16965"/>
                </a:lnTo>
                <a:lnTo>
                  <a:pt x="34413" y="1806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05">
            <a:extLst xmlns:a="http://schemas.openxmlformats.org/drawingml/2006/main">
              <a:ext uri="{FF2B5EF4-FFF2-40B4-BE49-F238E27FC236}">
                <a16:creationId xmlns:a16="http://schemas.microsoft.com/office/drawing/2014/main" id="{77402460-01CF-4344-BE32-902C09BE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088" y="8530015"/>
            <a:ext cx="37579" cy="39536"/>
          </a:xfrm>
          <a:custGeom xmlns:a="http://schemas.openxmlformats.org/drawingml/2006/main">
            <a:pathLst>
              <a:path w="34413" h="36205">
                <a:moveTo>
                  <a:pt x="0" y="0"/>
                </a:moveTo>
                <a:lnTo>
                  <a:pt x="14045" y="36205"/>
                </a:lnTo>
                <a:lnTo>
                  <a:pt x="15146" y="16918"/>
                </a:lnTo>
                <a:lnTo>
                  <a:pt x="34413" y="1801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11" name="path-106">
            <a:extLst xmlns:a="http://schemas.openxmlformats.org/drawingml/2006/main">
              <a:ext uri="{FF2B5EF4-FFF2-40B4-BE49-F238E27FC236}">
                <a16:creationId xmlns:a16="http://schemas.microsoft.com/office/drawing/2014/main" id="{39DE1232-C69A-465D-AACF-CBEA1FD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94" y="8247003"/>
            <a:ext cx="340846" cy="48475"/>
          </a:xfrm>
          <a:custGeom xmlns:a="http://schemas.openxmlformats.org/drawingml/2006/main">
            <a:pathLst>
              <a:path w="312126" h="44391">
                <a:moveTo>
                  <a:pt x="0" y="44391"/>
                </a:moveTo>
                <a:lnTo>
                  <a:pt x="312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12" name="path-107">
            <a:extLst xmlns:a="http://schemas.openxmlformats.org/drawingml/2006/main">
              <a:ext uri="{FF2B5EF4-FFF2-40B4-BE49-F238E27FC236}">
                <a16:creationId xmlns:a16="http://schemas.microsoft.com/office/drawing/2014/main" id="{FBDBD9BD-68C3-4FF5-B947-E548B709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82" y="8234305"/>
            <a:ext cx="41443" cy="29503"/>
          </a:xfrm>
          <a:custGeom xmlns:a="http://schemas.openxmlformats.org/drawingml/2006/main">
            <a:pathLst>
              <a:path w="37951" h="27017">
                <a:moveTo>
                  <a:pt x="37951" y="8387"/>
                </a:moveTo>
                <a:lnTo>
                  <a:pt x="0" y="0"/>
                </a:lnTo>
                <a:lnTo>
                  <a:pt x="15437" y="11589"/>
                </a:lnTo>
                <a:lnTo>
                  <a:pt x="3848" y="27017"/>
                </a:lnTo>
                <a:lnTo>
                  <a:pt x="37951" y="83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08">
            <a:extLst xmlns:a="http://schemas.openxmlformats.org/drawingml/2006/main">
              <a:ext uri="{FF2B5EF4-FFF2-40B4-BE49-F238E27FC236}">
                <a16:creationId xmlns:a16="http://schemas.microsoft.com/office/drawing/2014/main" id="{689721B9-7FC7-40B2-966C-A2D5CC06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82" y="8234286"/>
            <a:ext cx="41444" cy="29505"/>
          </a:xfrm>
          <a:custGeom xmlns:a="http://schemas.openxmlformats.org/drawingml/2006/main">
            <a:pathLst>
              <a:path w="37952" h="27019">
                <a:moveTo>
                  <a:pt x="37952" y="8368"/>
                </a:moveTo>
                <a:lnTo>
                  <a:pt x="0" y="0"/>
                </a:lnTo>
                <a:lnTo>
                  <a:pt x="15437" y="11646"/>
                </a:lnTo>
                <a:lnTo>
                  <a:pt x="3848" y="27019"/>
                </a:lnTo>
                <a:lnTo>
                  <a:pt x="37952" y="8368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14" name="text-109 1">
            <a:extLst xmlns:a="http://schemas.openxmlformats.org/drawingml/2006/main">
              <a:ext uri="{FF2B5EF4-FFF2-40B4-BE49-F238E27FC236}">
                <a16:creationId xmlns:a16="http://schemas.microsoft.com/office/drawing/2014/main" id="{F7F4B52B-4DCA-4594-B14B-5A2B9562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2020" y="7657657"/>
            <a:ext cx="117036" cy="22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5" name="text-110 2">
            <a:extLst xmlns:a="http://schemas.openxmlformats.org/drawingml/2006/main">
              <a:ext uri="{FF2B5EF4-FFF2-40B4-BE49-F238E27FC236}">
                <a16:creationId xmlns:a16="http://schemas.microsoft.com/office/drawing/2014/main" id="{3BF1290A-90B2-4E09-9C86-467E565A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3789" y="8597389"/>
            <a:ext cx="117036" cy="22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6" name="text-111 3">
            <a:extLst xmlns:a="http://schemas.openxmlformats.org/drawingml/2006/main">
              <a:ext uri="{FF2B5EF4-FFF2-40B4-BE49-F238E27FC236}">
                <a16:creationId xmlns:a16="http://schemas.microsoft.com/office/drawing/2014/main" id="{7BF9BAA0-B2F0-43A4-A8D2-8A028C2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1197" y="8718577"/>
            <a:ext cx="117036" cy="22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7" name="text-112 4">
            <a:extLst xmlns:a="http://schemas.openxmlformats.org/drawingml/2006/main">
              <a:ext uri="{FF2B5EF4-FFF2-40B4-BE49-F238E27FC236}">
                <a16:creationId xmlns:a16="http://schemas.microsoft.com/office/drawing/2014/main" id="{5D115D54-D8DB-4CC0-977F-68F854BA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4870" y="7881861"/>
            <a:ext cx="117036" cy="22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8" name="text-113 5">
            <a:extLst xmlns:a="http://schemas.openxmlformats.org/drawingml/2006/main">
              <a:ext uri="{FF2B5EF4-FFF2-40B4-BE49-F238E27FC236}">
                <a16:creationId xmlns:a16="http://schemas.microsoft.com/office/drawing/2014/main" id="{7E4525CC-C835-49E2-B4C6-FB6D25CE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1035" y="7760470"/>
            <a:ext cx="117036" cy="222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7736245-E23D-4A20-A53F-71FE380D6A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6a9b9adc044a6"/>
          <a:stretch xmlns:a="http://schemas.openxmlformats.org/drawingml/2006/main"/>
        </p:blipFill>
        <p:spPr>
          <a:xfrm xmlns:a="http://schemas.openxmlformats.org/drawingml/2006/main">
            <a:off x="6868640" y="7913935"/>
            <a:ext cx="592881" cy="582479"/>
          </a:xfrm>
          <a:prstGeom xmlns:a="http://schemas.openxmlformats.org/drawingml/2006/main" prst="rect">
            <a:avLst/>
          </a:prstGeom>
        </p:spPr>
      </p:pic>
      <p:sp>
        <p:nvSpPr>
          <p:cNvPr id="120" name="path-115">
            <a:extLst xmlns:a="http://schemas.openxmlformats.org/drawingml/2006/main">
              <a:ext uri="{FF2B5EF4-FFF2-40B4-BE49-F238E27FC236}">
                <a16:creationId xmlns:a16="http://schemas.microsoft.com/office/drawing/2014/main" id="{D57F3056-5757-488A-B28B-AC81BDCD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480" y="7933095"/>
            <a:ext cx="545510" cy="545460"/>
          </a:xfrm>
          <a:custGeom xmlns:a="http://schemas.openxmlformats.org/drawingml/2006/main">
            <a:pathLst>
              <a:path w="499546" h="499500">
                <a:moveTo>
                  <a:pt x="410680" y="88785"/>
                </a:moveTo>
                <a:cubicBezTo>
                  <a:pt x="499546" y="177660"/>
                  <a:pt x="499546" y="321752"/>
                  <a:pt x="410680" y="410628"/>
                </a:cubicBezTo>
                <a:cubicBezTo>
                  <a:pt x="321814" y="499500"/>
                  <a:pt x="177731" y="499500"/>
                  <a:pt x="88865" y="410628"/>
                </a:cubicBezTo>
                <a:cubicBezTo>
                  <a:pt x="0" y="321752"/>
                  <a:pt x="0" y="177660"/>
                  <a:pt x="88865" y="88785"/>
                </a:cubicBezTo>
                <a:cubicBezTo>
                  <a:pt x="177731" y="0"/>
                  <a:pt x="321814" y="0"/>
                  <a:pt x="410680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21" name="path-116">
            <a:extLst xmlns:a="http://schemas.openxmlformats.org/drawingml/2006/main">
              <a:ext uri="{FF2B5EF4-FFF2-40B4-BE49-F238E27FC236}">
                <a16:creationId xmlns:a16="http://schemas.microsoft.com/office/drawing/2014/main" id="{FFF5BAA6-7EF4-4710-AD6D-2A7E8A8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901" y="9140440"/>
            <a:ext cx="191" cy="102416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22" name="path-117">
            <a:extLst xmlns:a="http://schemas.openxmlformats.org/drawingml/2006/main">
              <a:ext uri="{FF2B5EF4-FFF2-40B4-BE49-F238E27FC236}">
                <a16:creationId xmlns:a16="http://schemas.microsoft.com/office/drawing/2014/main" id="{8E73AFA5-0C1D-4011-8B2D-DB17D8E6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120" y="9210044"/>
            <a:ext cx="65562" cy="87420"/>
          </a:xfrm>
          <a:custGeom xmlns:a="http://schemas.openxmlformats.org/drawingml/2006/main">
            <a:pathLst>
              <a:path w="60038" h="80054">
                <a:moveTo>
                  <a:pt x="30019" y="80054"/>
                </a:moveTo>
                <a:lnTo>
                  <a:pt x="60038" y="0"/>
                </a:lnTo>
                <a:lnTo>
                  <a:pt x="30019" y="30023"/>
                </a:lnTo>
                <a:lnTo>
                  <a:pt x="0" y="0"/>
                </a:lnTo>
                <a:lnTo>
                  <a:pt x="30019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18">
            <a:extLst xmlns:a="http://schemas.openxmlformats.org/drawingml/2006/main">
              <a:ext uri="{FF2B5EF4-FFF2-40B4-BE49-F238E27FC236}">
                <a16:creationId xmlns:a16="http://schemas.microsoft.com/office/drawing/2014/main" id="{557C772F-5001-4FDD-B885-F6E3413C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120" y="9210076"/>
            <a:ext cx="65562" cy="87416"/>
          </a:xfrm>
          <a:custGeom xmlns:a="http://schemas.openxmlformats.org/drawingml/2006/main">
            <a:pathLst>
              <a:path w="60038" h="80050">
                <a:moveTo>
                  <a:pt x="30019" y="80050"/>
                </a:moveTo>
                <a:lnTo>
                  <a:pt x="60038" y="0"/>
                </a:lnTo>
                <a:lnTo>
                  <a:pt x="30019" y="30018"/>
                </a:lnTo>
                <a:lnTo>
                  <a:pt x="0" y="0"/>
                </a:lnTo>
                <a:lnTo>
                  <a:pt x="30019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5CD97AE-A703-4B57-BFC5-4B7AE86A0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4cd1b46814df1"/>
          <a:stretch xmlns:a="http://schemas.openxmlformats.org/drawingml/2006/main"/>
        </p:blipFill>
        <p:spPr>
          <a:xfrm xmlns:a="http://schemas.openxmlformats.org/drawingml/2006/main">
            <a:off x="9833043" y="7393864"/>
            <a:ext cx="1757839" cy="1851452"/>
          </a:xfrm>
          <a:prstGeom xmlns:a="http://schemas.openxmlformats.org/drawingml/2006/main" prst="rect">
            <a:avLst/>
          </a:prstGeom>
        </p:spPr>
      </p:pic>
      <p:sp>
        <p:nvSpPr>
          <p:cNvPr id="125" name="path-120">
            <a:extLst xmlns:a="http://schemas.openxmlformats.org/drawingml/2006/main">
              <a:ext uri="{FF2B5EF4-FFF2-40B4-BE49-F238E27FC236}">
                <a16:creationId xmlns:a16="http://schemas.microsoft.com/office/drawing/2014/main" id="{CCFC2307-B066-42E5-B116-EFA88118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561" y="7403035"/>
            <a:ext cx="1688737" cy="1688731"/>
          </a:xfrm>
          <a:custGeom xmlns:a="http://schemas.openxmlformats.org/drawingml/2006/main">
            <a:pathLst>
              <a:path w="1546445" h="1546440">
                <a:moveTo>
                  <a:pt x="0" y="0"/>
                </a:moveTo>
                <a:lnTo>
                  <a:pt x="0" y="1546440"/>
                </a:lnTo>
                <a:lnTo>
                  <a:pt x="1546445" y="1546440"/>
                </a:lnTo>
                <a:lnTo>
                  <a:pt x="154644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568C493-2ED5-4206-A906-ECF8D3DECD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3cc26996d4783"/>
          <a:stretch xmlns:a="http://schemas.openxmlformats.org/drawingml/2006/main"/>
        </p:blipFill>
        <p:spPr>
          <a:xfrm xmlns:a="http://schemas.openxmlformats.org/drawingml/2006/main">
            <a:off x="10415523" y="7622695"/>
            <a:ext cx="592881" cy="592881"/>
          </a:xfrm>
          <a:prstGeom xmlns:a="http://schemas.openxmlformats.org/drawingml/2006/main" prst="rect">
            <a:avLst/>
          </a:prstGeom>
        </p:spPr>
      </p:pic>
      <p:sp>
        <p:nvSpPr>
          <p:cNvPr id="127" name="path-122">
            <a:extLst xmlns:a="http://schemas.openxmlformats.org/drawingml/2006/main">
              <a:ext uri="{FF2B5EF4-FFF2-40B4-BE49-F238E27FC236}">
                <a16:creationId xmlns:a16="http://schemas.microsoft.com/office/drawing/2014/main" id="{9C1DF0CC-0F4B-464B-AF0B-17611C5D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085" y="7646312"/>
            <a:ext cx="545510" cy="545556"/>
          </a:xfrm>
          <a:custGeom xmlns:a="http://schemas.openxmlformats.org/drawingml/2006/main">
            <a:pathLst>
              <a:path w="499546" h="499588">
                <a:moveTo>
                  <a:pt x="410680" y="88873"/>
                </a:moveTo>
                <a:cubicBezTo>
                  <a:pt x="499546" y="177745"/>
                  <a:pt x="499546" y="321840"/>
                  <a:pt x="410680" y="410716"/>
                </a:cubicBezTo>
                <a:cubicBezTo>
                  <a:pt x="321815" y="499588"/>
                  <a:pt x="177732" y="499588"/>
                  <a:pt x="88866" y="410716"/>
                </a:cubicBezTo>
                <a:cubicBezTo>
                  <a:pt x="0" y="321840"/>
                  <a:pt x="0" y="177745"/>
                  <a:pt x="88866" y="88873"/>
                </a:cubicBezTo>
                <a:cubicBezTo>
                  <a:pt x="177732" y="0"/>
                  <a:pt x="321815" y="0"/>
                  <a:pt x="410680" y="88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28" name="text-123 1">
            <a:extLst xmlns:a="http://schemas.openxmlformats.org/drawingml/2006/main">
              <a:ext uri="{FF2B5EF4-FFF2-40B4-BE49-F238E27FC236}">
                <a16:creationId xmlns:a16="http://schemas.microsoft.com/office/drawing/2014/main" id="{B583AFF1-53F6-4D43-A72A-FF23418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5768" y="7812027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BBC936D-C272-468E-8226-3692844030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b36ef2ac34115"/>
          <a:stretch xmlns:a="http://schemas.openxmlformats.org/drawingml/2006/main"/>
        </p:blipFill>
        <p:spPr>
          <a:xfrm xmlns:a="http://schemas.openxmlformats.org/drawingml/2006/main">
            <a:off x="9791438" y="8694041"/>
            <a:ext cx="592881" cy="592881"/>
          </a:xfrm>
          <a:prstGeom xmlns:a="http://schemas.openxmlformats.org/drawingml/2006/main" prst="rect">
            <a:avLst/>
          </a:prstGeom>
        </p:spPr>
      </p:pic>
      <p:sp>
        <p:nvSpPr>
          <p:cNvPr id="130" name="path-125">
            <a:extLst xmlns:a="http://schemas.openxmlformats.org/drawingml/2006/main">
              <a:ext uri="{FF2B5EF4-FFF2-40B4-BE49-F238E27FC236}">
                <a16:creationId xmlns:a16="http://schemas.microsoft.com/office/drawing/2014/main" id="{EE7353E7-7687-49AF-85D4-100256E7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780" y="8717759"/>
            <a:ext cx="451295" cy="372415"/>
          </a:xfrm>
          <a:custGeom xmlns:a="http://schemas.openxmlformats.org/drawingml/2006/main">
            <a:pathLst>
              <a:path w="413270" h="341036">
                <a:moveTo>
                  <a:pt x="0" y="96971"/>
                </a:moveTo>
                <a:cubicBezTo>
                  <a:pt x="85710" y="5005"/>
                  <a:pt x="229701" y="0"/>
                  <a:pt x="321614" y="85691"/>
                </a:cubicBezTo>
                <a:cubicBezTo>
                  <a:pt x="391574" y="151008"/>
                  <a:pt x="413270" y="252981"/>
                  <a:pt x="375892" y="3410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31" name="text-126 3">
            <a:extLst xmlns:a="http://schemas.openxmlformats.org/drawingml/2006/main">
              <a:ext uri="{FF2B5EF4-FFF2-40B4-BE49-F238E27FC236}">
                <a16:creationId xmlns:a16="http://schemas.microsoft.com/office/drawing/2014/main" id="{421E1FCB-1FDF-4420-BBBF-9317071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8318" y="8544739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558EDE7-3ECF-45D7-A12A-D75078393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a8518730844e2"/>
          <a:stretch xmlns:a="http://schemas.openxmlformats.org/drawingml/2006/main"/>
        </p:blipFill>
        <p:spPr>
          <a:xfrm xmlns:a="http://schemas.openxmlformats.org/drawingml/2006/main">
            <a:off x="10290706" y="8454808"/>
            <a:ext cx="582479" cy="582479"/>
          </a:xfrm>
          <a:prstGeom xmlns:a="http://schemas.openxmlformats.org/drawingml/2006/main" prst="rect">
            <a:avLst/>
          </a:prstGeom>
        </p:spPr>
      </p:pic>
      <p:sp>
        <p:nvSpPr>
          <p:cNvPr id="133" name="path-128">
            <a:extLst xmlns:a="http://schemas.openxmlformats.org/drawingml/2006/main">
              <a:ext uri="{FF2B5EF4-FFF2-40B4-BE49-F238E27FC236}">
                <a16:creationId xmlns:a16="http://schemas.microsoft.com/office/drawing/2014/main" id="{5E9AB8F7-6271-4B95-B675-9FB67A2C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242" y="8471005"/>
            <a:ext cx="545510" cy="545464"/>
          </a:xfrm>
          <a:custGeom xmlns:a="http://schemas.openxmlformats.org/drawingml/2006/main">
            <a:pathLst>
              <a:path w="499546" h="499503">
                <a:moveTo>
                  <a:pt x="410680" y="88876"/>
                </a:moveTo>
                <a:cubicBezTo>
                  <a:pt x="499546" y="177751"/>
                  <a:pt x="499546" y="321752"/>
                  <a:pt x="410680" y="410628"/>
                </a:cubicBezTo>
                <a:cubicBezTo>
                  <a:pt x="321814" y="499503"/>
                  <a:pt x="177732" y="499503"/>
                  <a:pt x="88866" y="410628"/>
                </a:cubicBezTo>
                <a:cubicBezTo>
                  <a:pt x="0" y="321752"/>
                  <a:pt x="0" y="177751"/>
                  <a:pt x="88866" y="88876"/>
                </a:cubicBezTo>
                <a:cubicBezTo>
                  <a:pt x="177732" y="0"/>
                  <a:pt x="321814" y="0"/>
                  <a:pt x="410680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34" name="text-129 2">
            <a:extLst xmlns:a="http://schemas.openxmlformats.org/drawingml/2006/main">
              <a:ext uri="{FF2B5EF4-FFF2-40B4-BE49-F238E27FC236}">
                <a16:creationId xmlns:a16="http://schemas.microsoft.com/office/drawing/2014/main" id="{D0AA9250-4667-4C06-85F3-FBDEB40B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411" y="8636624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756B4C1-4D0B-48D1-A640-BB4558F0D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8a5ffda4d4156"/>
          <a:stretch xmlns:a="http://schemas.openxmlformats.org/drawingml/2006/main"/>
        </p:blipFill>
        <p:spPr>
          <a:xfrm xmlns:a="http://schemas.openxmlformats.org/drawingml/2006/main">
            <a:off x="10873185" y="8090759"/>
            <a:ext cx="592881" cy="592881"/>
          </a:xfrm>
          <a:prstGeom xmlns:a="http://schemas.openxmlformats.org/drawingml/2006/main" prst="rect">
            <a:avLst/>
          </a:prstGeom>
        </p:spPr>
      </p:pic>
      <p:sp>
        <p:nvSpPr>
          <p:cNvPr id="136" name="path-131">
            <a:extLst xmlns:a="http://schemas.openxmlformats.org/drawingml/2006/main">
              <a:ext uri="{FF2B5EF4-FFF2-40B4-BE49-F238E27FC236}">
                <a16:creationId xmlns:a16="http://schemas.microsoft.com/office/drawing/2014/main" id="{1B285FC6-AD42-4C07-ACD6-154E5243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711" y="8108227"/>
            <a:ext cx="545511" cy="545560"/>
          </a:xfrm>
          <a:custGeom xmlns:a="http://schemas.openxmlformats.org/drawingml/2006/main">
            <a:pathLst>
              <a:path w="499547" h="499591">
                <a:moveTo>
                  <a:pt x="410681" y="88873"/>
                </a:moveTo>
                <a:cubicBezTo>
                  <a:pt x="499547" y="177748"/>
                  <a:pt x="499547" y="321843"/>
                  <a:pt x="410681" y="410716"/>
                </a:cubicBezTo>
                <a:cubicBezTo>
                  <a:pt x="321815" y="499591"/>
                  <a:pt x="177732" y="499591"/>
                  <a:pt x="88867" y="410716"/>
                </a:cubicBezTo>
                <a:cubicBezTo>
                  <a:pt x="0" y="321843"/>
                  <a:pt x="0" y="177748"/>
                  <a:pt x="88867" y="88873"/>
                </a:cubicBezTo>
                <a:cubicBezTo>
                  <a:pt x="177732" y="0"/>
                  <a:pt x="321815" y="0"/>
                  <a:pt x="410681" y="88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37" name="text-132 4">
            <a:extLst xmlns:a="http://schemas.openxmlformats.org/drawingml/2006/main">
              <a:ext uri="{FF2B5EF4-FFF2-40B4-BE49-F238E27FC236}">
                <a16:creationId xmlns:a16="http://schemas.microsoft.com/office/drawing/2014/main" id="{7B6556B3-B9AB-484E-A853-9418C246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2267" y="7934608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path-133">
            <a:extLst xmlns:a="http://schemas.openxmlformats.org/drawingml/2006/main">
              <a:ext uri="{FF2B5EF4-FFF2-40B4-BE49-F238E27FC236}">
                <a16:creationId xmlns:a16="http://schemas.microsoft.com/office/drawing/2014/main" id="{B75C6293-BA44-4F74-BBAB-7C7C06C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71" y="8164451"/>
            <a:ext cx="46848" cy="290763"/>
          </a:xfrm>
          <a:custGeom xmlns:a="http://schemas.openxmlformats.org/drawingml/2006/main">
            <a:pathLst>
              <a:path w="42900" h="266263">
                <a:moveTo>
                  <a:pt x="42900" y="0"/>
                </a:moveTo>
                <a:lnTo>
                  <a:pt x="0" y="266263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39" name="path-134">
            <a:extLst xmlns:a="http://schemas.openxmlformats.org/drawingml/2006/main">
              <a:ext uri="{FF2B5EF4-FFF2-40B4-BE49-F238E27FC236}">
                <a16:creationId xmlns:a16="http://schemas.microsoft.com/office/drawing/2014/main" id="{47557443-0A86-4526-8ECF-7AD0E92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133" y="8438154"/>
            <a:ext cx="29425" cy="41603"/>
          </a:xfrm>
          <a:custGeom xmlns:a="http://schemas.openxmlformats.org/drawingml/2006/main">
            <a:pathLst>
              <a:path w="26945" h="38097">
                <a:moveTo>
                  <a:pt x="7678" y="38097"/>
                </a:moveTo>
                <a:lnTo>
                  <a:pt x="26945" y="4340"/>
                </a:lnTo>
                <a:lnTo>
                  <a:pt x="11298" y="15638"/>
                </a:lnTo>
                <a:lnTo>
                  <a:pt x="0" y="0"/>
                </a:lnTo>
                <a:lnTo>
                  <a:pt x="7678" y="380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35">
            <a:extLst xmlns:a="http://schemas.openxmlformats.org/drawingml/2006/main">
              <a:ext uri="{FF2B5EF4-FFF2-40B4-BE49-F238E27FC236}">
                <a16:creationId xmlns:a16="http://schemas.microsoft.com/office/drawing/2014/main" id="{A11E2F29-4717-40D7-9814-273C1A71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134" y="8438126"/>
            <a:ext cx="29423" cy="41624"/>
          </a:xfrm>
          <a:custGeom xmlns:a="http://schemas.openxmlformats.org/drawingml/2006/main">
            <a:pathLst>
              <a:path w="26944" h="38116">
                <a:moveTo>
                  <a:pt x="7677" y="38116"/>
                </a:moveTo>
                <a:lnTo>
                  <a:pt x="26944" y="4366"/>
                </a:lnTo>
                <a:lnTo>
                  <a:pt x="11298" y="15648"/>
                </a:lnTo>
                <a:lnTo>
                  <a:pt x="0" y="0"/>
                </a:lnTo>
                <a:lnTo>
                  <a:pt x="7677" y="38116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41" name="path-136">
            <a:extLst xmlns:a="http://schemas.openxmlformats.org/drawingml/2006/main">
              <a:ext uri="{FF2B5EF4-FFF2-40B4-BE49-F238E27FC236}">
                <a16:creationId xmlns:a16="http://schemas.microsoft.com/office/drawing/2014/main" id="{F4EF0707-EFA5-4609-9F91-A580754F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118" y="8664711"/>
            <a:ext cx="160759" cy="58910"/>
          </a:xfrm>
          <a:custGeom xmlns:a="http://schemas.openxmlformats.org/drawingml/2006/main">
            <a:pathLst>
              <a:path w="147214" h="53946">
                <a:moveTo>
                  <a:pt x="147214" y="1275"/>
                </a:moveTo>
                <a:cubicBezTo>
                  <a:pt x="112582" y="0"/>
                  <a:pt x="77811" y="5005"/>
                  <a:pt x="46329" y="20650"/>
                </a:cubicBezTo>
                <a:cubicBezTo>
                  <a:pt x="28855" y="29385"/>
                  <a:pt x="13497" y="40755"/>
                  <a:pt x="0" y="5394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42" name="path-137">
            <a:extLst xmlns:a="http://schemas.openxmlformats.org/drawingml/2006/main">
              <a:ext uri="{FF2B5EF4-FFF2-40B4-BE49-F238E27FC236}">
                <a16:creationId xmlns:a16="http://schemas.microsoft.com/office/drawing/2014/main" id="{7ECFEDB3-224A-4F36-BA53-9650525C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16" y="8702590"/>
            <a:ext cx="37113" cy="39904"/>
          </a:xfrm>
          <a:custGeom xmlns:a="http://schemas.openxmlformats.org/drawingml/2006/main">
            <a:pathLst>
              <a:path w="33986" h="36542">
                <a:moveTo>
                  <a:pt x="0" y="36542"/>
                </a:moveTo>
                <a:lnTo>
                  <a:pt x="33986" y="17693"/>
                </a:lnTo>
                <a:lnTo>
                  <a:pt x="14746" y="19231"/>
                </a:lnTo>
                <a:lnTo>
                  <a:pt x="13209" y="0"/>
                </a:lnTo>
                <a:lnTo>
                  <a:pt x="0" y="365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38">
            <a:extLst xmlns:a="http://schemas.openxmlformats.org/drawingml/2006/main">
              <a:ext uri="{FF2B5EF4-FFF2-40B4-BE49-F238E27FC236}">
                <a16:creationId xmlns:a16="http://schemas.microsoft.com/office/drawing/2014/main" id="{2FAC2213-07D6-4412-A0D7-ACCABB1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016" y="8702560"/>
            <a:ext cx="37109" cy="39936"/>
          </a:xfrm>
          <a:custGeom xmlns:a="http://schemas.openxmlformats.org/drawingml/2006/main">
            <a:pathLst>
              <a:path w="33982" h="36571">
                <a:moveTo>
                  <a:pt x="0" y="36571"/>
                </a:moveTo>
                <a:lnTo>
                  <a:pt x="33982" y="17739"/>
                </a:lnTo>
                <a:lnTo>
                  <a:pt x="14746" y="19287"/>
                </a:lnTo>
                <a:lnTo>
                  <a:pt x="13207" y="0"/>
                </a:lnTo>
                <a:lnTo>
                  <a:pt x="0" y="36571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44" name="path-139">
            <a:extLst xmlns:a="http://schemas.openxmlformats.org/drawingml/2006/main">
              <a:ext uri="{FF2B5EF4-FFF2-40B4-BE49-F238E27FC236}">
                <a16:creationId xmlns:a16="http://schemas.microsoft.com/office/drawing/2014/main" id="{74F7CF84-3998-4436-83D1-F5880FC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063" y="8671371"/>
            <a:ext cx="814665" cy="388306"/>
          </a:xfrm>
          <a:custGeom xmlns:a="http://schemas.openxmlformats.org/drawingml/2006/main">
            <a:pathLst>
              <a:path w="746022" h="355587">
                <a:moveTo>
                  <a:pt x="0" y="335119"/>
                </a:moveTo>
                <a:cubicBezTo>
                  <a:pt x="163868" y="353861"/>
                  <a:pt x="384090" y="355587"/>
                  <a:pt x="541118" y="266988"/>
                </a:cubicBezTo>
                <a:cubicBezTo>
                  <a:pt x="657874" y="201034"/>
                  <a:pt x="716903" y="97971"/>
                  <a:pt x="7460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45" name="path-140">
            <a:extLst xmlns:a="http://schemas.openxmlformats.org/drawingml/2006/main">
              <a:ext uri="{FF2B5EF4-FFF2-40B4-BE49-F238E27FC236}">
                <a16:creationId xmlns:a16="http://schemas.microsoft.com/office/drawing/2014/main" id="{E1863F71-0C6A-4244-AD34-2F160ED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3538" y="8647388"/>
            <a:ext cx="28837" cy="42208"/>
          </a:xfrm>
          <a:custGeom xmlns:a="http://schemas.openxmlformats.org/drawingml/2006/main">
            <a:pathLst>
              <a:path w="26407" h="38652">
                <a:moveTo>
                  <a:pt x="22387" y="0"/>
                </a:moveTo>
                <a:lnTo>
                  <a:pt x="0" y="31765"/>
                </a:lnTo>
                <a:lnTo>
                  <a:pt x="16647" y="22005"/>
                </a:lnTo>
                <a:lnTo>
                  <a:pt x="26407" y="38652"/>
                </a:lnTo>
                <a:lnTo>
                  <a:pt x="2238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41">
            <a:extLst xmlns:a="http://schemas.openxmlformats.org/drawingml/2006/main">
              <a:ext uri="{FF2B5EF4-FFF2-40B4-BE49-F238E27FC236}">
                <a16:creationId xmlns:a16="http://schemas.microsoft.com/office/drawing/2014/main" id="{F2F2F0A1-7F91-424E-855A-BAE8046D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3538" y="8647428"/>
            <a:ext cx="28837" cy="42219"/>
          </a:xfrm>
          <a:custGeom xmlns:a="http://schemas.openxmlformats.org/drawingml/2006/main">
            <a:pathLst>
              <a:path w="26407" h="38662">
                <a:moveTo>
                  <a:pt x="22387" y="0"/>
                </a:moveTo>
                <a:lnTo>
                  <a:pt x="0" y="31748"/>
                </a:lnTo>
                <a:lnTo>
                  <a:pt x="16647" y="22017"/>
                </a:lnTo>
                <a:lnTo>
                  <a:pt x="26407" y="38662"/>
                </a:lnTo>
                <a:lnTo>
                  <a:pt x="223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6C167A7-B6B4-408A-AC26-2110FE872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d03e93c084a3c"/>
          <a:stretch xmlns:a="http://schemas.openxmlformats.org/drawingml/2006/main"/>
        </p:blipFill>
        <p:spPr>
          <a:xfrm xmlns:a="http://schemas.openxmlformats.org/drawingml/2006/main">
            <a:off x="7950387" y="7393864"/>
            <a:ext cx="1633022" cy="1705832"/>
          </a:xfrm>
          <a:prstGeom xmlns:a="http://schemas.openxmlformats.org/drawingml/2006/main" prst="rect">
            <a:avLst/>
          </a:prstGeom>
        </p:spPr>
      </p:pic>
      <p:sp>
        <p:nvSpPr>
          <p:cNvPr id="148" name="path-143">
            <a:extLst xmlns:a="http://schemas.openxmlformats.org/drawingml/2006/main">
              <a:ext uri="{FF2B5EF4-FFF2-40B4-BE49-F238E27FC236}">
                <a16:creationId xmlns:a16="http://schemas.microsoft.com/office/drawing/2014/main" id="{71015E92-BEE8-4179-9D44-B853729F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159" y="7403035"/>
            <a:ext cx="1625667" cy="1688731"/>
          </a:xfrm>
          <a:custGeom xmlns:a="http://schemas.openxmlformats.org/drawingml/2006/main">
            <a:pathLst>
              <a:path w="1488689" h="1546440">
                <a:moveTo>
                  <a:pt x="0" y="0"/>
                </a:moveTo>
                <a:lnTo>
                  <a:pt x="0" y="1546440"/>
                </a:lnTo>
                <a:lnTo>
                  <a:pt x="1488689" y="1546440"/>
                </a:lnTo>
                <a:lnTo>
                  <a:pt x="14886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D661D11-5996-484E-A2FF-718596FEF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1acb3fcaf40f2"/>
          <a:stretch xmlns:a="http://schemas.openxmlformats.org/drawingml/2006/main"/>
        </p:blipFill>
        <p:spPr>
          <a:xfrm xmlns:a="http://schemas.openxmlformats.org/drawingml/2006/main">
            <a:off x="8688888" y="7705906"/>
            <a:ext cx="592881" cy="582479"/>
          </a:xfrm>
          <a:prstGeom xmlns:a="http://schemas.openxmlformats.org/drawingml/2006/main" prst="rect">
            <a:avLst/>
          </a:prstGeom>
        </p:spPr>
      </p:pic>
      <p:sp>
        <p:nvSpPr>
          <p:cNvPr id="150" name="path-145">
            <a:extLst xmlns:a="http://schemas.openxmlformats.org/drawingml/2006/main">
              <a:ext uri="{FF2B5EF4-FFF2-40B4-BE49-F238E27FC236}">
                <a16:creationId xmlns:a16="http://schemas.microsoft.com/office/drawing/2014/main" id="{CE7E5449-56D5-43EC-BD5B-89DD8EA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5" y="7720613"/>
            <a:ext cx="545506" cy="545560"/>
          </a:xfrm>
          <a:custGeom xmlns:a="http://schemas.openxmlformats.org/drawingml/2006/main">
            <a:pathLst>
              <a:path w="499542" h="499591">
                <a:moveTo>
                  <a:pt x="410675" y="88876"/>
                </a:moveTo>
                <a:cubicBezTo>
                  <a:pt x="499542" y="177748"/>
                  <a:pt x="499542" y="321843"/>
                  <a:pt x="410675" y="410716"/>
                </a:cubicBezTo>
                <a:cubicBezTo>
                  <a:pt x="321810" y="499591"/>
                  <a:pt x="177731" y="499591"/>
                  <a:pt x="88866" y="410716"/>
                </a:cubicBezTo>
                <a:cubicBezTo>
                  <a:pt x="0" y="321843"/>
                  <a:pt x="0" y="177748"/>
                  <a:pt x="88866" y="88876"/>
                </a:cubicBezTo>
                <a:cubicBezTo>
                  <a:pt x="177731" y="0"/>
                  <a:pt x="321810" y="0"/>
                  <a:pt x="410675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51" name="text-146 1">
            <a:extLst xmlns:a="http://schemas.openxmlformats.org/drawingml/2006/main">
              <a:ext uri="{FF2B5EF4-FFF2-40B4-BE49-F238E27FC236}">
                <a16:creationId xmlns:a16="http://schemas.microsoft.com/office/drawing/2014/main" id="{AE500DFC-A0D3-4830-9770-67D0CA1B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8976" y="7886331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40730F9-5878-4CC6-AFE9-390F04EDDB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5288739f140e4"/>
          <a:stretch xmlns:a="http://schemas.openxmlformats.org/drawingml/2006/main"/>
        </p:blipFill>
        <p:spPr>
          <a:xfrm xmlns:a="http://schemas.openxmlformats.org/drawingml/2006/main">
            <a:off x="9021733" y="8298787"/>
            <a:ext cx="582479" cy="592881"/>
          </a:xfrm>
          <a:prstGeom xmlns:a="http://schemas.openxmlformats.org/drawingml/2006/main" prst="rect">
            <a:avLst/>
          </a:prstGeom>
        </p:spPr>
      </p:pic>
      <p:sp>
        <p:nvSpPr>
          <p:cNvPr id="153" name="path-148">
            <a:extLst xmlns:a="http://schemas.openxmlformats.org/drawingml/2006/main">
              <a:ext uri="{FF2B5EF4-FFF2-40B4-BE49-F238E27FC236}">
                <a16:creationId xmlns:a16="http://schemas.microsoft.com/office/drawing/2014/main" id="{09EB719E-D4AD-4700-B4CB-E257785D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874" y="8325079"/>
            <a:ext cx="545506" cy="545464"/>
          </a:xfrm>
          <a:custGeom xmlns:a="http://schemas.openxmlformats.org/drawingml/2006/main">
            <a:pathLst>
              <a:path w="499542" h="499503">
                <a:moveTo>
                  <a:pt x="410676" y="88876"/>
                </a:moveTo>
                <a:cubicBezTo>
                  <a:pt x="499542" y="177660"/>
                  <a:pt x="499542" y="321752"/>
                  <a:pt x="410676" y="410628"/>
                </a:cubicBezTo>
                <a:cubicBezTo>
                  <a:pt x="321810" y="499503"/>
                  <a:pt x="177732" y="499503"/>
                  <a:pt x="88866" y="410628"/>
                </a:cubicBezTo>
                <a:cubicBezTo>
                  <a:pt x="0" y="321752"/>
                  <a:pt x="0" y="177660"/>
                  <a:pt x="88866" y="88876"/>
                </a:cubicBezTo>
                <a:cubicBezTo>
                  <a:pt x="177732" y="0"/>
                  <a:pt x="321810" y="0"/>
                  <a:pt x="410676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54" name="text-149 2">
            <a:extLst xmlns:a="http://schemas.openxmlformats.org/drawingml/2006/main">
              <a:ext uri="{FF2B5EF4-FFF2-40B4-BE49-F238E27FC236}">
                <a16:creationId xmlns:a16="http://schemas.microsoft.com/office/drawing/2014/main" id="{6F818FA4-D548-48B6-AB15-7A975DD8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384" y="8490698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5" name="path-150">
            <a:extLst xmlns:a="http://schemas.openxmlformats.org/drawingml/2006/main">
              <a:ext uri="{FF2B5EF4-FFF2-40B4-BE49-F238E27FC236}">
                <a16:creationId xmlns:a16="http://schemas.microsoft.com/office/drawing/2014/main" id="{C03A3363-5836-4ACB-A930-92C8891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3499" y="8212136"/>
            <a:ext cx="69329" cy="128441"/>
          </a:xfrm>
          <a:custGeom xmlns:a="http://schemas.openxmlformats.org/drawingml/2006/main">
            <a:pathLst>
              <a:path w="63488" h="117618">
                <a:moveTo>
                  <a:pt x="0" y="0"/>
                </a:moveTo>
                <a:lnTo>
                  <a:pt x="63488" y="117618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56" name="path-151">
            <a:extLst xmlns:a="http://schemas.openxmlformats.org/drawingml/2006/main">
              <a:ext uri="{FF2B5EF4-FFF2-40B4-BE49-F238E27FC236}">
                <a16:creationId xmlns:a16="http://schemas.microsoft.com/office/drawing/2014/main" id="{AAE21FE7-F47B-4DE6-A2F3-6B9770B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38" y="8320400"/>
            <a:ext cx="31987" cy="42050"/>
          </a:xfrm>
          <a:custGeom xmlns:a="http://schemas.openxmlformats.org/drawingml/2006/main">
            <a:pathLst>
              <a:path w="29292" h="38506">
                <a:moveTo>
                  <a:pt x="29292" y="38506"/>
                </a:moveTo>
                <a:lnTo>
                  <a:pt x="24016" y="0"/>
                </a:lnTo>
                <a:lnTo>
                  <a:pt x="18494" y="18485"/>
                </a:lnTo>
                <a:lnTo>
                  <a:pt x="0" y="12963"/>
                </a:lnTo>
                <a:lnTo>
                  <a:pt x="29292" y="385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2">
            <a:extLst xmlns:a="http://schemas.openxmlformats.org/drawingml/2006/main">
              <a:ext uri="{FF2B5EF4-FFF2-40B4-BE49-F238E27FC236}">
                <a16:creationId xmlns:a16="http://schemas.microsoft.com/office/drawing/2014/main" id="{78550633-248A-42AF-9B6E-839AA56E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639" y="8320411"/>
            <a:ext cx="31984" cy="42021"/>
          </a:xfrm>
          <a:custGeom xmlns:a="http://schemas.openxmlformats.org/drawingml/2006/main">
            <a:pathLst>
              <a:path w="29289" h="38480">
                <a:moveTo>
                  <a:pt x="29289" y="38480"/>
                </a:moveTo>
                <a:lnTo>
                  <a:pt x="24016" y="0"/>
                </a:lnTo>
                <a:lnTo>
                  <a:pt x="18488" y="18466"/>
                </a:lnTo>
                <a:lnTo>
                  <a:pt x="0" y="12916"/>
                </a:lnTo>
                <a:lnTo>
                  <a:pt x="29289" y="3848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04FECFE-95D0-4696-9A4B-46D7FD8DE0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b2587592a441f"/>
          <a:stretch xmlns:a="http://schemas.openxmlformats.org/drawingml/2006/main"/>
        </p:blipFill>
        <p:spPr>
          <a:xfrm xmlns:a="http://schemas.openxmlformats.org/drawingml/2006/main">
            <a:off x="11798911" y="7393864"/>
            <a:ext cx="1789043" cy="1705832"/>
          </a:xfrm>
          <a:prstGeom xmlns:a="http://schemas.openxmlformats.org/drawingml/2006/main" prst="rect">
            <a:avLst/>
          </a:prstGeom>
        </p:spPr>
      </p:pic>
      <p:sp>
        <p:nvSpPr>
          <p:cNvPr id="159" name="path-154">
            <a:extLst xmlns:a="http://schemas.openxmlformats.org/drawingml/2006/main">
              <a:ext uri="{FF2B5EF4-FFF2-40B4-BE49-F238E27FC236}">
                <a16:creationId xmlns:a16="http://schemas.microsoft.com/office/drawing/2014/main" id="{2D30485B-802A-4819-8F1F-6244AE2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974" y="7403035"/>
            <a:ext cx="1772822" cy="1688731"/>
          </a:xfrm>
          <a:custGeom xmlns:a="http://schemas.openxmlformats.org/drawingml/2006/main">
            <a:pathLst>
              <a:path w="1623445" h="1546440">
                <a:moveTo>
                  <a:pt x="0" y="0"/>
                </a:moveTo>
                <a:lnTo>
                  <a:pt x="0" y="1546440"/>
                </a:lnTo>
                <a:lnTo>
                  <a:pt x="1623445" y="1546440"/>
                </a:lnTo>
                <a:lnTo>
                  <a:pt x="162344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0272D50-81F3-478B-B858-A286AE926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5f173f23a4da0"/>
          <a:stretch xmlns:a="http://schemas.openxmlformats.org/drawingml/2006/main"/>
        </p:blipFill>
        <p:spPr>
          <a:xfrm xmlns:a="http://schemas.openxmlformats.org/drawingml/2006/main">
            <a:off x="12963869" y="8184372"/>
            <a:ext cx="582479" cy="582479"/>
          </a:xfrm>
          <a:prstGeom xmlns:a="http://schemas.openxmlformats.org/drawingml/2006/main" prst="rect">
            <a:avLst/>
          </a:prstGeom>
        </p:spPr>
      </p:pic>
      <p:sp>
        <p:nvSpPr>
          <p:cNvPr id="161" name="path-156">
            <a:extLst xmlns:a="http://schemas.openxmlformats.org/drawingml/2006/main">
              <a:ext uri="{FF2B5EF4-FFF2-40B4-BE49-F238E27FC236}">
                <a16:creationId xmlns:a16="http://schemas.microsoft.com/office/drawing/2014/main" id="{B6431E6D-F8AF-47B7-8A04-377EEFCB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160" y="8198723"/>
            <a:ext cx="545510" cy="545560"/>
          </a:xfrm>
          <a:custGeom xmlns:a="http://schemas.openxmlformats.org/drawingml/2006/main">
            <a:pathLst>
              <a:path w="499546" h="499591">
                <a:moveTo>
                  <a:pt x="410679" y="88876"/>
                </a:moveTo>
                <a:cubicBezTo>
                  <a:pt x="499546" y="177751"/>
                  <a:pt x="499546" y="321843"/>
                  <a:pt x="410679" y="410719"/>
                </a:cubicBezTo>
                <a:cubicBezTo>
                  <a:pt x="321814" y="499591"/>
                  <a:pt x="177732" y="499591"/>
                  <a:pt x="88865" y="410719"/>
                </a:cubicBezTo>
                <a:cubicBezTo>
                  <a:pt x="0" y="321843"/>
                  <a:pt x="0" y="177751"/>
                  <a:pt x="88865" y="88876"/>
                </a:cubicBezTo>
                <a:cubicBezTo>
                  <a:pt x="177732" y="0"/>
                  <a:pt x="321814" y="0"/>
                  <a:pt x="410679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62" name="text-157 1">
            <a:extLst xmlns:a="http://schemas.openxmlformats.org/drawingml/2006/main">
              <a:ext uri="{FF2B5EF4-FFF2-40B4-BE49-F238E27FC236}">
                <a16:creationId xmlns:a16="http://schemas.microsoft.com/office/drawing/2014/main" id="{02331EF3-10DD-475E-B99B-470EAF3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8724" y="8709738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67AF8A3-49D2-4218-8FEF-33C9DFCC76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a446b8ffc4fbf"/>
          <a:stretch xmlns:a="http://schemas.openxmlformats.org/drawingml/2006/main"/>
        </p:blipFill>
        <p:spPr>
          <a:xfrm xmlns:a="http://schemas.openxmlformats.org/drawingml/2006/main">
            <a:off x="11944531" y="8017949"/>
            <a:ext cx="582479" cy="592881"/>
          </a:xfrm>
          <a:prstGeom xmlns:a="http://schemas.openxmlformats.org/drawingml/2006/main" prst="rect">
            <a:avLst/>
          </a:prstGeom>
        </p:spPr>
      </p:pic>
      <p:sp>
        <p:nvSpPr>
          <p:cNvPr id="164" name="path-159">
            <a:extLst xmlns:a="http://schemas.openxmlformats.org/drawingml/2006/main">
              <a:ext uri="{FF2B5EF4-FFF2-40B4-BE49-F238E27FC236}">
                <a16:creationId xmlns:a16="http://schemas.microsoft.com/office/drawing/2014/main" id="{34CC482D-9121-494D-A859-9D29602F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1268" y="8044053"/>
            <a:ext cx="545510" cy="545563"/>
          </a:xfrm>
          <a:custGeom xmlns:a="http://schemas.openxmlformats.org/drawingml/2006/main">
            <a:pathLst>
              <a:path w="499546" h="499594">
                <a:moveTo>
                  <a:pt x="410680" y="88876"/>
                </a:moveTo>
                <a:cubicBezTo>
                  <a:pt x="499546" y="177751"/>
                  <a:pt x="499546" y="321843"/>
                  <a:pt x="410680" y="410719"/>
                </a:cubicBezTo>
                <a:cubicBezTo>
                  <a:pt x="321814" y="499594"/>
                  <a:pt x="177731" y="499594"/>
                  <a:pt x="88875" y="410719"/>
                </a:cubicBezTo>
                <a:cubicBezTo>
                  <a:pt x="0" y="321843"/>
                  <a:pt x="0" y="177751"/>
                  <a:pt x="88875" y="88876"/>
                </a:cubicBezTo>
                <a:cubicBezTo>
                  <a:pt x="177731" y="0"/>
                  <a:pt x="321814" y="0"/>
                  <a:pt x="410680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65" name="text-160 2">
            <a:extLst xmlns:a="http://schemas.openxmlformats.org/drawingml/2006/main">
              <a:ext uri="{FF2B5EF4-FFF2-40B4-BE49-F238E27FC236}">
                <a16:creationId xmlns:a16="http://schemas.microsoft.com/office/drawing/2014/main" id="{2B379400-AF67-44B9-8701-050558E3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9833" y="8554872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11B788A-70E8-4009-AAC3-FEE0D331C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a5c129e8b4b87"/>
          <a:stretch xmlns:a="http://schemas.openxmlformats.org/drawingml/2006/main"/>
        </p:blipFill>
        <p:spPr>
          <a:xfrm xmlns:a="http://schemas.openxmlformats.org/drawingml/2006/main">
            <a:off x="12776644" y="7674702"/>
            <a:ext cx="582479" cy="582479"/>
          </a:xfrm>
          <a:prstGeom xmlns:a="http://schemas.openxmlformats.org/drawingml/2006/main" prst="rect">
            <a:avLst/>
          </a:prstGeom>
        </p:spPr>
      </p:pic>
      <p:sp>
        <p:nvSpPr>
          <p:cNvPr id="167" name="path-162">
            <a:extLst xmlns:a="http://schemas.openxmlformats.org/drawingml/2006/main">
              <a:ext uri="{FF2B5EF4-FFF2-40B4-BE49-F238E27FC236}">
                <a16:creationId xmlns:a16="http://schemas.microsoft.com/office/drawing/2014/main" id="{ACBFC488-7314-44EF-BADB-287D3A7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949" y="7692303"/>
            <a:ext cx="545500" cy="545560"/>
          </a:xfrm>
          <a:custGeom xmlns:a="http://schemas.openxmlformats.org/drawingml/2006/main">
            <a:pathLst>
              <a:path w="499537" h="499591">
                <a:moveTo>
                  <a:pt x="410671" y="88876"/>
                </a:moveTo>
                <a:cubicBezTo>
                  <a:pt x="499537" y="177751"/>
                  <a:pt x="499537" y="321843"/>
                  <a:pt x="410671" y="410716"/>
                </a:cubicBezTo>
                <a:cubicBezTo>
                  <a:pt x="321805" y="499591"/>
                  <a:pt x="177732" y="499591"/>
                  <a:pt x="88865" y="410716"/>
                </a:cubicBezTo>
                <a:cubicBezTo>
                  <a:pt x="0" y="321843"/>
                  <a:pt x="0" y="177751"/>
                  <a:pt x="88865" y="88876"/>
                </a:cubicBezTo>
                <a:cubicBezTo>
                  <a:pt x="177732" y="0"/>
                  <a:pt x="321805" y="0"/>
                  <a:pt x="410671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68" name="text-163 3">
            <a:extLst xmlns:a="http://schemas.openxmlformats.org/drawingml/2006/main">
              <a:ext uri="{FF2B5EF4-FFF2-40B4-BE49-F238E27FC236}">
                <a16:creationId xmlns:a16="http://schemas.microsoft.com/office/drawing/2014/main" id="{E1F2235E-EFC8-434B-9D80-162042F8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9863" y="7858021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9" name="path-164">
            <a:extLst xmlns:a="http://schemas.openxmlformats.org/drawingml/2006/main">
              <a:ext uri="{FF2B5EF4-FFF2-40B4-BE49-F238E27FC236}">
                <a16:creationId xmlns:a16="http://schemas.microsoft.com/office/drawing/2014/main" id="{739D63EB-BE7C-4BBD-8F38-79FBBC6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2931" y="8360642"/>
            <a:ext cx="484298" cy="73610"/>
          </a:xfrm>
          <a:custGeom xmlns:a="http://schemas.openxmlformats.org/drawingml/2006/main">
            <a:pathLst>
              <a:path w="443491" h="67407">
                <a:moveTo>
                  <a:pt x="443491" y="67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70" name="path-165">
            <a:extLst xmlns:a="http://schemas.openxmlformats.org/drawingml/2006/main">
              <a:ext uri="{FF2B5EF4-FFF2-40B4-BE49-F238E27FC236}">
                <a16:creationId xmlns:a16="http://schemas.microsoft.com/office/drawing/2014/main" id="{252147F3-E15A-4ECC-AEFA-E2A3639E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8375" y="8348185"/>
            <a:ext cx="41512" cy="29463"/>
          </a:xfrm>
          <a:custGeom xmlns:a="http://schemas.openxmlformats.org/drawingml/2006/main">
            <a:pathLst>
              <a:path w="38014" h="26981">
                <a:moveTo>
                  <a:pt x="0" y="8032"/>
                </a:moveTo>
                <a:lnTo>
                  <a:pt x="33921" y="26981"/>
                </a:lnTo>
                <a:lnTo>
                  <a:pt x="22460" y="11444"/>
                </a:lnTo>
                <a:lnTo>
                  <a:pt x="38014" y="0"/>
                </a:lnTo>
                <a:lnTo>
                  <a:pt x="0" y="80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66">
            <a:extLst xmlns:a="http://schemas.openxmlformats.org/drawingml/2006/main">
              <a:ext uri="{FF2B5EF4-FFF2-40B4-BE49-F238E27FC236}">
                <a16:creationId xmlns:a16="http://schemas.microsoft.com/office/drawing/2014/main" id="{DF46783E-C312-4BBC-A9F8-6F2C0CB1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8374" y="8348225"/>
            <a:ext cx="41523" cy="29405"/>
          </a:xfrm>
          <a:custGeom xmlns:a="http://schemas.openxmlformats.org/drawingml/2006/main">
            <a:pathLst>
              <a:path w="38024" h="26928">
                <a:moveTo>
                  <a:pt x="0" y="8004"/>
                </a:moveTo>
                <a:lnTo>
                  <a:pt x="33931" y="26928"/>
                </a:lnTo>
                <a:lnTo>
                  <a:pt x="22488" y="11370"/>
                </a:lnTo>
                <a:lnTo>
                  <a:pt x="38024" y="0"/>
                </a:lnTo>
                <a:lnTo>
                  <a:pt x="0" y="8004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72" name="path-167">
            <a:extLst xmlns:a="http://schemas.openxmlformats.org/drawingml/2006/main">
              <a:ext uri="{FF2B5EF4-FFF2-40B4-BE49-F238E27FC236}">
                <a16:creationId xmlns:a16="http://schemas.microsoft.com/office/drawing/2014/main" id="{7046EDC2-94AE-4D90-81B1-D7951D68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080" y="8078623"/>
            <a:ext cx="336286" cy="141654"/>
          </a:xfrm>
          <a:custGeom xmlns:a="http://schemas.openxmlformats.org/drawingml/2006/main">
            <a:pathLst>
              <a:path w="307951" h="129719">
                <a:moveTo>
                  <a:pt x="0" y="129719"/>
                </a:moveTo>
                <a:lnTo>
                  <a:pt x="3079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73" name="path-168">
            <a:extLst xmlns:a="http://schemas.openxmlformats.org/drawingml/2006/main">
              <a:ext uri="{FF2B5EF4-FFF2-40B4-BE49-F238E27FC236}">
                <a16:creationId xmlns:a16="http://schemas.microsoft.com/office/drawing/2014/main" id="{ABBA0F2E-86C5-45CE-8144-5E0769CC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886" y="8068938"/>
            <a:ext cx="42417" cy="29166"/>
          </a:xfrm>
          <a:custGeom xmlns:a="http://schemas.openxmlformats.org/drawingml/2006/main">
            <a:pathLst>
              <a:path w="38843" h="26708">
                <a:moveTo>
                  <a:pt x="38843" y="0"/>
                </a:moveTo>
                <a:lnTo>
                  <a:pt x="0" y="1556"/>
                </a:lnTo>
                <a:lnTo>
                  <a:pt x="17830" y="8833"/>
                </a:lnTo>
                <a:lnTo>
                  <a:pt x="10552" y="26708"/>
                </a:lnTo>
                <a:lnTo>
                  <a:pt x="3884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69">
            <a:extLst xmlns:a="http://schemas.openxmlformats.org/drawingml/2006/main">
              <a:ext uri="{FF2B5EF4-FFF2-40B4-BE49-F238E27FC236}">
                <a16:creationId xmlns:a16="http://schemas.microsoft.com/office/drawing/2014/main" id="{56D163D3-38A4-4DC9-8388-8A55FAC1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846" y="8068989"/>
            <a:ext cx="42407" cy="29108"/>
          </a:xfrm>
          <a:custGeom xmlns:a="http://schemas.openxmlformats.org/drawingml/2006/main">
            <a:pathLst>
              <a:path w="38834" h="26655">
                <a:moveTo>
                  <a:pt x="38834" y="0"/>
                </a:moveTo>
                <a:lnTo>
                  <a:pt x="0" y="1548"/>
                </a:lnTo>
                <a:lnTo>
                  <a:pt x="17875" y="8822"/>
                </a:lnTo>
                <a:lnTo>
                  <a:pt x="10598" y="26655"/>
                </a:lnTo>
                <a:lnTo>
                  <a:pt x="38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75" name="path-170">
            <a:extLst xmlns:a="http://schemas.openxmlformats.org/drawingml/2006/main">
              <a:ext uri="{FF2B5EF4-FFF2-40B4-BE49-F238E27FC236}">
                <a16:creationId xmlns:a16="http://schemas.microsoft.com/office/drawing/2014/main" id="{F88F3B33-0102-429D-AA36-92E9AB5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25" y="9140440"/>
            <a:ext cx="191" cy="102416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76" name="path-171">
            <a:extLst xmlns:a="http://schemas.openxmlformats.org/drawingml/2006/main">
              <a:ext uri="{FF2B5EF4-FFF2-40B4-BE49-F238E27FC236}">
                <a16:creationId xmlns:a16="http://schemas.microsoft.com/office/drawing/2014/main" id="{17D2893E-468A-453D-A5CB-72D3222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247" y="9210044"/>
            <a:ext cx="65562" cy="87420"/>
          </a:xfrm>
          <a:custGeom xmlns:a="http://schemas.openxmlformats.org/drawingml/2006/main">
            <a:pathLst>
              <a:path w="60038" h="80054">
                <a:moveTo>
                  <a:pt x="30019" y="80054"/>
                </a:moveTo>
                <a:lnTo>
                  <a:pt x="60038" y="0"/>
                </a:lnTo>
                <a:lnTo>
                  <a:pt x="30019" y="30023"/>
                </a:lnTo>
                <a:lnTo>
                  <a:pt x="0" y="0"/>
                </a:lnTo>
                <a:lnTo>
                  <a:pt x="30019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2">
            <a:extLst xmlns:a="http://schemas.openxmlformats.org/drawingml/2006/main">
              <a:ext uri="{FF2B5EF4-FFF2-40B4-BE49-F238E27FC236}">
                <a16:creationId xmlns:a16="http://schemas.microsoft.com/office/drawing/2014/main" id="{C4924AA9-B243-42D1-949A-6279B662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243" y="9210076"/>
            <a:ext cx="65563" cy="87416"/>
          </a:xfrm>
          <a:custGeom xmlns:a="http://schemas.openxmlformats.org/drawingml/2006/main">
            <a:pathLst>
              <a:path w="60038" h="80050">
                <a:moveTo>
                  <a:pt x="30020" y="80050"/>
                </a:moveTo>
                <a:lnTo>
                  <a:pt x="60038" y="0"/>
                </a:lnTo>
                <a:lnTo>
                  <a:pt x="30020" y="30018"/>
                </a:lnTo>
                <a:lnTo>
                  <a:pt x="0" y="0"/>
                </a:lnTo>
                <a:lnTo>
                  <a:pt x="30020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78" name="path-173">
            <a:extLst xmlns:a="http://schemas.openxmlformats.org/drawingml/2006/main">
              <a:ext uri="{FF2B5EF4-FFF2-40B4-BE49-F238E27FC236}">
                <a16:creationId xmlns:a16="http://schemas.microsoft.com/office/drawing/2014/main" id="{758C1E7B-BE77-4943-BD84-4E0A9FCF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216" y="9140440"/>
            <a:ext cx="191" cy="102416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79" name="path-174">
            <a:extLst xmlns:a="http://schemas.openxmlformats.org/drawingml/2006/main">
              <a:ext uri="{FF2B5EF4-FFF2-40B4-BE49-F238E27FC236}">
                <a16:creationId xmlns:a16="http://schemas.microsoft.com/office/drawing/2014/main" id="{A761EC53-60C0-457A-AC20-E77C067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434" y="9210044"/>
            <a:ext cx="65563" cy="87420"/>
          </a:xfrm>
          <a:custGeom xmlns:a="http://schemas.openxmlformats.org/drawingml/2006/main">
            <a:pathLst>
              <a:path w="60038" h="80054">
                <a:moveTo>
                  <a:pt x="30020" y="80054"/>
                </a:moveTo>
                <a:lnTo>
                  <a:pt x="60038" y="0"/>
                </a:lnTo>
                <a:lnTo>
                  <a:pt x="30020" y="30023"/>
                </a:lnTo>
                <a:lnTo>
                  <a:pt x="0" y="0"/>
                </a:lnTo>
                <a:lnTo>
                  <a:pt x="30020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75">
            <a:extLst xmlns:a="http://schemas.openxmlformats.org/drawingml/2006/main">
              <a:ext uri="{FF2B5EF4-FFF2-40B4-BE49-F238E27FC236}">
                <a16:creationId xmlns:a16="http://schemas.microsoft.com/office/drawing/2014/main" id="{39A8AA21-A905-4C53-A783-ABC4DDD5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434" y="9210076"/>
            <a:ext cx="65563" cy="87416"/>
          </a:xfrm>
          <a:custGeom xmlns:a="http://schemas.openxmlformats.org/drawingml/2006/main">
            <a:pathLst>
              <a:path w="60038" h="80050">
                <a:moveTo>
                  <a:pt x="30020" y="80050"/>
                </a:moveTo>
                <a:lnTo>
                  <a:pt x="60038" y="0"/>
                </a:lnTo>
                <a:lnTo>
                  <a:pt x="30020" y="30018"/>
                </a:lnTo>
                <a:lnTo>
                  <a:pt x="0" y="0"/>
                </a:lnTo>
                <a:lnTo>
                  <a:pt x="30020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81" name="path-176">
            <a:extLst xmlns:a="http://schemas.openxmlformats.org/drawingml/2006/main">
              <a:ext uri="{FF2B5EF4-FFF2-40B4-BE49-F238E27FC236}">
                <a16:creationId xmlns:a16="http://schemas.microsoft.com/office/drawing/2014/main" id="{17600FFE-104A-48FF-A0DC-6BF46B06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413" y="9140440"/>
            <a:ext cx="191" cy="102416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82" name="path-177">
            <a:extLst xmlns:a="http://schemas.openxmlformats.org/drawingml/2006/main">
              <a:ext uri="{FF2B5EF4-FFF2-40B4-BE49-F238E27FC236}">
                <a16:creationId xmlns:a16="http://schemas.microsoft.com/office/drawing/2014/main" id="{B6ECF4CA-61C5-46FC-BB68-30D978CD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621" y="9210044"/>
            <a:ext cx="65563" cy="87420"/>
          </a:xfrm>
          <a:custGeom xmlns:a="http://schemas.openxmlformats.org/drawingml/2006/main">
            <a:pathLst>
              <a:path w="60039" h="80054">
                <a:moveTo>
                  <a:pt x="30020" y="80054"/>
                </a:moveTo>
                <a:lnTo>
                  <a:pt x="60039" y="0"/>
                </a:lnTo>
                <a:lnTo>
                  <a:pt x="30020" y="30023"/>
                </a:lnTo>
                <a:lnTo>
                  <a:pt x="0" y="0"/>
                </a:lnTo>
                <a:lnTo>
                  <a:pt x="30020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78">
            <a:extLst xmlns:a="http://schemas.openxmlformats.org/drawingml/2006/main">
              <a:ext uri="{FF2B5EF4-FFF2-40B4-BE49-F238E27FC236}">
                <a16:creationId xmlns:a16="http://schemas.microsoft.com/office/drawing/2014/main" id="{6BEBD26B-C7BC-413B-8B9C-4BB0B6DB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632" y="9210076"/>
            <a:ext cx="65563" cy="87416"/>
          </a:xfrm>
          <a:custGeom xmlns:a="http://schemas.openxmlformats.org/drawingml/2006/main">
            <a:pathLst>
              <a:path w="60038" h="80050">
                <a:moveTo>
                  <a:pt x="30019" y="80050"/>
                </a:moveTo>
                <a:lnTo>
                  <a:pt x="60038" y="0"/>
                </a:lnTo>
                <a:lnTo>
                  <a:pt x="30019" y="30018"/>
                </a:lnTo>
                <a:lnTo>
                  <a:pt x="0" y="0"/>
                </a:lnTo>
                <a:lnTo>
                  <a:pt x="30019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84" name="path-179">
            <a:extLst xmlns:a="http://schemas.openxmlformats.org/drawingml/2006/main">
              <a:ext uri="{FF2B5EF4-FFF2-40B4-BE49-F238E27FC236}">
                <a16:creationId xmlns:a16="http://schemas.microsoft.com/office/drawing/2014/main" id="{47686E23-1FCB-46F3-9811-EB484CA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478" y="9351712"/>
            <a:ext cx="1901026" cy="303861"/>
          </a:xfrm>
          <a:custGeom xmlns:a="http://schemas.openxmlformats.org/drawingml/2006/main">
            <a:pathLst>
              <a:path w="1740847" h="278258">
                <a:moveTo>
                  <a:pt x="0" y="0"/>
                </a:moveTo>
                <a:lnTo>
                  <a:pt x="1740847" y="0"/>
                </a:lnTo>
                <a:lnTo>
                  <a:pt x="1740847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text-180 “Downy">
            <a:extLst xmlns:a="http://schemas.openxmlformats.org/drawingml/2006/main">
              <a:ext uri="{FF2B5EF4-FFF2-40B4-BE49-F238E27FC236}">
                <a16:creationId xmlns:a16="http://schemas.microsoft.com/office/drawing/2014/main" id="{43978A15-9141-4AEC-90E6-A7F913A2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6742" y="9381462"/>
            <a:ext cx="638317" cy="25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“Downy</a:t>
            </a:r>
          </a:p>
        </p:txBody>
      </p:sp>
      <p:sp>
        <p:nvSpPr>
          <p:cNvPr id="186" name="text-180 woodpecker.”">
            <a:extLst xmlns:a="http://schemas.openxmlformats.org/drawingml/2006/main">
              <a:ext uri="{FF2B5EF4-FFF2-40B4-BE49-F238E27FC236}">
                <a16:creationId xmlns:a16="http://schemas.microsoft.com/office/drawing/2014/main" id="{FBE03C7A-AFA8-4BCA-AB4B-B248AD63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534" y="9381454"/>
            <a:ext cx="1098980" cy="250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woodpecker.”</a:t>
            </a:r>
          </a:p>
        </p:txBody>
      </p:sp>
      <p:sp>
        <p:nvSpPr>
          <p:cNvPr id="187" name="path-181">
            <a:extLst xmlns:a="http://schemas.openxmlformats.org/drawingml/2006/main">
              <a:ext uri="{FF2B5EF4-FFF2-40B4-BE49-F238E27FC236}">
                <a16:creationId xmlns:a16="http://schemas.microsoft.com/office/drawing/2014/main" id="{E40E71E5-ACC0-47FA-B4D8-BCE9AF6B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675" y="9351712"/>
            <a:ext cx="1901025" cy="303861"/>
          </a:xfrm>
          <a:custGeom xmlns:a="http://schemas.openxmlformats.org/drawingml/2006/main">
            <a:pathLst>
              <a:path w="1740846" h="278258">
                <a:moveTo>
                  <a:pt x="0" y="0"/>
                </a:moveTo>
                <a:lnTo>
                  <a:pt x="1740846" y="0"/>
                </a:lnTo>
                <a:lnTo>
                  <a:pt x="1740846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text-182 “A">
            <a:extLst xmlns:a="http://schemas.openxmlformats.org/drawingml/2006/main">
              <a:ext uri="{FF2B5EF4-FFF2-40B4-BE49-F238E27FC236}">
                <a16:creationId xmlns:a16="http://schemas.microsoft.com/office/drawing/2014/main" id="{6FEC9FF3-B069-4B17-8691-94FD440E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3776" y="9381510"/>
            <a:ext cx="210994" cy="250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“A</a:t>
            </a:r>
          </a:p>
        </p:txBody>
      </p:sp>
      <p:sp>
        <p:nvSpPr>
          <p:cNvPr id="189" name="text-182 man">
            <a:extLst xmlns:a="http://schemas.openxmlformats.org/drawingml/2006/main">
              <a:ext uri="{FF2B5EF4-FFF2-40B4-BE49-F238E27FC236}">
                <a16:creationId xmlns:a16="http://schemas.microsoft.com/office/drawing/2014/main" id="{6016E3D3-C9CE-481C-A07E-8A172D6B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621" y="9381488"/>
            <a:ext cx="380035" cy="25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</a:t>
            </a:r>
          </a:p>
        </p:txBody>
      </p:sp>
      <p:sp>
        <p:nvSpPr>
          <p:cNvPr id="190" name="text-182 plays">
            <a:extLst xmlns:a="http://schemas.openxmlformats.org/drawingml/2006/main">
              <a:ext uri="{FF2B5EF4-FFF2-40B4-BE49-F238E27FC236}">
                <a16:creationId xmlns:a16="http://schemas.microsoft.com/office/drawing/2014/main" id="{DBE5E548-2D3C-4954-A5D5-4ECF957B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3145" y="9381466"/>
            <a:ext cx="449639" cy="25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plays</a:t>
            </a:r>
          </a:p>
        </p:txBody>
      </p:sp>
      <p:sp>
        <p:nvSpPr>
          <p:cNvPr id="191" name="text-182 tennis.”">
            <a:extLst xmlns:a="http://schemas.openxmlformats.org/drawingml/2006/main">
              <a:ext uri="{FF2B5EF4-FFF2-40B4-BE49-F238E27FC236}">
                <a16:creationId xmlns:a16="http://schemas.microsoft.com/office/drawing/2014/main" id="{7FF46DEA-F7A5-4068-8DE2-50AC0D7E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0260" y="9381466"/>
            <a:ext cx="618577" cy="250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tennis.”</a:t>
            </a:r>
          </a:p>
        </p:txBody>
      </p:sp>
      <p:sp>
        <p:nvSpPr>
          <p:cNvPr id="192" name="path-183">
            <a:extLst xmlns:a="http://schemas.openxmlformats.org/drawingml/2006/main">
              <a:ext uri="{FF2B5EF4-FFF2-40B4-BE49-F238E27FC236}">
                <a16:creationId xmlns:a16="http://schemas.microsoft.com/office/drawing/2014/main" id="{63DE2D25-7A03-41F5-8C39-08364A8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872" y="9351712"/>
            <a:ext cx="1901026" cy="303861"/>
          </a:xfrm>
          <a:custGeom xmlns:a="http://schemas.openxmlformats.org/drawingml/2006/main">
            <a:pathLst>
              <a:path w="1740847" h="278258">
                <a:moveTo>
                  <a:pt x="0" y="0"/>
                </a:moveTo>
                <a:lnTo>
                  <a:pt x="1740847" y="0"/>
                </a:lnTo>
                <a:lnTo>
                  <a:pt x="1740847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text-184 “Pulmonary">
            <a:extLst xmlns:a="http://schemas.openxmlformats.org/drawingml/2006/main">
              <a:ext uri="{FF2B5EF4-FFF2-40B4-BE49-F238E27FC236}">
                <a16:creationId xmlns:a16="http://schemas.microsoft.com/office/drawing/2014/main" id="{B3673000-90C6-4060-A651-F11BFA3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2649" y="9381450"/>
            <a:ext cx="946440" cy="250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“Pulmonary</a:t>
            </a:r>
          </a:p>
        </p:txBody>
      </p:sp>
      <p:sp>
        <p:nvSpPr>
          <p:cNvPr id="194" name="text-184 fibrosis.”">
            <a:extLst xmlns:a="http://schemas.openxmlformats.org/drawingml/2006/main">
              <a:ext uri="{FF2B5EF4-FFF2-40B4-BE49-F238E27FC236}">
                <a16:creationId xmlns:a16="http://schemas.microsoft.com/office/drawing/2014/main" id="{270159F5-36B5-4A13-A0F8-D92A8AE1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6562" y="9381456"/>
            <a:ext cx="707803" cy="250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fibrosis.”</a:t>
            </a:r>
          </a:p>
        </p:txBody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C2AA798-C198-4320-8B5D-C8A953465C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cab211af64210"/>
          <a:stretch xmlns:a="http://schemas.openxmlformats.org/drawingml/2006/main"/>
        </p:blipFill>
        <p:spPr>
          <a:xfrm xmlns:a="http://schemas.openxmlformats.org/drawingml/2006/main">
            <a:off x="13806384" y="7393864"/>
            <a:ext cx="1705832" cy="1705832"/>
          </a:xfrm>
          <a:prstGeom xmlns:a="http://schemas.openxmlformats.org/drawingml/2006/main" prst="rect">
            <a:avLst/>
          </a:prstGeom>
        </p:spPr>
      </p:pic>
      <p:sp>
        <p:nvSpPr>
          <p:cNvPr id="196" name="path-186">
            <a:extLst xmlns:a="http://schemas.openxmlformats.org/drawingml/2006/main">
              <a:ext uri="{FF2B5EF4-FFF2-40B4-BE49-F238E27FC236}">
                <a16:creationId xmlns:a16="http://schemas.microsoft.com/office/drawing/2014/main" id="{C862C3FD-6222-44C8-B456-6F165345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705" y="7403035"/>
            <a:ext cx="1695745" cy="1688731"/>
          </a:xfrm>
          <a:custGeom xmlns:a="http://schemas.openxmlformats.org/drawingml/2006/main">
            <a:pathLst>
              <a:path w="1552862" h="1546440">
                <a:moveTo>
                  <a:pt x="0" y="0"/>
                </a:moveTo>
                <a:lnTo>
                  <a:pt x="0" y="1546440"/>
                </a:lnTo>
                <a:lnTo>
                  <a:pt x="1552862" y="1546440"/>
                </a:lnTo>
                <a:lnTo>
                  <a:pt x="15528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44ED1BB-293D-491A-843D-8B12E8835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ca524ebf745de"/>
          <a:stretch xmlns:a="http://schemas.openxmlformats.org/drawingml/2006/main"/>
        </p:blipFill>
        <p:spPr>
          <a:xfrm xmlns:a="http://schemas.openxmlformats.org/drawingml/2006/main">
            <a:off x="13993610" y="7570688"/>
            <a:ext cx="592881" cy="582479"/>
          </a:xfrm>
          <a:prstGeom xmlns:a="http://schemas.openxmlformats.org/drawingml/2006/main" prst="rect">
            <a:avLst/>
          </a:prstGeom>
        </p:spPr>
      </p:pic>
      <p:sp>
        <p:nvSpPr>
          <p:cNvPr id="198" name="path-188">
            <a:extLst xmlns:a="http://schemas.openxmlformats.org/drawingml/2006/main">
              <a:ext uri="{FF2B5EF4-FFF2-40B4-BE49-F238E27FC236}">
                <a16:creationId xmlns:a16="http://schemas.microsoft.com/office/drawing/2014/main" id="{F0A5D334-3058-428F-B87E-7DCCD4FA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3733" y="7589291"/>
            <a:ext cx="545511" cy="545460"/>
          </a:xfrm>
          <a:custGeom xmlns:a="http://schemas.openxmlformats.org/drawingml/2006/main">
            <a:pathLst>
              <a:path w="499547" h="499500">
                <a:moveTo>
                  <a:pt x="410680" y="88873"/>
                </a:moveTo>
                <a:cubicBezTo>
                  <a:pt x="499547" y="177748"/>
                  <a:pt x="499547" y="321840"/>
                  <a:pt x="410680" y="410716"/>
                </a:cubicBezTo>
                <a:cubicBezTo>
                  <a:pt x="321815" y="499500"/>
                  <a:pt x="177732" y="499500"/>
                  <a:pt x="88866" y="410716"/>
                </a:cubicBezTo>
                <a:cubicBezTo>
                  <a:pt x="0" y="321840"/>
                  <a:pt x="0" y="177748"/>
                  <a:pt x="88866" y="88873"/>
                </a:cubicBezTo>
                <a:cubicBezTo>
                  <a:pt x="177732" y="0"/>
                  <a:pt x="321815" y="0"/>
                  <a:pt x="410680" y="88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99" name="text-189 1">
            <a:extLst xmlns:a="http://schemas.openxmlformats.org/drawingml/2006/main">
              <a:ext uri="{FF2B5EF4-FFF2-40B4-BE49-F238E27FC236}">
                <a16:creationId xmlns:a16="http://schemas.microsoft.com/office/drawing/2014/main" id="{96D60CE2-4284-4E0E-A60E-69C755D2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12965" y="7755009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E0B8930-508B-41B1-AF1D-8351B9DC1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d0c5dae9845e6"/>
          <a:stretch xmlns:a="http://schemas.openxmlformats.org/drawingml/2006/main"/>
        </p:blipFill>
        <p:spPr>
          <a:xfrm xmlns:a="http://schemas.openxmlformats.org/drawingml/2006/main">
            <a:off x="14243244" y="8049153"/>
            <a:ext cx="582479" cy="592881"/>
          </a:xfrm>
          <a:prstGeom xmlns:a="http://schemas.openxmlformats.org/drawingml/2006/main" prst="rect">
            <a:avLst/>
          </a:prstGeom>
        </p:spPr>
      </p:pic>
      <p:sp>
        <p:nvSpPr>
          <p:cNvPr id="201" name="path-191">
            <a:extLst xmlns:a="http://schemas.openxmlformats.org/drawingml/2006/main">
              <a:ext uri="{FF2B5EF4-FFF2-40B4-BE49-F238E27FC236}">
                <a16:creationId xmlns:a16="http://schemas.microsoft.com/office/drawing/2014/main" id="{338402F2-3D12-4D81-80B7-0164B60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142" y="8068096"/>
            <a:ext cx="545511" cy="545460"/>
          </a:xfrm>
          <a:custGeom xmlns:a="http://schemas.openxmlformats.org/drawingml/2006/main">
            <a:pathLst>
              <a:path w="499547" h="499500">
                <a:moveTo>
                  <a:pt x="410681" y="88876"/>
                </a:moveTo>
                <a:cubicBezTo>
                  <a:pt x="499547" y="177751"/>
                  <a:pt x="499547" y="321840"/>
                  <a:pt x="410681" y="410625"/>
                </a:cubicBezTo>
                <a:cubicBezTo>
                  <a:pt x="321814" y="499500"/>
                  <a:pt x="177732" y="499500"/>
                  <a:pt x="88867" y="410625"/>
                </a:cubicBezTo>
                <a:cubicBezTo>
                  <a:pt x="0" y="321840"/>
                  <a:pt x="0" y="177751"/>
                  <a:pt x="88867" y="88876"/>
                </a:cubicBezTo>
                <a:cubicBezTo>
                  <a:pt x="177732" y="0"/>
                  <a:pt x="321814" y="0"/>
                  <a:pt x="410681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202" name="text-192 2">
            <a:extLst xmlns:a="http://schemas.openxmlformats.org/drawingml/2006/main">
              <a:ext uri="{FF2B5EF4-FFF2-40B4-BE49-F238E27FC236}">
                <a16:creationId xmlns:a16="http://schemas.microsoft.com/office/drawing/2014/main" id="{B3395998-93B8-48F2-ABF0-A078098D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2660" y="8233715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3" name="path-193">
            <a:extLst xmlns:a="http://schemas.openxmlformats.org/drawingml/2006/main">
              <a:ext uri="{FF2B5EF4-FFF2-40B4-BE49-F238E27FC236}">
                <a16:creationId xmlns:a16="http://schemas.microsoft.com/office/drawing/2014/main" id="{B5F69D60-8BDD-4BCD-B407-A482A355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7983" y="7920777"/>
            <a:ext cx="97936" cy="144338"/>
          </a:xfrm>
          <a:custGeom xmlns:a="http://schemas.openxmlformats.org/drawingml/2006/main">
            <a:pathLst>
              <a:path w="89684" h="132176">
                <a:moveTo>
                  <a:pt x="0" y="0"/>
                </a:moveTo>
                <a:cubicBezTo>
                  <a:pt x="30164" y="17466"/>
                  <a:pt x="56254" y="40661"/>
                  <a:pt x="72328" y="71410"/>
                </a:cubicBezTo>
                <a:cubicBezTo>
                  <a:pt x="82288" y="90421"/>
                  <a:pt x="87683" y="110980"/>
                  <a:pt x="89684" y="1321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204" name="path-194">
            <a:extLst xmlns:a="http://schemas.openxmlformats.org/drawingml/2006/main">
              <a:ext uri="{FF2B5EF4-FFF2-40B4-BE49-F238E27FC236}">
                <a16:creationId xmlns:a16="http://schemas.microsoft.com/office/drawing/2014/main" id="{DABD6424-A3C4-4E10-8EA7-E007BB62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968" y="8050163"/>
            <a:ext cx="29802" cy="39765"/>
          </a:xfrm>
          <a:custGeom xmlns:a="http://schemas.openxmlformats.org/drawingml/2006/main">
            <a:pathLst>
              <a:path w="27291" h="36414">
                <a:moveTo>
                  <a:pt x="13737" y="36414"/>
                </a:moveTo>
                <a:lnTo>
                  <a:pt x="27291" y="0"/>
                </a:lnTo>
                <a:lnTo>
                  <a:pt x="13737" y="13672"/>
                </a:lnTo>
                <a:lnTo>
                  <a:pt x="0" y="45"/>
                </a:lnTo>
                <a:lnTo>
                  <a:pt x="13737" y="364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95">
            <a:extLst xmlns:a="http://schemas.openxmlformats.org/drawingml/2006/main">
              <a:ext uri="{FF2B5EF4-FFF2-40B4-BE49-F238E27FC236}">
                <a16:creationId xmlns:a16="http://schemas.microsoft.com/office/drawing/2014/main" id="{0C4E2058-F661-482F-B712-6B122D05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998" y="8050214"/>
            <a:ext cx="29802" cy="39734"/>
          </a:xfrm>
          <a:custGeom xmlns:a="http://schemas.openxmlformats.org/drawingml/2006/main">
            <a:pathLst>
              <a:path w="27291" h="36386">
                <a:moveTo>
                  <a:pt x="13709" y="36386"/>
                </a:moveTo>
                <a:lnTo>
                  <a:pt x="27291" y="0"/>
                </a:lnTo>
                <a:lnTo>
                  <a:pt x="13663" y="13646"/>
                </a:lnTo>
                <a:lnTo>
                  <a:pt x="0" y="0"/>
                </a:lnTo>
                <a:lnTo>
                  <a:pt x="13709" y="36386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206" name="path-196">
            <a:extLst xmlns:a="http://schemas.openxmlformats.org/drawingml/2006/main">
              <a:ext uri="{FF2B5EF4-FFF2-40B4-BE49-F238E27FC236}">
                <a16:creationId xmlns:a16="http://schemas.microsoft.com/office/drawing/2014/main" id="{E896F56D-F630-4ACE-8AFF-B90A2F5D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4020" y="9351712"/>
            <a:ext cx="1901025" cy="303861"/>
          </a:xfrm>
          <a:custGeom xmlns:a="http://schemas.openxmlformats.org/drawingml/2006/main">
            <a:pathLst>
              <a:path w="1740846" h="278258">
                <a:moveTo>
                  <a:pt x="0" y="0"/>
                </a:moveTo>
                <a:lnTo>
                  <a:pt x="1740846" y="0"/>
                </a:lnTo>
                <a:lnTo>
                  <a:pt x="1740846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text-197 “Diabetic">
            <a:extLst xmlns:a="http://schemas.openxmlformats.org/drawingml/2006/main">
              <a:ext uri="{FF2B5EF4-FFF2-40B4-BE49-F238E27FC236}">
                <a16:creationId xmlns:a16="http://schemas.microsoft.com/office/drawing/2014/main" id="{61A66642-BA57-45AB-9E5F-06AFF2B6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6649" y="9381469"/>
            <a:ext cx="737768" cy="25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“Diabetic</a:t>
            </a:r>
          </a:p>
        </p:txBody>
      </p:sp>
      <p:sp>
        <p:nvSpPr>
          <p:cNvPr id="208" name="text-197 retinopathy.”">
            <a:extLst xmlns:a="http://schemas.openxmlformats.org/drawingml/2006/main">
              <a:ext uri="{FF2B5EF4-FFF2-40B4-BE49-F238E27FC236}">
                <a16:creationId xmlns:a16="http://schemas.microsoft.com/office/drawing/2014/main" id="{A5CAA689-9869-4EF1-AC17-AD71B6D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1893" y="9381463"/>
            <a:ext cx="1012884" cy="25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retinopathy.”</a:t>
            </a:r>
          </a:p>
        </p:txBody>
      </p:sp>
      <p:sp>
        <p:nvSpPr>
          <p:cNvPr id="209" name="path-198">
            <a:extLst xmlns:a="http://schemas.openxmlformats.org/drawingml/2006/main">
              <a:ext uri="{FF2B5EF4-FFF2-40B4-BE49-F238E27FC236}">
                <a16:creationId xmlns:a16="http://schemas.microsoft.com/office/drawing/2014/main" id="{56E9B6D3-339D-4752-8463-D735474C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611" y="9140440"/>
            <a:ext cx="191" cy="102416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10" name="path-199">
            <a:extLst xmlns:a="http://schemas.openxmlformats.org/drawingml/2006/main">
              <a:ext uri="{FF2B5EF4-FFF2-40B4-BE49-F238E27FC236}">
                <a16:creationId xmlns:a16="http://schemas.microsoft.com/office/drawing/2014/main" id="{5EF4C281-EFAB-47BE-AD84-6D62ABA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829" y="9210044"/>
            <a:ext cx="65563" cy="87420"/>
          </a:xfrm>
          <a:custGeom xmlns:a="http://schemas.openxmlformats.org/drawingml/2006/main">
            <a:pathLst>
              <a:path w="60038" h="80054">
                <a:moveTo>
                  <a:pt x="30020" y="80054"/>
                </a:moveTo>
                <a:lnTo>
                  <a:pt x="60038" y="0"/>
                </a:lnTo>
                <a:lnTo>
                  <a:pt x="30020" y="30023"/>
                </a:lnTo>
                <a:lnTo>
                  <a:pt x="0" y="0"/>
                </a:lnTo>
                <a:lnTo>
                  <a:pt x="30020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0">
            <a:extLst xmlns:a="http://schemas.openxmlformats.org/drawingml/2006/main">
              <a:ext uri="{FF2B5EF4-FFF2-40B4-BE49-F238E27FC236}">
                <a16:creationId xmlns:a16="http://schemas.microsoft.com/office/drawing/2014/main" id="{9546B2F6-64DF-4867-8CF3-8515417C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829" y="9210076"/>
            <a:ext cx="65562" cy="87416"/>
          </a:xfrm>
          <a:custGeom xmlns:a="http://schemas.openxmlformats.org/drawingml/2006/main">
            <a:pathLst>
              <a:path w="60038" h="80050">
                <a:moveTo>
                  <a:pt x="30020" y="80050"/>
                </a:moveTo>
                <a:lnTo>
                  <a:pt x="60038" y="0"/>
                </a:lnTo>
                <a:lnTo>
                  <a:pt x="30020" y="30018"/>
                </a:lnTo>
                <a:lnTo>
                  <a:pt x="0" y="0"/>
                </a:lnTo>
                <a:lnTo>
                  <a:pt x="30020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12" name="text-201 Visual">
            <a:extLst xmlns:a="http://schemas.openxmlformats.org/drawingml/2006/main">
              <a:ext uri="{FF2B5EF4-FFF2-40B4-BE49-F238E27FC236}">
                <a16:creationId xmlns:a16="http://schemas.microsoft.com/office/drawing/2014/main" id="{62521931-8EEB-460C-BC80-7A851515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6008" y="9774575"/>
            <a:ext cx="458671" cy="222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13" name="text-202 Environments">
            <a:extLst xmlns:a="http://schemas.openxmlformats.org/drawingml/2006/main">
              <a:ext uri="{FF2B5EF4-FFF2-40B4-BE49-F238E27FC236}">
                <a16:creationId xmlns:a16="http://schemas.microsoft.com/office/drawing/2014/main" id="{47E8F04E-AD5E-428D-9F42-F04DA47B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5155" y="9948602"/>
            <a:ext cx="1000391" cy="222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214" name="path-203">
            <a:extLst xmlns:a="http://schemas.openxmlformats.org/drawingml/2006/main">
              <a:ext uri="{FF2B5EF4-FFF2-40B4-BE49-F238E27FC236}">
                <a16:creationId xmlns:a16="http://schemas.microsoft.com/office/drawing/2014/main" id="{30C025CC-8D90-438E-BC78-22A09F23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41" y="9963648"/>
            <a:ext cx="167979" cy="4073"/>
          </a:xfrm>
          <a:custGeom xmlns:a="http://schemas.openxmlformats.org/drawingml/2006/main">
            <a:pathLst>
              <a:path w="153826" h="3730">
                <a:moveTo>
                  <a:pt x="0" y="0"/>
                </a:moveTo>
                <a:lnTo>
                  <a:pt x="153826" y="373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15" name="path-204">
            <a:extLst xmlns:a="http://schemas.openxmlformats.org/drawingml/2006/main">
              <a:ext uri="{FF2B5EF4-FFF2-40B4-BE49-F238E27FC236}">
                <a16:creationId xmlns:a16="http://schemas.microsoft.com/office/drawing/2014/main" id="{0B64E0C9-D870-4651-B09D-B06EDD6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10" y="9936680"/>
            <a:ext cx="88976" cy="65477"/>
          </a:xfrm>
          <a:custGeom xmlns:a="http://schemas.openxmlformats.org/drawingml/2006/main">
            <a:pathLst>
              <a:path w="81479" h="59960">
                <a:moveTo>
                  <a:pt x="81479" y="25893"/>
                </a:moveTo>
                <a:lnTo>
                  <a:pt x="0" y="0"/>
                </a:lnTo>
                <a:lnTo>
                  <a:pt x="31511" y="28447"/>
                </a:lnTo>
                <a:lnTo>
                  <a:pt x="3066" y="59960"/>
                </a:lnTo>
                <a:lnTo>
                  <a:pt x="81479" y="25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05">
            <a:extLst xmlns:a="http://schemas.openxmlformats.org/drawingml/2006/main">
              <a:ext uri="{FF2B5EF4-FFF2-40B4-BE49-F238E27FC236}">
                <a16:creationId xmlns:a16="http://schemas.microsoft.com/office/drawing/2014/main" id="{38896142-CECF-4554-BF7C-6013EF0F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10" y="9936727"/>
            <a:ext cx="88976" cy="65464"/>
          </a:xfrm>
          <a:custGeom xmlns:a="http://schemas.openxmlformats.org/drawingml/2006/main">
            <a:pathLst>
              <a:path w="81479" h="59948">
                <a:moveTo>
                  <a:pt x="81479" y="25834"/>
                </a:moveTo>
                <a:lnTo>
                  <a:pt x="0" y="0"/>
                </a:lnTo>
                <a:lnTo>
                  <a:pt x="31511" y="28382"/>
                </a:lnTo>
                <a:lnTo>
                  <a:pt x="3065" y="59948"/>
                </a:lnTo>
                <a:lnTo>
                  <a:pt x="81479" y="25834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17" name="text-206 Sequentially">
            <a:extLst xmlns:a="http://schemas.openxmlformats.org/drawingml/2006/main">
              <a:ext uri="{FF2B5EF4-FFF2-40B4-BE49-F238E27FC236}">
                <a16:creationId xmlns:a16="http://schemas.microsoft.com/office/drawing/2014/main" id="{41E0CDF2-7863-4A0D-B85A-5A36DEF1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4945" y="9774556"/>
            <a:ext cx="894634" cy="2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Sequentially</a:t>
            </a:r>
          </a:p>
        </p:txBody>
      </p:sp>
      <p:sp>
        <p:nvSpPr>
          <p:cNvPr id="218" name="text-206 Fixating">
            <a:extLst xmlns:a="http://schemas.openxmlformats.org/drawingml/2006/main">
              <a:ext uri="{FF2B5EF4-FFF2-40B4-BE49-F238E27FC236}">
                <a16:creationId xmlns:a16="http://schemas.microsoft.com/office/drawing/2014/main" id="{BEE72FE5-78BF-427F-9A04-AE1C292F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5096" y="9774577"/>
            <a:ext cx="585168" cy="222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Fixating</a:t>
            </a:r>
          </a:p>
        </p:txBody>
      </p:sp>
      <p:sp>
        <p:nvSpPr>
          <p:cNvPr id="219" name="text-206 on">
            <a:extLst xmlns:a="http://schemas.openxmlformats.org/drawingml/2006/main">
              <a:ext uri="{FF2B5EF4-FFF2-40B4-BE49-F238E27FC236}">
                <a16:creationId xmlns:a16="http://schemas.microsoft.com/office/drawing/2014/main" id="{FA7C9973-7A4D-4C1F-B919-EAADED1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5792" y="9774527"/>
            <a:ext cx="205439" cy="222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20" name="text-206 Regions">
            <a:extLst xmlns:a="http://schemas.openxmlformats.org/drawingml/2006/main">
              <a:ext uri="{FF2B5EF4-FFF2-40B4-BE49-F238E27FC236}">
                <a16:creationId xmlns:a16="http://schemas.microsoft.com/office/drawing/2014/main" id="{A9A73C78-D9D9-45DD-B4F6-33D51C97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6750" y="9774564"/>
            <a:ext cx="611816" cy="22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sp>
        <p:nvSpPr>
          <p:cNvPr id="221" name="text-206 of">
            <a:extLst xmlns:a="http://schemas.openxmlformats.org/drawingml/2006/main">
              <a:ext uri="{FF2B5EF4-FFF2-40B4-BE49-F238E27FC236}">
                <a16:creationId xmlns:a16="http://schemas.microsoft.com/office/drawing/2014/main" id="{1FA0C73A-10A0-4466-B6D3-6AF9CCE8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4084" y="9774515"/>
            <a:ext cx="161205" cy="222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22" name="text-206 Interest">
            <a:extLst xmlns:a="http://schemas.openxmlformats.org/drawingml/2006/main">
              <a:ext uri="{FF2B5EF4-FFF2-40B4-BE49-F238E27FC236}">
                <a16:creationId xmlns:a16="http://schemas.microsoft.com/office/drawing/2014/main" id="{BFB03180-98DC-43CF-BFC3-D2266A9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0793" y="9774567"/>
            <a:ext cx="558704" cy="222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Interest</a:t>
            </a:r>
          </a:p>
        </p:txBody>
      </p:sp>
      <p:sp>
        <p:nvSpPr>
          <p:cNvPr id="223" name="text-207 through">
            <a:extLst xmlns:a="http://schemas.openxmlformats.org/drawingml/2006/main">
              <a:ext uri="{FF2B5EF4-FFF2-40B4-BE49-F238E27FC236}">
                <a16:creationId xmlns:a16="http://schemas.microsoft.com/office/drawing/2014/main" id="{7BEE8A7B-F050-45D6-9D27-8FDC9544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6220" y="9948586"/>
            <a:ext cx="567720" cy="222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224" name="text-207 Eye">
            <a:extLst xmlns:a="http://schemas.openxmlformats.org/drawingml/2006/main">
              <a:ext uri="{FF2B5EF4-FFF2-40B4-BE49-F238E27FC236}">
                <a16:creationId xmlns:a16="http://schemas.microsoft.com/office/drawing/2014/main" id="{7B3C567F-A702-4808-927A-42648B51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9465" y="9948615"/>
            <a:ext cx="302509" cy="22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Eye</a:t>
            </a:r>
          </a:p>
        </p:txBody>
      </p:sp>
      <p:sp>
        <p:nvSpPr>
          <p:cNvPr id="225" name="text-207 Movement">
            <a:extLst xmlns:a="http://schemas.openxmlformats.org/drawingml/2006/main">
              <a:ext uri="{FF2B5EF4-FFF2-40B4-BE49-F238E27FC236}">
                <a16:creationId xmlns:a16="http://schemas.microsoft.com/office/drawing/2014/main" id="{98C25D31-EE00-42CA-A3F8-C0AA7C0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7503" y="9948595"/>
            <a:ext cx="770666" cy="22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</a:t>
            </a:r>
          </a:p>
        </p:txBody>
      </p:sp>
      <p:sp>
        <p:nvSpPr>
          <p:cNvPr id="226" name="path-208">
            <a:extLst xmlns:a="http://schemas.openxmlformats.org/drawingml/2006/main">
              <a:ext uri="{FF2B5EF4-FFF2-40B4-BE49-F238E27FC236}">
                <a16:creationId xmlns:a16="http://schemas.microsoft.com/office/drawing/2014/main" id="{AC3DFD4D-872C-453E-8BB7-FBE2B4A0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520" y="9963648"/>
            <a:ext cx="167979" cy="4073"/>
          </a:xfrm>
          <a:custGeom xmlns:a="http://schemas.openxmlformats.org/drawingml/2006/main">
            <a:pathLst>
              <a:path w="153825" h="3730">
                <a:moveTo>
                  <a:pt x="0" y="0"/>
                </a:moveTo>
                <a:lnTo>
                  <a:pt x="153825" y="373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27" name="path-209">
            <a:extLst xmlns:a="http://schemas.openxmlformats.org/drawingml/2006/main">
              <a:ext uri="{FF2B5EF4-FFF2-40B4-BE49-F238E27FC236}">
                <a16:creationId xmlns:a16="http://schemas.microsoft.com/office/drawing/2014/main" id="{7EC55543-57DE-4092-BB23-4DFB255C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088" y="9936680"/>
            <a:ext cx="88976" cy="65477"/>
          </a:xfrm>
          <a:custGeom xmlns:a="http://schemas.openxmlformats.org/drawingml/2006/main">
            <a:pathLst>
              <a:path w="81479" h="59960">
                <a:moveTo>
                  <a:pt x="81479" y="25893"/>
                </a:moveTo>
                <a:lnTo>
                  <a:pt x="0" y="0"/>
                </a:lnTo>
                <a:lnTo>
                  <a:pt x="31511" y="28447"/>
                </a:lnTo>
                <a:lnTo>
                  <a:pt x="3065" y="59960"/>
                </a:lnTo>
                <a:lnTo>
                  <a:pt x="81479" y="25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10">
            <a:extLst xmlns:a="http://schemas.openxmlformats.org/drawingml/2006/main">
              <a:ext uri="{FF2B5EF4-FFF2-40B4-BE49-F238E27FC236}">
                <a16:creationId xmlns:a16="http://schemas.microsoft.com/office/drawing/2014/main" id="{751FB396-6DDD-479D-BC88-71DED3C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088" y="9936727"/>
            <a:ext cx="88976" cy="65464"/>
          </a:xfrm>
          <a:custGeom xmlns:a="http://schemas.openxmlformats.org/drawingml/2006/main">
            <a:pathLst>
              <a:path w="81479" h="59948">
                <a:moveTo>
                  <a:pt x="81479" y="25834"/>
                </a:moveTo>
                <a:lnTo>
                  <a:pt x="0" y="0"/>
                </a:lnTo>
                <a:lnTo>
                  <a:pt x="31511" y="28382"/>
                </a:lnTo>
                <a:lnTo>
                  <a:pt x="3065" y="59948"/>
                </a:lnTo>
                <a:lnTo>
                  <a:pt x="81479" y="25834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29" name="text-211 Conclusion">
            <a:extLst xmlns:a="http://schemas.openxmlformats.org/drawingml/2006/main">
              <a:ext uri="{FF2B5EF4-FFF2-40B4-BE49-F238E27FC236}">
                <a16:creationId xmlns:a16="http://schemas.microsoft.com/office/drawing/2014/main" id="{0F512320-071C-4A0D-B0FB-D33580E7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1401" y="9774561"/>
            <a:ext cx="814998" cy="22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30" name="text-212 or">
            <a:extLst xmlns:a="http://schemas.openxmlformats.org/drawingml/2006/main">
              <a:ext uri="{FF2B5EF4-FFF2-40B4-BE49-F238E27FC236}">
                <a16:creationId xmlns:a16="http://schemas.microsoft.com/office/drawing/2014/main" id="{D974AC81-81E0-4A70-A7B1-3AB5CC5E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7061" y="9948554"/>
            <a:ext cx="169973" cy="222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231" name="text-212 Decision">
            <a:extLst xmlns:a="http://schemas.openxmlformats.org/drawingml/2006/main">
              <a:ext uri="{FF2B5EF4-FFF2-40B4-BE49-F238E27FC236}">
                <a16:creationId xmlns:a16="http://schemas.microsoft.com/office/drawing/2014/main" id="{A9BD03B5-31D7-4913-8FCE-8ECC28F2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2543" y="9948607"/>
            <a:ext cx="638191" cy="222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C17CFCC-63A0-40CD-9221-0EEB17EA7A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480198466428c"/>
          <a:stretch xmlns:a="http://schemas.openxmlformats.org/drawingml/2006/main"/>
        </p:blipFill>
        <p:spPr>
          <a:xfrm xmlns:a="http://schemas.openxmlformats.org/drawingml/2006/main">
            <a:off x="12683031" y="9744584"/>
            <a:ext cx="468064" cy="468064"/>
          </a:xfrm>
          <a:prstGeom xmlns:a="http://schemas.openxmlformats.org/drawingml/2006/main" prst="rect">
            <a:avLst/>
          </a:prstGeom>
        </p:spPr>
      </p:pic>
      <p:sp>
        <p:nvSpPr>
          <p:cNvPr id="233" name="path-214">
            <a:extLst xmlns:a="http://schemas.openxmlformats.org/drawingml/2006/main">
              <a:ext uri="{FF2B5EF4-FFF2-40B4-BE49-F238E27FC236}">
                <a16:creationId xmlns:a16="http://schemas.microsoft.com/office/drawing/2014/main" id="{F547858C-C654-4F8D-9FDF-5429FEC4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791" y="9756529"/>
            <a:ext cx="424110" cy="424169"/>
          </a:xfrm>
          <a:custGeom xmlns:a="http://schemas.openxmlformats.org/drawingml/2006/main">
            <a:pathLst>
              <a:path w="388375" h="388429">
                <a:moveTo>
                  <a:pt x="319286" y="69134"/>
                </a:moveTo>
                <a:cubicBezTo>
                  <a:pt x="388375" y="138178"/>
                  <a:pt x="388375" y="250252"/>
                  <a:pt x="319286" y="319295"/>
                </a:cubicBezTo>
                <a:cubicBezTo>
                  <a:pt x="250196" y="388429"/>
                  <a:pt x="138179" y="388429"/>
                  <a:pt x="69090" y="319295"/>
                </a:cubicBezTo>
                <a:cubicBezTo>
                  <a:pt x="0" y="250252"/>
                  <a:pt x="0" y="138178"/>
                  <a:pt x="69090" y="69134"/>
                </a:cubicBezTo>
                <a:cubicBezTo>
                  <a:pt x="138179" y="0"/>
                  <a:pt x="250196" y="0"/>
                  <a:pt x="319286" y="691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234" name="text-215 Visual">
            <a:extLst xmlns:a="http://schemas.openxmlformats.org/drawingml/2006/main">
              <a:ext uri="{FF2B5EF4-FFF2-40B4-BE49-F238E27FC236}">
                <a16:creationId xmlns:a16="http://schemas.microsoft.com/office/drawing/2014/main" id="{24BA6D82-7E1D-4537-A520-CFEFD3C5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8201" y="9774576"/>
            <a:ext cx="458670" cy="222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35" name="text-216 Fixations">
            <a:extLst xmlns:a="http://schemas.openxmlformats.org/drawingml/2006/main">
              <a:ext uri="{FF2B5EF4-FFF2-40B4-BE49-F238E27FC236}">
                <a16:creationId xmlns:a16="http://schemas.microsoft.com/office/drawing/2014/main" id="{B821AEBC-44A0-4FED-AD31-DF15FA7D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5218" y="9948595"/>
            <a:ext cx="664649" cy="22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Fixations</a:t>
            </a:r>
          </a:p>
        </p:txBody>
      </p:sp>
      <p:sp>
        <p:nvSpPr>
          <p:cNvPr id="236" name="text-217 b">
            <a:extLst xmlns:a="http://schemas.openxmlformats.org/drawingml/2006/main">
              <a:ext uri="{FF2B5EF4-FFF2-40B4-BE49-F238E27FC236}">
                <a16:creationId xmlns:a16="http://schemas.microsoft.com/office/drawing/2014/main" id="{5013F9E7-2E99-45F3-AC7A-1D5B370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6898" y="7262651"/>
            <a:ext cx="219988" cy="389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37" name="path-218">
            <a:extLst xmlns:a="http://schemas.openxmlformats.org/drawingml/2006/main">
              <a:ext uri="{FF2B5EF4-FFF2-40B4-BE49-F238E27FC236}">
                <a16:creationId xmlns:a16="http://schemas.microsoft.com/office/drawing/2014/main" id="{5B55EB47-825F-48BA-B121-C570C7E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268" y="120424"/>
            <a:ext cx="11327111" cy="2137855"/>
          </a:xfrm>
          <a:custGeom xmlns:a="http://schemas.openxmlformats.org/drawingml/2006/main">
            <a:pathLst>
              <a:path w="10372697" h="1957721">
                <a:moveTo>
                  <a:pt x="136451" y="0"/>
                </a:moveTo>
                <a:lnTo>
                  <a:pt x="10236246" y="0"/>
                </a:lnTo>
                <a:cubicBezTo>
                  <a:pt x="10311658" y="0"/>
                  <a:pt x="10372697" y="61130"/>
                  <a:pt x="10372697" y="136451"/>
                </a:cubicBezTo>
                <a:lnTo>
                  <a:pt x="10372697" y="1821270"/>
                </a:lnTo>
                <a:cubicBezTo>
                  <a:pt x="10372697" y="1896627"/>
                  <a:pt x="10311658" y="1957721"/>
                  <a:pt x="10236246" y="1957721"/>
                </a:cubicBezTo>
                <a:lnTo>
                  <a:pt x="136451" y="1957721"/>
                </a:lnTo>
                <a:cubicBezTo>
                  <a:pt x="61084" y="1957721"/>
                  <a:pt x="0" y="1896627"/>
                  <a:pt x="0" y="1821270"/>
                </a:cubicBezTo>
                <a:lnTo>
                  <a:pt x="0" y="136451"/>
                </a:lnTo>
                <a:cubicBezTo>
                  <a:pt x="0" y="61130"/>
                  <a:pt x="61084" y="0"/>
                  <a:pt x="136451" y="0"/>
                </a:cubicBezTo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2DA7520-2C19-4578-8E9F-0A7A2937B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d77172c704d6c"/>
          <a:stretch xmlns:a="http://schemas.openxmlformats.org/drawingml/2006/main"/>
        </p:blipFill>
        <p:spPr>
          <a:xfrm xmlns:a="http://schemas.openxmlformats.org/drawingml/2006/main">
            <a:off x="4777955" y="279296"/>
            <a:ext cx="3006009" cy="1695431"/>
          </a:xfrm>
          <a:prstGeom xmlns:a="http://schemas.openxmlformats.org/drawingml/2006/main" prst="rect">
            <a:avLst/>
          </a:prstGeom>
        </p:spPr>
      </p:pic>
      <p:sp>
        <p:nvSpPr>
          <p:cNvPr id="239" name="path-220">
            <a:extLst xmlns:a="http://schemas.openxmlformats.org/drawingml/2006/main">
              <a:ext uri="{FF2B5EF4-FFF2-40B4-BE49-F238E27FC236}">
                <a16:creationId xmlns:a16="http://schemas.microsoft.com/office/drawing/2014/main" id="{2A6D61A2-78F9-4C47-80B0-31448087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813" y="279763"/>
            <a:ext cx="3002198" cy="1688731"/>
          </a:xfrm>
          <a:custGeom xmlns:a="http://schemas.openxmlformats.org/drawingml/2006/main">
            <a:pathLst>
              <a:path w="2749235" h="1546440">
                <a:moveTo>
                  <a:pt x="0" y="0"/>
                </a:moveTo>
                <a:lnTo>
                  <a:pt x="0" y="1546440"/>
                </a:lnTo>
                <a:lnTo>
                  <a:pt x="2749235" y="1546440"/>
                </a:lnTo>
                <a:lnTo>
                  <a:pt x="274923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40" name="path-221">
            <a:extLst xmlns:a="http://schemas.openxmlformats.org/drawingml/2006/main">
              <a:ext uri="{FF2B5EF4-FFF2-40B4-BE49-F238E27FC236}">
                <a16:creationId xmlns:a16="http://schemas.microsoft.com/office/drawing/2014/main" id="{E0712379-C1F6-4DE2-851E-BF985736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622" y="413489"/>
            <a:ext cx="252482" cy="1578020"/>
          </a:xfrm>
          <a:custGeom xmlns:a="http://schemas.openxmlformats.org/drawingml/2006/main">
            <a:pathLst>
              <a:path w="231208" h="1445057">
                <a:moveTo>
                  <a:pt x="0" y="0"/>
                </a:moveTo>
                <a:lnTo>
                  <a:pt x="231208" y="0"/>
                </a:lnTo>
                <a:lnTo>
                  <a:pt x="231208" y="1445057"/>
                </a:lnTo>
                <a:lnTo>
                  <a:pt x="0" y="1445057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22">
            <a:extLst xmlns:a="http://schemas.openxmlformats.org/drawingml/2006/main">
              <a:ext uri="{FF2B5EF4-FFF2-40B4-BE49-F238E27FC236}">
                <a16:creationId xmlns:a16="http://schemas.microsoft.com/office/drawing/2014/main" id="{FAF12937-4698-4644-AD0D-69C71AA6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626" y="413470"/>
            <a:ext cx="252482" cy="1578070"/>
          </a:xfrm>
          <a:custGeom xmlns:a="http://schemas.openxmlformats.org/drawingml/2006/main">
            <a:pathLst>
              <a:path w="231209" h="1445103">
                <a:moveTo>
                  <a:pt x="0" y="0"/>
                </a:moveTo>
                <a:lnTo>
                  <a:pt x="0" y="1445103"/>
                </a:lnTo>
                <a:lnTo>
                  <a:pt x="231209" y="1445103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834">
            <a:solidFill>
              <a:srgbClr val="531B93"/>
            </a:solidFill>
            <a:prstDash val="solid"/>
          </a:ln>
        </p:spPr>
      </p:sp>
      <p:sp>
        <p:nvSpPr>
          <p:cNvPr id="242" name="path-223">
            <a:extLst xmlns:a="http://schemas.openxmlformats.org/drawingml/2006/main">
              <a:ext uri="{FF2B5EF4-FFF2-40B4-BE49-F238E27FC236}">
                <a16:creationId xmlns:a16="http://schemas.microsoft.com/office/drawing/2014/main" id="{4F194CC0-FDC0-4C17-8470-FD080411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594" y="571286"/>
            <a:ext cx="252482" cy="1262417"/>
          </a:xfrm>
          <a:custGeom xmlns:a="http://schemas.openxmlformats.org/drawingml/2006/main">
            <a:pathLst>
              <a:path w="231209" h="1156046">
                <a:moveTo>
                  <a:pt x="0" y="0"/>
                </a:moveTo>
                <a:lnTo>
                  <a:pt x="231209" y="0"/>
                </a:lnTo>
                <a:lnTo>
                  <a:pt x="231209" y="1156046"/>
                </a:lnTo>
                <a:lnTo>
                  <a:pt x="0" y="115604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24">
            <a:extLst xmlns:a="http://schemas.openxmlformats.org/drawingml/2006/main">
              <a:ext uri="{FF2B5EF4-FFF2-40B4-BE49-F238E27FC236}">
                <a16:creationId xmlns:a16="http://schemas.microsoft.com/office/drawing/2014/main" id="{2080ECCE-75A8-4635-A61F-F0A5904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590" y="571316"/>
            <a:ext cx="252483" cy="1262378"/>
          </a:xfrm>
          <a:custGeom xmlns:a="http://schemas.openxmlformats.org/drawingml/2006/main">
            <a:pathLst>
              <a:path w="231209" h="1156011">
                <a:moveTo>
                  <a:pt x="0" y="0"/>
                </a:moveTo>
                <a:lnTo>
                  <a:pt x="0" y="1156011"/>
                </a:lnTo>
                <a:lnTo>
                  <a:pt x="231209" y="1156011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834">
            <a:solidFill>
              <a:srgbClr val="531B93"/>
            </a:solidFill>
            <a:prstDash val="solid"/>
          </a:ln>
        </p:spPr>
      </p:sp>
      <p:sp>
        <p:nvSpPr>
          <p:cNvPr id="244" name="path-225">
            <a:extLst xmlns:a="http://schemas.openxmlformats.org/drawingml/2006/main">
              <a:ext uri="{FF2B5EF4-FFF2-40B4-BE49-F238E27FC236}">
                <a16:creationId xmlns:a16="http://schemas.microsoft.com/office/drawing/2014/main" id="{3E7667C3-9698-4A8D-B600-31BE71B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556" y="729095"/>
            <a:ext cx="252482" cy="946811"/>
          </a:xfrm>
          <a:custGeom xmlns:a="http://schemas.openxmlformats.org/drawingml/2006/main">
            <a:pathLst>
              <a:path w="231208" h="867033">
                <a:moveTo>
                  <a:pt x="0" y="0"/>
                </a:moveTo>
                <a:lnTo>
                  <a:pt x="231208" y="0"/>
                </a:lnTo>
                <a:lnTo>
                  <a:pt x="231208" y="867033"/>
                </a:lnTo>
                <a:lnTo>
                  <a:pt x="0" y="867033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26">
            <a:extLst xmlns:a="http://schemas.openxmlformats.org/drawingml/2006/main">
              <a:ext uri="{FF2B5EF4-FFF2-40B4-BE49-F238E27FC236}">
                <a16:creationId xmlns:a16="http://schemas.microsoft.com/office/drawing/2014/main" id="{CC0DEF76-2C3B-4A2C-BCFF-F53C7619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556" y="729065"/>
            <a:ext cx="252483" cy="946883"/>
          </a:xfrm>
          <a:custGeom xmlns:a="http://schemas.openxmlformats.org/drawingml/2006/main">
            <a:pathLst>
              <a:path w="231209" h="867099">
                <a:moveTo>
                  <a:pt x="0" y="0"/>
                </a:moveTo>
                <a:lnTo>
                  <a:pt x="0" y="867099"/>
                </a:lnTo>
                <a:lnTo>
                  <a:pt x="231209" y="867099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834">
            <a:solidFill>
              <a:srgbClr val="531B93"/>
            </a:solidFill>
            <a:prstDash val="solid"/>
          </a:ln>
        </p:spPr>
      </p:sp>
      <p:sp>
        <p:nvSpPr>
          <p:cNvPr id="246" name="path-227">
            <a:extLst xmlns:a="http://schemas.openxmlformats.org/drawingml/2006/main">
              <a:ext uri="{FF2B5EF4-FFF2-40B4-BE49-F238E27FC236}">
                <a16:creationId xmlns:a16="http://schemas.microsoft.com/office/drawing/2014/main" id="{AE4509CB-C4DE-49FE-BA5C-024BEE1D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518" y="886890"/>
            <a:ext cx="252482" cy="631208"/>
          </a:xfrm>
          <a:custGeom xmlns:a="http://schemas.openxmlformats.org/drawingml/2006/main">
            <a:pathLst>
              <a:path w="231208" h="578023">
                <a:moveTo>
                  <a:pt x="0" y="0"/>
                </a:moveTo>
                <a:lnTo>
                  <a:pt x="231208" y="0"/>
                </a:lnTo>
                <a:lnTo>
                  <a:pt x="231208" y="578023"/>
                </a:lnTo>
                <a:lnTo>
                  <a:pt x="0" y="578023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28">
            <a:extLst xmlns:a="http://schemas.openxmlformats.org/drawingml/2006/main">
              <a:ext uri="{FF2B5EF4-FFF2-40B4-BE49-F238E27FC236}">
                <a16:creationId xmlns:a16="http://schemas.microsoft.com/office/drawing/2014/main" id="{328A386F-36CB-42DB-8C2C-5E4947B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521" y="886911"/>
            <a:ext cx="252482" cy="631187"/>
          </a:xfrm>
          <a:custGeom xmlns:a="http://schemas.openxmlformats.org/drawingml/2006/main">
            <a:pathLst>
              <a:path w="231209" h="578004">
                <a:moveTo>
                  <a:pt x="0" y="0"/>
                </a:moveTo>
                <a:lnTo>
                  <a:pt x="0" y="578004"/>
                </a:lnTo>
                <a:lnTo>
                  <a:pt x="231209" y="578004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834">
            <a:solidFill>
              <a:srgbClr val="531B93"/>
            </a:solidFill>
            <a:prstDash val="solid"/>
          </a:ln>
        </p:spPr>
      </p:sp>
      <p:sp>
        <p:nvSpPr>
          <p:cNvPr id="248" name="path-229">
            <a:extLst xmlns:a="http://schemas.openxmlformats.org/drawingml/2006/main">
              <a:ext uri="{FF2B5EF4-FFF2-40B4-BE49-F238E27FC236}">
                <a16:creationId xmlns:a16="http://schemas.microsoft.com/office/drawing/2014/main" id="{F69D41C2-922F-4E1E-A362-A6CA10C9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35" y="256716"/>
            <a:ext cx="336062" cy="209800"/>
          </a:xfrm>
          <a:custGeom xmlns:a="http://schemas.openxmlformats.org/drawingml/2006/main">
            <a:pathLst>
              <a:path w="307746" h="192123">
                <a:moveTo>
                  <a:pt x="578" y="132174"/>
                </a:moveTo>
                <a:lnTo>
                  <a:pt x="578" y="53398"/>
                </a:lnTo>
                <a:lnTo>
                  <a:pt x="0" y="53398"/>
                </a:lnTo>
                <a:lnTo>
                  <a:pt x="0" y="0"/>
                </a:lnTo>
                <a:lnTo>
                  <a:pt x="307746" y="0"/>
                </a:lnTo>
                <a:lnTo>
                  <a:pt x="306404" y="148913"/>
                </a:lnTo>
                <a:lnTo>
                  <a:pt x="306404" y="192123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531B93"/>
            </a:solidFill>
            <a:prstDash val="solid"/>
          </a:ln>
        </p:spPr>
      </p:sp>
      <p:sp>
        <p:nvSpPr>
          <p:cNvPr id="249" name="path-230">
            <a:extLst xmlns:a="http://schemas.openxmlformats.org/drawingml/2006/main">
              <a:ext uri="{FF2B5EF4-FFF2-40B4-BE49-F238E27FC236}">
                <a16:creationId xmlns:a16="http://schemas.microsoft.com/office/drawing/2014/main" id="{86642012-ADB2-4CD1-920F-0BE2DBE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71" y="430733"/>
            <a:ext cx="71522" cy="95364"/>
          </a:xfrm>
          <a:custGeom xmlns:a="http://schemas.openxmlformats.org/drawingml/2006/main">
            <a:pathLst>
              <a:path w="65496" h="87329">
                <a:moveTo>
                  <a:pt x="32748" y="87329"/>
                </a:moveTo>
                <a:lnTo>
                  <a:pt x="65496" y="0"/>
                </a:lnTo>
                <a:lnTo>
                  <a:pt x="32748" y="32749"/>
                </a:lnTo>
                <a:lnTo>
                  <a:pt x="0" y="0"/>
                </a:lnTo>
                <a:lnTo>
                  <a:pt x="32748" y="87329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31">
            <a:extLst xmlns:a="http://schemas.openxmlformats.org/drawingml/2006/main">
              <a:ext uri="{FF2B5EF4-FFF2-40B4-BE49-F238E27FC236}">
                <a16:creationId xmlns:a16="http://schemas.microsoft.com/office/drawing/2014/main" id="{C53422F8-21E6-4B2B-B7D5-1857184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71" y="430755"/>
            <a:ext cx="71523" cy="95364"/>
          </a:xfrm>
          <a:custGeom xmlns:a="http://schemas.openxmlformats.org/drawingml/2006/main">
            <a:pathLst>
              <a:path w="65496" h="87329">
                <a:moveTo>
                  <a:pt x="32748" y="87329"/>
                </a:moveTo>
                <a:lnTo>
                  <a:pt x="65496" y="0"/>
                </a:lnTo>
                <a:lnTo>
                  <a:pt x="32748" y="32748"/>
                </a:lnTo>
                <a:lnTo>
                  <a:pt x="0" y="0"/>
                </a:lnTo>
                <a:lnTo>
                  <a:pt x="32748" y="87329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531B93"/>
            </a:solidFill>
            <a:prstDash val="solid"/>
          </a:ln>
        </p:spPr>
      </p:sp>
      <p:sp>
        <p:nvSpPr>
          <p:cNvPr id="251" name="path-232">
            <a:extLst xmlns:a="http://schemas.openxmlformats.org/drawingml/2006/main">
              <a:ext uri="{FF2B5EF4-FFF2-40B4-BE49-F238E27FC236}">
                <a16:creationId xmlns:a16="http://schemas.microsoft.com/office/drawing/2014/main" id="{313C117B-E124-4504-B66D-0AB9ABAB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249" y="373040"/>
            <a:ext cx="337092" cy="251224"/>
          </a:xfrm>
          <a:custGeom xmlns:a="http://schemas.openxmlformats.org/drawingml/2006/main">
            <a:pathLst>
              <a:path w="308689" h="230056">
                <a:moveTo>
                  <a:pt x="0" y="0"/>
                </a:moveTo>
                <a:lnTo>
                  <a:pt x="100064" y="0"/>
                </a:lnTo>
                <a:lnTo>
                  <a:pt x="308689" y="638"/>
                </a:lnTo>
                <a:lnTo>
                  <a:pt x="305444" y="186846"/>
                </a:lnTo>
                <a:lnTo>
                  <a:pt x="305444" y="230056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531B93"/>
            </a:solidFill>
            <a:prstDash val="solid"/>
          </a:ln>
        </p:spPr>
      </p:sp>
      <p:sp>
        <p:nvSpPr>
          <p:cNvPr id="252" name="path-233">
            <a:extLst xmlns:a="http://schemas.openxmlformats.org/drawingml/2006/main">
              <a:ext uri="{FF2B5EF4-FFF2-40B4-BE49-F238E27FC236}">
                <a16:creationId xmlns:a16="http://schemas.microsoft.com/office/drawing/2014/main" id="{BBCC06E2-7AA0-44F1-A980-D3529535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32" y="588530"/>
            <a:ext cx="71523" cy="95364"/>
          </a:xfrm>
          <a:custGeom xmlns:a="http://schemas.openxmlformats.org/drawingml/2006/main">
            <a:pathLst>
              <a:path w="65496" h="87329">
                <a:moveTo>
                  <a:pt x="32749" y="87329"/>
                </a:moveTo>
                <a:lnTo>
                  <a:pt x="65496" y="0"/>
                </a:lnTo>
                <a:lnTo>
                  <a:pt x="32749" y="32749"/>
                </a:lnTo>
                <a:lnTo>
                  <a:pt x="0" y="0"/>
                </a:lnTo>
                <a:lnTo>
                  <a:pt x="32749" y="87329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34">
            <a:extLst xmlns:a="http://schemas.openxmlformats.org/drawingml/2006/main">
              <a:ext uri="{FF2B5EF4-FFF2-40B4-BE49-F238E27FC236}">
                <a16:creationId xmlns:a16="http://schemas.microsoft.com/office/drawing/2014/main" id="{D51DB341-E1F4-4F70-96AD-06681AFF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36" y="588504"/>
            <a:ext cx="71523" cy="95361"/>
          </a:xfrm>
          <a:custGeom xmlns:a="http://schemas.openxmlformats.org/drawingml/2006/main">
            <a:pathLst>
              <a:path w="65496" h="87326">
                <a:moveTo>
                  <a:pt x="32749" y="87326"/>
                </a:moveTo>
                <a:lnTo>
                  <a:pt x="65496" y="0"/>
                </a:lnTo>
                <a:lnTo>
                  <a:pt x="32749" y="32746"/>
                </a:lnTo>
                <a:lnTo>
                  <a:pt x="0" y="0"/>
                </a:lnTo>
                <a:lnTo>
                  <a:pt x="32749" y="87326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531B93"/>
            </a:solidFill>
            <a:prstDash val="solid"/>
          </a:ln>
        </p:spPr>
      </p:sp>
      <p:sp>
        <p:nvSpPr>
          <p:cNvPr id="254" name="path-235">
            <a:extLst xmlns:a="http://schemas.openxmlformats.org/drawingml/2006/main">
              <a:ext uri="{FF2B5EF4-FFF2-40B4-BE49-F238E27FC236}">
                <a16:creationId xmlns:a16="http://schemas.microsoft.com/office/drawing/2014/main" id="{ED8B3377-FEC2-417C-8D70-7E17F684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723" y="523635"/>
            <a:ext cx="333040" cy="258476"/>
          </a:xfrm>
          <a:custGeom xmlns:a="http://schemas.openxmlformats.org/drawingml/2006/main">
            <a:pathLst>
              <a:path w="304978" h="236697">
                <a:moveTo>
                  <a:pt x="0" y="362"/>
                </a:moveTo>
                <a:lnTo>
                  <a:pt x="100064" y="362"/>
                </a:lnTo>
                <a:lnTo>
                  <a:pt x="192418" y="0"/>
                </a:lnTo>
                <a:lnTo>
                  <a:pt x="304978" y="0"/>
                </a:lnTo>
                <a:lnTo>
                  <a:pt x="304978" y="236697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531B93"/>
            </a:solidFill>
            <a:prstDash val="solid"/>
          </a:ln>
        </p:spPr>
      </p:sp>
      <p:sp>
        <p:nvSpPr>
          <p:cNvPr id="255" name="path-236">
            <a:extLst xmlns:a="http://schemas.openxmlformats.org/drawingml/2006/main">
              <a:ext uri="{FF2B5EF4-FFF2-40B4-BE49-F238E27FC236}">
                <a16:creationId xmlns:a16="http://schemas.microsoft.com/office/drawing/2014/main" id="{2BB37483-B1A5-4AAE-9635-AE1CD57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003" y="746337"/>
            <a:ext cx="71523" cy="95364"/>
          </a:xfrm>
          <a:custGeom xmlns:a="http://schemas.openxmlformats.org/drawingml/2006/main">
            <a:pathLst>
              <a:path w="65496" h="87328">
                <a:moveTo>
                  <a:pt x="32749" y="87328"/>
                </a:moveTo>
                <a:lnTo>
                  <a:pt x="65496" y="0"/>
                </a:lnTo>
                <a:lnTo>
                  <a:pt x="32749" y="32749"/>
                </a:lnTo>
                <a:lnTo>
                  <a:pt x="0" y="0"/>
                </a:lnTo>
                <a:lnTo>
                  <a:pt x="32749" y="87328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37">
            <a:extLst xmlns:a="http://schemas.openxmlformats.org/drawingml/2006/main">
              <a:ext uri="{FF2B5EF4-FFF2-40B4-BE49-F238E27FC236}">
                <a16:creationId xmlns:a16="http://schemas.microsoft.com/office/drawing/2014/main" id="{5BDB29C2-9EFB-43F3-8DC7-BF9CBA71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001" y="746350"/>
            <a:ext cx="71523" cy="95364"/>
          </a:xfrm>
          <a:custGeom xmlns:a="http://schemas.openxmlformats.org/drawingml/2006/main">
            <a:pathLst>
              <a:path w="65496" h="87329">
                <a:moveTo>
                  <a:pt x="32749" y="87329"/>
                </a:moveTo>
                <a:lnTo>
                  <a:pt x="65496" y="0"/>
                </a:lnTo>
                <a:lnTo>
                  <a:pt x="32749" y="32748"/>
                </a:lnTo>
                <a:lnTo>
                  <a:pt x="0" y="0"/>
                </a:lnTo>
                <a:lnTo>
                  <a:pt x="32749" y="87329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531B93"/>
            </a:solidFill>
            <a:prstDash val="solid"/>
          </a:ln>
        </p:spPr>
      </p:sp>
      <p:sp>
        <p:nvSpPr>
          <p:cNvPr id="257" name="path-238">
            <a:extLst xmlns:a="http://schemas.openxmlformats.org/drawingml/2006/main">
              <a:ext uri="{FF2B5EF4-FFF2-40B4-BE49-F238E27FC236}">
                <a16:creationId xmlns:a16="http://schemas.microsoft.com/office/drawing/2014/main" id="{6E9D2D41-2675-45B1-91C2-6BE94C8C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704" y="869936"/>
            <a:ext cx="904231" cy="508385"/>
          </a:xfrm>
          <a:custGeom xmlns:a="http://schemas.openxmlformats.org/drawingml/2006/main">
            <a:pathLst>
              <a:path w="828041" h="465549">
                <a:moveTo>
                  <a:pt x="0" y="0"/>
                </a:moveTo>
                <a:lnTo>
                  <a:pt x="828041" y="0"/>
                </a:lnTo>
                <a:lnTo>
                  <a:pt x="828041" y="465549"/>
                </a:lnTo>
                <a:lnTo>
                  <a:pt x="0" y="465549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text-239 Neural">
            <a:extLst xmlns:a="http://schemas.openxmlformats.org/drawingml/2006/main">
              <a:ext uri="{FF2B5EF4-FFF2-40B4-BE49-F238E27FC236}">
                <a16:creationId xmlns:a16="http://schemas.microsoft.com/office/drawing/2014/main" id="{A2CFB58E-102D-4FFD-98F4-2BDC5A8B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2564" y="899616"/>
            <a:ext cx="588800" cy="250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259" name="text-240 Networks">
            <a:extLst xmlns:a="http://schemas.openxmlformats.org/drawingml/2006/main">
              <a:ext uri="{FF2B5EF4-FFF2-40B4-BE49-F238E27FC236}">
                <a16:creationId xmlns:a16="http://schemas.microsoft.com/office/drawing/2014/main" id="{BB46AC32-ADF8-4ED6-A8C9-BD4F74ED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8368" y="1104189"/>
            <a:ext cx="837107" cy="2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260" name="path-241">
            <a:extLst xmlns:a="http://schemas.openxmlformats.org/drawingml/2006/main">
              <a:ext uri="{FF2B5EF4-FFF2-40B4-BE49-F238E27FC236}">
                <a16:creationId xmlns:a16="http://schemas.microsoft.com/office/drawing/2014/main" id="{82E55AB0-43AA-4D4C-AE45-7E67BAC1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473" y="1119162"/>
            <a:ext cx="311223" cy="191"/>
          </a:xfrm>
          <a:custGeom xmlns:a="http://schemas.openxmlformats.org/drawingml/2006/main">
            <a:pathLst>
              <a:path w="285000" h="191">
                <a:moveTo>
                  <a:pt x="0" y="0"/>
                </a:moveTo>
                <a:lnTo>
                  <a:pt x="28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61" name="path-242">
            <a:extLst xmlns:a="http://schemas.openxmlformats.org/drawingml/2006/main">
              <a:ext uri="{FF2B5EF4-FFF2-40B4-BE49-F238E27FC236}">
                <a16:creationId xmlns:a16="http://schemas.microsoft.com/office/drawing/2014/main" id="{18EAF6D8-A03D-40E5-A50F-F0F5754A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916" y="1086379"/>
            <a:ext cx="87417" cy="65563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19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43">
            <a:extLst xmlns:a="http://schemas.openxmlformats.org/drawingml/2006/main">
              <a:ext uri="{FF2B5EF4-FFF2-40B4-BE49-F238E27FC236}">
                <a16:creationId xmlns:a16="http://schemas.microsoft.com/office/drawing/2014/main" id="{7AE5103B-286C-4002-870A-FB5B074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916" y="1086379"/>
            <a:ext cx="87420" cy="65563"/>
          </a:xfrm>
          <a:custGeom xmlns:a="http://schemas.openxmlformats.org/drawingml/2006/main">
            <a:pathLst>
              <a:path w="80054" h="60039">
                <a:moveTo>
                  <a:pt x="80054" y="30021"/>
                </a:moveTo>
                <a:lnTo>
                  <a:pt x="0" y="0"/>
                </a:lnTo>
                <a:lnTo>
                  <a:pt x="30019" y="30021"/>
                </a:lnTo>
                <a:lnTo>
                  <a:pt x="0" y="60039"/>
                </a:lnTo>
                <a:lnTo>
                  <a:pt x="80054" y="30021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63" name="path-244">
            <a:extLst xmlns:a="http://schemas.openxmlformats.org/drawingml/2006/main">
              <a:ext uri="{FF2B5EF4-FFF2-40B4-BE49-F238E27FC236}">
                <a16:creationId xmlns:a16="http://schemas.microsoft.com/office/drawing/2014/main" id="{227A20CD-C0DE-4927-9765-6690AAEF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466" y="1119162"/>
            <a:ext cx="311231" cy="191"/>
          </a:xfrm>
          <a:custGeom xmlns:a="http://schemas.openxmlformats.org/drawingml/2006/main">
            <a:pathLst>
              <a:path w="285007" h="191">
                <a:moveTo>
                  <a:pt x="0" y="0"/>
                </a:moveTo>
                <a:lnTo>
                  <a:pt x="285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64" name="path-245">
            <a:extLst xmlns:a="http://schemas.openxmlformats.org/drawingml/2006/main">
              <a:ext uri="{FF2B5EF4-FFF2-40B4-BE49-F238E27FC236}">
                <a16:creationId xmlns:a16="http://schemas.microsoft.com/office/drawing/2014/main" id="{AD4A7893-98C9-4451-BBC5-5EB683ED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917" y="1086379"/>
            <a:ext cx="87417" cy="65563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20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46">
            <a:extLst xmlns:a="http://schemas.openxmlformats.org/drawingml/2006/main">
              <a:ext uri="{FF2B5EF4-FFF2-40B4-BE49-F238E27FC236}">
                <a16:creationId xmlns:a16="http://schemas.microsoft.com/office/drawing/2014/main" id="{89CF0979-12DE-4E48-97A3-B8952BAC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915" y="1086379"/>
            <a:ext cx="87419" cy="65563"/>
          </a:xfrm>
          <a:custGeom xmlns:a="http://schemas.openxmlformats.org/drawingml/2006/main">
            <a:pathLst>
              <a:path w="80053" h="60039">
                <a:moveTo>
                  <a:pt x="80053" y="30021"/>
                </a:moveTo>
                <a:lnTo>
                  <a:pt x="0" y="0"/>
                </a:lnTo>
                <a:lnTo>
                  <a:pt x="30020" y="30021"/>
                </a:lnTo>
                <a:lnTo>
                  <a:pt x="0" y="60039"/>
                </a:lnTo>
                <a:lnTo>
                  <a:pt x="80053" y="30021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66" name="text-247 Visual">
            <a:extLst xmlns:a="http://schemas.openxmlformats.org/drawingml/2006/main">
              <a:ext uri="{FF2B5EF4-FFF2-40B4-BE49-F238E27FC236}">
                <a16:creationId xmlns:a16="http://schemas.microsoft.com/office/drawing/2014/main" id="{270E83A9-97B4-45B4-8F19-E7B8BCCD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6905" y="1990181"/>
            <a:ext cx="555696" cy="250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67" name="text-247 Environment">
            <a:extLst xmlns:a="http://schemas.openxmlformats.org/drawingml/2006/main">
              <a:ext uri="{FF2B5EF4-FFF2-40B4-BE49-F238E27FC236}">
                <a16:creationId xmlns:a16="http://schemas.microsoft.com/office/drawing/2014/main" id="{AC595167-39AA-4A26-ABC8-BE3D90B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0071" y="1990181"/>
            <a:ext cx="1125031" cy="250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68" name="path-248">
            <a:extLst xmlns:a="http://schemas.openxmlformats.org/drawingml/2006/main">
              <a:ext uri="{FF2B5EF4-FFF2-40B4-BE49-F238E27FC236}">
                <a16:creationId xmlns:a16="http://schemas.microsoft.com/office/drawing/2014/main" id="{60334A05-4482-4BC7-BD10-1A9C818A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935" y="1119162"/>
            <a:ext cx="311233" cy="191"/>
          </a:xfrm>
          <a:custGeom xmlns:a="http://schemas.openxmlformats.org/drawingml/2006/main">
            <a:pathLst>
              <a:path w="285009" h="191">
                <a:moveTo>
                  <a:pt x="0" y="0"/>
                </a:moveTo>
                <a:lnTo>
                  <a:pt x="285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269" name="path-249">
            <a:extLst xmlns:a="http://schemas.openxmlformats.org/drawingml/2006/main">
              <a:ext uri="{FF2B5EF4-FFF2-40B4-BE49-F238E27FC236}">
                <a16:creationId xmlns:a16="http://schemas.microsoft.com/office/drawing/2014/main" id="{AE05A361-06D6-45EE-8807-B93F1AFC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437" y="1086379"/>
            <a:ext cx="87417" cy="65563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19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50">
            <a:extLst xmlns:a="http://schemas.openxmlformats.org/drawingml/2006/main">
              <a:ext uri="{FF2B5EF4-FFF2-40B4-BE49-F238E27FC236}">
                <a16:creationId xmlns:a16="http://schemas.microsoft.com/office/drawing/2014/main" id="{D6819F9F-34F9-45D3-B324-FFA360D3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7387" y="1086379"/>
            <a:ext cx="87417" cy="65563"/>
          </a:xfrm>
          <a:custGeom xmlns:a="http://schemas.openxmlformats.org/drawingml/2006/main">
            <a:pathLst>
              <a:path w="80051" h="60039">
                <a:moveTo>
                  <a:pt x="80051" y="30021"/>
                </a:moveTo>
                <a:lnTo>
                  <a:pt x="0" y="0"/>
                </a:lnTo>
                <a:lnTo>
                  <a:pt x="30019" y="30021"/>
                </a:lnTo>
                <a:lnTo>
                  <a:pt x="0" y="60039"/>
                </a:lnTo>
                <a:lnTo>
                  <a:pt x="80051" y="30021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4AEDEA0-AFD7-4F54-A5BB-35DAED3AC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eaf1982bf442c"/>
          <a:stretch xmlns:a="http://schemas.openxmlformats.org/drawingml/2006/main"/>
        </p:blipFill>
        <p:spPr>
          <a:xfrm xmlns:a="http://schemas.openxmlformats.org/drawingml/2006/main">
            <a:off x="12859855" y="445718"/>
            <a:ext cx="2454734" cy="1352184"/>
          </a:xfrm>
          <a:prstGeom xmlns:a="http://schemas.openxmlformats.org/drawingml/2006/main" prst="rect">
            <a:avLst/>
          </a:prstGeom>
        </p:spPr>
      </p:pic>
      <p:sp>
        <p:nvSpPr>
          <p:cNvPr id="272" name="text-252 Specific">
            <a:extLst xmlns:a="http://schemas.openxmlformats.org/drawingml/2006/main">
              <a:ext uri="{FF2B5EF4-FFF2-40B4-BE49-F238E27FC236}">
                <a16:creationId xmlns:a16="http://schemas.microsoft.com/office/drawing/2014/main" id="{1ED26604-7044-495B-8410-288A157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3503" y="1825494"/>
            <a:ext cx="717910" cy="250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273" name="text-252 Applications">
            <a:extLst xmlns:a="http://schemas.openxmlformats.org/drawingml/2006/main">
              <a:ext uri="{FF2B5EF4-FFF2-40B4-BE49-F238E27FC236}">
                <a16:creationId xmlns:a16="http://schemas.microsoft.com/office/drawing/2014/main" id="{90BAD4E1-1E58-4C59-8A00-FCE0FA10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12266" y="1825482"/>
            <a:ext cx="1105102" cy="25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74" name="path-253">
            <a:extLst xmlns:a="http://schemas.openxmlformats.org/drawingml/2006/main">
              <a:ext uri="{FF2B5EF4-FFF2-40B4-BE49-F238E27FC236}">
                <a16:creationId xmlns:a16="http://schemas.microsoft.com/office/drawing/2014/main" id="{80A0A269-4464-4131-99C7-E08CE723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54">
            <a:extLst xmlns:a="http://schemas.openxmlformats.org/drawingml/2006/main">
              <a:ext uri="{FF2B5EF4-FFF2-40B4-BE49-F238E27FC236}">
                <a16:creationId xmlns:a16="http://schemas.microsoft.com/office/drawing/2014/main" id="{55B40A70-070C-4739-A46D-A19B7B3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76" name="path-255">
            <a:extLst xmlns:a="http://schemas.openxmlformats.org/drawingml/2006/main">
              <a:ext uri="{FF2B5EF4-FFF2-40B4-BE49-F238E27FC236}">
                <a16:creationId xmlns:a16="http://schemas.microsoft.com/office/drawing/2014/main" id="{B564985D-B27F-4D38-9142-B9FC5075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56">
            <a:extLst xmlns:a="http://schemas.openxmlformats.org/drawingml/2006/main">
              <a:ext uri="{FF2B5EF4-FFF2-40B4-BE49-F238E27FC236}">
                <a16:creationId xmlns:a16="http://schemas.microsoft.com/office/drawing/2014/main" id="{145AAA8C-DC51-4BD5-89DB-90FE1E2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78" name="path-257">
            <a:extLst xmlns:a="http://schemas.openxmlformats.org/drawingml/2006/main">
              <a:ext uri="{FF2B5EF4-FFF2-40B4-BE49-F238E27FC236}">
                <a16:creationId xmlns:a16="http://schemas.microsoft.com/office/drawing/2014/main" id="{0B40506D-9200-4FE6-87AF-67275D3B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58">
            <a:extLst xmlns:a="http://schemas.openxmlformats.org/drawingml/2006/main">
              <a:ext uri="{FF2B5EF4-FFF2-40B4-BE49-F238E27FC236}">
                <a16:creationId xmlns:a16="http://schemas.microsoft.com/office/drawing/2014/main" id="{BDFC3EE0-1D36-4869-915C-81CC014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80" name="path-259">
            <a:extLst xmlns:a="http://schemas.openxmlformats.org/drawingml/2006/main">
              <a:ext uri="{FF2B5EF4-FFF2-40B4-BE49-F238E27FC236}">
                <a16:creationId xmlns:a16="http://schemas.microsoft.com/office/drawing/2014/main" id="{7A2815B3-A21C-43E7-8F1A-1B8E3B29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60">
            <a:extLst xmlns:a="http://schemas.openxmlformats.org/drawingml/2006/main">
              <a:ext uri="{FF2B5EF4-FFF2-40B4-BE49-F238E27FC236}">
                <a16:creationId xmlns:a16="http://schemas.microsoft.com/office/drawing/2014/main" id="{8908EFEF-C1CC-4C1E-8742-57AABF88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82" name="path-261">
            <a:extLst xmlns:a="http://schemas.openxmlformats.org/drawingml/2006/main">
              <a:ext uri="{FF2B5EF4-FFF2-40B4-BE49-F238E27FC236}">
                <a16:creationId xmlns:a16="http://schemas.microsoft.com/office/drawing/2014/main" id="{91914BFE-6B89-4A0F-91AA-C3299F1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62">
            <a:extLst xmlns:a="http://schemas.openxmlformats.org/drawingml/2006/main">
              <a:ext uri="{FF2B5EF4-FFF2-40B4-BE49-F238E27FC236}">
                <a16:creationId xmlns:a16="http://schemas.microsoft.com/office/drawing/2014/main" id="{F13F598A-7A58-41BC-B1B4-BE05B2A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84" name="path-263">
            <a:extLst xmlns:a="http://schemas.openxmlformats.org/drawingml/2006/main">
              <a:ext uri="{FF2B5EF4-FFF2-40B4-BE49-F238E27FC236}">
                <a16:creationId xmlns:a16="http://schemas.microsoft.com/office/drawing/2014/main" id="{BB133227-9D9A-4EA9-A6BB-74515AF6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64">
            <a:extLst xmlns:a="http://schemas.openxmlformats.org/drawingml/2006/main">
              <a:ext uri="{FF2B5EF4-FFF2-40B4-BE49-F238E27FC236}">
                <a16:creationId xmlns:a16="http://schemas.microsoft.com/office/drawing/2014/main" id="{FB5E583C-2DAB-423D-BE04-8B69D400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86" name="path-265">
            <a:extLst xmlns:a="http://schemas.openxmlformats.org/drawingml/2006/main">
              <a:ext uri="{FF2B5EF4-FFF2-40B4-BE49-F238E27FC236}">
                <a16:creationId xmlns:a16="http://schemas.microsoft.com/office/drawing/2014/main" id="{E13ABAF1-8A4D-49AC-AC23-59D43A31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66">
            <a:extLst xmlns:a="http://schemas.openxmlformats.org/drawingml/2006/main">
              <a:ext uri="{FF2B5EF4-FFF2-40B4-BE49-F238E27FC236}">
                <a16:creationId xmlns:a16="http://schemas.microsoft.com/office/drawing/2014/main" id="{A78C9118-9156-4BB7-901E-1C4166E5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88" name="path-267">
            <a:extLst xmlns:a="http://schemas.openxmlformats.org/drawingml/2006/main">
              <a:ext uri="{FF2B5EF4-FFF2-40B4-BE49-F238E27FC236}">
                <a16:creationId xmlns:a16="http://schemas.microsoft.com/office/drawing/2014/main" id="{FF8B8640-5151-4F57-86D7-7E3C05F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68">
            <a:extLst xmlns:a="http://schemas.openxmlformats.org/drawingml/2006/main">
              <a:ext uri="{FF2B5EF4-FFF2-40B4-BE49-F238E27FC236}">
                <a16:creationId xmlns:a16="http://schemas.microsoft.com/office/drawing/2014/main" id="{CE33E8DC-2842-4414-B514-D41D66CB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90" name="path-269">
            <a:extLst xmlns:a="http://schemas.openxmlformats.org/drawingml/2006/main">
              <a:ext uri="{FF2B5EF4-FFF2-40B4-BE49-F238E27FC236}">
                <a16:creationId xmlns:a16="http://schemas.microsoft.com/office/drawing/2014/main" id="{D755C8DB-633C-4857-B977-C2A1FD5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70">
            <a:extLst xmlns:a="http://schemas.openxmlformats.org/drawingml/2006/main">
              <a:ext uri="{FF2B5EF4-FFF2-40B4-BE49-F238E27FC236}">
                <a16:creationId xmlns:a16="http://schemas.microsoft.com/office/drawing/2014/main" id="{7B135C62-5A9E-46B8-8B3D-D8F2E8F9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92" name="path-271">
            <a:extLst xmlns:a="http://schemas.openxmlformats.org/drawingml/2006/main">
              <a:ext uri="{FF2B5EF4-FFF2-40B4-BE49-F238E27FC236}">
                <a16:creationId xmlns:a16="http://schemas.microsoft.com/office/drawing/2014/main" id="{950A3E33-44E4-472F-AF14-BAD0F04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72">
            <a:extLst xmlns:a="http://schemas.openxmlformats.org/drawingml/2006/main">
              <a:ext uri="{FF2B5EF4-FFF2-40B4-BE49-F238E27FC236}">
                <a16:creationId xmlns:a16="http://schemas.microsoft.com/office/drawing/2014/main" id="{5648E841-504E-41BE-9BF3-4FA4F36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94" name="path-273">
            <a:extLst xmlns:a="http://schemas.openxmlformats.org/drawingml/2006/main">
              <a:ext uri="{FF2B5EF4-FFF2-40B4-BE49-F238E27FC236}">
                <a16:creationId xmlns:a16="http://schemas.microsoft.com/office/drawing/2014/main" id="{41B445EA-7632-48BA-A592-FA808411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74">
            <a:extLst xmlns:a="http://schemas.openxmlformats.org/drawingml/2006/main">
              <a:ext uri="{FF2B5EF4-FFF2-40B4-BE49-F238E27FC236}">
                <a16:creationId xmlns:a16="http://schemas.microsoft.com/office/drawing/2014/main" id="{CF6CA8FF-EEA4-49FF-AEAE-E197ACD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96" name="path-275">
            <a:extLst xmlns:a="http://schemas.openxmlformats.org/drawingml/2006/main">
              <a:ext uri="{FF2B5EF4-FFF2-40B4-BE49-F238E27FC236}">
                <a16:creationId xmlns:a16="http://schemas.microsoft.com/office/drawing/2014/main" id="{46905113-9602-4780-873C-2FEF048B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76">
            <a:extLst xmlns:a="http://schemas.openxmlformats.org/drawingml/2006/main">
              <a:ext uri="{FF2B5EF4-FFF2-40B4-BE49-F238E27FC236}">
                <a16:creationId xmlns:a16="http://schemas.microsoft.com/office/drawing/2014/main" id="{BD17CDFD-B6B0-422E-8CF8-1DCB545C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298" name="path-277">
            <a:extLst xmlns:a="http://schemas.openxmlformats.org/drawingml/2006/main">
              <a:ext uri="{FF2B5EF4-FFF2-40B4-BE49-F238E27FC236}">
                <a16:creationId xmlns:a16="http://schemas.microsoft.com/office/drawing/2014/main" id="{0FF4C879-633D-4BFA-8C61-84CE9C52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78">
            <a:extLst xmlns:a="http://schemas.openxmlformats.org/drawingml/2006/main">
              <a:ext uri="{FF2B5EF4-FFF2-40B4-BE49-F238E27FC236}">
                <a16:creationId xmlns:a16="http://schemas.microsoft.com/office/drawing/2014/main" id="{43BC2C4F-055A-4954-99AD-2B210633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00" name="path-279">
            <a:extLst xmlns:a="http://schemas.openxmlformats.org/drawingml/2006/main">
              <a:ext uri="{FF2B5EF4-FFF2-40B4-BE49-F238E27FC236}">
                <a16:creationId xmlns:a16="http://schemas.microsoft.com/office/drawing/2014/main" id="{D2253379-8674-4BA6-B521-FF62E3FA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80">
            <a:extLst xmlns:a="http://schemas.openxmlformats.org/drawingml/2006/main">
              <a:ext uri="{FF2B5EF4-FFF2-40B4-BE49-F238E27FC236}">
                <a16:creationId xmlns:a16="http://schemas.microsoft.com/office/drawing/2014/main" id="{C131F68F-8BC0-4E86-8C61-2FA399D9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02" name="path-281">
            <a:extLst xmlns:a="http://schemas.openxmlformats.org/drawingml/2006/main">
              <a:ext uri="{FF2B5EF4-FFF2-40B4-BE49-F238E27FC236}">
                <a16:creationId xmlns:a16="http://schemas.microsoft.com/office/drawing/2014/main" id="{9D304CE9-E78D-41CB-B6C0-6D1C631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282">
            <a:extLst xmlns:a="http://schemas.openxmlformats.org/drawingml/2006/main">
              <a:ext uri="{FF2B5EF4-FFF2-40B4-BE49-F238E27FC236}">
                <a16:creationId xmlns:a16="http://schemas.microsoft.com/office/drawing/2014/main" id="{6D7B9EB1-B5D0-4325-A10F-5F25DFC9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04" name="path-283">
            <a:extLst xmlns:a="http://schemas.openxmlformats.org/drawingml/2006/main">
              <a:ext uri="{FF2B5EF4-FFF2-40B4-BE49-F238E27FC236}">
                <a16:creationId xmlns:a16="http://schemas.microsoft.com/office/drawing/2014/main" id="{856EAA56-7BDA-4BD6-98D1-1DFD9045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84">
            <a:extLst xmlns:a="http://schemas.openxmlformats.org/drawingml/2006/main">
              <a:ext uri="{FF2B5EF4-FFF2-40B4-BE49-F238E27FC236}">
                <a16:creationId xmlns:a16="http://schemas.microsoft.com/office/drawing/2014/main" id="{1FFEBEB2-A834-49D5-9E89-EEE201E1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06" name="path-285">
            <a:extLst xmlns:a="http://schemas.openxmlformats.org/drawingml/2006/main">
              <a:ext uri="{FF2B5EF4-FFF2-40B4-BE49-F238E27FC236}">
                <a16:creationId xmlns:a16="http://schemas.microsoft.com/office/drawing/2014/main" id="{B51B4AF7-A52C-4F8F-86D5-9FFD205F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286">
            <a:extLst xmlns:a="http://schemas.openxmlformats.org/drawingml/2006/main">
              <a:ext uri="{FF2B5EF4-FFF2-40B4-BE49-F238E27FC236}">
                <a16:creationId xmlns:a16="http://schemas.microsoft.com/office/drawing/2014/main" id="{127F6168-C70A-4B92-AC74-C46F1AC5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08" name="path-287">
            <a:extLst xmlns:a="http://schemas.openxmlformats.org/drawingml/2006/main">
              <a:ext uri="{FF2B5EF4-FFF2-40B4-BE49-F238E27FC236}">
                <a16:creationId xmlns:a16="http://schemas.microsoft.com/office/drawing/2014/main" id="{2BD0FC43-52A3-47E9-B0FE-65803E74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288">
            <a:extLst xmlns:a="http://schemas.openxmlformats.org/drawingml/2006/main">
              <a:ext uri="{FF2B5EF4-FFF2-40B4-BE49-F238E27FC236}">
                <a16:creationId xmlns:a16="http://schemas.microsoft.com/office/drawing/2014/main" id="{8862C11E-EA37-41E1-B857-184132D2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10" name="path-289">
            <a:extLst xmlns:a="http://schemas.openxmlformats.org/drawingml/2006/main">
              <a:ext uri="{FF2B5EF4-FFF2-40B4-BE49-F238E27FC236}">
                <a16:creationId xmlns:a16="http://schemas.microsoft.com/office/drawing/2014/main" id="{761968D4-0C34-47D7-9746-E827A9BF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290">
            <a:extLst xmlns:a="http://schemas.openxmlformats.org/drawingml/2006/main">
              <a:ext uri="{FF2B5EF4-FFF2-40B4-BE49-F238E27FC236}">
                <a16:creationId xmlns:a16="http://schemas.microsoft.com/office/drawing/2014/main" id="{42C3A757-313F-4B7B-A363-D54FDA0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12" name="path-291">
            <a:extLst xmlns:a="http://schemas.openxmlformats.org/drawingml/2006/main">
              <a:ext uri="{FF2B5EF4-FFF2-40B4-BE49-F238E27FC236}">
                <a16:creationId xmlns:a16="http://schemas.microsoft.com/office/drawing/2014/main" id="{39B92495-C578-4FA2-9F79-3170EE5B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292">
            <a:extLst xmlns:a="http://schemas.openxmlformats.org/drawingml/2006/main">
              <a:ext uri="{FF2B5EF4-FFF2-40B4-BE49-F238E27FC236}">
                <a16:creationId xmlns:a16="http://schemas.microsoft.com/office/drawing/2014/main" id="{9D860A4C-A172-488A-9C3A-38EDC056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14" name="path-293">
            <a:extLst xmlns:a="http://schemas.openxmlformats.org/drawingml/2006/main">
              <a:ext uri="{FF2B5EF4-FFF2-40B4-BE49-F238E27FC236}">
                <a16:creationId xmlns:a16="http://schemas.microsoft.com/office/drawing/2014/main" id="{0A586FA7-554E-4372-9DE1-6ED44F3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294">
            <a:extLst xmlns:a="http://schemas.openxmlformats.org/drawingml/2006/main">
              <a:ext uri="{FF2B5EF4-FFF2-40B4-BE49-F238E27FC236}">
                <a16:creationId xmlns:a16="http://schemas.microsoft.com/office/drawing/2014/main" id="{F92203A3-02F9-49B2-A441-169E9C74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16" name="path-295">
            <a:extLst xmlns:a="http://schemas.openxmlformats.org/drawingml/2006/main">
              <a:ext uri="{FF2B5EF4-FFF2-40B4-BE49-F238E27FC236}">
                <a16:creationId xmlns:a16="http://schemas.microsoft.com/office/drawing/2014/main" id="{42A7944C-4376-430E-BCDB-2B85976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296">
            <a:extLst xmlns:a="http://schemas.openxmlformats.org/drawingml/2006/main">
              <a:ext uri="{FF2B5EF4-FFF2-40B4-BE49-F238E27FC236}">
                <a16:creationId xmlns:a16="http://schemas.microsoft.com/office/drawing/2014/main" id="{B903A032-6733-483B-B3A2-F7DBD9E6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18" name="path-297">
            <a:extLst xmlns:a="http://schemas.openxmlformats.org/drawingml/2006/main">
              <a:ext uri="{FF2B5EF4-FFF2-40B4-BE49-F238E27FC236}">
                <a16:creationId xmlns:a16="http://schemas.microsoft.com/office/drawing/2014/main" id="{B40D2157-B354-42F6-A242-524F55C3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298">
            <a:extLst xmlns:a="http://schemas.openxmlformats.org/drawingml/2006/main">
              <a:ext uri="{FF2B5EF4-FFF2-40B4-BE49-F238E27FC236}">
                <a16:creationId xmlns:a16="http://schemas.microsoft.com/office/drawing/2014/main" id="{0241DA8D-EF9C-4384-B71A-A06C72E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20" name="path-299">
            <a:extLst xmlns:a="http://schemas.openxmlformats.org/drawingml/2006/main">
              <a:ext uri="{FF2B5EF4-FFF2-40B4-BE49-F238E27FC236}">
                <a16:creationId xmlns:a16="http://schemas.microsoft.com/office/drawing/2014/main" id="{4C74C9B9-0978-47D0-A10C-59ED059C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00">
            <a:extLst xmlns:a="http://schemas.openxmlformats.org/drawingml/2006/main">
              <a:ext uri="{FF2B5EF4-FFF2-40B4-BE49-F238E27FC236}">
                <a16:creationId xmlns:a16="http://schemas.microsoft.com/office/drawing/2014/main" id="{25D5145B-E77C-4767-9934-46B67037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22" name="path-301">
            <a:extLst xmlns:a="http://schemas.openxmlformats.org/drawingml/2006/main">
              <a:ext uri="{FF2B5EF4-FFF2-40B4-BE49-F238E27FC236}">
                <a16:creationId xmlns:a16="http://schemas.microsoft.com/office/drawing/2014/main" id="{7474A4CF-ED87-4975-A0EF-38E43A0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02">
            <a:extLst xmlns:a="http://schemas.openxmlformats.org/drawingml/2006/main">
              <a:ext uri="{FF2B5EF4-FFF2-40B4-BE49-F238E27FC236}">
                <a16:creationId xmlns:a16="http://schemas.microsoft.com/office/drawing/2014/main" id="{FE4715EE-0C52-4EDC-8678-02B2C73C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24" name="path-303">
            <a:extLst xmlns:a="http://schemas.openxmlformats.org/drawingml/2006/main">
              <a:ext uri="{FF2B5EF4-FFF2-40B4-BE49-F238E27FC236}">
                <a16:creationId xmlns:a16="http://schemas.microsoft.com/office/drawing/2014/main" id="{E62E3795-6923-4C07-AB4A-E965917E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04">
            <a:extLst xmlns:a="http://schemas.openxmlformats.org/drawingml/2006/main">
              <a:ext uri="{FF2B5EF4-FFF2-40B4-BE49-F238E27FC236}">
                <a16:creationId xmlns:a16="http://schemas.microsoft.com/office/drawing/2014/main" id="{FA982DB7-EC7B-43B0-A656-EB9C72AF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458371"/>
            <a:ext cx="137363" cy="137284"/>
          </a:xfrm>
          <a:custGeom xmlns:a="http://schemas.openxmlformats.org/drawingml/2006/main">
            <a:pathLst>
              <a:path w="125789" h="125717">
                <a:moveTo>
                  <a:pt x="0" y="0"/>
                </a:moveTo>
                <a:lnTo>
                  <a:pt x="0" y="125717"/>
                </a:lnTo>
                <a:lnTo>
                  <a:pt x="125789" y="12571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26" name="path-305">
            <a:extLst xmlns:a="http://schemas.openxmlformats.org/drawingml/2006/main">
              <a:ext uri="{FF2B5EF4-FFF2-40B4-BE49-F238E27FC236}">
                <a16:creationId xmlns:a16="http://schemas.microsoft.com/office/drawing/2014/main" id="{A210AE28-7354-4D2F-8814-BEB50434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06">
            <a:extLst xmlns:a="http://schemas.openxmlformats.org/drawingml/2006/main">
              <a:ext uri="{FF2B5EF4-FFF2-40B4-BE49-F238E27FC236}">
                <a16:creationId xmlns:a16="http://schemas.microsoft.com/office/drawing/2014/main" id="{CEC5F074-C605-4504-8878-D742C6B7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28" name="path-307">
            <a:extLst xmlns:a="http://schemas.openxmlformats.org/drawingml/2006/main">
              <a:ext uri="{FF2B5EF4-FFF2-40B4-BE49-F238E27FC236}">
                <a16:creationId xmlns:a16="http://schemas.microsoft.com/office/drawing/2014/main" id="{B6E59F40-86E6-4C7F-923A-0BC0827F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08">
            <a:extLst xmlns:a="http://schemas.openxmlformats.org/drawingml/2006/main">
              <a:ext uri="{FF2B5EF4-FFF2-40B4-BE49-F238E27FC236}">
                <a16:creationId xmlns:a16="http://schemas.microsoft.com/office/drawing/2014/main" id="{E8E1D8FA-BF20-43A8-8F84-068E1B9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30" name="path-309">
            <a:extLst xmlns:a="http://schemas.openxmlformats.org/drawingml/2006/main">
              <a:ext uri="{FF2B5EF4-FFF2-40B4-BE49-F238E27FC236}">
                <a16:creationId xmlns:a16="http://schemas.microsoft.com/office/drawing/2014/main" id="{49695B59-DD4B-443F-8779-77947FF9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10">
            <a:extLst xmlns:a="http://schemas.openxmlformats.org/drawingml/2006/main">
              <a:ext uri="{FF2B5EF4-FFF2-40B4-BE49-F238E27FC236}">
                <a16:creationId xmlns:a16="http://schemas.microsoft.com/office/drawing/2014/main" id="{134CE23B-ADC8-43A4-B116-E4F1697B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595655"/>
            <a:ext cx="137363" cy="137382"/>
          </a:xfrm>
          <a:custGeom xmlns:a="http://schemas.openxmlformats.org/drawingml/2006/main">
            <a:pathLst>
              <a:path w="125789" h="125806">
                <a:moveTo>
                  <a:pt x="0" y="0"/>
                </a:moveTo>
                <a:lnTo>
                  <a:pt x="0" y="125806"/>
                </a:lnTo>
                <a:lnTo>
                  <a:pt x="125789" y="125806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32" name="path-311">
            <a:extLst xmlns:a="http://schemas.openxmlformats.org/drawingml/2006/main">
              <a:ext uri="{FF2B5EF4-FFF2-40B4-BE49-F238E27FC236}">
                <a16:creationId xmlns:a16="http://schemas.microsoft.com/office/drawing/2014/main" id="{5FA70A3A-99E6-4AD7-94B2-08310F52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12">
            <a:extLst xmlns:a="http://schemas.openxmlformats.org/drawingml/2006/main">
              <a:ext uri="{FF2B5EF4-FFF2-40B4-BE49-F238E27FC236}">
                <a16:creationId xmlns:a16="http://schemas.microsoft.com/office/drawing/2014/main" id="{B29AA27F-BC03-4FAD-9BFD-0C7B533C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34" name="path-313">
            <a:extLst xmlns:a="http://schemas.openxmlformats.org/drawingml/2006/main">
              <a:ext uri="{FF2B5EF4-FFF2-40B4-BE49-F238E27FC236}">
                <a16:creationId xmlns:a16="http://schemas.microsoft.com/office/drawing/2014/main" id="{1FE46D50-AFA0-4478-BD2D-5C0D6D7A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14">
            <a:extLst xmlns:a="http://schemas.openxmlformats.org/drawingml/2006/main">
              <a:ext uri="{FF2B5EF4-FFF2-40B4-BE49-F238E27FC236}">
                <a16:creationId xmlns:a16="http://schemas.microsoft.com/office/drawing/2014/main" id="{A90C1F93-B59F-4B52-A743-293EDC4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36" name="path-315">
            <a:extLst xmlns:a="http://schemas.openxmlformats.org/drawingml/2006/main">
              <a:ext uri="{FF2B5EF4-FFF2-40B4-BE49-F238E27FC236}">
                <a16:creationId xmlns:a16="http://schemas.microsoft.com/office/drawing/2014/main" id="{5A49FE3C-E29E-4D90-BF37-C9AB7F8E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16">
            <a:extLst xmlns:a="http://schemas.openxmlformats.org/drawingml/2006/main">
              <a:ext uri="{FF2B5EF4-FFF2-40B4-BE49-F238E27FC236}">
                <a16:creationId xmlns:a16="http://schemas.microsoft.com/office/drawing/2014/main" id="{D7EE8BE5-C576-4BAB-8D5E-338C59A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733037"/>
            <a:ext cx="137363" cy="137385"/>
          </a:xfrm>
          <a:custGeom xmlns:a="http://schemas.openxmlformats.org/drawingml/2006/main">
            <a:pathLst>
              <a:path w="125789" h="125809">
                <a:moveTo>
                  <a:pt x="0" y="0"/>
                </a:moveTo>
                <a:lnTo>
                  <a:pt x="0" y="125809"/>
                </a:lnTo>
                <a:lnTo>
                  <a:pt x="125789" y="125809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38" name="path-317">
            <a:extLst xmlns:a="http://schemas.openxmlformats.org/drawingml/2006/main">
              <a:ext uri="{FF2B5EF4-FFF2-40B4-BE49-F238E27FC236}">
                <a16:creationId xmlns:a16="http://schemas.microsoft.com/office/drawing/2014/main" id="{07320730-BB01-4A2E-B5CD-36ABA56B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18">
            <a:extLst xmlns:a="http://schemas.openxmlformats.org/drawingml/2006/main">
              <a:ext uri="{FF2B5EF4-FFF2-40B4-BE49-F238E27FC236}">
                <a16:creationId xmlns:a16="http://schemas.microsoft.com/office/drawing/2014/main" id="{B58BA01C-1D47-4F18-9338-5B3C7468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40" name="path-319">
            <a:extLst xmlns:a="http://schemas.openxmlformats.org/drawingml/2006/main">
              <a:ext uri="{FF2B5EF4-FFF2-40B4-BE49-F238E27FC236}">
                <a16:creationId xmlns:a16="http://schemas.microsoft.com/office/drawing/2014/main" id="{D282DFEB-F38B-41DD-B2EF-7CE07F96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20">
            <a:extLst xmlns:a="http://schemas.openxmlformats.org/drawingml/2006/main">
              <a:ext uri="{FF2B5EF4-FFF2-40B4-BE49-F238E27FC236}">
                <a16:creationId xmlns:a16="http://schemas.microsoft.com/office/drawing/2014/main" id="{52C4F67F-C9B3-4C08-BF01-40DE6EAD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42" name="path-321">
            <a:extLst xmlns:a="http://schemas.openxmlformats.org/drawingml/2006/main">
              <a:ext uri="{FF2B5EF4-FFF2-40B4-BE49-F238E27FC236}">
                <a16:creationId xmlns:a16="http://schemas.microsoft.com/office/drawing/2014/main" id="{5BD0A267-42FF-46A1-8643-855BFE40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22">
            <a:extLst xmlns:a="http://schemas.openxmlformats.org/drawingml/2006/main">
              <a:ext uri="{FF2B5EF4-FFF2-40B4-BE49-F238E27FC236}">
                <a16:creationId xmlns:a16="http://schemas.microsoft.com/office/drawing/2014/main" id="{45B91F27-0B87-4AE0-B681-5C5F21F5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44" name="path-323">
            <a:extLst xmlns:a="http://schemas.openxmlformats.org/drawingml/2006/main">
              <a:ext uri="{FF2B5EF4-FFF2-40B4-BE49-F238E27FC236}">
                <a16:creationId xmlns:a16="http://schemas.microsoft.com/office/drawing/2014/main" id="{52CC29D7-C22F-43A3-8AE3-9789D1F5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24">
            <a:extLst xmlns:a="http://schemas.openxmlformats.org/drawingml/2006/main">
              <a:ext uri="{FF2B5EF4-FFF2-40B4-BE49-F238E27FC236}">
                <a16:creationId xmlns:a16="http://schemas.microsoft.com/office/drawing/2014/main" id="{664CCCC5-7DEF-4F2A-958D-9E4E07F4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46" name="path-325">
            <a:extLst xmlns:a="http://schemas.openxmlformats.org/drawingml/2006/main">
              <a:ext uri="{FF2B5EF4-FFF2-40B4-BE49-F238E27FC236}">
                <a16:creationId xmlns:a16="http://schemas.microsoft.com/office/drawing/2014/main" id="{E4A259B1-B404-41C4-8B67-B2777547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26">
            <a:extLst xmlns:a="http://schemas.openxmlformats.org/drawingml/2006/main">
              <a:ext uri="{FF2B5EF4-FFF2-40B4-BE49-F238E27FC236}">
                <a16:creationId xmlns:a16="http://schemas.microsoft.com/office/drawing/2014/main" id="{604C5E4A-143E-48DE-ACB5-0E36D5A2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48" name="path-327">
            <a:extLst xmlns:a="http://schemas.openxmlformats.org/drawingml/2006/main">
              <a:ext uri="{FF2B5EF4-FFF2-40B4-BE49-F238E27FC236}">
                <a16:creationId xmlns:a16="http://schemas.microsoft.com/office/drawing/2014/main" id="{F6B35F6E-F2B3-4C41-9ECE-3949431A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28">
            <a:extLst xmlns:a="http://schemas.openxmlformats.org/drawingml/2006/main">
              <a:ext uri="{FF2B5EF4-FFF2-40B4-BE49-F238E27FC236}">
                <a16:creationId xmlns:a16="http://schemas.microsoft.com/office/drawing/2014/main" id="{659D4EBB-662C-4530-B742-FEF5749D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870422"/>
            <a:ext cx="137363" cy="137385"/>
          </a:xfrm>
          <a:custGeom xmlns:a="http://schemas.openxmlformats.org/drawingml/2006/main">
            <a:pathLst>
              <a:path w="125789" h="125809">
                <a:moveTo>
                  <a:pt x="0" y="0"/>
                </a:moveTo>
                <a:lnTo>
                  <a:pt x="0" y="125809"/>
                </a:lnTo>
                <a:lnTo>
                  <a:pt x="125789" y="125809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50" name="path-329">
            <a:extLst xmlns:a="http://schemas.openxmlformats.org/drawingml/2006/main">
              <a:ext uri="{FF2B5EF4-FFF2-40B4-BE49-F238E27FC236}">
                <a16:creationId xmlns:a16="http://schemas.microsoft.com/office/drawing/2014/main" id="{9A60696A-5C11-4C39-B33B-82274D8B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30">
            <a:extLst xmlns:a="http://schemas.openxmlformats.org/drawingml/2006/main">
              <a:ext uri="{FF2B5EF4-FFF2-40B4-BE49-F238E27FC236}">
                <a16:creationId xmlns:a16="http://schemas.microsoft.com/office/drawing/2014/main" id="{9DCD0855-C089-4E2E-8701-41F82C98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52" name="path-331">
            <a:extLst xmlns:a="http://schemas.openxmlformats.org/drawingml/2006/main">
              <a:ext uri="{FF2B5EF4-FFF2-40B4-BE49-F238E27FC236}">
                <a16:creationId xmlns:a16="http://schemas.microsoft.com/office/drawing/2014/main" id="{253367E3-551A-4314-B313-1AE026B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32">
            <a:extLst xmlns:a="http://schemas.openxmlformats.org/drawingml/2006/main">
              <a:ext uri="{FF2B5EF4-FFF2-40B4-BE49-F238E27FC236}">
                <a16:creationId xmlns:a16="http://schemas.microsoft.com/office/drawing/2014/main" id="{C80220F3-9B63-4FD4-960F-9B13B98A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54" name="path-333">
            <a:extLst xmlns:a="http://schemas.openxmlformats.org/drawingml/2006/main">
              <a:ext uri="{FF2B5EF4-FFF2-40B4-BE49-F238E27FC236}">
                <a16:creationId xmlns:a16="http://schemas.microsoft.com/office/drawing/2014/main" id="{7DC7E6C4-295F-4750-A387-F63E8F8D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34">
            <a:extLst xmlns:a="http://schemas.openxmlformats.org/drawingml/2006/main">
              <a:ext uri="{FF2B5EF4-FFF2-40B4-BE49-F238E27FC236}">
                <a16:creationId xmlns:a16="http://schemas.microsoft.com/office/drawing/2014/main" id="{2D062B21-8C05-44B6-A4F3-4817604D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56" name="path-335">
            <a:extLst xmlns:a="http://schemas.openxmlformats.org/drawingml/2006/main">
              <a:ext uri="{FF2B5EF4-FFF2-40B4-BE49-F238E27FC236}">
                <a16:creationId xmlns:a16="http://schemas.microsoft.com/office/drawing/2014/main" id="{6BA14846-9C7F-406F-BCB1-FEDBB24F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45833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36">
            <a:extLst xmlns:a="http://schemas.openxmlformats.org/drawingml/2006/main">
              <a:ext uri="{FF2B5EF4-FFF2-40B4-BE49-F238E27FC236}">
                <a16:creationId xmlns:a16="http://schemas.microsoft.com/office/drawing/2014/main" id="{B559A2E6-7F5E-4546-9131-0B375863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458371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58" name="path-337">
            <a:extLst xmlns:a="http://schemas.openxmlformats.org/drawingml/2006/main">
              <a:ext uri="{FF2B5EF4-FFF2-40B4-BE49-F238E27FC236}">
                <a16:creationId xmlns:a16="http://schemas.microsoft.com/office/drawing/2014/main" id="{D45335D4-913E-4C40-87A2-1AB026C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59569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38">
            <a:extLst xmlns:a="http://schemas.openxmlformats.org/drawingml/2006/main">
              <a:ext uri="{FF2B5EF4-FFF2-40B4-BE49-F238E27FC236}">
                <a16:creationId xmlns:a16="http://schemas.microsoft.com/office/drawing/2014/main" id="{3E5ECEC1-F14A-41D0-89CA-C71F077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595655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60" name="path-339">
            <a:extLst xmlns:a="http://schemas.openxmlformats.org/drawingml/2006/main">
              <a:ext uri="{FF2B5EF4-FFF2-40B4-BE49-F238E27FC236}">
                <a16:creationId xmlns:a16="http://schemas.microsoft.com/office/drawing/2014/main" id="{01FC4E16-D577-4CE8-BA94-A9D1D7A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73304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40">
            <a:extLst xmlns:a="http://schemas.openxmlformats.org/drawingml/2006/main">
              <a:ext uri="{FF2B5EF4-FFF2-40B4-BE49-F238E27FC236}">
                <a16:creationId xmlns:a16="http://schemas.microsoft.com/office/drawing/2014/main" id="{6FBC6E59-8AF7-4044-A565-0EAA775E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733037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62" name="path-341">
            <a:extLst xmlns:a="http://schemas.openxmlformats.org/drawingml/2006/main">
              <a:ext uri="{FF2B5EF4-FFF2-40B4-BE49-F238E27FC236}">
                <a16:creationId xmlns:a16="http://schemas.microsoft.com/office/drawing/2014/main" id="{F6747CCC-0016-4EAA-861B-67918DC2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87040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42">
            <a:extLst xmlns:a="http://schemas.openxmlformats.org/drawingml/2006/main">
              <a:ext uri="{FF2B5EF4-FFF2-40B4-BE49-F238E27FC236}">
                <a16:creationId xmlns:a16="http://schemas.microsoft.com/office/drawing/2014/main" id="{8E897578-B04B-47F3-B849-0046BACB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870422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64" name="path-343">
            <a:extLst xmlns:a="http://schemas.openxmlformats.org/drawingml/2006/main">
              <a:ext uri="{FF2B5EF4-FFF2-40B4-BE49-F238E27FC236}">
                <a16:creationId xmlns:a16="http://schemas.microsoft.com/office/drawing/2014/main" id="{A8EA2707-E5A6-4A43-A39E-7ED759DB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44">
            <a:extLst xmlns:a="http://schemas.openxmlformats.org/drawingml/2006/main">
              <a:ext uri="{FF2B5EF4-FFF2-40B4-BE49-F238E27FC236}">
                <a16:creationId xmlns:a16="http://schemas.microsoft.com/office/drawing/2014/main" id="{FD1C99F1-BF7C-4CA7-BDCB-4AF72ACD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1007806"/>
            <a:ext cx="137363" cy="137281"/>
          </a:xfrm>
          <a:custGeom xmlns:a="http://schemas.openxmlformats.org/drawingml/2006/main">
            <a:pathLst>
              <a:path w="125789" h="125714">
                <a:moveTo>
                  <a:pt x="0" y="0"/>
                </a:moveTo>
                <a:lnTo>
                  <a:pt x="0" y="125714"/>
                </a:lnTo>
                <a:lnTo>
                  <a:pt x="125789" y="12571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66" name="path-345">
            <a:extLst xmlns:a="http://schemas.openxmlformats.org/drawingml/2006/main">
              <a:ext uri="{FF2B5EF4-FFF2-40B4-BE49-F238E27FC236}">
                <a16:creationId xmlns:a16="http://schemas.microsoft.com/office/drawing/2014/main" id="{9737DA5A-2C36-41EE-855B-F167F6A8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46">
            <a:extLst xmlns:a="http://schemas.openxmlformats.org/drawingml/2006/main">
              <a:ext uri="{FF2B5EF4-FFF2-40B4-BE49-F238E27FC236}">
                <a16:creationId xmlns:a16="http://schemas.microsoft.com/office/drawing/2014/main" id="{3016C420-7CA7-43EC-996A-F387A5B9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68" name="path-347">
            <a:extLst xmlns:a="http://schemas.openxmlformats.org/drawingml/2006/main">
              <a:ext uri="{FF2B5EF4-FFF2-40B4-BE49-F238E27FC236}">
                <a16:creationId xmlns:a16="http://schemas.microsoft.com/office/drawing/2014/main" id="{C93E1A17-52E8-4F8F-B004-D113FD60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48">
            <a:extLst xmlns:a="http://schemas.openxmlformats.org/drawingml/2006/main">
              <a:ext uri="{FF2B5EF4-FFF2-40B4-BE49-F238E27FC236}">
                <a16:creationId xmlns:a16="http://schemas.microsoft.com/office/drawing/2014/main" id="{F1B3AF5B-F41E-46A0-815B-49EFBA9D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70" name="path-349">
            <a:extLst xmlns:a="http://schemas.openxmlformats.org/drawingml/2006/main">
              <a:ext uri="{FF2B5EF4-FFF2-40B4-BE49-F238E27FC236}">
                <a16:creationId xmlns:a16="http://schemas.microsoft.com/office/drawing/2014/main" id="{969FBE90-6CD0-463D-8BC4-267B69A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50">
            <a:extLst xmlns:a="http://schemas.openxmlformats.org/drawingml/2006/main">
              <a:ext uri="{FF2B5EF4-FFF2-40B4-BE49-F238E27FC236}">
                <a16:creationId xmlns:a16="http://schemas.microsoft.com/office/drawing/2014/main" id="{2A712670-50F3-42BA-980E-B960D73A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72" name="path-351">
            <a:extLst xmlns:a="http://schemas.openxmlformats.org/drawingml/2006/main">
              <a:ext uri="{FF2B5EF4-FFF2-40B4-BE49-F238E27FC236}">
                <a16:creationId xmlns:a16="http://schemas.microsoft.com/office/drawing/2014/main" id="{CC3BD67F-6E91-4427-A5CD-05E8BA1C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100776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52">
            <a:extLst xmlns:a="http://schemas.openxmlformats.org/drawingml/2006/main">
              <a:ext uri="{FF2B5EF4-FFF2-40B4-BE49-F238E27FC236}">
                <a16:creationId xmlns:a16="http://schemas.microsoft.com/office/drawing/2014/main" id="{1F0433BB-9F6F-4CB6-B4B9-BD546EFA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1007806"/>
            <a:ext cx="137353" cy="137281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74" name="path-353">
            <a:extLst xmlns:a="http://schemas.openxmlformats.org/drawingml/2006/main">
              <a:ext uri="{FF2B5EF4-FFF2-40B4-BE49-F238E27FC236}">
                <a16:creationId xmlns:a16="http://schemas.microsoft.com/office/drawing/2014/main" id="{BB3CCA0D-94C1-40DA-B51D-8C7D9831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54">
            <a:extLst xmlns:a="http://schemas.openxmlformats.org/drawingml/2006/main">
              <a:ext uri="{FF2B5EF4-FFF2-40B4-BE49-F238E27FC236}">
                <a16:creationId xmlns:a16="http://schemas.microsoft.com/office/drawing/2014/main" id="{05A929B1-CCFC-4B0E-8BCD-71408FFE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76" name="path-355">
            <a:extLst xmlns:a="http://schemas.openxmlformats.org/drawingml/2006/main">
              <a:ext uri="{FF2B5EF4-FFF2-40B4-BE49-F238E27FC236}">
                <a16:creationId xmlns:a16="http://schemas.microsoft.com/office/drawing/2014/main" id="{6D8E9A80-BB35-41FE-9D46-A1683C3C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56">
            <a:extLst xmlns:a="http://schemas.openxmlformats.org/drawingml/2006/main">
              <a:ext uri="{FF2B5EF4-FFF2-40B4-BE49-F238E27FC236}">
                <a16:creationId xmlns:a16="http://schemas.microsoft.com/office/drawing/2014/main" id="{FE686435-1A45-440C-B5B4-AD79DB9D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78" name="path-357">
            <a:extLst xmlns:a="http://schemas.openxmlformats.org/drawingml/2006/main">
              <a:ext uri="{FF2B5EF4-FFF2-40B4-BE49-F238E27FC236}">
                <a16:creationId xmlns:a16="http://schemas.microsoft.com/office/drawing/2014/main" id="{E2F32653-C75F-4F90-9334-59155088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58">
            <a:extLst xmlns:a="http://schemas.openxmlformats.org/drawingml/2006/main">
              <a:ext uri="{FF2B5EF4-FFF2-40B4-BE49-F238E27FC236}">
                <a16:creationId xmlns:a16="http://schemas.microsoft.com/office/drawing/2014/main" id="{906D53BD-B026-4781-A2BB-ABBE76C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80" name="path-359">
            <a:extLst xmlns:a="http://schemas.openxmlformats.org/drawingml/2006/main">
              <a:ext uri="{FF2B5EF4-FFF2-40B4-BE49-F238E27FC236}">
                <a16:creationId xmlns:a16="http://schemas.microsoft.com/office/drawing/2014/main" id="{7D78B142-1775-4A0D-A040-6896132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60">
            <a:extLst xmlns:a="http://schemas.openxmlformats.org/drawingml/2006/main">
              <a:ext uri="{FF2B5EF4-FFF2-40B4-BE49-F238E27FC236}">
                <a16:creationId xmlns:a16="http://schemas.microsoft.com/office/drawing/2014/main" id="{36CF13FD-2924-4CC4-84B2-7DAAF915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82" name="path-361">
            <a:extLst xmlns:a="http://schemas.openxmlformats.org/drawingml/2006/main">
              <a:ext uri="{FF2B5EF4-FFF2-40B4-BE49-F238E27FC236}">
                <a16:creationId xmlns:a16="http://schemas.microsoft.com/office/drawing/2014/main" id="{ABF88663-8D6F-44A5-8A6B-9FB07826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62">
            <a:extLst xmlns:a="http://schemas.openxmlformats.org/drawingml/2006/main">
              <a:ext uri="{FF2B5EF4-FFF2-40B4-BE49-F238E27FC236}">
                <a16:creationId xmlns:a16="http://schemas.microsoft.com/office/drawing/2014/main" id="{60907BF7-CB0A-413F-BE63-8D08E6E7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978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84" name="path-363">
            <a:extLst xmlns:a="http://schemas.openxmlformats.org/drawingml/2006/main">
              <a:ext uri="{FF2B5EF4-FFF2-40B4-BE49-F238E27FC236}">
                <a16:creationId xmlns:a16="http://schemas.microsoft.com/office/drawing/2014/main" id="{647B3405-A285-4976-91A2-473DC59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64">
            <a:extLst xmlns:a="http://schemas.openxmlformats.org/drawingml/2006/main">
              <a:ext uri="{FF2B5EF4-FFF2-40B4-BE49-F238E27FC236}">
                <a16:creationId xmlns:a16="http://schemas.microsoft.com/office/drawing/2014/main" id="{5406A69A-30C0-4377-B7E8-B8124692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332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86" name="path-365">
            <a:extLst xmlns:a="http://schemas.openxmlformats.org/drawingml/2006/main">
              <a:ext uri="{FF2B5EF4-FFF2-40B4-BE49-F238E27FC236}">
                <a16:creationId xmlns:a16="http://schemas.microsoft.com/office/drawing/2014/main" id="{CF76A838-F4B8-4E3C-A12C-D1465A71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66">
            <a:extLst xmlns:a="http://schemas.openxmlformats.org/drawingml/2006/main">
              <a:ext uri="{FF2B5EF4-FFF2-40B4-BE49-F238E27FC236}">
                <a16:creationId xmlns:a16="http://schemas.microsoft.com/office/drawing/2014/main" id="{A3F9BB46-9956-4720-95F9-86F4D4C8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88" name="path-367">
            <a:extLst xmlns:a="http://schemas.openxmlformats.org/drawingml/2006/main">
              <a:ext uri="{FF2B5EF4-FFF2-40B4-BE49-F238E27FC236}">
                <a16:creationId xmlns:a16="http://schemas.microsoft.com/office/drawing/2014/main" id="{D41D2B43-AF6E-4AD2-9D19-12BE4807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68">
            <a:extLst xmlns:a="http://schemas.openxmlformats.org/drawingml/2006/main">
              <a:ext uri="{FF2B5EF4-FFF2-40B4-BE49-F238E27FC236}">
                <a16:creationId xmlns:a16="http://schemas.microsoft.com/office/drawing/2014/main" id="{D92D524F-B85E-40EE-ABE6-A24540DF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85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90" name="path-369">
            <a:extLst xmlns:a="http://schemas.openxmlformats.org/drawingml/2006/main">
              <a:ext uri="{FF2B5EF4-FFF2-40B4-BE49-F238E27FC236}">
                <a16:creationId xmlns:a16="http://schemas.microsoft.com/office/drawing/2014/main" id="{D10CE2BF-82F1-4C54-84E2-21E9E256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70">
            <a:extLst xmlns:a="http://schemas.openxmlformats.org/drawingml/2006/main">
              <a:ext uri="{FF2B5EF4-FFF2-40B4-BE49-F238E27FC236}">
                <a16:creationId xmlns:a16="http://schemas.microsoft.com/office/drawing/2014/main" id="{B072A0E9-9524-4A71-93D6-B53F08E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92" name="path-371">
            <a:extLst xmlns:a="http://schemas.openxmlformats.org/drawingml/2006/main">
              <a:ext uri="{FF2B5EF4-FFF2-40B4-BE49-F238E27FC236}">
                <a16:creationId xmlns:a16="http://schemas.microsoft.com/office/drawing/2014/main" id="{52560A5E-F293-4FA1-9BEA-8FB3B2EE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72">
            <a:extLst xmlns:a="http://schemas.openxmlformats.org/drawingml/2006/main">
              <a:ext uri="{FF2B5EF4-FFF2-40B4-BE49-F238E27FC236}">
                <a16:creationId xmlns:a16="http://schemas.microsoft.com/office/drawing/2014/main" id="{032C1CA1-C725-4A83-B9B8-91CA386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039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94" name="path-373">
            <a:extLst xmlns:a="http://schemas.openxmlformats.org/drawingml/2006/main">
              <a:ext uri="{FF2B5EF4-FFF2-40B4-BE49-F238E27FC236}">
                <a16:creationId xmlns:a16="http://schemas.microsoft.com/office/drawing/2014/main" id="{D6BD3618-CD28-4B5D-B389-D9A3D9C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74">
            <a:extLst xmlns:a="http://schemas.openxmlformats.org/drawingml/2006/main">
              <a:ext uri="{FF2B5EF4-FFF2-40B4-BE49-F238E27FC236}">
                <a16:creationId xmlns:a16="http://schemas.microsoft.com/office/drawing/2014/main" id="{510C1A84-D43A-408A-89D3-5160E468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1145087"/>
            <a:ext cx="137363" cy="137383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96" name="path-375">
            <a:extLst xmlns:a="http://schemas.openxmlformats.org/drawingml/2006/main">
              <a:ext uri="{FF2B5EF4-FFF2-40B4-BE49-F238E27FC236}">
                <a16:creationId xmlns:a16="http://schemas.microsoft.com/office/drawing/2014/main" id="{79DB7099-595E-47E6-8052-9BF481D6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376">
            <a:extLst xmlns:a="http://schemas.openxmlformats.org/drawingml/2006/main">
              <a:ext uri="{FF2B5EF4-FFF2-40B4-BE49-F238E27FC236}">
                <a16:creationId xmlns:a16="http://schemas.microsoft.com/office/drawing/2014/main" id="{61516AE0-BCA2-410C-A954-3D765271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398" name="path-377">
            <a:extLst xmlns:a="http://schemas.openxmlformats.org/drawingml/2006/main">
              <a:ext uri="{FF2B5EF4-FFF2-40B4-BE49-F238E27FC236}">
                <a16:creationId xmlns:a16="http://schemas.microsoft.com/office/drawing/2014/main" id="{C278DA6D-B12D-4EFC-ADD1-967A2A8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378">
            <a:extLst xmlns:a="http://schemas.openxmlformats.org/drawingml/2006/main">
              <a:ext uri="{FF2B5EF4-FFF2-40B4-BE49-F238E27FC236}">
                <a16:creationId xmlns:a16="http://schemas.microsoft.com/office/drawing/2014/main" id="{410B9F34-AB66-4839-AD21-6A30FF02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00" name="path-379">
            <a:extLst xmlns:a="http://schemas.openxmlformats.org/drawingml/2006/main">
              <a:ext uri="{FF2B5EF4-FFF2-40B4-BE49-F238E27FC236}">
                <a16:creationId xmlns:a16="http://schemas.microsoft.com/office/drawing/2014/main" id="{E6FE7271-4940-43C9-BE28-13389DFA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380">
            <a:extLst xmlns:a="http://schemas.openxmlformats.org/drawingml/2006/main">
              <a:ext uri="{FF2B5EF4-FFF2-40B4-BE49-F238E27FC236}">
                <a16:creationId xmlns:a16="http://schemas.microsoft.com/office/drawing/2014/main" id="{05297AE2-65AC-47ED-89D5-E563483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7392" y="1282470"/>
            <a:ext cx="137363" cy="137387"/>
          </a:xfrm>
          <a:custGeom xmlns:a="http://schemas.openxmlformats.org/drawingml/2006/main">
            <a:pathLst>
              <a:path w="125789" h="125810">
                <a:moveTo>
                  <a:pt x="0" y="0"/>
                </a:moveTo>
                <a:lnTo>
                  <a:pt x="0" y="125810"/>
                </a:lnTo>
                <a:lnTo>
                  <a:pt x="125789" y="12581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02" name="path-381">
            <a:extLst xmlns:a="http://schemas.openxmlformats.org/drawingml/2006/main">
              <a:ext uri="{FF2B5EF4-FFF2-40B4-BE49-F238E27FC236}">
                <a16:creationId xmlns:a16="http://schemas.microsoft.com/office/drawing/2014/main" id="{D40DC9DB-814C-4F88-A77B-94F6C53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82">
            <a:extLst xmlns:a="http://schemas.openxmlformats.org/drawingml/2006/main">
              <a:ext uri="{FF2B5EF4-FFF2-40B4-BE49-F238E27FC236}">
                <a16:creationId xmlns:a16="http://schemas.microsoft.com/office/drawing/2014/main" id="{34FFC009-EEE8-450D-9DB5-CA684FB9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755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04" name="path-383">
            <a:extLst xmlns:a="http://schemas.openxmlformats.org/drawingml/2006/main">
              <a:ext uri="{FF2B5EF4-FFF2-40B4-BE49-F238E27FC236}">
                <a16:creationId xmlns:a16="http://schemas.microsoft.com/office/drawing/2014/main" id="{F402F001-E684-4642-AAF6-789DC07A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384">
            <a:extLst xmlns:a="http://schemas.openxmlformats.org/drawingml/2006/main">
              <a:ext uri="{FF2B5EF4-FFF2-40B4-BE49-F238E27FC236}">
                <a16:creationId xmlns:a16="http://schemas.microsoft.com/office/drawing/2014/main" id="{B8405D25-C582-456F-BD08-F12358C4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109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06" name="path-385">
            <a:extLst xmlns:a="http://schemas.openxmlformats.org/drawingml/2006/main">
              <a:ext uri="{FF2B5EF4-FFF2-40B4-BE49-F238E27FC236}">
                <a16:creationId xmlns:a16="http://schemas.microsoft.com/office/drawing/2014/main" id="{682DC085-3E0E-4F1D-8116-215FC6C0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86">
            <a:extLst xmlns:a="http://schemas.openxmlformats.org/drawingml/2006/main">
              <a:ext uri="{FF2B5EF4-FFF2-40B4-BE49-F238E27FC236}">
                <a16:creationId xmlns:a16="http://schemas.microsoft.com/office/drawing/2014/main" id="{E781363F-5579-4A6D-9762-C08ED390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08" name="path-387">
            <a:extLst xmlns:a="http://schemas.openxmlformats.org/drawingml/2006/main">
              <a:ext uri="{FF2B5EF4-FFF2-40B4-BE49-F238E27FC236}">
                <a16:creationId xmlns:a16="http://schemas.microsoft.com/office/drawing/2014/main" id="{69EF9A17-06C9-4A63-BC3C-A835A17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88">
            <a:extLst xmlns:a="http://schemas.openxmlformats.org/drawingml/2006/main">
              <a:ext uri="{FF2B5EF4-FFF2-40B4-BE49-F238E27FC236}">
                <a16:creationId xmlns:a16="http://schemas.microsoft.com/office/drawing/2014/main" id="{EE1F70AC-15C3-4AA8-BCB2-2A4653BA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462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10" name="path-389">
            <a:extLst xmlns:a="http://schemas.openxmlformats.org/drawingml/2006/main">
              <a:ext uri="{FF2B5EF4-FFF2-40B4-BE49-F238E27FC236}">
                <a16:creationId xmlns:a16="http://schemas.microsoft.com/office/drawing/2014/main" id="{B8F1B58B-E331-45CF-87FA-7D9F69FC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114511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390">
            <a:extLst xmlns:a="http://schemas.openxmlformats.org/drawingml/2006/main">
              <a:ext uri="{FF2B5EF4-FFF2-40B4-BE49-F238E27FC236}">
                <a16:creationId xmlns:a16="http://schemas.microsoft.com/office/drawing/2014/main" id="{3F16A812-581F-4255-AFFB-18D9363D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1145087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12" name="path-391">
            <a:extLst xmlns:a="http://schemas.openxmlformats.org/drawingml/2006/main">
              <a:ext uri="{FF2B5EF4-FFF2-40B4-BE49-F238E27FC236}">
                <a16:creationId xmlns:a16="http://schemas.microsoft.com/office/drawing/2014/main" id="{25E41B6D-FDB8-44D4-8730-253FAB85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128247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ath-392">
            <a:extLst xmlns:a="http://schemas.openxmlformats.org/drawingml/2006/main">
              <a:ext uri="{FF2B5EF4-FFF2-40B4-BE49-F238E27FC236}">
                <a16:creationId xmlns:a16="http://schemas.microsoft.com/office/drawing/2014/main" id="{A74F737B-CB3B-4D89-9A34-EA522D5E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16" y="1282470"/>
            <a:ext cx="137353" cy="137387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14" name="path-393">
            <a:extLst xmlns:a="http://schemas.openxmlformats.org/drawingml/2006/main">
              <a:ext uri="{FF2B5EF4-FFF2-40B4-BE49-F238E27FC236}">
                <a16:creationId xmlns:a16="http://schemas.microsoft.com/office/drawing/2014/main" id="{0DF0E66D-0892-47D7-AEDE-7C246AA6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458371"/>
            <a:ext cx="191" cy="961453"/>
          </a:xfrm>
          <a:custGeom xmlns:a="http://schemas.openxmlformats.org/drawingml/2006/main">
            <a:pathLst>
              <a:path w="191" h="880442">
                <a:moveTo>
                  <a:pt x="0" y="0"/>
                </a:moveTo>
                <a:lnTo>
                  <a:pt x="0" y="880442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415" name="path-394">
            <a:extLst xmlns:a="http://schemas.openxmlformats.org/drawingml/2006/main">
              <a:ext uri="{FF2B5EF4-FFF2-40B4-BE49-F238E27FC236}">
                <a16:creationId xmlns:a16="http://schemas.microsoft.com/office/drawing/2014/main" id="{E4C42E48-28BA-4EFC-B3FA-262E6E57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625" y="1419824"/>
            <a:ext cx="1373545" cy="191"/>
          </a:xfrm>
          <a:custGeom xmlns:a="http://schemas.openxmlformats.org/drawingml/2006/main">
            <a:pathLst>
              <a:path w="1257811" h="191">
                <a:moveTo>
                  <a:pt x="0" y="0"/>
                </a:moveTo>
                <a:lnTo>
                  <a:pt x="0" y="30"/>
                </a:lnTo>
                <a:lnTo>
                  <a:pt x="1257811" y="30"/>
                </a:lnTo>
                <a:lnTo>
                  <a:pt x="1257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416" name="path-395">
            <a:extLst xmlns:a="http://schemas.openxmlformats.org/drawingml/2006/main">
              <a:ext uri="{FF2B5EF4-FFF2-40B4-BE49-F238E27FC236}">
                <a16:creationId xmlns:a16="http://schemas.microsoft.com/office/drawing/2014/main" id="{779FC99F-3EF7-4B71-9566-2A0F1FC9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169" y="458371"/>
            <a:ext cx="191" cy="961453"/>
          </a:xfrm>
          <a:custGeom xmlns:a="http://schemas.openxmlformats.org/drawingml/2006/main">
            <a:pathLst>
              <a:path w="191" h="880442">
                <a:moveTo>
                  <a:pt x="0" y="8804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417" name="path-396">
            <a:extLst xmlns:a="http://schemas.openxmlformats.org/drawingml/2006/main">
              <a:ext uri="{FF2B5EF4-FFF2-40B4-BE49-F238E27FC236}">
                <a16:creationId xmlns:a16="http://schemas.microsoft.com/office/drawing/2014/main" id="{E9A3927F-69FD-44B8-866D-39E166BE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397">
            <a:extLst xmlns:a="http://schemas.openxmlformats.org/drawingml/2006/main">
              <a:ext uri="{FF2B5EF4-FFF2-40B4-BE49-F238E27FC236}">
                <a16:creationId xmlns:a16="http://schemas.microsoft.com/office/drawing/2014/main" id="{BDBF18FC-8F80-4E30-8BBB-667B15B3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19" name="path-398">
            <a:extLst xmlns:a="http://schemas.openxmlformats.org/drawingml/2006/main">
              <a:ext uri="{FF2B5EF4-FFF2-40B4-BE49-F238E27FC236}">
                <a16:creationId xmlns:a16="http://schemas.microsoft.com/office/drawing/2014/main" id="{7211455E-ABB1-403B-8A92-B93B01DB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4" y="533834"/>
            <a:ext cx="137355" cy="137354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399">
            <a:extLst xmlns:a="http://schemas.openxmlformats.org/drawingml/2006/main">
              <a:ext uri="{FF2B5EF4-FFF2-40B4-BE49-F238E27FC236}">
                <a16:creationId xmlns:a16="http://schemas.microsoft.com/office/drawing/2014/main" id="{9DA2BBF3-E5BF-4574-B8C8-F4886EEE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21" name="path-400">
            <a:extLst xmlns:a="http://schemas.openxmlformats.org/drawingml/2006/main">
              <a:ext uri="{FF2B5EF4-FFF2-40B4-BE49-F238E27FC236}">
                <a16:creationId xmlns:a16="http://schemas.microsoft.com/office/drawing/2014/main" id="{85487B9C-675D-48ED-BA02-32E9A8A1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01">
            <a:extLst xmlns:a="http://schemas.openxmlformats.org/drawingml/2006/main">
              <a:ext uri="{FF2B5EF4-FFF2-40B4-BE49-F238E27FC236}">
                <a16:creationId xmlns:a16="http://schemas.microsoft.com/office/drawing/2014/main" id="{4804B97A-2773-46F0-9316-61531DCB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23" name="path-402">
            <a:extLst xmlns:a="http://schemas.openxmlformats.org/drawingml/2006/main">
              <a:ext uri="{FF2B5EF4-FFF2-40B4-BE49-F238E27FC236}">
                <a16:creationId xmlns:a16="http://schemas.microsoft.com/office/drawing/2014/main" id="{92931782-EE60-45A5-8F77-266ADDD0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03">
            <a:extLst xmlns:a="http://schemas.openxmlformats.org/drawingml/2006/main">
              <a:ext uri="{FF2B5EF4-FFF2-40B4-BE49-F238E27FC236}">
                <a16:creationId xmlns:a16="http://schemas.microsoft.com/office/drawing/2014/main" id="{32B2ED80-C022-407D-8BD5-42301A06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25" name="path-404">
            <a:extLst xmlns:a="http://schemas.openxmlformats.org/drawingml/2006/main">
              <a:ext uri="{FF2B5EF4-FFF2-40B4-BE49-F238E27FC236}">
                <a16:creationId xmlns:a16="http://schemas.microsoft.com/office/drawing/2014/main" id="{5B3A8F90-D308-4522-810F-4B1C8046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4" y="671188"/>
            <a:ext cx="137355" cy="137354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05">
            <a:extLst xmlns:a="http://schemas.openxmlformats.org/drawingml/2006/main">
              <a:ext uri="{FF2B5EF4-FFF2-40B4-BE49-F238E27FC236}">
                <a16:creationId xmlns:a16="http://schemas.microsoft.com/office/drawing/2014/main" id="{4B44ECD3-5C1F-4947-961F-19FEDBB1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27" name="path-406">
            <a:extLst xmlns:a="http://schemas.openxmlformats.org/drawingml/2006/main">
              <a:ext uri="{FF2B5EF4-FFF2-40B4-BE49-F238E27FC236}">
                <a16:creationId xmlns:a16="http://schemas.microsoft.com/office/drawing/2014/main" id="{896B7B43-8B70-4652-BBDB-8DDAA407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07">
            <a:extLst xmlns:a="http://schemas.openxmlformats.org/drawingml/2006/main">
              <a:ext uri="{FF2B5EF4-FFF2-40B4-BE49-F238E27FC236}">
                <a16:creationId xmlns:a16="http://schemas.microsoft.com/office/drawing/2014/main" id="{DACF2B04-B9BE-4F2F-B698-65E1A7FB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29" name="path-408">
            <a:extLst xmlns:a="http://schemas.openxmlformats.org/drawingml/2006/main">
              <a:ext uri="{FF2B5EF4-FFF2-40B4-BE49-F238E27FC236}">
                <a16:creationId xmlns:a16="http://schemas.microsoft.com/office/drawing/2014/main" id="{B1C285F0-020B-4FB0-8686-1F77BE76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09">
            <a:extLst xmlns:a="http://schemas.openxmlformats.org/drawingml/2006/main">
              <a:ext uri="{FF2B5EF4-FFF2-40B4-BE49-F238E27FC236}">
                <a16:creationId xmlns:a16="http://schemas.microsoft.com/office/drawing/2014/main" id="{1B275ACD-75B2-41F2-8671-63F6BC6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31" name="path-410">
            <a:extLst xmlns:a="http://schemas.openxmlformats.org/drawingml/2006/main">
              <a:ext uri="{FF2B5EF4-FFF2-40B4-BE49-F238E27FC236}">
                <a16:creationId xmlns:a16="http://schemas.microsoft.com/office/drawing/2014/main" id="{0FAB9F9D-E10C-4A47-9DB7-30D99F50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4" y="808542"/>
            <a:ext cx="137355" cy="137354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11">
            <a:extLst xmlns:a="http://schemas.openxmlformats.org/drawingml/2006/main">
              <a:ext uri="{FF2B5EF4-FFF2-40B4-BE49-F238E27FC236}">
                <a16:creationId xmlns:a16="http://schemas.microsoft.com/office/drawing/2014/main" id="{EB8D0C6A-26F9-4171-8E56-8383742E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33" name="path-412">
            <a:extLst xmlns:a="http://schemas.openxmlformats.org/drawingml/2006/main">
              <a:ext uri="{FF2B5EF4-FFF2-40B4-BE49-F238E27FC236}">
                <a16:creationId xmlns:a16="http://schemas.microsoft.com/office/drawing/2014/main" id="{C95BDB07-6D1D-422E-BEC5-589A8B91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413">
            <a:extLst xmlns:a="http://schemas.openxmlformats.org/drawingml/2006/main">
              <a:ext uri="{FF2B5EF4-FFF2-40B4-BE49-F238E27FC236}">
                <a16:creationId xmlns:a16="http://schemas.microsoft.com/office/drawing/2014/main" id="{11712785-5A3B-4F47-9891-6A1FCE26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35" name="path-414">
            <a:extLst xmlns:a="http://schemas.openxmlformats.org/drawingml/2006/main">
              <a:ext uri="{FF2B5EF4-FFF2-40B4-BE49-F238E27FC236}">
                <a16:creationId xmlns:a16="http://schemas.microsoft.com/office/drawing/2014/main" id="{0E6EF746-EDB0-4822-8308-6BD40D1B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15">
            <a:extLst xmlns:a="http://schemas.openxmlformats.org/drawingml/2006/main">
              <a:ext uri="{FF2B5EF4-FFF2-40B4-BE49-F238E27FC236}">
                <a16:creationId xmlns:a16="http://schemas.microsoft.com/office/drawing/2014/main" id="{5A10C129-B943-4C69-9EFF-BB89AA51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37" name="path-416">
            <a:extLst xmlns:a="http://schemas.openxmlformats.org/drawingml/2006/main">
              <a:ext uri="{FF2B5EF4-FFF2-40B4-BE49-F238E27FC236}">
                <a16:creationId xmlns:a16="http://schemas.microsoft.com/office/drawing/2014/main" id="{8241EFEC-25BC-4823-9C27-40A49C94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ath-417">
            <a:extLst xmlns:a="http://schemas.openxmlformats.org/drawingml/2006/main">
              <a:ext uri="{FF2B5EF4-FFF2-40B4-BE49-F238E27FC236}">
                <a16:creationId xmlns:a16="http://schemas.microsoft.com/office/drawing/2014/main" id="{83A42A95-EE1E-406C-930D-16225C7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39" name="path-418">
            <a:extLst xmlns:a="http://schemas.openxmlformats.org/drawingml/2006/main">
              <a:ext uri="{FF2B5EF4-FFF2-40B4-BE49-F238E27FC236}">
                <a16:creationId xmlns:a16="http://schemas.microsoft.com/office/drawing/2014/main" id="{4DA5E3F9-1B14-49B0-95C3-DC4AF46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19">
            <a:extLst xmlns:a="http://schemas.openxmlformats.org/drawingml/2006/main">
              <a:ext uri="{FF2B5EF4-FFF2-40B4-BE49-F238E27FC236}">
                <a16:creationId xmlns:a16="http://schemas.microsoft.com/office/drawing/2014/main" id="{45C6B593-AEC3-4370-9ABA-FC7CF664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41" name="path-420">
            <a:extLst xmlns:a="http://schemas.openxmlformats.org/drawingml/2006/main">
              <a:ext uri="{FF2B5EF4-FFF2-40B4-BE49-F238E27FC236}">
                <a16:creationId xmlns:a16="http://schemas.microsoft.com/office/drawing/2014/main" id="{32F5612A-21DA-422F-8DC7-5866B55A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21">
            <a:extLst xmlns:a="http://schemas.openxmlformats.org/drawingml/2006/main">
              <a:ext uri="{FF2B5EF4-FFF2-40B4-BE49-F238E27FC236}">
                <a16:creationId xmlns:a16="http://schemas.microsoft.com/office/drawing/2014/main" id="{F3E7B1DC-830B-4A30-85FE-A36D21CE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43" name="path-422">
            <a:extLst xmlns:a="http://schemas.openxmlformats.org/drawingml/2006/main">
              <a:ext uri="{FF2B5EF4-FFF2-40B4-BE49-F238E27FC236}">
                <a16:creationId xmlns:a16="http://schemas.microsoft.com/office/drawing/2014/main" id="{FE69F829-DF6F-46AA-83E3-0CB89E88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4" y="945905"/>
            <a:ext cx="137355" cy="137354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23">
            <a:extLst xmlns:a="http://schemas.openxmlformats.org/drawingml/2006/main">
              <a:ext uri="{FF2B5EF4-FFF2-40B4-BE49-F238E27FC236}">
                <a16:creationId xmlns:a16="http://schemas.microsoft.com/office/drawing/2014/main" id="{7DA3D6ED-385B-4EDC-802D-7DB02EDF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45" name="path-424">
            <a:extLst xmlns:a="http://schemas.openxmlformats.org/drawingml/2006/main">
              <a:ext uri="{FF2B5EF4-FFF2-40B4-BE49-F238E27FC236}">
                <a16:creationId xmlns:a16="http://schemas.microsoft.com/office/drawing/2014/main" id="{3ECC9006-BBB1-4D9C-9812-201E1409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25">
            <a:extLst xmlns:a="http://schemas.openxmlformats.org/drawingml/2006/main">
              <a:ext uri="{FF2B5EF4-FFF2-40B4-BE49-F238E27FC236}">
                <a16:creationId xmlns:a16="http://schemas.microsoft.com/office/drawing/2014/main" id="{706DD4B9-D196-4E40-9E33-7FBF209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47" name="path-426">
            <a:extLst xmlns:a="http://schemas.openxmlformats.org/drawingml/2006/main">
              <a:ext uri="{FF2B5EF4-FFF2-40B4-BE49-F238E27FC236}">
                <a16:creationId xmlns:a16="http://schemas.microsoft.com/office/drawing/2014/main" id="{B81D5A98-3926-4744-AF07-0CD9681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27">
            <a:extLst xmlns:a="http://schemas.openxmlformats.org/drawingml/2006/main">
              <a:ext uri="{FF2B5EF4-FFF2-40B4-BE49-F238E27FC236}">
                <a16:creationId xmlns:a16="http://schemas.microsoft.com/office/drawing/2014/main" id="{DB5FD8B5-193A-45AA-9E83-856EABFC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49" name="path-428">
            <a:extLst xmlns:a="http://schemas.openxmlformats.org/drawingml/2006/main">
              <a:ext uri="{FF2B5EF4-FFF2-40B4-BE49-F238E27FC236}">
                <a16:creationId xmlns:a16="http://schemas.microsoft.com/office/drawing/2014/main" id="{63FE5984-4FEA-4E81-A439-D710235C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29">
            <a:extLst xmlns:a="http://schemas.openxmlformats.org/drawingml/2006/main">
              <a:ext uri="{FF2B5EF4-FFF2-40B4-BE49-F238E27FC236}">
                <a16:creationId xmlns:a16="http://schemas.microsoft.com/office/drawing/2014/main" id="{13378A39-0303-47DA-BFA7-844CA2BB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51" name="path-430">
            <a:extLst xmlns:a="http://schemas.openxmlformats.org/drawingml/2006/main">
              <a:ext uri="{FF2B5EF4-FFF2-40B4-BE49-F238E27FC236}">
                <a16:creationId xmlns:a16="http://schemas.microsoft.com/office/drawing/2014/main" id="{14D8F5AE-0D93-458A-830E-754BA655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31">
            <a:extLst xmlns:a="http://schemas.openxmlformats.org/drawingml/2006/main">
              <a:ext uri="{FF2B5EF4-FFF2-40B4-BE49-F238E27FC236}">
                <a16:creationId xmlns:a16="http://schemas.microsoft.com/office/drawing/2014/main" id="{2BDBCEC4-1D9B-43F9-833D-A3023B57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53" name="path-432">
            <a:extLst xmlns:a="http://schemas.openxmlformats.org/drawingml/2006/main">
              <a:ext uri="{FF2B5EF4-FFF2-40B4-BE49-F238E27FC236}">
                <a16:creationId xmlns:a16="http://schemas.microsoft.com/office/drawing/2014/main" id="{8659E12E-1BE4-44AF-B596-DE790F43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33">
            <a:extLst xmlns:a="http://schemas.openxmlformats.org/drawingml/2006/main">
              <a:ext uri="{FF2B5EF4-FFF2-40B4-BE49-F238E27FC236}">
                <a16:creationId xmlns:a16="http://schemas.microsoft.com/office/drawing/2014/main" id="{231F9191-3288-4FD3-ABE7-FDD45C1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55" name="path-434">
            <a:extLst xmlns:a="http://schemas.openxmlformats.org/drawingml/2006/main">
              <a:ext uri="{FF2B5EF4-FFF2-40B4-BE49-F238E27FC236}">
                <a16:creationId xmlns:a16="http://schemas.microsoft.com/office/drawing/2014/main" id="{5FC04501-DA5D-495A-A65F-CE8AC7A1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35">
            <a:extLst xmlns:a="http://schemas.openxmlformats.org/drawingml/2006/main">
              <a:ext uri="{FF2B5EF4-FFF2-40B4-BE49-F238E27FC236}">
                <a16:creationId xmlns:a16="http://schemas.microsoft.com/office/drawing/2014/main" id="{3E61F88B-A903-4FB5-B671-B8F8CD37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57" name="path-436">
            <a:extLst xmlns:a="http://schemas.openxmlformats.org/drawingml/2006/main">
              <a:ext uri="{FF2B5EF4-FFF2-40B4-BE49-F238E27FC236}">
                <a16:creationId xmlns:a16="http://schemas.microsoft.com/office/drawing/2014/main" id="{FB47B91B-337D-47A6-AF59-D717F33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37">
            <a:extLst xmlns:a="http://schemas.openxmlformats.org/drawingml/2006/main">
              <a:ext uri="{FF2B5EF4-FFF2-40B4-BE49-F238E27FC236}">
                <a16:creationId xmlns:a16="http://schemas.microsoft.com/office/drawing/2014/main" id="{E30FA778-2701-46E3-9D34-6958821D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59" name="path-438">
            <a:extLst xmlns:a="http://schemas.openxmlformats.org/drawingml/2006/main">
              <a:ext uri="{FF2B5EF4-FFF2-40B4-BE49-F238E27FC236}">
                <a16:creationId xmlns:a16="http://schemas.microsoft.com/office/drawing/2014/main" id="{942E5974-0411-4CBC-946A-41FDD88C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4" y="1083258"/>
            <a:ext cx="137355" cy="137354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439">
            <a:extLst xmlns:a="http://schemas.openxmlformats.org/drawingml/2006/main">
              <a:ext uri="{FF2B5EF4-FFF2-40B4-BE49-F238E27FC236}">
                <a16:creationId xmlns:a16="http://schemas.microsoft.com/office/drawing/2014/main" id="{70D47844-39F6-4163-967F-7F4C4D1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61" name="path-440">
            <a:extLst xmlns:a="http://schemas.openxmlformats.org/drawingml/2006/main">
              <a:ext uri="{FF2B5EF4-FFF2-40B4-BE49-F238E27FC236}">
                <a16:creationId xmlns:a16="http://schemas.microsoft.com/office/drawing/2014/main" id="{39E6E00D-16CB-4830-A340-F994E580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41">
            <a:extLst xmlns:a="http://schemas.openxmlformats.org/drawingml/2006/main">
              <a:ext uri="{FF2B5EF4-FFF2-40B4-BE49-F238E27FC236}">
                <a16:creationId xmlns:a16="http://schemas.microsoft.com/office/drawing/2014/main" id="{33374595-295D-4D38-8A39-F056AEE9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63" name="path-442">
            <a:extLst xmlns:a="http://schemas.openxmlformats.org/drawingml/2006/main">
              <a:ext uri="{FF2B5EF4-FFF2-40B4-BE49-F238E27FC236}">
                <a16:creationId xmlns:a16="http://schemas.microsoft.com/office/drawing/2014/main" id="{BF5BF211-D2F1-431A-AF6B-8504145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43">
            <a:extLst xmlns:a="http://schemas.openxmlformats.org/drawingml/2006/main">
              <a:ext uri="{FF2B5EF4-FFF2-40B4-BE49-F238E27FC236}">
                <a16:creationId xmlns:a16="http://schemas.microsoft.com/office/drawing/2014/main" id="{866CF32B-3AB2-4521-98AB-0113ED41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65" name="path-444">
            <a:extLst xmlns:a="http://schemas.openxmlformats.org/drawingml/2006/main">
              <a:ext uri="{FF2B5EF4-FFF2-40B4-BE49-F238E27FC236}">
                <a16:creationId xmlns:a16="http://schemas.microsoft.com/office/drawing/2014/main" id="{60BA0180-1A0A-4466-988A-DC245B61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45">
            <a:extLst xmlns:a="http://schemas.openxmlformats.org/drawingml/2006/main">
              <a:ext uri="{FF2B5EF4-FFF2-40B4-BE49-F238E27FC236}">
                <a16:creationId xmlns:a16="http://schemas.microsoft.com/office/drawing/2014/main" id="{B842FA0F-161F-42B4-B003-099CBED7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67" name="path-446">
            <a:extLst xmlns:a="http://schemas.openxmlformats.org/drawingml/2006/main">
              <a:ext uri="{FF2B5EF4-FFF2-40B4-BE49-F238E27FC236}">
                <a16:creationId xmlns:a16="http://schemas.microsoft.com/office/drawing/2014/main" id="{34D7E6A8-8549-4960-A638-99B9AF9A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47">
            <a:extLst xmlns:a="http://schemas.openxmlformats.org/drawingml/2006/main">
              <a:ext uri="{FF2B5EF4-FFF2-40B4-BE49-F238E27FC236}">
                <a16:creationId xmlns:a16="http://schemas.microsoft.com/office/drawing/2014/main" id="{B9FCAEB7-7AA3-452B-902D-4B1C8BC9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533868"/>
            <a:ext cx="137363" cy="137282"/>
          </a:xfrm>
          <a:custGeom xmlns:a="http://schemas.openxmlformats.org/drawingml/2006/main">
            <a:pathLst>
              <a:path w="125789" h="125715">
                <a:moveTo>
                  <a:pt x="0" y="0"/>
                </a:moveTo>
                <a:lnTo>
                  <a:pt x="0" y="125715"/>
                </a:lnTo>
                <a:lnTo>
                  <a:pt x="125789" y="125715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69" name="path-448">
            <a:extLst xmlns:a="http://schemas.openxmlformats.org/drawingml/2006/main">
              <a:ext uri="{FF2B5EF4-FFF2-40B4-BE49-F238E27FC236}">
                <a16:creationId xmlns:a16="http://schemas.microsoft.com/office/drawing/2014/main" id="{8A5C5501-7310-4702-B8AC-9AB8622D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49">
            <a:extLst xmlns:a="http://schemas.openxmlformats.org/drawingml/2006/main">
              <a:ext uri="{FF2B5EF4-FFF2-40B4-BE49-F238E27FC236}">
                <a16:creationId xmlns:a16="http://schemas.microsoft.com/office/drawing/2014/main" id="{55E3547B-D51B-4E9B-99C5-660B939A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71" name="path-450">
            <a:extLst xmlns:a="http://schemas.openxmlformats.org/drawingml/2006/main">
              <a:ext uri="{FF2B5EF4-FFF2-40B4-BE49-F238E27FC236}">
                <a16:creationId xmlns:a16="http://schemas.microsoft.com/office/drawing/2014/main" id="{33D729DE-0BD7-4169-A53C-AC988C9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51">
            <a:extLst xmlns:a="http://schemas.openxmlformats.org/drawingml/2006/main">
              <a:ext uri="{FF2B5EF4-FFF2-40B4-BE49-F238E27FC236}">
                <a16:creationId xmlns:a16="http://schemas.microsoft.com/office/drawing/2014/main" id="{8AE32D69-1957-44EA-AAAA-F6D8D792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73" name="path-452">
            <a:extLst xmlns:a="http://schemas.openxmlformats.org/drawingml/2006/main">
              <a:ext uri="{FF2B5EF4-FFF2-40B4-BE49-F238E27FC236}">
                <a16:creationId xmlns:a16="http://schemas.microsoft.com/office/drawing/2014/main" id="{D39FC8D4-9C67-4E60-A574-69AADBBB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53">
            <a:extLst xmlns:a="http://schemas.openxmlformats.org/drawingml/2006/main">
              <a:ext uri="{FF2B5EF4-FFF2-40B4-BE49-F238E27FC236}">
                <a16:creationId xmlns:a16="http://schemas.microsoft.com/office/drawing/2014/main" id="{23C93D98-FC13-483B-8130-729D2B72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671150"/>
            <a:ext cx="137363" cy="137383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75" name="path-454">
            <a:extLst xmlns:a="http://schemas.openxmlformats.org/drawingml/2006/main">
              <a:ext uri="{FF2B5EF4-FFF2-40B4-BE49-F238E27FC236}">
                <a16:creationId xmlns:a16="http://schemas.microsoft.com/office/drawing/2014/main" id="{F0B06939-AA59-4521-893C-2A32B3AF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55">
            <a:extLst xmlns:a="http://schemas.openxmlformats.org/drawingml/2006/main">
              <a:ext uri="{FF2B5EF4-FFF2-40B4-BE49-F238E27FC236}">
                <a16:creationId xmlns:a16="http://schemas.microsoft.com/office/drawing/2014/main" id="{ED75AA45-A9F6-4AB5-A048-160826C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77" name="path-456">
            <a:extLst xmlns:a="http://schemas.openxmlformats.org/drawingml/2006/main">
              <a:ext uri="{FF2B5EF4-FFF2-40B4-BE49-F238E27FC236}">
                <a16:creationId xmlns:a16="http://schemas.microsoft.com/office/drawing/2014/main" id="{E3B9BD80-53F7-440D-9F48-7342DE0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57">
            <a:extLst xmlns:a="http://schemas.openxmlformats.org/drawingml/2006/main">
              <a:ext uri="{FF2B5EF4-FFF2-40B4-BE49-F238E27FC236}">
                <a16:creationId xmlns:a16="http://schemas.microsoft.com/office/drawing/2014/main" id="{E4FC7E7C-8677-4D35-B158-4286BFED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79" name="path-458">
            <a:extLst xmlns:a="http://schemas.openxmlformats.org/drawingml/2006/main">
              <a:ext uri="{FF2B5EF4-FFF2-40B4-BE49-F238E27FC236}">
                <a16:creationId xmlns:a16="http://schemas.microsoft.com/office/drawing/2014/main" id="{AC69649B-21BC-4862-ACBB-F3743B24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459">
            <a:extLst xmlns:a="http://schemas.openxmlformats.org/drawingml/2006/main">
              <a:ext uri="{FF2B5EF4-FFF2-40B4-BE49-F238E27FC236}">
                <a16:creationId xmlns:a16="http://schemas.microsoft.com/office/drawing/2014/main" id="{1C898D25-D272-422A-BA36-4DB7113C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808534"/>
            <a:ext cx="137363" cy="137385"/>
          </a:xfrm>
          <a:custGeom xmlns:a="http://schemas.openxmlformats.org/drawingml/2006/main">
            <a:pathLst>
              <a:path w="125789" h="125809">
                <a:moveTo>
                  <a:pt x="0" y="0"/>
                </a:moveTo>
                <a:lnTo>
                  <a:pt x="0" y="125809"/>
                </a:lnTo>
                <a:lnTo>
                  <a:pt x="125789" y="125809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81" name="path-460">
            <a:extLst xmlns:a="http://schemas.openxmlformats.org/drawingml/2006/main">
              <a:ext uri="{FF2B5EF4-FFF2-40B4-BE49-F238E27FC236}">
                <a16:creationId xmlns:a16="http://schemas.microsoft.com/office/drawing/2014/main" id="{96DD063D-382F-4C97-83C3-8AA7845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61">
            <a:extLst xmlns:a="http://schemas.openxmlformats.org/drawingml/2006/main">
              <a:ext uri="{FF2B5EF4-FFF2-40B4-BE49-F238E27FC236}">
                <a16:creationId xmlns:a16="http://schemas.microsoft.com/office/drawing/2014/main" id="{40A65A07-A94C-4CEB-8DE2-AEFEA7EB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83" name="path-462">
            <a:extLst xmlns:a="http://schemas.openxmlformats.org/drawingml/2006/main">
              <a:ext uri="{FF2B5EF4-FFF2-40B4-BE49-F238E27FC236}">
                <a16:creationId xmlns:a16="http://schemas.microsoft.com/office/drawing/2014/main" id="{F2F07A73-5DF3-4F45-8108-408304F2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63">
            <a:extLst xmlns:a="http://schemas.openxmlformats.org/drawingml/2006/main">
              <a:ext uri="{FF2B5EF4-FFF2-40B4-BE49-F238E27FC236}">
                <a16:creationId xmlns:a16="http://schemas.microsoft.com/office/drawing/2014/main" id="{78684C3A-EE60-4D76-9357-B425877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85" name="path-464">
            <a:extLst xmlns:a="http://schemas.openxmlformats.org/drawingml/2006/main">
              <a:ext uri="{FF2B5EF4-FFF2-40B4-BE49-F238E27FC236}">
                <a16:creationId xmlns:a16="http://schemas.microsoft.com/office/drawing/2014/main" id="{0B528F5A-1BBB-4504-98D8-7919E89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65">
            <a:extLst xmlns:a="http://schemas.openxmlformats.org/drawingml/2006/main">
              <a:ext uri="{FF2B5EF4-FFF2-40B4-BE49-F238E27FC236}">
                <a16:creationId xmlns:a16="http://schemas.microsoft.com/office/drawing/2014/main" id="{554D5E15-3F1F-4540-8BE1-2B84D2CD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87" name="path-466">
            <a:extLst xmlns:a="http://schemas.openxmlformats.org/drawingml/2006/main">
              <a:ext uri="{FF2B5EF4-FFF2-40B4-BE49-F238E27FC236}">
                <a16:creationId xmlns:a16="http://schemas.microsoft.com/office/drawing/2014/main" id="{0B382B3C-390E-4C40-B6D6-70FC49E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67">
            <a:extLst xmlns:a="http://schemas.openxmlformats.org/drawingml/2006/main">
              <a:ext uri="{FF2B5EF4-FFF2-40B4-BE49-F238E27FC236}">
                <a16:creationId xmlns:a16="http://schemas.microsoft.com/office/drawing/2014/main" id="{4127C1EF-8FB4-4EE5-AA81-2E9529B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89" name="path-468">
            <a:extLst xmlns:a="http://schemas.openxmlformats.org/drawingml/2006/main">
              <a:ext uri="{FF2B5EF4-FFF2-40B4-BE49-F238E27FC236}">
                <a16:creationId xmlns:a16="http://schemas.microsoft.com/office/drawing/2014/main" id="{400C13E0-3611-4DE0-98CA-BF9B9912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69">
            <a:extLst xmlns:a="http://schemas.openxmlformats.org/drawingml/2006/main">
              <a:ext uri="{FF2B5EF4-FFF2-40B4-BE49-F238E27FC236}">
                <a16:creationId xmlns:a16="http://schemas.microsoft.com/office/drawing/2014/main" id="{A4C7906B-6C31-45B9-83D5-F79F297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91" name="path-470">
            <a:extLst xmlns:a="http://schemas.openxmlformats.org/drawingml/2006/main">
              <a:ext uri="{FF2B5EF4-FFF2-40B4-BE49-F238E27FC236}">
                <a16:creationId xmlns:a16="http://schemas.microsoft.com/office/drawing/2014/main" id="{00925A32-26DF-40D8-8FBB-F8905D9D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471">
            <a:extLst xmlns:a="http://schemas.openxmlformats.org/drawingml/2006/main">
              <a:ext uri="{FF2B5EF4-FFF2-40B4-BE49-F238E27FC236}">
                <a16:creationId xmlns:a16="http://schemas.microsoft.com/office/drawing/2014/main" id="{BC9397A3-ABC1-400F-B11A-0BF1D034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945919"/>
            <a:ext cx="137363" cy="137380"/>
          </a:xfrm>
          <a:custGeom xmlns:a="http://schemas.openxmlformats.org/drawingml/2006/main">
            <a:pathLst>
              <a:path w="125789" h="125804">
                <a:moveTo>
                  <a:pt x="0" y="0"/>
                </a:moveTo>
                <a:lnTo>
                  <a:pt x="0" y="125804"/>
                </a:lnTo>
                <a:lnTo>
                  <a:pt x="125789" y="12580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93" name="path-472">
            <a:extLst xmlns:a="http://schemas.openxmlformats.org/drawingml/2006/main">
              <a:ext uri="{FF2B5EF4-FFF2-40B4-BE49-F238E27FC236}">
                <a16:creationId xmlns:a16="http://schemas.microsoft.com/office/drawing/2014/main" id="{02998AFA-EF19-4ECB-A3DD-FD4DFF28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73">
            <a:extLst xmlns:a="http://schemas.openxmlformats.org/drawingml/2006/main">
              <a:ext uri="{FF2B5EF4-FFF2-40B4-BE49-F238E27FC236}">
                <a16:creationId xmlns:a16="http://schemas.microsoft.com/office/drawing/2014/main" id="{8D758B7F-14EC-441D-A173-F54E3FB5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95" name="path-474">
            <a:extLst xmlns:a="http://schemas.openxmlformats.org/drawingml/2006/main">
              <a:ext uri="{FF2B5EF4-FFF2-40B4-BE49-F238E27FC236}">
                <a16:creationId xmlns:a16="http://schemas.microsoft.com/office/drawing/2014/main" id="{E6F140FB-D3A3-4CA2-9008-468FA365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path-475">
            <a:extLst xmlns:a="http://schemas.openxmlformats.org/drawingml/2006/main">
              <a:ext uri="{FF2B5EF4-FFF2-40B4-BE49-F238E27FC236}">
                <a16:creationId xmlns:a16="http://schemas.microsoft.com/office/drawing/2014/main" id="{233B34D1-318B-4913-9253-BC22DC0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97" name="path-476">
            <a:extLst xmlns:a="http://schemas.openxmlformats.org/drawingml/2006/main">
              <a:ext uri="{FF2B5EF4-FFF2-40B4-BE49-F238E27FC236}">
                <a16:creationId xmlns:a16="http://schemas.microsoft.com/office/drawing/2014/main" id="{48B7AB52-9C69-4B6D-9A67-06A7DBE8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path-477">
            <a:extLst xmlns:a="http://schemas.openxmlformats.org/drawingml/2006/main">
              <a:ext uri="{FF2B5EF4-FFF2-40B4-BE49-F238E27FC236}">
                <a16:creationId xmlns:a16="http://schemas.microsoft.com/office/drawing/2014/main" id="{64FC35B9-AD8A-4C09-9593-E47E3EE7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499" name="path-478">
            <a:extLst xmlns:a="http://schemas.openxmlformats.org/drawingml/2006/main">
              <a:ext uri="{FF2B5EF4-FFF2-40B4-BE49-F238E27FC236}">
                <a16:creationId xmlns:a16="http://schemas.microsoft.com/office/drawing/2014/main" id="{F5C9CBCC-9AB9-45A5-A9CA-12F3C4FB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53383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479">
            <a:extLst xmlns:a="http://schemas.openxmlformats.org/drawingml/2006/main">
              <a:ext uri="{FF2B5EF4-FFF2-40B4-BE49-F238E27FC236}">
                <a16:creationId xmlns:a16="http://schemas.microsoft.com/office/drawing/2014/main" id="{7F5A8C20-9BF5-4174-B0A7-D51B0A7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533868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01" name="path-480">
            <a:extLst xmlns:a="http://schemas.openxmlformats.org/drawingml/2006/main">
              <a:ext uri="{FF2B5EF4-FFF2-40B4-BE49-F238E27FC236}">
                <a16:creationId xmlns:a16="http://schemas.microsoft.com/office/drawing/2014/main" id="{5E4632D5-C2C2-4362-B4B9-4E91BFAC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67118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481">
            <a:extLst xmlns:a="http://schemas.openxmlformats.org/drawingml/2006/main">
              <a:ext uri="{FF2B5EF4-FFF2-40B4-BE49-F238E27FC236}">
                <a16:creationId xmlns:a16="http://schemas.microsoft.com/office/drawing/2014/main" id="{926AE865-7700-4904-8192-ED6E54C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67115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03" name="path-482">
            <a:extLst xmlns:a="http://schemas.openxmlformats.org/drawingml/2006/main">
              <a:ext uri="{FF2B5EF4-FFF2-40B4-BE49-F238E27FC236}">
                <a16:creationId xmlns:a16="http://schemas.microsoft.com/office/drawing/2014/main" id="{B12B7460-67E2-40FC-A125-FAFF0E53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80854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483">
            <a:extLst xmlns:a="http://schemas.openxmlformats.org/drawingml/2006/main">
              <a:ext uri="{FF2B5EF4-FFF2-40B4-BE49-F238E27FC236}">
                <a16:creationId xmlns:a16="http://schemas.microsoft.com/office/drawing/2014/main" id="{C0CB8104-DCE8-486B-BA20-469E7690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808534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05" name="path-484">
            <a:extLst xmlns:a="http://schemas.openxmlformats.org/drawingml/2006/main">
              <a:ext uri="{FF2B5EF4-FFF2-40B4-BE49-F238E27FC236}">
                <a16:creationId xmlns:a16="http://schemas.microsoft.com/office/drawing/2014/main" id="{B93892B8-5D46-4400-B264-0AA8ACDD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94590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485">
            <a:extLst xmlns:a="http://schemas.openxmlformats.org/drawingml/2006/main">
              <a:ext uri="{FF2B5EF4-FFF2-40B4-BE49-F238E27FC236}">
                <a16:creationId xmlns:a16="http://schemas.microsoft.com/office/drawing/2014/main" id="{146C84AD-93C5-4717-9252-0409C75C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94591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07" name="path-486">
            <a:extLst xmlns:a="http://schemas.openxmlformats.org/drawingml/2006/main">
              <a:ext uri="{FF2B5EF4-FFF2-40B4-BE49-F238E27FC236}">
                <a16:creationId xmlns:a16="http://schemas.microsoft.com/office/drawing/2014/main" id="{758B653E-46ED-4478-8FD9-615E1997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487">
            <a:extLst xmlns:a="http://schemas.openxmlformats.org/drawingml/2006/main">
              <a:ext uri="{FF2B5EF4-FFF2-40B4-BE49-F238E27FC236}">
                <a16:creationId xmlns:a16="http://schemas.microsoft.com/office/drawing/2014/main" id="{4F090321-B2EA-45CB-B0A1-5470F6D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1083299"/>
            <a:ext cx="137363" cy="137287"/>
          </a:xfrm>
          <a:custGeom xmlns:a="http://schemas.openxmlformats.org/drawingml/2006/main">
            <a:pathLst>
              <a:path w="125789" h="125720">
                <a:moveTo>
                  <a:pt x="0" y="0"/>
                </a:moveTo>
                <a:lnTo>
                  <a:pt x="0" y="125720"/>
                </a:lnTo>
                <a:lnTo>
                  <a:pt x="125789" y="12572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09" name="path-488">
            <a:extLst xmlns:a="http://schemas.openxmlformats.org/drawingml/2006/main">
              <a:ext uri="{FF2B5EF4-FFF2-40B4-BE49-F238E27FC236}">
                <a16:creationId xmlns:a16="http://schemas.microsoft.com/office/drawing/2014/main" id="{29335110-303B-404D-8154-ED429977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489">
            <a:extLst xmlns:a="http://schemas.openxmlformats.org/drawingml/2006/main">
              <a:ext uri="{FF2B5EF4-FFF2-40B4-BE49-F238E27FC236}">
                <a16:creationId xmlns:a16="http://schemas.microsoft.com/office/drawing/2014/main" id="{E3A16419-CF97-432D-BB11-CD431B0F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11" name="path-490">
            <a:extLst xmlns:a="http://schemas.openxmlformats.org/drawingml/2006/main">
              <a:ext uri="{FF2B5EF4-FFF2-40B4-BE49-F238E27FC236}">
                <a16:creationId xmlns:a16="http://schemas.microsoft.com/office/drawing/2014/main" id="{CD35D5F8-D8EA-4230-9E45-8003DCE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491">
            <a:extLst xmlns:a="http://schemas.openxmlformats.org/drawingml/2006/main">
              <a:ext uri="{FF2B5EF4-FFF2-40B4-BE49-F238E27FC236}">
                <a16:creationId xmlns:a16="http://schemas.microsoft.com/office/drawing/2014/main" id="{702082A7-CE27-4E27-985A-34624B1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13" name="path-492">
            <a:extLst xmlns:a="http://schemas.openxmlformats.org/drawingml/2006/main">
              <a:ext uri="{FF2B5EF4-FFF2-40B4-BE49-F238E27FC236}">
                <a16:creationId xmlns:a16="http://schemas.microsoft.com/office/drawing/2014/main" id="{9134217F-24CD-4677-AF3E-98B114B2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493">
            <a:extLst xmlns:a="http://schemas.openxmlformats.org/drawingml/2006/main">
              <a:ext uri="{FF2B5EF4-FFF2-40B4-BE49-F238E27FC236}">
                <a16:creationId xmlns:a16="http://schemas.microsoft.com/office/drawing/2014/main" id="{24879D54-7790-4D55-AD69-499599E6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15" name="path-494">
            <a:extLst xmlns:a="http://schemas.openxmlformats.org/drawingml/2006/main">
              <a:ext uri="{FF2B5EF4-FFF2-40B4-BE49-F238E27FC236}">
                <a16:creationId xmlns:a16="http://schemas.microsoft.com/office/drawing/2014/main" id="{4378AE99-3926-4201-BFB6-EE649A9B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1083258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495">
            <a:extLst xmlns:a="http://schemas.openxmlformats.org/drawingml/2006/main">
              <a:ext uri="{FF2B5EF4-FFF2-40B4-BE49-F238E27FC236}">
                <a16:creationId xmlns:a16="http://schemas.microsoft.com/office/drawing/2014/main" id="{BBE1AC60-0338-41A4-A14F-CD4FE47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1083299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17" name="path-496">
            <a:extLst xmlns:a="http://schemas.openxmlformats.org/drawingml/2006/main">
              <a:ext uri="{FF2B5EF4-FFF2-40B4-BE49-F238E27FC236}">
                <a16:creationId xmlns:a16="http://schemas.microsoft.com/office/drawing/2014/main" id="{41B12364-C342-486A-AD3D-E4FC8DA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497">
            <a:extLst xmlns:a="http://schemas.openxmlformats.org/drawingml/2006/main">
              <a:ext uri="{FF2B5EF4-FFF2-40B4-BE49-F238E27FC236}">
                <a16:creationId xmlns:a16="http://schemas.microsoft.com/office/drawing/2014/main" id="{B559D991-740B-45AB-A1D8-ECA62E68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19" name="path-498">
            <a:extLst xmlns:a="http://schemas.openxmlformats.org/drawingml/2006/main">
              <a:ext uri="{FF2B5EF4-FFF2-40B4-BE49-F238E27FC236}">
                <a16:creationId xmlns:a16="http://schemas.microsoft.com/office/drawing/2014/main" id="{820F3341-F3A7-4D42-8C67-875BD09D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4" y="1220612"/>
            <a:ext cx="137355" cy="137354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99">
            <a:extLst xmlns:a="http://schemas.openxmlformats.org/drawingml/2006/main">
              <a:ext uri="{FF2B5EF4-FFF2-40B4-BE49-F238E27FC236}">
                <a16:creationId xmlns:a16="http://schemas.microsoft.com/office/drawing/2014/main" id="{C51D8029-3059-4546-86B9-716D7CC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21" name="path-500">
            <a:extLst xmlns:a="http://schemas.openxmlformats.org/drawingml/2006/main">
              <a:ext uri="{FF2B5EF4-FFF2-40B4-BE49-F238E27FC236}">
                <a16:creationId xmlns:a16="http://schemas.microsoft.com/office/drawing/2014/main" id="{F2E8B2B4-86E1-47D6-A18B-4FAA4260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501">
            <a:extLst xmlns:a="http://schemas.openxmlformats.org/drawingml/2006/main">
              <a:ext uri="{FF2B5EF4-FFF2-40B4-BE49-F238E27FC236}">
                <a16:creationId xmlns:a16="http://schemas.microsoft.com/office/drawing/2014/main" id="{416679DA-1D0E-4D4C-A896-F557DCBB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23" name="path-502">
            <a:extLst xmlns:a="http://schemas.openxmlformats.org/drawingml/2006/main">
              <a:ext uri="{FF2B5EF4-FFF2-40B4-BE49-F238E27FC236}">
                <a16:creationId xmlns:a16="http://schemas.microsoft.com/office/drawing/2014/main" id="{A8E11C28-89D6-45FC-A79F-2A919AAF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503">
            <a:extLst xmlns:a="http://schemas.openxmlformats.org/drawingml/2006/main">
              <a:ext uri="{FF2B5EF4-FFF2-40B4-BE49-F238E27FC236}">
                <a16:creationId xmlns:a16="http://schemas.microsoft.com/office/drawing/2014/main" id="{A59D17AE-2766-451B-B055-0AF2B6E5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25" name="path-504">
            <a:extLst xmlns:a="http://schemas.openxmlformats.org/drawingml/2006/main">
              <a:ext uri="{FF2B5EF4-FFF2-40B4-BE49-F238E27FC236}">
                <a16:creationId xmlns:a16="http://schemas.microsoft.com/office/drawing/2014/main" id="{C97B201E-087C-4587-BE19-A54D50B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4" y="1357965"/>
            <a:ext cx="137355" cy="137354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05">
            <a:extLst xmlns:a="http://schemas.openxmlformats.org/drawingml/2006/main">
              <a:ext uri="{FF2B5EF4-FFF2-40B4-BE49-F238E27FC236}">
                <a16:creationId xmlns:a16="http://schemas.microsoft.com/office/drawing/2014/main" id="{48F8E0A5-C2D8-4524-964E-CB8C4B61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27" name="path-506">
            <a:extLst xmlns:a="http://schemas.openxmlformats.org/drawingml/2006/main">
              <a:ext uri="{FF2B5EF4-FFF2-40B4-BE49-F238E27FC236}">
                <a16:creationId xmlns:a16="http://schemas.microsoft.com/office/drawing/2014/main" id="{7555286F-73AC-444B-ACA5-93BB2F3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507">
            <a:extLst xmlns:a="http://schemas.openxmlformats.org/drawingml/2006/main">
              <a:ext uri="{FF2B5EF4-FFF2-40B4-BE49-F238E27FC236}">
                <a16:creationId xmlns:a16="http://schemas.microsoft.com/office/drawing/2014/main" id="{058B68F5-9F53-429A-BFA3-E444E674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88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29" name="path-508">
            <a:extLst xmlns:a="http://schemas.openxmlformats.org/drawingml/2006/main">
              <a:ext uri="{FF2B5EF4-FFF2-40B4-BE49-F238E27FC236}">
                <a16:creationId xmlns:a16="http://schemas.microsoft.com/office/drawing/2014/main" id="{24E8409A-BA25-47D3-915A-84232EC5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09">
            <a:extLst xmlns:a="http://schemas.openxmlformats.org/drawingml/2006/main">
              <a:ext uri="{FF2B5EF4-FFF2-40B4-BE49-F238E27FC236}">
                <a16:creationId xmlns:a16="http://schemas.microsoft.com/office/drawing/2014/main" id="{3464B005-A6EE-41DA-92D0-919DD7F5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31" name="path-510">
            <a:extLst xmlns:a="http://schemas.openxmlformats.org/drawingml/2006/main">
              <a:ext uri="{FF2B5EF4-FFF2-40B4-BE49-F238E27FC236}">
                <a16:creationId xmlns:a16="http://schemas.microsoft.com/office/drawing/2014/main" id="{2670552F-E881-4483-8A63-15D7F64A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11">
            <a:extLst xmlns:a="http://schemas.openxmlformats.org/drawingml/2006/main">
              <a:ext uri="{FF2B5EF4-FFF2-40B4-BE49-F238E27FC236}">
                <a16:creationId xmlns:a16="http://schemas.microsoft.com/office/drawing/2014/main" id="{A802C8C2-E2D0-40D7-9699-CE3BB1CB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142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33" name="path-512">
            <a:extLst xmlns:a="http://schemas.openxmlformats.org/drawingml/2006/main">
              <a:ext uri="{FF2B5EF4-FFF2-40B4-BE49-F238E27FC236}">
                <a16:creationId xmlns:a16="http://schemas.microsoft.com/office/drawing/2014/main" id="{5675D4A0-ADB6-40C1-A99B-FF36E6CF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13">
            <a:extLst xmlns:a="http://schemas.openxmlformats.org/drawingml/2006/main">
              <a:ext uri="{FF2B5EF4-FFF2-40B4-BE49-F238E27FC236}">
                <a16:creationId xmlns:a16="http://schemas.microsoft.com/office/drawing/2014/main" id="{EE33A83A-80BB-4D4E-8879-5E68D7B5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35" name="path-514">
            <a:extLst xmlns:a="http://schemas.openxmlformats.org/drawingml/2006/main">
              <a:ext uri="{FF2B5EF4-FFF2-40B4-BE49-F238E27FC236}">
                <a16:creationId xmlns:a16="http://schemas.microsoft.com/office/drawing/2014/main" id="{5913E8BD-D63F-438B-BB30-6FC127A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path-515">
            <a:extLst xmlns:a="http://schemas.openxmlformats.org/drawingml/2006/main">
              <a:ext uri="{FF2B5EF4-FFF2-40B4-BE49-F238E27FC236}">
                <a16:creationId xmlns:a16="http://schemas.microsoft.com/office/drawing/2014/main" id="{5D6AD306-66B8-49CC-AF7A-BA029F1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495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37" name="path-516">
            <a:extLst xmlns:a="http://schemas.openxmlformats.org/drawingml/2006/main">
              <a:ext uri="{FF2B5EF4-FFF2-40B4-BE49-F238E27FC236}">
                <a16:creationId xmlns:a16="http://schemas.microsoft.com/office/drawing/2014/main" id="{F3FDF10D-B36A-449E-AD5B-291ABAF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17">
            <a:extLst xmlns:a="http://schemas.openxmlformats.org/drawingml/2006/main">
              <a:ext uri="{FF2B5EF4-FFF2-40B4-BE49-F238E27FC236}">
                <a16:creationId xmlns:a16="http://schemas.microsoft.com/office/drawing/2014/main" id="{A628628B-94BD-465A-96F6-6FEC0E8A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1220586"/>
            <a:ext cx="137363" cy="137383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39" name="path-518">
            <a:extLst xmlns:a="http://schemas.openxmlformats.org/drawingml/2006/main">
              <a:ext uri="{FF2B5EF4-FFF2-40B4-BE49-F238E27FC236}">
                <a16:creationId xmlns:a16="http://schemas.microsoft.com/office/drawing/2014/main" id="{FF934885-767F-4DDE-A17F-F3556B1A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19">
            <a:extLst xmlns:a="http://schemas.openxmlformats.org/drawingml/2006/main">
              <a:ext uri="{FF2B5EF4-FFF2-40B4-BE49-F238E27FC236}">
                <a16:creationId xmlns:a16="http://schemas.microsoft.com/office/drawing/2014/main" id="{DAE2A6D3-BF00-4D34-8F09-6DA8326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41" name="path-520">
            <a:extLst xmlns:a="http://schemas.openxmlformats.org/drawingml/2006/main">
              <a:ext uri="{FF2B5EF4-FFF2-40B4-BE49-F238E27FC236}">
                <a16:creationId xmlns:a16="http://schemas.microsoft.com/office/drawing/2014/main" id="{C1C5A16A-1E3E-4B90-91EB-9EC8CD6F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521">
            <a:extLst xmlns:a="http://schemas.openxmlformats.org/drawingml/2006/main">
              <a:ext uri="{FF2B5EF4-FFF2-40B4-BE49-F238E27FC236}">
                <a16:creationId xmlns:a16="http://schemas.microsoft.com/office/drawing/2014/main" id="{3B893ABF-BF71-4153-81BD-B21F51A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43" name="path-522">
            <a:extLst xmlns:a="http://schemas.openxmlformats.org/drawingml/2006/main">
              <a:ext uri="{FF2B5EF4-FFF2-40B4-BE49-F238E27FC236}">
                <a16:creationId xmlns:a16="http://schemas.microsoft.com/office/drawing/2014/main" id="{1DF472D6-9035-48AB-9BDD-1D726545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23">
            <a:extLst xmlns:a="http://schemas.openxmlformats.org/drawingml/2006/main">
              <a:ext uri="{FF2B5EF4-FFF2-40B4-BE49-F238E27FC236}">
                <a16:creationId xmlns:a16="http://schemas.microsoft.com/office/drawing/2014/main" id="{8ACFE97F-BE0E-4AC0-A4EA-49D4BD1D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48" y="1357969"/>
            <a:ext cx="137363" cy="137380"/>
          </a:xfrm>
          <a:custGeom xmlns:a="http://schemas.openxmlformats.org/drawingml/2006/main">
            <a:pathLst>
              <a:path w="125789" h="125804">
                <a:moveTo>
                  <a:pt x="0" y="0"/>
                </a:moveTo>
                <a:lnTo>
                  <a:pt x="0" y="125804"/>
                </a:lnTo>
                <a:lnTo>
                  <a:pt x="125789" y="12580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45" name="path-524">
            <a:extLst xmlns:a="http://schemas.openxmlformats.org/drawingml/2006/main">
              <a:ext uri="{FF2B5EF4-FFF2-40B4-BE49-F238E27FC236}">
                <a16:creationId xmlns:a16="http://schemas.microsoft.com/office/drawing/2014/main" id="{50CC6865-388B-4B12-A05E-886C97A7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path-525">
            <a:extLst xmlns:a="http://schemas.openxmlformats.org/drawingml/2006/main">
              <a:ext uri="{FF2B5EF4-FFF2-40B4-BE49-F238E27FC236}">
                <a16:creationId xmlns:a16="http://schemas.microsoft.com/office/drawing/2014/main" id="{62F09391-3F82-4AE1-8FBD-4B255359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212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47" name="path-526">
            <a:extLst xmlns:a="http://schemas.openxmlformats.org/drawingml/2006/main">
              <a:ext uri="{FF2B5EF4-FFF2-40B4-BE49-F238E27FC236}">
                <a16:creationId xmlns:a16="http://schemas.microsoft.com/office/drawing/2014/main" id="{44C6551C-809B-4CD1-A22B-3B1EA18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path-527">
            <a:extLst xmlns:a="http://schemas.openxmlformats.org/drawingml/2006/main">
              <a:ext uri="{FF2B5EF4-FFF2-40B4-BE49-F238E27FC236}">
                <a16:creationId xmlns:a16="http://schemas.microsoft.com/office/drawing/2014/main" id="{C224975D-C65F-4677-AD6B-2566CB8D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65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49" name="path-528">
            <a:extLst xmlns:a="http://schemas.openxmlformats.org/drawingml/2006/main">
              <a:ext uri="{FF2B5EF4-FFF2-40B4-BE49-F238E27FC236}">
                <a16:creationId xmlns:a16="http://schemas.microsoft.com/office/drawing/2014/main" id="{E8126FA4-97A5-4B01-9016-03D21A2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29">
            <a:extLst xmlns:a="http://schemas.openxmlformats.org/drawingml/2006/main">
              <a:ext uri="{FF2B5EF4-FFF2-40B4-BE49-F238E27FC236}">
                <a16:creationId xmlns:a16="http://schemas.microsoft.com/office/drawing/2014/main" id="{43F3FE47-3195-48ED-98A5-B8705B15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51" name="path-530">
            <a:extLst xmlns:a="http://schemas.openxmlformats.org/drawingml/2006/main">
              <a:ext uri="{FF2B5EF4-FFF2-40B4-BE49-F238E27FC236}">
                <a16:creationId xmlns:a16="http://schemas.microsoft.com/office/drawing/2014/main" id="{DC8A8FF7-44E5-413F-8ACD-56A9091E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path-531">
            <a:extLst xmlns:a="http://schemas.openxmlformats.org/drawingml/2006/main">
              <a:ext uri="{FF2B5EF4-FFF2-40B4-BE49-F238E27FC236}">
                <a16:creationId xmlns:a16="http://schemas.microsoft.com/office/drawing/2014/main" id="{36AC21F4-A0D8-49BF-A6D6-B7D2B82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919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53" name="path-532">
            <a:extLst xmlns:a="http://schemas.openxmlformats.org/drawingml/2006/main">
              <a:ext uri="{FF2B5EF4-FFF2-40B4-BE49-F238E27FC236}">
                <a16:creationId xmlns:a16="http://schemas.microsoft.com/office/drawing/2014/main" id="{8500CB00-323C-475D-8B1E-35C3B635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1220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path-533">
            <a:extLst xmlns:a="http://schemas.openxmlformats.org/drawingml/2006/main">
              <a:ext uri="{FF2B5EF4-FFF2-40B4-BE49-F238E27FC236}">
                <a16:creationId xmlns:a16="http://schemas.microsoft.com/office/drawing/2014/main" id="{C777CB02-B936-4E91-8BCD-C87C1282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1220586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55" name="path-534">
            <a:extLst xmlns:a="http://schemas.openxmlformats.org/drawingml/2006/main">
              <a:ext uri="{FF2B5EF4-FFF2-40B4-BE49-F238E27FC236}">
                <a16:creationId xmlns:a16="http://schemas.microsoft.com/office/drawing/2014/main" id="{BC4C38B5-1B51-45B6-8A0C-9002556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1357965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ath-535">
            <a:extLst xmlns:a="http://schemas.openxmlformats.org/drawingml/2006/main">
              <a:ext uri="{FF2B5EF4-FFF2-40B4-BE49-F238E27FC236}">
                <a16:creationId xmlns:a16="http://schemas.microsoft.com/office/drawing/2014/main" id="{40E55035-B83F-4868-A25D-7A5C21A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8272" y="1357969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57" name="path-536">
            <a:extLst xmlns:a="http://schemas.openxmlformats.org/drawingml/2006/main">
              <a:ext uri="{FF2B5EF4-FFF2-40B4-BE49-F238E27FC236}">
                <a16:creationId xmlns:a16="http://schemas.microsoft.com/office/drawing/2014/main" id="{EA44CB8B-A0EC-4129-B76F-D17E4C32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533868"/>
            <a:ext cx="191" cy="961451"/>
          </a:xfrm>
          <a:custGeom xmlns:a="http://schemas.openxmlformats.org/drawingml/2006/main">
            <a:pathLst>
              <a:path w="191" h="880440">
                <a:moveTo>
                  <a:pt x="0" y="0"/>
                </a:moveTo>
                <a:lnTo>
                  <a:pt x="0" y="88044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558" name="path-537">
            <a:extLst xmlns:a="http://schemas.openxmlformats.org/drawingml/2006/main">
              <a:ext uri="{FF2B5EF4-FFF2-40B4-BE49-F238E27FC236}">
                <a16:creationId xmlns:a16="http://schemas.microsoft.com/office/drawing/2014/main" id="{6E773880-931D-4CC9-8250-94208B4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081" y="1495319"/>
            <a:ext cx="1373545" cy="191"/>
          </a:xfrm>
          <a:custGeom xmlns:a="http://schemas.openxmlformats.org/drawingml/2006/main">
            <a:pathLst>
              <a:path w="1257811" h="191">
                <a:moveTo>
                  <a:pt x="0" y="0"/>
                </a:moveTo>
                <a:lnTo>
                  <a:pt x="0" y="27"/>
                </a:lnTo>
                <a:lnTo>
                  <a:pt x="1257811" y="27"/>
                </a:lnTo>
                <a:lnTo>
                  <a:pt x="1257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559" name="path-538">
            <a:extLst xmlns:a="http://schemas.openxmlformats.org/drawingml/2006/main">
              <a:ext uri="{FF2B5EF4-FFF2-40B4-BE49-F238E27FC236}">
                <a16:creationId xmlns:a16="http://schemas.microsoft.com/office/drawing/2014/main" id="{9F1D6905-5A27-4A16-81FF-61C8DF92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626" y="533868"/>
            <a:ext cx="191" cy="961451"/>
          </a:xfrm>
          <a:custGeom xmlns:a="http://schemas.openxmlformats.org/drawingml/2006/main">
            <a:pathLst>
              <a:path w="191" h="880440">
                <a:moveTo>
                  <a:pt x="0" y="8804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560" name="path-539">
            <a:extLst xmlns:a="http://schemas.openxmlformats.org/drawingml/2006/main">
              <a:ext uri="{FF2B5EF4-FFF2-40B4-BE49-F238E27FC236}">
                <a16:creationId xmlns:a16="http://schemas.microsoft.com/office/drawing/2014/main" id="{2C6CC745-8995-4897-BE53-34B8F90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40">
            <a:extLst xmlns:a="http://schemas.openxmlformats.org/drawingml/2006/main">
              <a:ext uri="{FF2B5EF4-FFF2-40B4-BE49-F238E27FC236}">
                <a16:creationId xmlns:a16="http://schemas.microsoft.com/office/drawing/2014/main" id="{61E3745D-C74B-4896-9D52-F21DE1D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62" name="path-541">
            <a:extLst xmlns:a="http://schemas.openxmlformats.org/drawingml/2006/main">
              <a:ext uri="{FF2B5EF4-FFF2-40B4-BE49-F238E27FC236}">
                <a16:creationId xmlns:a16="http://schemas.microsoft.com/office/drawing/2014/main" id="{93500D8A-2493-46DC-B2F5-C78E9ACD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ath-542">
            <a:extLst xmlns:a="http://schemas.openxmlformats.org/drawingml/2006/main">
              <a:ext uri="{FF2B5EF4-FFF2-40B4-BE49-F238E27FC236}">
                <a16:creationId xmlns:a16="http://schemas.microsoft.com/office/drawing/2014/main" id="{4341DE38-1871-43A1-B288-7C3F2805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64" name="path-543">
            <a:extLst xmlns:a="http://schemas.openxmlformats.org/drawingml/2006/main">
              <a:ext uri="{FF2B5EF4-FFF2-40B4-BE49-F238E27FC236}">
                <a16:creationId xmlns:a16="http://schemas.microsoft.com/office/drawing/2014/main" id="{2D189CDC-A3A2-4AE1-82AD-E0AEEDB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44">
            <a:extLst xmlns:a="http://schemas.openxmlformats.org/drawingml/2006/main">
              <a:ext uri="{FF2B5EF4-FFF2-40B4-BE49-F238E27FC236}">
                <a16:creationId xmlns:a16="http://schemas.microsoft.com/office/drawing/2014/main" id="{B67FE6FD-02C5-4103-89AF-15C65F2A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66" name="path-545">
            <a:extLst xmlns:a="http://schemas.openxmlformats.org/drawingml/2006/main">
              <a:ext uri="{FF2B5EF4-FFF2-40B4-BE49-F238E27FC236}">
                <a16:creationId xmlns:a16="http://schemas.microsoft.com/office/drawing/2014/main" id="{8CB9320C-221E-44EC-A2F8-B6D2BDD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46">
            <a:extLst xmlns:a="http://schemas.openxmlformats.org/drawingml/2006/main">
              <a:ext uri="{FF2B5EF4-FFF2-40B4-BE49-F238E27FC236}">
                <a16:creationId xmlns:a16="http://schemas.microsoft.com/office/drawing/2014/main" id="{9800CB0A-8A60-4B80-8FD0-462828C3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68" name="path-547">
            <a:extLst xmlns:a="http://schemas.openxmlformats.org/drawingml/2006/main">
              <a:ext uri="{FF2B5EF4-FFF2-40B4-BE49-F238E27FC236}">
                <a16:creationId xmlns:a16="http://schemas.microsoft.com/office/drawing/2014/main" id="{8EF50C63-B146-415E-B78C-C09F9CB5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ath-548">
            <a:extLst xmlns:a="http://schemas.openxmlformats.org/drawingml/2006/main">
              <a:ext uri="{FF2B5EF4-FFF2-40B4-BE49-F238E27FC236}">
                <a16:creationId xmlns:a16="http://schemas.microsoft.com/office/drawing/2014/main" id="{6733405A-6BB5-4D54-BDEF-1FC193CC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70" name="path-549">
            <a:extLst xmlns:a="http://schemas.openxmlformats.org/drawingml/2006/main">
              <a:ext uri="{FF2B5EF4-FFF2-40B4-BE49-F238E27FC236}">
                <a16:creationId xmlns:a16="http://schemas.microsoft.com/office/drawing/2014/main" id="{BB569ADA-9495-4988-9BF7-835F80D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ath-550">
            <a:extLst xmlns:a="http://schemas.openxmlformats.org/drawingml/2006/main">
              <a:ext uri="{FF2B5EF4-FFF2-40B4-BE49-F238E27FC236}">
                <a16:creationId xmlns:a16="http://schemas.microsoft.com/office/drawing/2014/main" id="{E3C3B270-0169-492C-A57B-4DA87E02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72" name="path-551">
            <a:extLst xmlns:a="http://schemas.openxmlformats.org/drawingml/2006/main">
              <a:ext uri="{FF2B5EF4-FFF2-40B4-BE49-F238E27FC236}">
                <a16:creationId xmlns:a16="http://schemas.microsoft.com/office/drawing/2014/main" id="{E02AFB17-084D-4A54-81C2-FCFE868E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52">
            <a:extLst xmlns:a="http://schemas.openxmlformats.org/drawingml/2006/main">
              <a:ext uri="{FF2B5EF4-FFF2-40B4-BE49-F238E27FC236}">
                <a16:creationId xmlns:a16="http://schemas.microsoft.com/office/drawing/2014/main" id="{05A062A1-E910-4D8B-9892-83F94F8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74" name="path-553">
            <a:extLst xmlns:a="http://schemas.openxmlformats.org/drawingml/2006/main">
              <a:ext uri="{FF2B5EF4-FFF2-40B4-BE49-F238E27FC236}">
                <a16:creationId xmlns:a16="http://schemas.microsoft.com/office/drawing/2014/main" id="{1FA64DF8-A1BD-45F5-8681-DA84F2A7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54">
            <a:extLst xmlns:a="http://schemas.openxmlformats.org/drawingml/2006/main">
              <a:ext uri="{FF2B5EF4-FFF2-40B4-BE49-F238E27FC236}">
                <a16:creationId xmlns:a16="http://schemas.microsoft.com/office/drawing/2014/main" id="{47A3D963-299D-425E-BF50-D2AF180E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76" name="path-555">
            <a:extLst xmlns:a="http://schemas.openxmlformats.org/drawingml/2006/main">
              <a:ext uri="{FF2B5EF4-FFF2-40B4-BE49-F238E27FC236}">
                <a16:creationId xmlns:a16="http://schemas.microsoft.com/office/drawing/2014/main" id="{809ADA0E-F7D6-4FA6-B6FC-D9306097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56">
            <a:extLst xmlns:a="http://schemas.openxmlformats.org/drawingml/2006/main">
              <a:ext uri="{FF2B5EF4-FFF2-40B4-BE49-F238E27FC236}">
                <a16:creationId xmlns:a16="http://schemas.microsoft.com/office/drawing/2014/main" id="{219AB62D-7972-4E9D-90BB-2535275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78" name="path-557">
            <a:extLst xmlns:a="http://schemas.openxmlformats.org/drawingml/2006/main">
              <a:ext uri="{FF2B5EF4-FFF2-40B4-BE49-F238E27FC236}">
                <a16:creationId xmlns:a16="http://schemas.microsoft.com/office/drawing/2014/main" id="{50CA3369-3857-4808-8EA1-81D2032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58">
            <a:extLst xmlns:a="http://schemas.openxmlformats.org/drawingml/2006/main">
              <a:ext uri="{FF2B5EF4-FFF2-40B4-BE49-F238E27FC236}">
                <a16:creationId xmlns:a16="http://schemas.microsoft.com/office/drawing/2014/main" id="{796B12D2-F7AA-4002-AB9A-0322F908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80" name="path-559">
            <a:extLst xmlns:a="http://schemas.openxmlformats.org/drawingml/2006/main">
              <a:ext uri="{FF2B5EF4-FFF2-40B4-BE49-F238E27FC236}">
                <a16:creationId xmlns:a16="http://schemas.microsoft.com/office/drawing/2014/main" id="{AA6C82B2-9E37-444F-ABB9-A9836F9F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60">
            <a:extLst xmlns:a="http://schemas.openxmlformats.org/drawingml/2006/main">
              <a:ext uri="{FF2B5EF4-FFF2-40B4-BE49-F238E27FC236}">
                <a16:creationId xmlns:a16="http://schemas.microsoft.com/office/drawing/2014/main" id="{55F34FBC-FFB0-489D-8D08-0910B0E2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82" name="path-561">
            <a:extLst xmlns:a="http://schemas.openxmlformats.org/drawingml/2006/main">
              <a:ext uri="{FF2B5EF4-FFF2-40B4-BE49-F238E27FC236}">
                <a16:creationId xmlns:a16="http://schemas.microsoft.com/office/drawing/2014/main" id="{E42E9E44-6C85-4FB3-BC62-F11329FA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62">
            <a:extLst xmlns:a="http://schemas.openxmlformats.org/drawingml/2006/main">
              <a:ext uri="{FF2B5EF4-FFF2-40B4-BE49-F238E27FC236}">
                <a16:creationId xmlns:a16="http://schemas.microsoft.com/office/drawing/2014/main" id="{ED8CF290-D7C1-41AA-B2DD-0F5141CF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84" name="path-563">
            <a:extLst xmlns:a="http://schemas.openxmlformats.org/drawingml/2006/main">
              <a:ext uri="{FF2B5EF4-FFF2-40B4-BE49-F238E27FC236}">
                <a16:creationId xmlns:a16="http://schemas.microsoft.com/office/drawing/2014/main" id="{AD629825-4A2A-4CCC-BEF7-49EA81B9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64">
            <a:extLst xmlns:a="http://schemas.openxmlformats.org/drawingml/2006/main">
              <a:ext uri="{FF2B5EF4-FFF2-40B4-BE49-F238E27FC236}">
                <a16:creationId xmlns:a16="http://schemas.microsoft.com/office/drawing/2014/main" id="{82A261F6-12AC-4512-BAB4-0449256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86" name="path-565">
            <a:extLst xmlns:a="http://schemas.openxmlformats.org/drawingml/2006/main">
              <a:ext uri="{FF2B5EF4-FFF2-40B4-BE49-F238E27FC236}">
                <a16:creationId xmlns:a16="http://schemas.microsoft.com/office/drawing/2014/main" id="{D04456BF-F936-4880-AFDE-006DDF88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66">
            <a:extLst xmlns:a="http://schemas.openxmlformats.org/drawingml/2006/main">
              <a:ext uri="{FF2B5EF4-FFF2-40B4-BE49-F238E27FC236}">
                <a16:creationId xmlns:a16="http://schemas.microsoft.com/office/drawing/2014/main" id="{432057FD-4BAF-4CD6-A4E7-ABC5900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88" name="path-567">
            <a:extLst xmlns:a="http://schemas.openxmlformats.org/drawingml/2006/main">
              <a:ext uri="{FF2B5EF4-FFF2-40B4-BE49-F238E27FC236}">
                <a16:creationId xmlns:a16="http://schemas.microsoft.com/office/drawing/2014/main" id="{3485C47F-C6CF-4F71-ABBD-B5E0B640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68">
            <a:extLst xmlns:a="http://schemas.openxmlformats.org/drawingml/2006/main">
              <a:ext uri="{FF2B5EF4-FFF2-40B4-BE49-F238E27FC236}">
                <a16:creationId xmlns:a16="http://schemas.microsoft.com/office/drawing/2014/main" id="{58E4B1F0-47F9-414D-A0CC-CF025112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90" name="path-569">
            <a:extLst xmlns:a="http://schemas.openxmlformats.org/drawingml/2006/main">
              <a:ext uri="{FF2B5EF4-FFF2-40B4-BE49-F238E27FC236}">
                <a16:creationId xmlns:a16="http://schemas.microsoft.com/office/drawing/2014/main" id="{611D7DA9-BEEA-47AC-95EF-35B6CE0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70">
            <a:extLst xmlns:a="http://schemas.openxmlformats.org/drawingml/2006/main">
              <a:ext uri="{FF2B5EF4-FFF2-40B4-BE49-F238E27FC236}">
                <a16:creationId xmlns:a16="http://schemas.microsoft.com/office/drawing/2014/main" id="{B8A66F70-C77F-442E-80FB-C349FEC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92" name="path-571">
            <a:extLst xmlns:a="http://schemas.openxmlformats.org/drawingml/2006/main">
              <a:ext uri="{FF2B5EF4-FFF2-40B4-BE49-F238E27FC236}">
                <a16:creationId xmlns:a16="http://schemas.microsoft.com/office/drawing/2014/main" id="{50CEDFC9-1658-4EB8-9BFC-BDE5ED2F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72">
            <a:extLst xmlns:a="http://schemas.openxmlformats.org/drawingml/2006/main">
              <a:ext uri="{FF2B5EF4-FFF2-40B4-BE49-F238E27FC236}">
                <a16:creationId xmlns:a16="http://schemas.microsoft.com/office/drawing/2014/main" id="{3617C28D-2017-4E80-A767-C7441B62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94" name="path-573">
            <a:extLst xmlns:a="http://schemas.openxmlformats.org/drawingml/2006/main">
              <a:ext uri="{FF2B5EF4-FFF2-40B4-BE49-F238E27FC236}">
                <a16:creationId xmlns:a16="http://schemas.microsoft.com/office/drawing/2014/main" id="{51BB0564-8F61-44D8-A3CA-546D6E4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74">
            <a:extLst xmlns:a="http://schemas.openxmlformats.org/drawingml/2006/main">
              <a:ext uri="{FF2B5EF4-FFF2-40B4-BE49-F238E27FC236}">
                <a16:creationId xmlns:a16="http://schemas.microsoft.com/office/drawing/2014/main" id="{61EE1E0B-4BA5-4C49-B79A-B62BF9C4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96" name="path-575">
            <a:extLst xmlns:a="http://schemas.openxmlformats.org/drawingml/2006/main">
              <a:ext uri="{FF2B5EF4-FFF2-40B4-BE49-F238E27FC236}">
                <a16:creationId xmlns:a16="http://schemas.microsoft.com/office/drawing/2014/main" id="{7FD7ECCE-005F-4B98-B133-71C01A7C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76">
            <a:extLst xmlns:a="http://schemas.openxmlformats.org/drawingml/2006/main">
              <a:ext uri="{FF2B5EF4-FFF2-40B4-BE49-F238E27FC236}">
                <a16:creationId xmlns:a16="http://schemas.microsoft.com/office/drawing/2014/main" id="{22D05141-05A8-4F78-84C5-BA4B7AC2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598" name="path-577">
            <a:extLst xmlns:a="http://schemas.openxmlformats.org/drawingml/2006/main">
              <a:ext uri="{FF2B5EF4-FFF2-40B4-BE49-F238E27FC236}">
                <a16:creationId xmlns:a16="http://schemas.microsoft.com/office/drawing/2014/main" id="{B814A707-6617-43F2-AC40-E9FE3DA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578">
            <a:extLst xmlns:a="http://schemas.openxmlformats.org/drawingml/2006/main">
              <a:ext uri="{FF2B5EF4-FFF2-40B4-BE49-F238E27FC236}">
                <a16:creationId xmlns:a16="http://schemas.microsoft.com/office/drawing/2014/main" id="{C3352141-77ED-4BAA-83EB-F8DDACCA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00" name="path-579">
            <a:extLst xmlns:a="http://schemas.openxmlformats.org/drawingml/2006/main">
              <a:ext uri="{FF2B5EF4-FFF2-40B4-BE49-F238E27FC236}">
                <a16:creationId xmlns:a16="http://schemas.microsoft.com/office/drawing/2014/main" id="{E988D25A-9963-4EBF-A6F2-57DAF790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80">
            <a:extLst xmlns:a="http://schemas.openxmlformats.org/drawingml/2006/main">
              <a:ext uri="{FF2B5EF4-FFF2-40B4-BE49-F238E27FC236}">
                <a16:creationId xmlns:a16="http://schemas.microsoft.com/office/drawing/2014/main" id="{3D89393D-A28B-448B-A89E-1B4A9D3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02" name="path-581">
            <a:extLst xmlns:a="http://schemas.openxmlformats.org/drawingml/2006/main">
              <a:ext uri="{FF2B5EF4-FFF2-40B4-BE49-F238E27FC236}">
                <a16:creationId xmlns:a16="http://schemas.microsoft.com/office/drawing/2014/main" id="{BA1D5DEF-370B-4BD4-B226-3417551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582">
            <a:extLst xmlns:a="http://schemas.openxmlformats.org/drawingml/2006/main">
              <a:ext uri="{FF2B5EF4-FFF2-40B4-BE49-F238E27FC236}">
                <a16:creationId xmlns:a16="http://schemas.microsoft.com/office/drawing/2014/main" id="{4D78B159-1F91-4202-AB7B-9ECB2C0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04" name="path-583">
            <a:extLst xmlns:a="http://schemas.openxmlformats.org/drawingml/2006/main">
              <a:ext uri="{FF2B5EF4-FFF2-40B4-BE49-F238E27FC236}">
                <a16:creationId xmlns:a16="http://schemas.microsoft.com/office/drawing/2014/main" id="{89260477-E5E8-4593-A0C5-3EC102B4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584">
            <a:extLst xmlns:a="http://schemas.openxmlformats.org/drawingml/2006/main">
              <a:ext uri="{FF2B5EF4-FFF2-40B4-BE49-F238E27FC236}">
                <a16:creationId xmlns:a16="http://schemas.microsoft.com/office/drawing/2014/main" id="{C6EC387F-9B96-4B93-9CAB-BAAA2AD9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06" name="path-585">
            <a:extLst xmlns:a="http://schemas.openxmlformats.org/drawingml/2006/main">
              <a:ext uri="{FF2B5EF4-FFF2-40B4-BE49-F238E27FC236}">
                <a16:creationId xmlns:a16="http://schemas.microsoft.com/office/drawing/2014/main" id="{25119DEE-E9F7-4415-BC47-200D804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586">
            <a:extLst xmlns:a="http://schemas.openxmlformats.org/drawingml/2006/main">
              <a:ext uri="{FF2B5EF4-FFF2-40B4-BE49-F238E27FC236}">
                <a16:creationId xmlns:a16="http://schemas.microsoft.com/office/drawing/2014/main" id="{EFED7341-2870-4A26-8A02-AD75FB8F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08" name="path-587">
            <a:extLst xmlns:a="http://schemas.openxmlformats.org/drawingml/2006/main">
              <a:ext uri="{FF2B5EF4-FFF2-40B4-BE49-F238E27FC236}">
                <a16:creationId xmlns:a16="http://schemas.microsoft.com/office/drawing/2014/main" id="{9950098F-8971-44F2-91DF-343B6DE9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588">
            <a:extLst xmlns:a="http://schemas.openxmlformats.org/drawingml/2006/main">
              <a:ext uri="{FF2B5EF4-FFF2-40B4-BE49-F238E27FC236}">
                <a16:creationId xmlns:a16="http://schemas.microsoft.com/office/drawing/2014/main" id="{611E0A82-A3AD-4720-9733-6CC1D5D7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10" name="path-589">
            <a:extLst xmlns:a="http://schemas.openxmlformats.org/drawingml/2006/main">
              <a:ext uri="{FF2B5EF4-FFF2-40B4-BE49-F238E27FC236}">
                <a16:creationId xmlns:a16="http://schemas.microsoft.com/office/drawing/2014/main" id="{7AD63614-FFA6-4871-889B-4CEA56E7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path-590">
            <a:extLst xmlns:a="http://schemas.openxmlformats.org/drawingml/2006/main">
              <a:ext uri="{FF2B5EF4-FFF2-40B4-BE49-F238E27FC236}">
                <a16:creationId xmlns:a16="http://schemas.microsoft.com/office/drawing/2014/main" id="{5C6BE447-83A9-4018-8B70-8CAC5A2D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607575"/>
            <a:ext cx="137363" cy="137383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12" name="path-591">
            <a:extLst xmlns:a="http://schemas.openxmlformats.org/drawingml/2006/main">
              <a:ext uri="{FF2B5EF4-FFF2-40B4-BE49-F238E27FC236}">
                <a16:creationId xmlns:a16="http://schemas.microsoft.com/office/drawing/2014/main" id="{5CA10C1A-1BD8-45FC-9845-4902C123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592">
            <a:extLst xmlns:a="http://schemas.openxmlformats.org/drawingml/2006/main">
              <a:ext uri="{FF2B5EF4-FFF2-40B4-BE49-F238E27FC236}">
                <a16:creationId xmlns:a16="http://schemas.microsoft.com/office/drawing/2014/main" id="{7E2F46D8-3C4E-4552-A49A-E1FD6192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14" name="path-593">
            <a:extLst xmlns:a="http://schemas.openxmlformats.org/drawingml/2006/main">
              <a:ext uri="{FF2B5EF4-FFF2-40B4-BE49-F238E27FC236}">
                <a16:creationId xmlns:a16="http://schemas.microsoft.com/office/drawing/2014/main" id="{B03A3210-0035-4C4A-BF32-A191F4E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path-594">
            <a:extLst xmlns:a="http://schemas.openxmlformats.org/drawingml/2006/main">
              <a:ext uri="{FF2B5EF4-FFF2-40B4-BE49-F238E27FC236}">
                <a16:creationId xmlns:a16="http://schemas.microsoft.com/office/drawing/2014/main" id="{9F7D257A-F66E-43AA-B51B-FFF1C69A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16" name="path-595">
            <a:extLst xmlns:a="http://schemas.openxmlformats.org/drawingml/2006/main">
              <a:ext uri="{FF2B5EF4-FFF2-40B4-BE49-F238E27FC236}">
                <a16:creationId xmlns:a16="http://schemas.microsoft.com/office/drawing/2014/main" id="{E47F8440-B8AD-49EC-911B-0155987A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path-596">
            <a:extLst xmlns:a="http://schemas.openxmlformats.org/drawingml/2006/main">
              <a:ext uri="{FF2B5EF4-FFF2-40B4-BE49-F238E27FC236}">
                <a16:creationId xmlns:a16="http://schemas.microsoft.com/office/drawing/2014/main" id="{40C8BD8C-7DB3-4504-B3E6-B6710F6D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744959"/>
            <a:ext cx="137363" cy="137382"/>
          </a:xfrm>
          <a:custGeom xmlns:a="http://schemas.openxmlformats.org/drawingml/2006/main">
            <a:pathLst>
              <a:path w="125789" h="125806">
                <a:moveTo>
                  <a:pt x="0" y="0"/>
                </a:moveTo>
                <a:lnTo>
                  <a:pt x="0" y="125806"/>
                </a:lnTo>
                <a:lnTo>
                  <a:pt x="125789" y="125806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18" name="path-597">
            <a:extLst xmlns:a="http://schemas.openxmlformats.org/drawingml/2006/main">
              <a:ext uri="{FF2B5EF4-FFF2-40B4-BE49-F238E27FC236}">
                <a16:creationId xmlns:a16="http://schemas.microsoft.com/office/drawing/2014/main" id="{BC02115E-4B40-48F9-BBB1-C721560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598">
            <a:extLst xmlns:a="http://schemas.openxmlformats.org/drawingml/2006/main">
              <a:ext uri="{FF2B5EF4-FFF2-40B4-BE49-F238E27FC236}">
                <a16:creationId xmlns:a16="http://schemas.microsoft.com/office/drawing/2014/main" id="{F9F96D43-2C64-4725-8F50-CCB6793A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20" name="path-599">
            <a:extLst xmlns:a="http://schemas.openxmlformats.org/drawingml/2006/main">
              <a:ext uri="{FF2B5EF4-FFF2-40B4-BE49-F238E27FC236}">
                <a16:creationId xmlns:a16="http://schemas.microsoft.com/office/drawing/2014/main" id="{C362BF9C-8DFB-4129-A3A7-D40CAAA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600">
            <a:extLst xmlns:a="http://schemas.openxmlformats.org/drawingml/2006/main">
              <a:ext uri="{FF2B5EF4-FFF2-40B4-BE49-F238E27FC236}">
                <a16:creationId xmlns:a16="http://schemas.microsoft.com/office/drawing/2014/main" id="{0B68DC05-B896-4875-AD62-C5BC4F7A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22" name="path-601">
            <a:extLst xmlns:a="http://schemas.openxmlformats.org/drawingml/2006/main">
              <a:ext uri="{FF2B5EF4-FFF2-40B4-BE49-F238E27FC236}">
                <a16:creationId xmlns:a16="http://schemas.microsoft.com/office/drawing/2014/main" id="{73570D0B-F520-4F5D-87A1-668D2351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602">
            <a:extLst xmlns:a="http://schemas.openxmlformats.org/drawingml/2006/main">
              <a:ext uri="{FF2B5EF4-FFF2-40B4-BE49-F238E27FC236}">
                <a16:creationId xmlns:a16="http://schemas.microsoft.com/office/drawing/2014/main" id="{7F2E9873-BF93-400D-B14E-FB74FC30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882340"/>
            <a:ext cx="137363" cy="137383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24" name="path-603">
            <a:extLst xmlns:a="http://schemas.openxmlformats.org/drawingml/2006/main">
              <a:ext uri="{FF2B5EF4-FFF2-40B4-BE49-F238E27FC236}">
                <a16:creationId xmlns:a16="http://schemas.microsoft.com/office/drawing/2014/main" id="{E43F3E7C-D36D-4DA6-A560-A22C9DF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path-604">
            <a:extLst xmlns:a="http://schemas.openxmlformats.org/drawingml/2006/main">
              <a:ext uri="{FF2B5EF4-FFF2-40B4-BE49-F238E27FC236}">
                <a16:creationId xmlns:a16="http://schemas.microsoft.com/office/drawing/2014/main" id="{F502D61D-0B66-4B96-AB9C-CCBCBD86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26" name="path-605">
            <a:extLst xmlns:a="http://schemas.openxmlformats.org/drawingml/2006/main">
              <a:ext uri="{FF2B5EF4-FFF2-40B4-BE49-F238E27FC236}">
                <a16:creationId xmlns:a16="http://schemas.microsoft.com/office/drawing/2014/main" id="{1A4A2D64-CC9A-484E-AD89-2DE16C02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path-606">
            <a:extLst xmlns:a="http://schemas.openxmlformats.org/drawingml/2006/main">
              <a:ext uri="{FF2B5EF4-FFF2-40B4-BE49-F238E27FC236}">
                <a16:creationId xmlns:a16="http://schemas.microsoft.com/office/drawing/2014/main" id="{4B171346-25F4-4038-8D5F-3AB1B0AE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28" name="path-607">
            <a:extLst xmlns:a="http://schemas.openxmlformats.org/drawingml/2006/main">
              <a:ext uri="{FF2B5EF4-FFF2-40B4-BE49-F238E27FC236}">
                <a16:creationId xmlns:a16="http://schemas.microsoft.com/office/drawing/2014/main" id="{D7784B69-547F-43A3-B5B9-BD5BDB7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path-608">
            <a:extLst xmlns:a="http://schemas.openxmlformats.org/drawingml/2006/main">
              <a:ext uri="{FF2B5EF4-FFF2-40B4-BE49-F238E27FC236}">
                <a16:creationId xmlns:a16="http://schemas.microsoft.com/office/drawing/2014/main" id="{4654AC9B-4624-4B0B-8279-D97A9349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30" name="path-609">
            <a:extLst xmlns:a="http://schemas.openxmlformats.org/drawingml/2006/main">
              <a:ext uri="{FF2B5EF4-FFF2-40B4-BE49-F238E27FC236}">
                <a16:creationId xmlns:a16="http://schemas.microsoft.com/office/drawing/2014/main" id="{4F4F4F5C-F168-44FB-8419-9B8CDEA7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path-610">
            <a:extLst xmlns:a="http://schemas.openxmlformats.org/drawingml/2006/main">
              <a:ext uri="{FF2B5EF4-FFF2-40B4-BE49-F238E27FC236}">
                <a16:creationId xmlns:a16="http://schemas.microsoft.com/office/drawing/2014/main" id="{96F5AB37-D088-49EB-98E8-B7052E54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32" name="path-611">
            <a:extLst xmlns:a="http://schemas.openxmlformats.org/drawingml/2006/main">
              <a:ext uri="{FF2B5EF4-FFF2-40B4-BE49-F238E27FC236}">
                <a16:creationId xmlns:a16="http://schemas.microsoft.com/office/drawing/2014/main" id="{CD4F21FC-CFBC-4ABF-B299-11CED97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path-612">
            <a:extLst xmlns:a="http://schemas.openxmlformats.org/drawingml/2006/main">
              <a:ext uri="{FF2B5EF4-FFF2-40B4-BE49-F238E27FC236}">
                <a16:creationId xmlns:a16="http://schemas.microsoft.com/office/drawing/2014/main" id="{04784FDE-53C0-467F-9CA4-D59BEC62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34" name="path-613">
            <a:extLst xmlns:a="http://schemas.openxmlformats.org/drawingml/2006/main">
              <a:ext uri="{FF2B5EF4-FFF2-40B4-BE49-F238E27FC236}">
                <a16:creationId xmlns:a16="http://schemas.microsoft.com/office/drawing/2014/main" id="{2BB969FD-B3FF-4F16-81E2-E3D63BB7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path-614">
            <a:extLst xmlns:a="http://schemas.openxmlformats.org/drawingml/2006/main">
              <a:ext uri="{FF2B5EF4-FFF2-40B4-BE49-F238E27FC236}">
                <a16:creationId xmlns:a16="http://schemas.microsoft.com/office/drawing/2014/main" id="{B3DFF248-91B3-4AC1-8A1F-6179AFD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019724"/>
            <a:ext cx="137363" cy="137287"/>
          </a:xfrm>
          <a:custGeom xmlns:a="http://schemas.openxmlformats.org/drawingml/2006/main">
            <a:pathLst>
              <a:path w="125789" h="125720">
                <a:moveTo>
                  <a:pt x="0" y="0"/>
                </a:moveTo>
                <a:lnTo>
                  <a:pt x="0" y="125720"/>
                </a:lnTo>
                <a:lnTo>
                  <a:pt x="125789" y="12572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36" name="path-615">
            <a:extLst xmlns:a="http://schemas.openxmlformats.org/drawingml/2006/main">
              <a:ext uri="{FF2B5EF4-FFF2-40B4-BE49-F238E27FC236}">
                <a16:creationId xmlns:a16="http://schemas.microsoft.com/office/drawing/2014/main" id="{22E201CB-1829-4803-B660-A175F07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path-616">
            <a:extLst xmlns:a="http://schemas.openxmlformats.org/drawingml/2006/main">
              <a:ext uri="{FF2B5EF4-FFF2-40B4-BE49-F238E27FC236}">
                <a16:creationId xmlns:a16="http://schemas.microsoft.com/office/drawing/2014/main" id="{62A54385-A26F-4A14-9450-0EC76F6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38" name="path-617">
            <a:extLst xmlns:a="http://schemas.openxmlformats.org/drawingml/2006/main">
              <a:ext uri="{FF2B5EF4-FFF2-40B4-BE49-F238E27FC236}">
                <a16:creationId xmlns:a16="http://schemas.microsoft.com/office/drawing/2014/main" id="{03B82226-4FB3-49B9-BD92-94CCDF60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path-618">
            <a:extLst xmlns:a="http://schemas.openxmlformats.org/drawingml/2006/main">
              <a:ext uri="{FF2B5EF4-FFF2-40B4-BE49-F238E27FC236}">
                <a16:creationId xmlns:a16="http://schemas.microsoft.com/office/drawing/2014/main" id="{79F4212C-808D-4880-953D-A17C9F35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40" name="path-619">
            <a:extLst xmlns:a="http://schemas.openxmlformats.org/drawingml/2006/main">
              <a:ext uri="{FF2B5EF4-FFF2-40B4-BE49-F238E27FC236}">
                <a16:creationId xmlns:a16="http://schemas.microsoft.com/office/drawing/2014/main" id="{2B4B4C8A-0296-4E04-B13F-763A2C5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path-620">
            <a:extLst xmlns:a="http://schemas.openxmlformats.org/drawingml/2006/main">
              <a:ext uri="{FF2B5EF4-FFF2-40B4-BE49-F238E27FC236}">
                <a16:creationId xmlns:a16="http://schemas.microsoft.com/office/drawing/2014/main" id="{84CEE952-3B0D-4188-AD81-F0BF029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42" name="path-621">
            <a:extLst xmlns:a="http://schemas.openxmlformats.org/drawingml/2006/main">
              <a:ext uri="{FF2B5EF4-FFF2-40B4-BE49-F238E27FC236}">
                <a16:creationId xmlns:a16="http://schemas.microsoft.com/office/drawing/2014/main" id="{B7BD4A61-A5ED-4F3F-811E-2472472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607612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path-622">
            <a:extLst xmlns:a="http://schemas.openxmlformats.org/drawingml/2006/main">
              <a:ext uri="{FF2B5EF4-FFF2-40B4-BE49-F238E27FC236}">
                <a16:creationId xmlns:a16="http://schemas.microsoft.com/office/drawing/2014/main" id="{82376689-9864-4A21-B7AF-A57CA3EE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607575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44" name="path-623">
            <a:extLst xmlns:a="http://schemas.openxmlformats.org/drawingml/2006/main">
              <a:ext uri="{FF2B5EF4-FFF2-40B4-BE49-F238E27FC236}">
                <a16:creationId xmlns:a16="http://schemas.microsoft.com/office/drawing/2014/main" id="{5A163E38-68AE-4BEA-BA26-668F122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74496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624">
            <a:extLst xmlns:a="http://schemas.openxmlformats.org/drawingml/2006/main">
              <a:ext uri="{FF2B5EF4-FFF2-40B4-BE49-F238E27FC236}">
                <a16:creationId xmlns:a16="http://schemas.microsoft.com/office/drawing/2014/main" id="{1C454C98-69E9-41F6-B322-B7C3529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744959"/>
            <a:ext cx="137353" cy="137382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46" name="path-625">
            <a:extLst xmlns:a="http://schemas.openxmlformats.org/drawingml/2006/main">
              <a:ext uri="{FF2B5EF4-FFF2-40B4-BE49-F238E27FC236}">
                <a16:creationId xmlns:a16="http://schemas.microsoft.com/office/drawing/2014/main" id="{7D680349-BA63-4C7E-A980-564A9562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882329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26">
            <a:extLst xmlns:a="http://schemas.openxmlformats.org/drawingml/2006/main">
              <a:ext uri="{FF2B5EF4-FFF2-40B4-BE49-F238E27FC236}">
                <a16:creationId xmlns:a16="http://schemas.microsoft.com/office/drawing/2014/main" id="{88A7E39F-989A-4EEE-9896-0C2012C1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8823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48" name="path-627">
            <a:extLst xmlns:a="http://schemas.openxmlformats.org/drawingml/2006/main">
              <a:ext uri="{FF2B5EF4-FFF2-40B4-BE49-F238E27FC236}">
                <a16:creationId xmlns:a16="http://schemas.microsoft.com/office/drawing/2014/main" id="{CF7E0887-ED0C-42DA-816B-89516E87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01968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28">
            <a:extLst xmlns:a="http://schemas.openxmlformats.org/drawingml/2006/main">
              <a:ext uri="{FF2B5EF4-FFF2-40B4-BE49-F238E27FC236}">
                <a16:creationId xmlns:a16="http://schemas.microsoft.com/office/drawing/2014/main" id="{4C6175F5-CEE9-49C7-8D77-20C3D76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01972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50" name="path-629">
            <a:extLst xmlns:a="http://schemas.openxmlformats.org/drawingml/2006/main">
              <a:ext uri="{FF2B5EF4-FFF2-40B4-BE49-F238E27FC236}">
                <a16:creationId xmlns:a16="http://schemas.microsoft.com/office/drawing/2014/main" id="{C0590481-DBDA-41A9-9F3D-4A86E13C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path-630">
            <a:extLst xmlns:a="http://schemas.openxmlformats.org/drawingml/2006/main">
              <a:ext uri="{FF2B5EF4-FFF2-40B4-BE49-F238E27FC236}">
                <a16:creationId xmlns:a16="http://schemas.microsoft.com/office/drawing/2014/main" id="{C185EC0E-56FA-4937-AC4C-9572303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157011"/>
            <a:ext cx="137363" cy="137380"/>
          </a:xfrm>
          <a:custGeom xmlns:a="http://schemas.openxmlformats.org/drawingml/2006/main">
            <a:pathLst>
              <a:path w="125789" h="125804">
                <a:moveTo>
                  <a:pt x="0" y="0"/>
                </a:moveTo>
                <a:lnTo>
                  <a:pt x="0" y="125804"/>
                </a:lnTo>
                <a:lnTo>
                  <a:pt x="125789" y="12580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52" name="path-631">
            <a:extLst xmlns:a="http://schemas.openxmlformats.org/drawingml/2006/main">
              <a:ext uri="{FF2B5EF4-FFF2-40B4-BE49-F238E27FC236}">
                <a16:creationId xmlns:a16="http://schemas.microsoft.com/office/drawing/2014/main" id="{2CA7AECE-46A0-473F-B8E2-27D9360C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path-632">
            <a:extLst xmlns:a="http://schemas.openxmlformats.org/drawingml/2006/main">
              <a:ext uri="{FF2B5EF4-FFF2-40B4-BE49-F238E27FC236}">
                <a16:creationId xmlns:a16="http://schemas.microsoft.com/office/drawing/2014/main" id="{9A7A1745-F9D0-4D37-96A5-481045AA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54" name="path-633">
            <a:extLst xmlns:a="http://schemas.openxmlformats.org/drawingml/2006/main">
              <a:ext uri="{FF2B5EF4-FFF2-40B4-BE49-F238E27FC236}">
                <a16:creationId xmlns:a16="http://schemas.microsoft.com/office/drawing/2014/main" id="{118562C6-5D60-4538-9ABB-8418A43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path-634">
            <a:extLst xmlns:a="http://schemas.openxmlformats.org/drawingml/2006/main">
              <a:ext uri="{FF2B5EF4-FFF2-40B4-BE49-F238E27FC236}">
                <a16:creationId xmlns:a16="http://schemas.microsoft.com/office/drawing/2014/main" id="{6DA41353-F91A-417F-8AAC-46655787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56" name="path-635">
            <a:extLst xmlns:a="http://schemas.openxmlformats.org/drawingml/2006/main">
              <a:ext uri="{FF2B5EF4-FFF2-40B4-BE49-F238E27FC236}">
                <a16:creationId xmlns:a16="http://schemas.microsoft.com/office/drawing/2014/main" id="{025C6532-3984-4B21-A112-7663D98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path-636">
            <a:extLst xmlns:a="http://schemas.openxmlformats.org/drawingml/2006/main">
              <a:ext uri="{FF2B5EF4-FFF2-40B4-BE49-F238E27FC236}">
                <a16:creationId xmlns:a16="http://schemas.microsoft.com/office/drawing/2014/main" id="{8E20EA2F-6CC2-4F30-9FCD-D70A5BE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58" name="path-637">
            <a:extLst xmlns:a="http://schemas.openxmlformats.org/drawingml/2006/main">
              <a:ext uri="{FF2B5EF4-FFF2-40B4-BE49-F238E27FC236}">
                <a16:creationId xmlns:a16="http://schemas.microsoft.com/office/drawing/2014/main" id="{06EE289B-DCFD-448F-9670-2A2A0E1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157036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path-638">
            <a:extLst xmlns:a="http://schemas.openxmlformats.org/drawingml/2006/main">
              <a:ext uri="{FF2B5EF4-FFF2-40B4-BE49-F238E27FC236}">
                <a16:creationId xmlns:a16="http://schemas.microsoft.com/office/drawing/2014/main" id="{FB2EF89B-02AD-422B-B26A-581CF29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157011"/>
            <a:ext cx="137353" cy="137380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60" name="path-639">
            <a:extLst xmlns:a="http://schemas.openxmlformats.org/drawingml/2006/main">
              <a:ext uri="{FF2B5EF4-FFF2-40B4-BE49-F238E27FC236}">
                <a16:creationId xmlns:a16="http://schemas.microsoft.com/office/drawing/2014/main" id="{42CCC691-BDB4-4A4F-967B-36F59CC3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path-640">
            <a:extLst xmlns:a="http://schemas.openxmlformats.org/drawingml/2006/main">
              <a:ext uri="{FF2B5EF4-FFF2-40B4-BE49-F238E27FC236}">
                <a16:creationId xmlns:a16="http://schemas.microsoft.com/office/drawing/2014/main" id="{865EAC4D-877C-4619-BA1C-455A41E2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62" name="path-641">
            <a:extLst xmlns:a="http://schemas.openxmlformats.org/drawingml/2006/main">
              <a:ext uri="{FF2B5EF4-FFF2-40B4-BE49-F238E27FC236}">
                <a16:creationId xmlns:a16="http://schemas.microsoft.com/office/drawing/2014/main" id="{07E47EFD-80CA-4E32-AEE2-B7A93875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path-642">
            <a:extLst xmlns:a="http://schemas.openxmlformats.org/drawingml/2006/main">
              <a:ext uri="{FF2B5EF4-FFF2-40B4-BE49-F238E27FC236}">
                <a16:creationId xmlns:a16="http://schemas.microsoft.com/office/drawing/2014/main" id="{4C4DB72B-C604-4269-81DB-41210308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64" name="path-643">
            <a:extLst xmlns:a="http://schemas.openxmlformats.org/drawingml/2006/main">
              <a:ext uri="{FF2B5EF4-FFF2-40B4-BE49-F238E27FC236}">
                <a16:creationId xmlns:a16="http://schemas.microsoft.com/office/drawing/2014/main" id="{E4B1C8C7-44F6-42D4-B1D0-38448939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644">
            <a:extLst xmlns:a="http://schemas.openxmlformats.org/drawingml/2006/main">
              <a:ext uri="{FF2B5EF4-FFF2-40B4-BE49-F238E27FC236}">
                <a16:creationId xmlns:a16="http://schemas.microsoft.com/office/drawing/2014/main" id="{A486F35E-06D7-406E-8D42-C12A4CDC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66" name="path-645">
            <a:extLst xmlns:a="http://schemas.openxmlformats.org/drawingml/2006/main">
              <a:ext uri="{FF2B5EF4-FFF2-40B4-BE49-F238E27FC236}">
                <a16:creationId xmlns:a16="http://schemas.microsoft.com/office/drawing/2014/main" id="{54B39086-E5BE-48E6-B7F1-67087F45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646">
            <a:extLst xmlns:a="http://schemas.openxmlformats.org/drawingml/2006/main">
              <a:ext uri="{FF2B5EF4-FFF2-40B4-BE49-F238E27FC236}">
                <a16:creationId xmlns:a16="http://schemas.microsoft.com/office/drawing/2014/main" id="{4239CBDC-4D31-4EDA-83F0-791F8CB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68" name="path-647">
            <a:extLst xmlns:a="http://schemas.openxmlformats.org/drawingml/2006/main">
              <a:ext uri="{FF2B5EF4-FFF2-40B4-BE49-F238E27FC236}">
                <a16:creationId xmlns:a16="http://schemas.microsoft.com/office/drawing/2014/main" id="{F9F18CDB-6F85-4DF4-BA29-90880A1D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path-648">
            <a:extLst xmlns:a="http://schemas.openxmlformats.org/drawingml/2006/main">
              <a:ext uri="{FF2B5EF4-FFF2-40B4-BE49-F238E27FC236}">
                <a16:creationId xmlns:a16="http://schemas.microsoft.com/office/drawing/2014/main" id="{848F6231-77A2-475E-8472-B1CCF03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838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70" name="path-649">
            <a:extLst xmlns:a="http://schemas.openxmlformats.org/drawingml/2006/main">
              <a:ext uri="{FF2B5EF4-FFF2-40B4-BE49-F238E27FC236}">
                <a16:creationId xmlns:a16="http://schemas.microsoft.com/office/drawing/2014/main" id="{142C94C5-3908-4A1B-8FCB-6B3637BA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path-650">
            <a:extLst xmlns:a="http://schemas.openxmlformats.org/drawingml/2006/main">
              <a:ext uri="{FF2B5EF4-FFF2-40B4-BE49-F238E27FC236}">
                <a16:creationId xmlns:a16="http://schemas.microsoft.com/office/drawing/2014/main" id="{13290474-8F91-4EC6-920F-8981024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91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72" name="path-651">
            <a:extLst xmlns:a="http://schemas.openxmlformats.org/drawingml/2006/main">
              <a:ext uri="{FF2B5EF4-FFF2-40B4-BE49-F238E27FC236}">
                <a16:creationId xmlns:a16="http://schemas.microsoft.com/office/drawing/2014/main" id="{5F6A8A3C-7F6F-47F3-B55E-4058CAB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path-652">
            <a:extLst xmlns:a="http://schemas.openxmlformats.org/drawingml/2006/main">
              <a:ext uri="{FF2B5EF4-FFF2-40B4-BE49-F238E27FC236}">
                <a16:creationId xmlns:a16="http://schemas.microsoft.com/office/drawing/2014/main" id="{B5027A66-200F-4163-B917-ACFA8AB0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74" name="path-653">
            <a:extLst xmlns:a="http://schemas.openxmlformats.org/drawingml/2006/main">
              <a:ext uri="{FF2B5EF4-FFF2-40B4-BE49-F238E27FC236}">
                <a16:creationId xmlns:a16="http://schemas.microsoft.com/office/drawing/2014/main" id="{13789E53-47D0-4E2E-9A9A-F2C2285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path-654">
            <a:extLst xmlns:a="http://schemas.openxmlformats.org/drawingml/2006/main">
              <a:ext uri="{FF2B5EF4-FFF2-40B4-BE49-F238E27FC236}">
                <a16:creationId xmlns:a16="http://schemas.microsoft.com/office/drawing/2014/main" id="{04068175-3382-4491-8F42-43DC51E3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545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76" name="path-655">
            <a:extLst xmlns:a="http://schemas.openxmlformats.org/drawingml/2006/main">
              <a:ext uri="{FF2B5EF4-FFF2-40B4-BE49-F238E27FC236}">
                <a16:creationId xmlns:a16="http://schemas.microsoft.com/office/drawing/2014/main" id="{D51FE175-CA9D-451D-A38C-7A7DBAE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656">
            <a:extLst xmlns:a="http://schemas.openxmlformats.org/drawingml/2006/main">
              <a:ext uri="{FF2B5EF4-FFF2-40B4-BE49-F238E27FC236}">
                <a16:creationId xmlns:a16="http://schemas.microsoft.com/office/drawing/2014/main" id="{5F5ECB3E-5E89-4146-9502-EF2CF3F2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78" name="path-657">
            <a:extLst xmlns:a="http://schemas.openxmlformats.org/drawingml/2006/main">
              <a:ext uri="{FF2B5EF4-FFF2-40B4-BE49-F238E27FC236}">
                <a16:creationId xmlns:a16="http://schemas.microsoft.com/office/drawing/2014/main" id="{4DCCAC0F-6921-40CC-B57F-D6730D4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658">
            <a:extLst xmlns:a="http://schemas.openxmlformats.org/drawingml/2006/main">
              <a:ext uri="{FF2B5EF4-FFF2-40B4-BE49-F238E27FC236}">
                <a16:creationId xmlns:a16="http://schemas.microsoft.com/office/drawing/2014/main" id="{311FD828-0CF9-4D7E-B875-F5F408CC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898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80" name="path-659">
            <a:extLst xmlns:a="http://schemas.openxmlformats.org/drawingml/2006/main">
              <a:ext uri="{FF2B5EF4-FFF2-40B4-BE49-F238E27FC236}">
                <a16:creationId xmlns:a16="http://schemas.microsoft.com/office/drawing/2014/main" id="{F962F9FB-0B2F-4525-AA42-4405213F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60">
            <a:extLst xmlns:a="http://schemas.openxmlformats.org/drawingml/2006/main">
              <a:ext uri="{FF2B5EF4-FFF2-40B4-BE49-F238E27FC236}">
                <a16:creationId xmlns:a16="http://schemas.microsoft.com/office/drawing/2014/main" id="{E53B4806-33F1-4671-A45D-B15B708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294391"/>
            <a:ext cx="137363" cy="137383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82" name="path-661">
            <a:extLst xmlns:a="http://schemas.openxmlformats.org/drawingml/2006/main">
              <a:ext uri="{FF2B5EF4-FFF2-40B4-BE49-F238E27FC236}">
                <a16:creationId xmlns:a16="http://schemas.microsoft.com/office/drawing/2014/main" id="{636DD277-121E-4FC6-9030-A2C39092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62">
            <a:extLst xmlns:a="http://schemas.openxmlformats.org/drawingml/2006/main">
              <a:ext uri="{FF2B5EF4-FFF2-40B4-BE49-F238E27FC236}">
                <a16:creationId xmlns:a16="http://schemas.microsoft.com/office/drawing/2014/main" id="{A771D691-AFAF-487F-AA50-8C6D2951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84" name="path-663">
            <a:extLst xmlns:a="http://schemas.openxmlformats.org/drawingml/2006/main">
              <a:ext uri="{FF2B5EF4-FFF2-40B4-BE49-F238E27FC236}">
                <a16:creationId xmlns:a16="http://schemas.microsoft.com/office/drawing/2014/main" id="{71ABB3EB-1A5F-4220-B23C-2677923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path-664">
            <a:extLst xmlns:a="http://schemas.openxmlformats.org/drawingml/2006/main">
              <a:ext uri="{FF2B5EF4-FFF2-40B4-BE49-F238E27FC236}">
                <a16:creationId xmlns:a16="http://schemas.microsoft.com/office/drawing/2014/main" id="{20BFA86C-CB12-4C44-B145-6C4EEBF8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86" name="path-665">
            <a:extLst xmlns:a="http://schemas.openxmlformats.org/drawingml/2006/main">
              <a:ext uri="{FF2B5EF4-FFF2-40B4-BE49-F238E27FC236}">
                <a16:creationId xmlns:a16="http://schemas.microsoft.com/office/drawing/2014/main" id="{74AAE3B8-FEA5-4D1B-9F21-DEFC1DF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66">
            <a:extLst xmlns:a="http://schemas.openxmlformats.org/drawingml/2006/main">
              <a:ext uri="{FF2B5EF4-FFF2-40B4-BE49-F238E27FC236}">
                <a16:creationId xmlns:a16="http://schemas.microsoft.com/office/drawing/2014/main" id="{ADEA4F76-7246-4F08-B3DA-C41344F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252" y="1431774"/>
            <a:ext cx="137363" cy="137287"/>
          </a:xfrm>
          <a:custGeom xmlns:a="http://schemas.openxmlformats.org/drawingml/2006/main">
            <a:pathLst>
              <a:path w="125789" h="125720">
                <a:moveTo>
                  <a:pt x="0" y="0"/>
                </a:moveTo>
                <a:lnTo>
                  <a:pt x="0" y="125720"/>
                </a:lnTo>
                <a:lnTo>
                  <a:pt x="125789" y="12572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88" name="path-667">
            <a:extLst xmlns:a="http://schemas.openxmlformats.org/drawingml/2006/main">
              <a:ext uri="{FF2B5EF4-FFF2-40B4-BE49-F238E27FC236}">
                <a16:creationId xmlns:a16="http://schemas.microsoft.com/office/drawing/2014/main" id="{DA48B633-23A8-42E1-8A94-9324A6BC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path-668">
            <a:extLst xmlns:a="http://schemas.openxmlformats.org/drawingml/2006/main">
              <a:ext uri="{FF2B5EF4-FFF2-40B4-BE49-F238E27FC236}">
                <a16:creationId xmlns:a16="http://schemas.microsoft.com/office/drawing/2014/main" id="{E289F322-C710-4E4D-BD3B-9B81E734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615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90" name="path-669">
            <a:extLst xmlns:a="http://schemas.openxmlformats.org/drawingml/2006/main">
              <a:ext uri="{FF2B5EF4-FFF2-40B4-BE49-F238E27FC236}">
                <a16:creationId xmlns:a16="http://schemas.microsoft.com/office/drawing/2014/main" id="{FD8B2D4A-694F-449C-8B7F-9E61313F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path-670">
            <a:extLst xmlns:a="http://schemas.openxmlformats.org/drawingml/2006/main">
              <a:ext uri="{FF2B5EF4-FFF2-40B4-BE49-F238E27FC236}">
                <a16:creationId xmlns:a16="http://schemas.microsoft.com/office/drawing/2014/main" id="{B9C0C59E-4233-4F22-ACB4-C81025E2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969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92" name="path-671">
            <a:extLst xmlns:a="http://schemas.openxmlformats.org/drawingml/2006/main">
              <a:ext uri="{FF2B5EF4-FFF2-40B4-BE49-F238E27FC236}">
                <a16:creationId xmlns:a16="http://schemas.microsoft.com/office/drawing/2014/main" id="{084E0F24-87C8-4CBE-98DD-9534466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path-672">
            <a:extLst xmlns:a="http://schemas.openxmlformats.org/drawingml/2006/main">
              <a:ext uri="{FF2B5EF4-FFF2-40B4-BE49-F238E27FC236}">
                <a16:creationId xmlns:a16="http://schemas.microsoft.com/office/drawing/2014/main" id="{256262A6-1B8F-46B4-A380-C3E3624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94" name="path-673">
            <a:extLst xmlns:a="http://schemas.openxmlformats.org/drawingml/2006/main">
              <a:ext uri="{FF2B5EF4-FFF2-40B4-BE49-F238E27FC236}">
                <a16:creationId xmlns:a16="http://schemas.microsoft.com/office/drawing/2014/main" id="{4B14F702-1551-429F-A2E1-2AA964E3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path-674">
            <a:extLst xmlns:a="http://schemas.openxmlformats.org/drawingml/2006/main">
              <a:ext uri="{FF2B5EF4-FFF2-40B4-BE49-F238E27FC236}">
                <a16:creationId xmlns:a16="http://schemas.microsoft.com/office/drawing/2014/main" id="{10B5CFA5-423A-4576-B7B2-A0D2E8E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322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96" name="path-675">
            <a:extLst xmlns:a="http://schemas.openxmlformats.org/drawingml/2006/main">
              <a:ext uri="{FF2B5EF4-FFF2-40B4-BE49-F238E27FC236}">
                <a16:creationId xmlns:a16="http://schemas.microsoft.com/office/drawing/2014/main" id="{EEF55DCF-B5B9-484E-99CA-688980C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29439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path-676">
            <a:extLst xmlns:a="http://schemas.openxmlformats.org/drawingml/2006/main">
              <a:ext uri="{FF2B5EF4-FFF2-40B4-BE49-F238E27FC236}">
                <a16:creationId xmlns:a16="http://schemas.microsoft.com/office/drawing/2014/main" id="{A5C881F3-6B16-45C5-BA80-F5695AB1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2943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698" name="path-677">
            <a:extLst xmlns:a="http://schemas.openxmlformats.org/drawingml/2006/main">
              <a:ext uri="{FF2B5EF4-FFF2-40B4-BE49-F238E27FC236}">
                <a16:creationId xmlns:a16="http://schemas.microsoft.com/office/drawing/2014/main" id="{08947795-CAD4-484D-864D-5F68169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43174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path-678">
            <a:extLst xmlns:a="http://schemas.openxmlformats.org/drawingml/2006/main">
              <a:ext uri="{FF2B5EF4-FFF2-40B4-BE49-F238E27FC236}">
                <a16:creationId xmlns:a16="http://schemas.microsoft.com/office/drawing/2014/main" id="{F00A223F-314A-473D-9E3C-DD9509D7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676" y="1431774"/>
            <a:ext cx="137353" cy="137287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00" name="path-679">
            <a:extLst xmlns:a="http://schemas.openxmlformats.org/drawingml/2006/main">
              <a:ext uri="{FF2B5EF4-FFF2-40B4-BE49-F238E27FC236}">
                <a16:creationId xmlns:a16="http://schemas.microsoft.com/office/drawing/2014/main" id="{8A5F3BE4-FA63-43F8-9041-FD77CBE3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607575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35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701" name="path-680">
            <a:extLst xmlns:a="http://schemas.openxmlformats.org/drawingml/2006/main">
              <a:ext uri="{FF2B5EF4-FFF2-40B4-BE49-F238E27FC236}">
                <a16:creationId xmlns:a16="http://schemas.microsoft.com/office/drawing/2014/main" id="{2B6FC998-E2E3-4A01-8BCC-495DA63F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607613"/>
            <a:ext cx="191" cy="961448"/>
          </a:xfrm>
          <a:custGeom xmlns:a="http://schemas.openxmlformats.org/drawingml/2006/main">
            <a:pathLst>
              <a:path w="191" h="880437">
                <a:moveTo>
                  <a:pt x="0" y="0"/>
                </a:moveTo>
                <a:lnTo>
                  <a:pt x="0" y="880437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702" name="path-681">
            <a:extLst xmlns:a="http://schemas.openxmlformats.org/drawingml/2006/main">
              <a:ext uri="{FF2B5EF4-FFF2-40B4-BE49-F238E27FC236}">
                <a16:creationId xmlns:a16="http://schemas.microsoft.com/office/drawing/2014/main" id="{FBA319D7-8C4B-4C12-8D9C-52A812DA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029" y="607613"/>
            <a:ext cx="191" cy="961448"/>
          </a:xfrm>
          <a:custGeom xmlns:a="http://schemas.openxmlformats.org/drawingml/2006/main">
            <a:pathLst>
              <a:path w="191" h="880437">
                <a:moveTo>
                  <a:pt x="0" y="88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703" name="path-682">
            <a:extLst xmlns:a="http://schemas.openxmlformats.org/drawingml/2006/main">
              <a:ext uri="{FF2B5EF4-FFF2-40B4-BE49-F238E27FC236}">
                <a16:creationId xmlns:a16="http://schemas.microsoft.com/office/drawing/2014/main" id="{CAEF46C7-DB36-4A15-B09B-A645D88C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84" y="607575"/>
            <a:ext cx="1373545" cy="191"/>
          </a:xfrm>
          <a:custGeom xmlns:a="http://schemas.openxmlformats.org/drawingml/2006/main">
            <a:pathLst>
              <a:path w="1257811" h="191">
                <a:moveTo>
                  <a:pt x="1257811" y="35"/>
                </a:moveTo>
                <a:lnTo>
                  <a:pt x="1257811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704" name="path-683">
            <a:extLst xmlns:a="http://schemas.openxmlformats.org/drawingml/2006/main">
              <a:ext uri="{FF2B5EF4-FFF2-40B4-BE49-F238E27FC236}">
                <a16:creationId xmlns:a16="http://schemas.microsoft.com/office/drawing/2014/main" id="{8305FE21-25D2-40BF-A60B-91B53417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path-684">
            <a:extLst xmlns:a="http://schemas.openxmlformats.org/drawingml/2006/main">
              <a:ext uri="{FF2B5EF4-FFF2-40B4-BE49-F238E27FC236}">
                <a16:creationId xmlns:a16="http://schemas.microsoft.com/office/drawing/2014/main" id="{1E44D8C8-7E4F-4F6A-BB4D-4BAC701E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06" name="path-685">
            <a:extLst xmlns:a="http://schemas.openxmlformats.org/drawingml/2006/main">
              <a:ext uri="{FF2B5EF4-FFF2-40B4-BE49-F238E27FC236}">
                <a16:creationId xmlns:a16="http://schemas.microsoft.com/office/drawing/2014/main" id="{110750F6-4DBE-4997-859E-72CE4C7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path-686">
            <a:extLst xmlns:a="http://schemas.openxmlformats.org/drawingml/2006/main">
              <a:ext uri="{FF2B5EF4-FFF2-40B4-BE49-F238E27FC236}">
                <a16:creationId xmlns:a16="http://schemas.microsoft.com/office/drawing/2014/main" id="{63D8F398-841C-4731-AD38-EE5F8E87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08" name="path-687">
            <a:extLst xmlns:a="http://schemas.openxmlformats.org/drawingml/2006/main">
              <a:ext uri="{FF2B5EF4-FFF2-40B4-BE49-F238E27FC236}">
                <a16:creationId xmlns:a16="http://schemas.microsoft.com/office/drawing/2014/main" id="{5C2411BD-9106-455E-9E64-EE0FAF73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path-688">
            <a:extLst xmlns:a="http://schemas.openxmlformats.org/drawingml/2006/main">
              <a:ext uri="{FF2B5EF4-FFF2-40B4-BE49-F238E27FC236}">
                <a16:creationId xmlns:a16="http://schemas.microsoft.com/office/drawing/2014/main" id="{C500BF95-2C7F-4BFF-BB05-4B83A828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10" name="path-689">
            <a:extLst xmlns:a="http://schemas.openxmlformats.org/drawingml/2006/main">
              <a:ext uri="{FF2B5EF4-FFF2-40B4-BE49-F238E27FC236}">
                <a16:creationId xmlns:a16="http://schemas.microsoft.com/office/drawing/2014/main" id="{C9DBE8CA-DB13-4290-AB46-8B64DA66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path-690">
            <a:extLst xmlns:a="http://schemas.openxmlformats.org/drawingml/2006/main">
              <a:ext uri="{FF2B5EF4-FFF2-40B4-BE49-F238E27FC236}">
                <a16:creationId xmlns:a16="http://schemas.microsoft.com/office/drawing/2014/main" id="{C5DF22B9-EF59-47DB-B9BC-0ED6F769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12" name="path-691">
            <a:extLst xmlns:a="http://schemas.openxmlformats.org/drawingml/2006/main">
              <a:ext uri="{FF2B5EF4-FFF2-40B4-BE49-F238E27FC236}">
                <a16:creationId xmlns:a16="http://schemas.microsoft.com/office/drawing/2014/main" id="{BFB06F4E-B6EA-4E14-98CD-8665BF7C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path-692">
            <a:extLst xmlns:a="http://schemas.openxmlformats.org/drawingml/2006/main">
              <a:ext uri="{FF2B5EF4-FFF2-40B4-BE49-F238E27FC236}">
                <a16:creationId xmlns:a16="http://schemas.microsoft.com/office/drawing/2014/main" id="{1D1AA523-551A-466F-A2FB-7D325C9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14" name="path-693">
            <a:extLst xmlns:a="http://schemas.openxmlformats.org/drawingml/2006/main">
              <a:ext uri="{FF2B5EF4-FFF2-40B4-BE49-F238E27FC236}">
                <a16:creationId xmlns:a16="http://schemas.microsoft.com/office/drawing/2014/main" id="{04477307-AE6E-4666-86DB-DFE52084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path-694">
            <a:extLst xmlns:a="http://schemas.openxmlformats.org/drawingml/2006/main">
              <a:ext uri="{FF2B5EF4-FFF2-40B4-BE49-F238E27FC236}">
                <a16:creationId xmlns:a16="http://schemas.microsoft.com/office/drawing/2014/main" id="{0F02380C-FA20-4A66-B1F4-E3F149CB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16" name="path-695">
            <a:extLst xmlns:a="http://schemas.openxmlformats.org/drawingml/2006/main">
              <a:ext uri="{FF2B5EF4-FFF2-40B4-BE49-F238E27FC236}">
                <a16:creationId xmlns:a16="http://schemas.microsoft.com/office/drawing/2014/main" id="{903778F8-DD19-4DAF-B690-09F0124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path-696">
            <a:extLst xmlns:a="http://schemas.openxmlformats.org/drawingml/2006/main">
              <a:ext uri="{FF2B5EF4-FFF2-40B4-BE49-F238E27FC236}">
                <a16:creationId xmlns:a16="http://schemas.microsoft.com/office/drawing/2014/main" id="{97F61225-B802-4BBB-9059-2AB5B5EB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18" name="path-697">
            <a:extLst xmlns:a="http://schemas.openxmlformats.org/drawingml/2006/main">
              <a:ext uri="{FF2B5EF4-FFF2-40B4-BE49-F238E27FC236}">
                <a16:creationId xmlns:a16="http://schemas.microsoft.com/office/drawing/2014/main" id="{79907596-B71A-4044-B9A9-F5D87D17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698">
            <a:extLst xmlns:a="http://schemas.openxmlformats.org/drawingml/2006/main">
              <a:ext uri="{FF2B5EF4-FFF2-40B4-BE49-F238E27FC236}">
                <a16:creationId xmlns:a16="http://schemas.microsoft.com/office/drawing/2014/main" id="{E8C577A7-7780-41D8-AA0F-87F18DD5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20" name="path-699">
            <a:extLst xmlns:a="http://schemas.openxmlformats.org/drawingml/2006/main">
              <a:ext uri="{FF2B5EF4-FFF2-40B4-BE49-F238E27FC236}">
                <a16:creationId xmlns:a16="http://schemas.microsoft.com/office/drawing/2014/main" id="{C95F7F77-E9EC-4A96-B395-FDB08479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path-700">
            <a:extLst xmlns:a="http://schemas.openxmlformats.org/drawingml/2006/main">
              <a:ext uri="{FF2B5EF4-FFF2-40B4-BE49-F238E27FC236}">
                <a16:creationId xmlns:a16="http://schemas.microsoft.com/office/drawing/2014/main" id="{A2BF12B5-A20E-460E-89C0-8A38634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22" name="path-701">
            <a:extLst xmlns:a="http://schemas.openxmlformats.org/drawingml/2006/main">
              <a:ext uri="{FF2B5EF4-FFF2-40B4-BE49-F238E27FC236}">
                <a16:creationId xmlns:a16="http://schemas.microsoft.com/office/drawing/2014/main" id="{42B8B154-F921-4EF3-93C3-68A5AFB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702">
            <a:extLst xmlns:a="http://schemas.openxmlformats.org/drawingml/2006/main">
              <a:ext uri="{FF2B5EF4-FFF2-40B4-BE49-F238E27FC236}">
                <a16:creationId xmlns:a16="http://schemas.microsoft.com/office/drawing/2014/main" id="{F7FD48C7-62B8-4F24-ABD6-58E096D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24" name="path-703">
            <a:extLst xmlns:a="http://schemas.openxmlformats.org/drawingml/2006/main">
              <a:ext uri="{FF2B5EF4-FFF2-40B4-BE49-F238E27FC236}">
                <a16:creationId xmlns:a16="http://schemas.microsoft.com/office/drawing/2014/main" id="{E5D679A2-4B44-4DD2-80E5-D9BA5B14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704">
            <a:extLst xmlns:a="http://schemas.openxmlformats.org/drawingml/2006/main">
              <a:ext uri="{FF2B5EF4-FFF2-40B4-BE49-F238E27FC236}">
                <a16:creationId xmlns:a16="http://schemas.microsoft.com/office/drawing/2014/main" id="{4016A03B-B486-4649-8FCE-A014397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26" name="path-705">
            <a:extLst xmlns:a="http://schemas.openxmlformats.org/drawingml/2006/main">
              <a:ext uri="{FF2B5EF4-FFF2-40B4-BE49-F238E27FC236}">
                <a16:creationId xmlns:a16="http://schemas.microsoft.com/office/drawing/2014/main" id="{86C6687C-79EF-4B07-BAC7-45BF553B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706">
            <a:extLst xmlns:a="http://schemas.openxmlformats.org/drawingml/2006/main">
              <a:ext uri="{FF2B5EF4-FFF2-40B4-BE49-F238E27FC236}">
                <a16:creationId xmlns:a16="http://schemas.microsoft.com/office/drawing/2014/main" id="{462D2159-A70D-4CBA-99FC-898A2271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28" name="path-707">
            <a:extLst xmlns:a="http://schemas.openxmlformats.org/drawingml/2006/main">
              <a:ext uri="{FF2B5EF4-FFF2-40B4-BE49-F238E27FC236}">
                <a16:creationId xmlns:a16="http://schemas.microsoft.com/office/drawing/2014/main" id="{30A192D8-4D5F-4E63-8F7F-10205185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708">
            <a:extLst xmlns:a="http://schemas.openxmlformats.org/drawingml/2006/main">
              <a:ext uri="{FF2B5EF4-FFF2-40B4-BE49-F238E27FC236}">
                <a16:creationId xmlns:a16="http://schemas.microsoft.com/office/drawing/2014/main" id="{5FC7F0CB-7FD3-44C2-8618-324911C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30" name="path-709">
            <a:extLst xmlns:a="http://schemas.openxmlformats.org/drawingml/2006/main">
              <a:ext uri="{FF2B5EF4-FFF2-40B4-BE49-F238E27FC236}">
                <a16:creationId xmlns:a16="http://schemas.microsoft.com/office/drawing/2014/main" id="{E1B4DB7E-5231-4233-8474-F43085BF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710">
            <a:extLst xmlns:a="http://schemas.openxmlformats.org/drawingml/2006/main">
              <a:ext uri="{FF2B5EF4-FFF2-40B4-BE49-F238E27FC236}">
                <a16:creationId xmlns:a16="http://schemas.microsoft.com/office/drawing/2014/main" id="{84950830-45E4-46B4-9E6D-2DE5EBF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32" name="path-711">
            <a:extLst xmlns:a="http://schemas.openxmlformats.org/drawingml/2006/main">
              <a:ext uri="{FF2B5EF4-FFF2-40B4-BE49-F238E27FC236}">
                <a16:creationId xmlns:a16="http://schemas.microsoft.com/office/drawing/2014/main" id="{8F132F0A-4721-466E-9839-DAD582AD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path-712">
            <a:extLst xmlns:a="http://schemas.openxmlformats.org/drawingml/2006/main">
              <a:ext uri="{FF2B5EF4-FFF2-40B4-BE49-F238E27FC236}">
                <a16:creationId xmlns:a16="http://schemas.microsoft.com/office/drawing/2014/main" id="{4F5C3FCB-CDDE-4749-94C3-966E8154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34" name="path-713">
            <a:extLst xmlns:a="http://schemas.openxmlformats.org/drawingml/2006/main">
              <a:ext uri="{FF2B5EF4-FFF2-40B4-BE49-F238E27FC236}">
                <a16:creationId xmlns:a16="http://schemas.microsoft.com/office/drawing/2014/main" id="{62CAEABC-350F-43CB-BA82-557B1CEF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path-714">
            <a:extLst xmlns:a="http://schemas.openxmlformats.org/drawingml/2006/main">
              <a:ext uri="{FF2B5EF4-FFF2-40B4-BE49-F238E27FC236}">
                <a16:creationId xmlns:a16="http://schemas.microsoft.com/office/drawing/2014/main" id="{4432415F-A82F-4A62-987F-ECFC7235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36" name="path-715">
            <a:extLst xmlns:a="http://schemas.openxmlformats.org/drawingml/2006/main">
              <a:ext uri="{FF2B5EF4-FFF2-40B4-BE49-F238E27FC236}">
                <a16:creationId xmlns:a16="http://schemas.microsoft.com/office/drawing/2014/main" id="{95A1CCD2-745E-4FDC-9B06-0656F9F4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716">
            <a:extLst xmlns:a="http://schemas.openxmlformats.org/drawingml/2006/main">
              <a:ext uri="{FF2B5EF4-FFF2-40B4-BE49-F238E27FC236}">
                <a16:creationId xmlns:a16="http://schemas.microsoft.com/office/drawing/2014/main" id="{A3142020-48C6-48D0-91B6-42E7338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38" name="path-717">
            <a:extLst xmlns:a="http://schemas.openxmlformats.org/drawingml/2006/main">
              <a:ext uri="{FF2B5EF4-FFF2-40B4-BE49-F238E27FC236}">
                <a16:creationId xmlns:a16="http://schemas.microsoft.com/office/drawing/2014/main" id="{9EC316CE-DA51-480C-8D17-862A978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18">
            <a:extLst xmlns:a="http://schemas.openxmlformats.org/drawingml/2006/main">
              <a:ext uri="{FF2B5EF4-FFF2-40B4-BE49-F238E27FC236}">
                <a16:creationId xmlns:a16="http://schemas.microsoft.com/office/drawing/2014/main" id="{5CCB5B29-0B58-409F-9ADF-D4BBB84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40" name="path-719">
            <a:extLst xmlns:a="http://schemas.openxmlformats.org/drawingml/2006/main">
              <a:ext uri="{FF2B5EF4-FFF2-40B4-BE49-F238E27FC236}">
                <a16:creationId xmlns:a16="http://schemas.microsoft.com/office/drawing/2014/main" id="{658784F9-C978-4ABC-8C64-7F9A072E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20">
            <a:extLst xmlns:a="http://schemas.openxmlformats.org/drawingml/2006/main">
              <a:ext uri="{FF2B5EF4-FFF2-40B4-BE49-F238E27FC236}">
                <a16:creationId xmlns:a16="http://schemas.microsoft.com/office/drawing/2014/main" id="{E0AEB505-7BE4-4D71-83C0-5B97F396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42" name="path-721">
            <a:extLst xmlns:a="http://schemas.openxmlformats.org/drawingml/2006/main">
              <a:ext uri="{FF2B5EF4-FFF2-40B4-BE49-F238E27FC236}">
                <a16:creationId xmlns:a16="http://schemas.microsoft.com/office/drawing/2014/main" id="{E4A307D9-E2F3-4EEF-8CAB-E044F770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22">
            <a:extLst xmlns:a="http://schemas.openxmlformats.org/drawingml/2006/main">
              <a:ext uri="{FF2B5EF4-FFF2-40B4-BE49-F238E27FC236}">
                <a16:creationId xmlns:a16="http://schemas.microsoft.com/office/drawing/2014/main" id="{AB03030B-6079-42E1-B65B-A80FD424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44" name="path-723">
            <a:extLst xmlns:a="http://schemas.openxmlformats.org/drawingml/2006/main">
              <a:ext uri="{FF2B5EF4-FFF2-40B4-BE49-F238E27FC236}">
                <a16:creationId xmlns:a16="http://schemas.microsoft.com/office/drawing/2014/main" id="{58D9DFFB-E09F-46C0-B56A-2D207AE2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path-724">
            <a:extLst xmlns:a="http://schemas.openxmlformats.org/drawingml/2006/main">
              <a:ext uri="{FF2B5EF4-FFF2-40B4-BE49-F238E27FC236}">
                <a16:creationId xmlns:a16="http://schemas.microsoft.com/office/drawing/2014/main" id="{CDB85C4A-E9D2-495E-9732-DE0D3694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46" name="path-725">
            <a:extLst xmlns:a="http://schemas.openxmlformats.org/drawingml/2006/main">
              <a:ext uri="{FF2B5EF4-FFF2-40B4-BE49-F238E27FC236}">
                <a16:creationId xmlns:a16="http://schemas.microsoft.com/office/drawing/2014/main" id="{BDCDD3B8-DE5B-4E3E-8092-A05EB791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path-726">
            <a:extLst xmlns:a="http://schemas.openxmlformats.org/drawingml/2006/main">
              <a:ext uri="{FF2B5EF4-FFF2-40B4-BE49-F238E27FC236}">
                <a16:creationId xmlns:a16="http://schemas.microsoft.com/office/drawing/2014/main" id="{C420CCA8-28CE-47C2-BA36-45463233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48" name="path-727">
            <a:extLst xmlns:a="http://schemas.openxmlformats.org/drawingml/2006/main">
              <a:ext uri="{FF2B5EF4-FFF2-40B4-BE49-F238E27FC236}">
                <a16:creationId xmlns:a16="http://schemas.microsoft.com/office/drawing/2014/main" id="{239B70AD-25C0-451B-908D-20355887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28">
            <a:extLst xmlns:a="http://schemas.openxmlformats.org/drawingml/2006/main">
              <a:ext uri="{FF2B5EF4-FFF2-40B4-BE49-F238E27FC236}">
                <a16:creationId xmlns:a16="http://schemas.microsoft.com/office/drawing/2014/main" id="{03ADC63A-EF69-4009-850F-1116930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50" name="path-729">
            <a:extLst xmlns:a="http://schemas.openxmlformats.org/drawingml/2006/main">
              <a:ext uri="{FF2B5EF4-FFF2-40B4-BE49-F238E27FC236}">
                <a16:creationId xmlns:a16="http://schemas.microsoft.com/office/drawing/2014/main" id="{ABC8195C-9AE6-45DD-A182-003BD755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730">
            <a:extLst xmlns:a="http://schemas.openxmlformats.org/drawingml/2006/main">
              <a:ext uri="{FF2B5EF4-FFF2-40B4-BE49-F238E27FC236}">
                <a16:creationId xmlns:a16="http://schemas.microsoft.com/office/drawing/2014/main" id="{B7D6B15E-C03E-47CB-A320-F1D8E1BC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52" name="path-731">
            <a:extLst xmlns:a="http://schemas.openxmlformats.org/drawingml/2006/main">
              <a:ext uri="{FF2B5EF4-FFF2-40B4-BE49-F238E27FC236}">
                <a16:creationId xmlns:a16="http://schemas.microsoft.com/office/drawing/2014/main" id="{B2FFBFF8-3597-4E77-AF97-CCC4579D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732">
            <a:extLst xmlns:a="http://schemas.openxmlformats.org/drawingml/2006/main">
              <a:ext uri="{FF2B5EF4-FFF2-40B4-BE49-F238E27FC236}">
                <a16:creationId xmlns:a16="http://schemas.microsoft.com/office/drawing/2014/main" id="{2FCF7403-679B-43D9-A762-4936E18C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54" name="path-733">
            <a:extLst xmlns:a="http://schemas.openxmlformats.org/drawingml/2006/main">
              <a:ext uri="{FF2B5EF4-FFF2-40B4-BE49-F238E27FC236}">
                <a16:creationId xmlns:a16="http://schemas.microsoft.com/office/drawing/2014/main" id="{2ECFFB69-5B94-41F5-8579-2AE9C065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734">
            <a:extLst xmlns:a="http://schemas.openxmlformats.org/drawingml/2006/main">
              <a:ext uri="{FF2B5EF4-FFF2-40B4-BE49-F238E27FC236}">
                <a16:creationId xmlns:a16="http://schemas.microsoft.com/office/drawing/2014/main" id="{6DF7BBFD-3E8A-45A3-B9BC-721B74F3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56" name="path-735">
            <a:extLst xmlns:a="http://schemas.openxmlformats.org/drawingml/2006/main">
              <a:ext uri="{FF2B5EF4-FFF2-40B4-BE49-F238E27FC236}">
                <a16:creationId xmlns:a16="http://schemas.microsoft.com/office/drawing/2014/main" id="{F38602D2-AC98-48D2-8332-FF096045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736">
            <a:extLst xmlns:a="http://schemas.openxmlformats.org/drawingml/2006/main">
              <a:ext uri="{FF2B5EF4-FFF2-40B4-BE49-F238E27FC236}">
                <a16:creationId xmlns:a16="http://schemas.microsoft.com/office/drawing/2014/main" id="{80A930F8-1158-4250-ACF2-A573176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58" name="path-737">
            <a:extLst xmlns:a="http://schemas.openxmlformats.org/drawingml/2006/main">
              <a:ext uri="{FF2B5EF4-FFF2-40B4-BE49-F238E27FC236}">
                <a16:creationId xmlns:a16="http://schemas.microsoft.com/office/drawing/2014/main" id="{10ED9093-2C46-472C-80E6-438CA11E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738">
            <a:extLst xmlns:a="http://schemas.openxmlformats.org/drawingml/2006/main">
              <a:ext uri="{FF2B5EF4-FFF2-40B4-BE49-F238E27FC236}">
                <a16:creationId xmlns:a16="http://schemas.microsoft.com/office/drawing/2014/main" id="{CE6E4483-DAB3-4D24-B592-EC1E2ACA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60" name="path-739">
            <a:extLst xmlns:a="http://schemas.openxmlformats.org/drawingml/2006/main">
              <a:ext uri="{FF2B5EF4-FFF2-40B4-BE49-F238E27FC236}">
                <a16:creationId xmlns:a16="http://schemas.microsoft.com/office/drawing/2014/main" id="{93F5C7AA-CA3A-4F25-AA3D-A544781E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740">
            <a:extLst xmlns:a="http://schemas.openxmlformats.org/drawingml/2006/main">
              <a:ext uri="{FF2B5EF4-FFF2-40B4-BE49-F238E27FC236}">
                <a16:creationId xmlns:a16="http://schemas.microsoft.com/office/drawing/2014/main" id="{488F4BDD-B335-4444-8C7E-FA73C406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62" name="path-741">
            <a:extLst xmlns:a="http://schemas.openxmlformats.org/drawingml/2006/main">
              <a:ext uri="{FF2B5EF4-FFF2-40B4-BE49-F238E27FC236}">
                <a16:creationId xmlns:a16="http://schemas.microsoft.com/office/drawing/2014/main" id="{2F07143A-E04F-4755-A089-045EA7B0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742">
            <a:extLst xmlns:a="http://schemas.openxmlformats.org/drawingml/2006/main">
              <a:ext uri="{FF2B5EF4-FFF2-40B4-BE49-F238E27FC236}">
                <a16:creationId xmlns:a16="http://schemas.microsoft.com/office/drawing/2014/main" id="{1EA2DA0E-75C6-4C24-95F4-36FE666A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64" name="path-743">
            <a:extLst xmlns:a="http://schemas.openxmlformats.org/drawingml/2006/main">
              <a:ext uri="{FF2B5EF4-FFF2-40B4-BE49-F238E27FC236}">
                <a16:creationId xmlns:a16="http://schemas.microsoft.com/office/drawing/2014/main" id="{2E0F9BB7-046F-4FE2-88FE-2F373E31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744">
            <a:extLst xmlns:a="http://schemas.openxmlformats.org/drawingml/2006/main">
              <a:ext uri="{FF2B5EF4-FFF2-40B4-BE49-F238E27FC236}">
                <a16:creationId xmlns:a16="http://schemas.microsoft.com/office/drawing/2014/main" id="{962B9B88-83A5-41DA-9F4A-F428F465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66" name="path-745">
            <a:extLst xmlns:a="http://schemas.openxmlformats.org/drawingml/2006/main">
              <a:ext uri="{FF2B5EF4-FFF2-40B4-BE49-F238E27FC236}">
                <a16:creationId xmlns:a16="http://schemas.microsoft.com/office/drawing/2014/main" id="{80BB9C61-5DA1-4CE5-84BD-1E787E5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746">
            <a:extLst xmlns:a="http://schemas.openxmlformats.org/drawingml/2006/main">
              <a:ext uri="{FF2B5EF4-FFF2-40B4-BE49-F238E27FC236}">
                <a16:creationId xmlns:a16="http://schemas.microsoft.com/office/drawing/2014/main" id="{9BA18A21-F132-4DDF-9F0A-2D63D5A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68" name="path-747">
            <a:extLst xmlns:a="http://schemas.openxmlformats.org/drawingml/2006/main">
              <a:ext uri="{FF2B5EF4-FFF2-40B4-BE49-F238E27FC236}">
                <a16:creationId xmlns:a16="http://schemas.microsoft.com/office/drawing/2014/main" id="{9A86752F-D163-470A-ABE5-16D87FC1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748">
            <a:extLst xmlns:a="http://schemas.openxmlformats.org/drawingml/2006/main">
              <a:ext uri="{FF2B5EF4-FFF2-40B4-BE49-F238E27FC236}">
                <a16:creationId xmlns:a16="http://schemas.microsoft.com/office/drawing/2014/main" id="{BE44CEAE-9BF9-4977-85AB-F9AA023D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70" name="path-749">
            <a:extLst xmlns:a="http://schemas.openxmlformats.org/drawingml/2006/main">
              <a:ext uri="{FF2B5EF4-FFF2-40B4-BE49-F238E27FC236}">
                <a16:creationId xmlns:a16="http://schemas.microsoft.com/office/drawing/2014/main" id="{D1A5B8B0-406F-4B85-98D8-CA3C4A77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750">
            <a:extLst xmlns:a="http://schemas.openxmlformats.org/drawingml/2006/main">
              <a:ext uri="{FF2B5EF4-FFF2-40B4-BE49-F238E27FC236}">
                <a16:creationId xmlns:a16="http://schemas.microsoft.com/office/drawing/2014/main" id="{FA1CD3BB-6C1D-48B3-9DFA-7A98A3B2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72" name="path-751">
            <a:extLst xmlns:a="http://schemas.openxmlformats.org/drawingml/2006/main">
              <a:ext uri="{FF2B5EF4-FFF2-40B4-BE49-F238E27FC236}">
                <a16:creationId xmlns:a16="http://schemas.microsoft.com/office/drawing/2014/main" id="{6345BD96-117A-41C2-91C7-9BB4643D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52">
            <a:extLst xmlns:a="http://schemas.openxmlformats.org/drawingml/2006/main">
              <a:ext uri="{FF2B5EF4-FFF2-40B4-BE49-F238E27FC236}">
                <a16:creationId xmlns:a16="http://schemas.microsoft.com/office/drawing/2014/main" id="{00FFF754-BC5B-4B64-A8A8-9E012F8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74" name="path-753">
            <a:extLst xmlns:a="http://schemas.openxmlformats.org/drawingml/2006/main">
              <a:ext uri="{FF2B5EF4-FFF2-40B4-BE49-F238E27FC236}">
                <a16:creationId xmlns:a16="http://schemas.microsoft.com/office/drawing/2014/main" id="{6893B594-6F33-4BDD-8536-D22B6952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754">
            <a:extLst xmlns:a="http://schemas.openxmlformats.org/drawingml/2006/main">
              <a:ext uri="{FF2B5EF4-FFF2-40B4-BE49-F238E27FC236}">
                <a16:creationId xmlns:a16="http://schemas.microsoft.com/office/drawing/2014/main" id="{9389E475-7DB5-47F4-975E-0E8F357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76" name="path-755">
            <a:extLst xmlns:a="http://schemas.openxmlformats.org/drawingml/2006/main">
              <a:ext uri="{FF2B5EF4-FFF2-40B4-BE49-F238E27FC236}">
                <a16:creationId xmlns:a16="http://schemas.microsoft.com/office/drawing/2014/main" id="{3DDAB690-5627-4288-B138-1CBEDEA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756">
            <a:extLst xmlns:a="http://schemas.openxmlformats.org/drawingml/2006/main">
              <a:ext uri="{FF2B5EF4-FFF2-40B4-BE49-F238E27FC236}">
                <a16:creationId xmlns:a16="http://schemas.microsoft.com/office/drawing/2014/main" id="{2E3B84D3-1933-4797-9702-D0F0E0D6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78" name="path-757">
            <a:extLst xmlns:a="http://schemas.openxmlformats.org/drawingml/2006/main">
              <a:ext uri="{FF2B5EF4-FFF2-40B4-BE49-F238E27FC236}">
                <a16:creationId xmlns:a16="http://schemas.microsoft.com/office/drawing/2014/main" id="{4E4EA38F-5D62-4869-8F10-37EF8844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758">
            <a:extLst xmlns:a="http://schemas.openxmlformats.org/drawingml/2006/main">
              <a:ext uri="{FF2B5EF4-FFF2-40B4-BE49-F238E27FC236}">
                <a16:creationId xmlns:a16="http://schemas.microsoft.com/office/drawing/2014/main" id="{39848418-0ECB-439E-B6C8-C4B06AE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80" name="path-759">
            <a:extLst xmlns:a="http://schemas.openxmlformats.org/drawingml/2006/main">
              <a:ext uri="{FF2B5EF4-FFF2-40B4-BE49-F238E27FC236}">
                <a16:creationId xmlns:a16="http://schemas.microsoft.com/office/drawing/2014/main" id="{185A23D0-F59E-4DF4-A287-B09FCDB7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760">
            <a:extLst xmlns:a="http://schemas.openxmlformats.org/drawingml/2006/main">
              <a:ext uri="{FF2B5EF4-FFF2-40B4-BE49-F238E27FC236}">
                <a16:creationId xmlns:a16="http://schemas.microsoft.com/office/drawing/2014/main" id="{4F1D5B3A-8E9D-436D-9D7A-F4F5A2F1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82" name="path-761">
            <a:extLst xmlns:a="http://schemas.openxmlformats.org/drawingml/2006/main">
              <a:ext uri="{FF2B5EF4-FFF2-40B4-BE49-F238E27FC236}">
                <a16:creationId xmlns:a16="http://schemas.microsoft.com/office/drawing/2014/main" id="{D6D87C8D-6265-43E8-8446-12CD3FC5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762">
            <a:extLst xmlns:a="http://schemas.openxmlformats.org/drawingml/2006/main">
              <a:ext uri="{FF2B5EF4-FFF2-40B4-BE49-F238E27FC236}">
                <a16:creationId xmlns:a16="http://schemas.microsoft.com/office/drawing/2014/main" id="{C6164966-2F60-4008-8487-F076A57D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84" name="path-763">
            <a:extLst xmlns:a="http://schemas.openxmlformats.org/drawingml/2006/main">
              <a:ext uri="{FF2B5EF4-FFF2-40B4-BE49-F238E27FC236}">
                <a16:creationId xmlns:a16="http://schemas.microsoft.com/office/drawing/2014/main" id="{C874A8DB-6F9E-4F6F-BC9E-6BEC0C73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64">
            <a:extLst xmlns:a="http://schemas.openxmlformats.org/drawingml/2006/main">
              <a:ext uri="{FF2B5EF4-FFF2-40B4-BE49-F238E27FC236}">
                <a16:creationId xmlns:a16="http://schemas.microsoft.com/office/drawing/2014/main" id="{2889F36C-8357-4453-A54A-3A4AC8D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86" name="path-765">
            <a:extLst xmlns:a="http://schemas.openxmlformats.org/drawingml/2006/main">
              <a:ext uri="{FF2B5EF4-FFF2-40B4-BE49-F238E27FC236}">
                <a16:creationId xmlns:a16="http://schemas.microsoft.com/office/drawing/2014/main" id="{DAEF7D1F-0CAC-4612-A498-895F2E45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667940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66">
            <a:extLst xmlns:a="http://schemas.openxmlformats.org/drawingml/2006/main">
              <a:ext uri="{FF2B5EF4-FFF2-40B4-BE49-F238E27FC236}">
                <a16:creationId xmlns:a16="http://schemas.microsoft.com/office/drawing/2014/main" id="{85FA0BFA-7EC9-4DB7-A97B-F22B8041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667973"/>
            <a:ext cx="137353" cy="137282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88" name="path-767">
            <a:extLst xmlns:a="http://schemas.openxmlformats.org/drawingml/2006/main">
              <a:ext uri="{FF2B5EF4-FFF2-40B4-BE49-F238E27FC236}">
                <a16:creationId xmlns:a16="http://schemas.microsoft.com/office/drawing/2014/main" id="{F6569FEC-F9C1-40BA-AE79-C9B95CF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805293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68">
            <a:extLst xmlns:a="http://schemas.openxmlformats.org/drawingml/2006/main">
              <a:ext uri="{FF2B5EF4-FFF2-40B4-BE49-F238E27FC236}">
                <a16:creationId xmlns:a16="http://schemas.microsoft.com/office/drawing/2014/main" id="{B81BC32D-FDFD-4CB6-94B9-F85F3B55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805255"/>
            <a:ext cx="137353" cy="137385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90" name="path-769">
            <a:extLst xmlns:a="http://schemas.openxmlformats.org/drawingml/2006/main">
              <a:ext uri="{FF2B5EF4-FFF2-40B4-BE49-F238E27FC236}">
                <a16:creationId xmlns:a16="http://schemas.microsoft.com/office/drawing/2014/main" id="{5911A59E-8DC5-47DE-BD8A-F9447484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94264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770">
            <a:extLst xmlns:a="http://schemas.openxmlformats.org/drawingml/2006/main">
              <a:ext uri="{FF2B5EF4-FFF2-40B4-BE49-F238E27FC236}">
                <a16:creationId xmlns:a16="http://schemas.microsoft.com/office/drawing/2014/main" id="{1B56437B-A757-4876-9EE3-D3F5D925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942640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92" name="path-771">
            <a:extLst xmlns:a="http://schemas.openxmlformats.org/drawingml/2006/main">
              <a:ext uri="{FF2B5EF4-FFF2-40B4-BE49-F238E27FC236}">
                <a16:creationId xmlns:a16="http://schemas.microsoft.com/office/drawing/2014/main" id="{5AFF6522-3ECE-475C-86B5-D2A150E5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08001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772">
            <a:extLst xmlns:a="http://schemas.openxmlformats.org/drawingml/2006/main">
              <a:ext uri="{FF2B5EF4-FFF2-40B4-BE49-F238E27FC236}">
                <a16:creationId xmlns:a16="http://schemas.microsoft.com/office/drawing/2014/main" id="{0310AB49-1299-46A5-933F-ADBC5AD7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080023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94" name="path-773">
            <a:extLst xmlns:a="http://schemas.openxmlformats.org/drawingml/2006/main">
              <a:ext uri="{FF2B5EF4-FFF2-40B4-BE49-F238E27FC236}">
                <a16:creationId xmlns:a16="http://schemas.microsoft.com/office/drawing/2014/main" id="{A307D528-3411-4FDB-9606-4C70B97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774">
            <a:extLst xmlns:a="http://schemas.openxmlformats.org/drawingml/2006/main">
              <a:ext uri="{FF2B5EF4-FFF2-40B4-BE49-F238E27FC236}">
                <a16:creationId xmlns:a16="http://schemas.microsoft.com/office/drawing/2014/main" id="{B8C0BD3C-41D3-46A4-A8DF-7690C266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96" name="path-775">
            <a:extLst xmlns:a="http://schemas.openxmlformats.org/drawingml/2006/main">
              <a:ext uri="{FF2B5EF4-FFF2-40B4-BE49-F238E27FC236}">
                <a16:creationId xmlns:a16="http://schemas.microsoft.com/office/drawing/2014/main" id="{A287E7DF-5D82-43FA-96E4-76D526AE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776">
            <a:extLst xmlns:a="http://schemas.openxmlformats.org/drawingml/2006/main">
              <a:ext uri="{FF2B5EF4-FFF2-40B4-BE49-F238E27FC236}">
                <a16:creationId xmlns:a16="http://schemas.microsoft.com/office/drawing/2014/main" id="{9A8E916E-7110-43D7-8412-9501B35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798" name="path-777">
            <a:extLst xmlns:a="http://schemas.openxmlformats.org/drawingml/2006/main">
              <a:ext uri="{FF2B5EF4-FFF2-40B4-BE49-F238E27FC236}">
                <a16:creationId xmlns:a16="http://schemas.microsoft.com/office/drawing/2014/main" id="{5B3F436E-5528-408A-BDA8-2B5A91D5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path-778">
            <a:extLst xmlns:a="http://schemas.openxmlformats.org/drawingml/2006/main">
              <a:ext uri="{FF2B5EF4-FFF2-40B4-BE49-F238E27FC236}">
                <a16:creationId xmlns:a16="http://schemas.microsoft.com/office/drawing/2014/main" id="{B0A1940D-A739-487A-B100-320A5BE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00" name="path-779">
            <a:extLst xmlns:a="http://schemas.openxmlformats.org/drawingml/2006/main">
              <a:ext uri="{FF2B5EF4-FFF2-40B4-BE49-F238E27FC236}">
                <a16:creationId xmlns:a16="http://schemas.microsoft.com/office/drawing/2014/main" id="{5134B732-210B-460A-B8A4-FEEA9F4B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780">
            <a:extLst xmlns:a="http://schemas.openxmlformats.org/drawingml/2006/main">
              <a:ext uri="{FF2B5EF4-FFF2-40B4-BE49-F238E27FC236}">
                <a16:creationId xmlns:a16="http://schemas.microsoft.com/office/drawing/2014/main" id="{83197597-94E2-446D-B0AE-BD76A12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02" name="path-781">
            <a:extLst xmlns:a="http://schemas.openxmlformats.org/drawingml/2006/main">
              <a:ext uri="{FF2B5EF4-FFF2-40B4-BE49-F238E27FC236}">
                <a16:creationId xmlns:a16="http://schemas.microsoft.com/office/drawing/2014/main" id="{04513422-1137-4318-B5B0-6B008F92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217364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782">
            <a:extLst xmlns:a="http://schemas.openxmlformats.org/drawingml/2006/main">
              <a:ext uri="{FF2B5EF4-FFF2-40B4-BE49-F238E27FC236}">
                <a16:creationId xmlns:a16="http://schemas.microsoft.com/office/drawing/2014/main" id="{148033A1-ADA9-4612-9E66-D5E163EE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217407"/>
            <a:ext cx="137353" cy="137284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04" name="path-783">
            <a:extLst xmlns:a="http://schemas.openxmlformats.org/drawingml/2006/main">
              <a:ext uri="{FF2B5EF4-FFF2-40B4-BE49-F238E27FC236}">
                <a16:creationId xmlns:a16="http://schemas.microsoft.com/office/drawing/2014/main" id="{DD8D21AF-29E8-40DE-BF10-20198DD2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path-784">
            <a:extLst xmlns:a="http://schemas.openxmlformats.org/drawingml/2006/main">
              <a:ext uri="{FF2B5EF4-FFF2-40B4-BE49-F238E27FC236}">
                <a16:creationId xmlns:a16="http://schemas.microsoft.com/office/drawing/2014/main" id="{415308F0-D478-46C7-B4EC-4B0F3451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06" name="path-785">
            <a:extLst xmlns:a="http://schemas.openxmlformats.org/drawingml/2006/main">
              <a:ext uri="{FF2B5EF4-FFF2-40B4-BE49-F238E27FC236}">
                <a16:creationId xmlns:a16="http://schemas.microsoft.com/office/drawing/2014/main" id="{82B933FA-DBEF-4025-B63D-B7D12164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786">
            <a:extLst xmlns:a="http://schemas.openxmlformats.org/drawingml/2006/main">
              <a:ext uri="{FF2B5EF4-FFF2-40B4-BE49-F238E27FC236}">
                <a16:creationId xmlns:a16="http://schemas.microsoft.com/office/drawing/2014/main" id="{24BE447A-07B5-4171-9137-B69FB6B8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08" name="path-787">
            <a:extLst xmlns:a="http://schemas.openxmlformats.org/drawingml/2006/main">
              <a:ext uri="{FF2B5EF4-FFF2-40B4-BE49-F238E27FC236}">
                <a16:creationId xmlns:a16="http://schemas.microsoft.com/office/drawing/2014/main" id="{C55191F1-E3FA-4C90-B506-138FA23D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788">
            <a:extLst xmlns:a="http://schemas.openxmlformats.org/drawingml/2006/main">
              <a:ext uri="{FF2B5EF4-FFF2-40B4-BE49-F238E27FC236}">
                <a16:creationId xmlns:a16="http://schemas.microsoft.com/office/drawing/2014/main" id="{681361BD-D07D-471B-AFD6-8F7B4E46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10" name="path-789">
            <a:extLst xmlns:a="http://schemas.openxmlformats.org/drawingml/2006/main">
              <a:ext uri="{FF2B5EF4-FFF2-40B4-BE49-F238E27FC236}">
                <a16:creationId xmlns:a16="http://schemas.microsoft.com/office/drawing/2014/main" id="{7241B54F-7208-4403-8734-2958BAF3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790">
            <a:extLst xmlns:a="http://schemas.openxmlformats.org/drawingml/2006/main">
              <a:ext uri="{FF2B5EF4-FFF2-40B4-BE49-F238E27FC236}">
                <a16:creationId xmlns:a16="http://schemas.microsoft.com/office/drawing/2014/main" id="{E7B35318-F50B-41A1-89DC-05D349EB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12" name="path-791">
            <a:extLst xmlns:a="http://schemas.openxmlformats.org/drawingml/2006/main">
              <a:ext uri="{FF2B5EF4-FFF2-40B4-BE49-F238E27FC236}">
                <a16:creationId xmlns:a16="http://schemas.microsoft.com/office/drawing/2014/main" id="{98D7C7F9-DA92-4FF5-8142-EC27545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792">
            <a:extLst xmlns:a="http://schemas.openxmlformats.org/drawingml/2006/main">
              <a:ext uri="{FF2B5EF4-FFF2-40B4-BE49-F238E27FC236}">
                <a16:creationId xmlns:a16="http://schemas.microsoft.com/office/drawing/2014/main" id="{24C56A52-B3AD-4DFC-A840-E3076600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281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14" name="path-793">
            <a:extLst xmlns:a="http://schemas.openxmlformats.org/drawingml/2006/main">
              <a:ext uri="{FF2B5EF4-FFF2-40B4-BE49-F238E27FC236}">
                <a16:creationId xmlns:a16="http://schemas.microsoft.com/office/drawing/2014/main" id="{63FE6068-66D9-47CA-A49C-971B0AB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path-794">
            <a:extLst xmlns:a="http://schemas.openxmlformats.org/drawingml/2006/main">
              <a:ext uri="{FF2B5EF4-FFF2-40B4-BE49-F238E27FC236}">
                <a16:creationId xmlns:a16="http://schemas.microsoft.com/office/drawing/2014/main" id="{64F2A74D-3CCD-4BB0-83CA-1BD2AEE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635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16" name="path-795">
            <a:extLst xmlns:a="http://schemas.openxmlformats.org/drawingml/2006/main">
              <a:ext uri="{FF2B5EF4-FFF2-40B4-BE49-F238E27FC236}">
                <a16:creationId xmlns:a16="http://schemas.microsoft.com/office/drawing/2014/main" id="{07F2490A-7CBE-42EE-B031-C597377A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path-796">
            <a:extLst xmlns:a="http://schemas.openxmlformats.org/drawingml/2006/main">
              <a:ext uri="{FF2B5EF4-FFF2-40B4-BE49-F238E27FC236}">
                <a16:creationId xmlns:a16="http://schemas.microsoft.com/office/drawing/2014/main" id="{6B805ECD-30EE-4C28-990D-F5A1E789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18" name="path-797">
            <a:extLst xmlns:a="http://schemas.openxmlformats.org/drawingml/2006/main">
              <a:ext uri="{FF2B5EF4-FFF2-40B4-BE49-F238E27FC236}">
                <a16:creationId xmlns:a16="http://schemas.microsoft.com/office/drawing/2014/main" id="{8AD2C34B-034A-40FD-8000-E56DC862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path-798">
            <a:extLst xmlns:a="http://schemas.openxmlformats.org/drawingml/2006/main">
              <a:ext uri="{FF2B5EF4-FFF2-40B4-BE49-F238E27FC236}">
                <a16:creationId xmlns:a16="http://schemas.microsoft.com/office/drawing/2014/main" id="{EDB994F8-45B9-40A4-9E4B-5AB84DB0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988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20" name="path-799">
            <a:extLst xmlns:a="http://schemas.openxmlformats.org/drawingml/2006/main">
              <a:ext uri="{FF2B5EF4-FFF2-40B4-BE49-F238E27FC236}">
                <a16:creationId xmlns:a16="http://schemas.microsoft.com/office/drawing/2014/main" id="{C433C3CA-32DD-4D75-B40B-B6522E30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path-800">
            <a:extLst xmlns:a="http://schemas.openxmlformats.org/drawingml/2006/main">
              <a:ext uri="{FF2B5EF4-FFF2-40B4-BE49-F238E27FC236}">
                <a16:creationId xmlns:a16="http://schemas.microsoft.com/office/drawing/2014/main" id="{CB73C067-082C-49E1-9196-9BA2EA11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22" name="path-801">
            <a:extLst xmlns:a="http://schemas.openxmlformats.org/drawingml/2006/main">
              <a:ext uri="{FF2B5EF4-FFF2-40B4-BE49-F238E27FC236}">
                <a16:creationId xmlns:a16="http://schemas.microsoft.com/office/drawing/2014/main" id="{1DA4437A-55D7-47E2-9C2A-C702E069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3" name="path-802">
            <a:extLst xmlns:a="http://schemas.openxmlformats.org/drawingml/2006/main">
              <a:ext uri="{FF2B5EF4-FFF2-40B4-BE49-F238E27FC236}">
                <a16:creationId xmlns:a16="http://schemas.microsoft.com/office/drawing/2014/main" id="{EF933DEE-3159-49F7-BFA4-CF0E8E7B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42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24" name="path-803">
            <a:extLst xmlns:a="http://schemas.openxmlformats.org/drawingml/2006/main">
              <a:ext uri="{FF2B5EF4-FFF2-40B4-BE49-F238E27FC236}">
                <a16:creationId xmlns:a16="http://schemas.microsoft.com/office/drawing/2014/main" id="{94791880-1D03-4541-BB6C-BB1689CF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5" name="path-804">
            <a:extLst xmlns:a="http://schemas.openxmlformats.org/drawingml/2006/main">
              <a:ext uri="{FF2B5EF4-FFF2-40B4-BE49-F238E27FC236}">
                <a16:creationId xmlns:a16="http://schemas.microsoft.com/office/drawing/2014/main" id="{6774A40F-5AAA-4F8F-875F-3BB200EE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26" name="path-805">
            <a:extLst xmlns:a="http://schemas.openxmlformats.org/drawingml/2006/main">
              <a:ext uri="{FF2B5EF4-FFF2-40B4-BE49-F238E27FC236}">
                <a16:creationId xmlns:a16="http://schemas.microsoft.com/office/drawing/2014/main" id="{9150B38F-B391-4306-A6B3-20B75682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path-806">
            <a:extLst xmlns:a="http://schemas.openxmlformats.org/drawingml/2006/main">
              <a:ext uri="{FF2B5EF4-FFF2-40B4-BE49-F238E27FC236}">
                <a16:creationId xmlns:a16="http://schemas.microsoft.com/office/drawing/2014/main" id="{16FF25B5-3711-4C15-9190-11C4387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28" name="path-807">
            <a:extLst xmlns:a="http://schemas.openxmlformats.org/drawingml/2006/main">
              <a:ext uri="{FF2B5EF4-FFF2-40B4-BE49-F238E27FC236}">
                <a16:creationId xmlns:a16="http://schemas.microsoft.com/office/drawing/2014/main" id="{064270EA-C4E9-46BA-B244-80DE27C5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path-808">
            <a:extLst xmlns:a="http://schemas.openxmlformats.org/drawingml/2006/main">
              <a:ext uri="{FF2B5EF4-FFF2-40B4-BE49-F238E27FC236}">
                <a16:creationId xmlns:a16="http://schemas.microsoft.com/office/drawing/2014/main" id="{A4546586-C812-4E30-9563-A19CF425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30" name="path-809">
            <a:extLst xmlns:a="http://schemas.openxmlformats.org/drawingml/2006/main">
              <a:ext uri="{FF2B5EF4-FFF2-40B4-BE49-F238E27FC236}">
                <a16:creationId xmlns:a16="http://schemas.microsoft.com/office/drawing/2014/main" id="{9532746E-C3BC-49C6-BE18-46F85E4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path-810">
            <a:extLst xmlns:a="http://schemas.openxmlformats.org/drawingml/2006/main">
              <a:ext uri="{FF2B5EF4-FFF2-40B4-BE49-F238E27FC236}">
                <a16:creationId xmlns:a16="http://schemas.microsoft.com/office/drawing/2014/main" id="{F38A2D81-B50B-48BD-B5D3-F8D734B3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705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32" name="path-811">
            <a:extLst xmlns:a="http://schemas.openxmlformats.org/drawingml/2006/main">
              <a:ext uri="{FF2B5EF4-FFF2-40B4-BE49-F238E27FC236}">
                <a16:creationId xmlns:a16="http://schemas.microsoft.com/office/drawing/2014/main" id="{94A3E17C-B083-4E34-9C90-E7924D2B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812">
            <a:extLst xmlns:a="http://schemas.openxmlformats.org/drawingml/2006/main">
              <a:ext uri="{FF2B5EF4-FFF2-40B4-BE49-F238E27FC236}">
                <a16:creationId xmlns:a16="http://schemas.microsoft.com/office/drawing/2014/main" id="{BF6205E0-721B-48BF-B8B6-82C62ED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058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34" name="path-813">
            <a:extLst xmlns:a="http://schemas.openxmlformats.org/drawingml/2006/main">
              <a:ext uri="{FF2B5EF4-FFF2-40B4-BE49-F238E27FC236}">
                <a16:creationId xmlns:a16="http://schemas.microsoft.com/office/drawing/2014/main" id="{6EA9A11F-D302-456A-B771-B83171C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path-814">
            <a:extLst xmlns:a="http://schemas.openxmlformats.org/drawingml/2006/main">
              <a:ext uri="{FF2B5EF4-FFF2-40B4-BE49-F238E27FC236}">
                <a16:creationId xmlns:a16="http://schemas.microsoft.com/office/drawing/2014/main" id="{B14B1973-A94E-4D23-ACE9-E41F081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412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36" name="path-815">
            <a:extLst xmlns:a="http://schemas.openxmlformats.org/drawingml/2006/main">
              <a:ext uri="{FF2B5EF4-FFF2-40B4-BE49-F238E27FC236}">
                <a16:creationId xmlns:a16="http://schemas.microsoft.com/office/drawing/2014/main" id="{D25A4B91-5AA3-4A0B-95C9-53E9F96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path-816">
            <a:extLst xmlns:a="http://schemas.openxmlformats.org/drawingml/2006/main">
              <a:ext uri="{FF2B5EF4-FFF2-40B4-BE49-F238E27FC236}">
                <a16:creationId xmlns:a16="http://schemas.microsoft.com/office/drawing/2014/main" id="{071A4714-4261-4A5A-B9B2-00FB0146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38" name="path-817">
            <a:extLst xmlns:a="http://schemas.openxmlformats.org/drawingml/2006/main">
              <a:ext uri="{FF2B5EF4-FFF2-40B4-BE49-F238E27FC236}">
                <a16:creationId xmlns:a16="http://schemas.microsoft.com/office/drawing/2014/main" id="{757A4E3F-5832-483F-98C8-C3C410C9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818">
            <a:extLst xmlns:a="http://schemas.openxmlformats.org/drawingml/2006/main">
              <a:ext uri="{FF2B5EF4-FFF2-40B4-BE49-F238E27FC236}">
                <a16:creationId xmlns:a16="http://schemas.microsoft.com/office/drawing/2014/main" id="{AB44598A-391F-473E-A0F3-BCFDF5D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65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40" name="path-819">
            <a:extLst xmlns:a="http://schemas.openxmlformats.org/drawingml/2006/main">
              <a:ext uri="{FF2B5EF4-FFF2-40B4-BE49-F238E27FC236}">
                <a16:creationId xmlns:a16="http://schemas.microsoft.com/office/drawing/2014/main" id="{047AEB30-FB82-4AFB-B58F-78F6B5B6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354717"/>
            <a:ext cx="137354" cy="137355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path-820">
            <a:extLst xmlns:a="http://schemas.openxmlformats.org/drawingml/2006/main">
              <a:ext uri="{FF2B5EF4-FFF2-40B4-BE49-F238E27FC236}">
                <a16:creationId xmlns:a16="http://schemas.microsoft.com/office/drawing/2014/main" id="{154FE3F0-8BF3-41BC-9AB1-5736941D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354691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42" name="path-821">
            <a:extLst xmlns:a="http://schemas.openxmlformats.org/drawingml/2006/main">
              <a:ext uri="{FF2B5EF4-FFF2-40B4-BE49-F238E27FC236}">
                <a16:creationId xmlns:a16="http://schemas.microsoft.com/office/drawing/2014/main" id="{6961984E-DEFD-424D-9D08-4B572B54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492071"/>
            <a:ext cx="137354" cy="137354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path-822">
            <a:extLst xmlns:a="http://schemas.openxmlformats.org/drawingml/2006/main">
              <a:ext uri="{FF2B5EF4-FFF2-40B4-BE49-F238E27FC236}">
                <a16:creationId xmlns:a16="http://schemas.microsoft.com/office/drawing/2014/main" id="{7A110D1C-591B-47C9-A5FE-8D184332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119" y="1492074"/>
            <a:ext cx="137353" cy="137383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44">
            <a:solidFill>
              <a:srgbClr val="000000"/>
            </a:solidFill>
            <a:prstDash val="solid"/>
          </a:ln>
        </p:spPr>
      </p:sp>
      <p:sp>
        <p:nvSpPr>
          <p:cNvPr id="844" name="path-823">
            <a:extLst xmlns:a="http://schemas.openxmlformats.org/drawingml/2006/main">
              <a:ext uri="{FF2B5EF4-FFF2-40B4-BE49-F238E27FC236}">
                <a16:creationId xmlns:a16="http://schemas.microsoft.com/office/drawing/2014/main" id="{E473F97B-D04B-4480-A223-59D2C370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667973"/>
            <a:ext cx="191" cy="961452"/>
          </a:xfrm>
          <a:custGeom xmlns:a="http://schemas.openxmlformats.org/drawingml/2006/main">
            <a:pathLst>
              <a:path w="191" h="880441">
                <a:moveTo>
                  <a:pt x="0" y="0"/>
                </a:moveTo>
                <a:lnTo>
                  <a:pt x="0" y="880441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845" name="path-824">
            <a:extLst xmlns:a="http://schemas.openxmlformats.org/drawingml/2006/main">
              <a:ext uri="{FF2B5EF4-FFF2-40B4-BE49-F238E27FC236}">
                <a16:creationId xmlns:a16="http://schemas.microsoft.com/office/drawing/2014/main" id="{61D68103-D304-44D5-B66E-A37DB98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928" y="1629425"/>
            <a:ext cx="1373545" cy="191"/>
          </a:xfrm>
          <a:custGeom xmlns:a="http://schemas.openxmlformats.org/drawingml/2006/main">
            <a:pathLst>
              <a:path w="1257811" h="191">
                <a:moveTo>
                  <a:pt x="0" y="0"/>
                </a:moveTo>
                <a:lnTo>
                  <a:pt x="0" y="30"/>
                </a:lnTo>
                <a:lnTo>
                  <a:pt x="1257811" y="30"/>
                </a:lnTo>
                <a:lnTo>
                  <a:pt x="1257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846" name="text-825 Extracting">
            <a:extLst xmlns:a="http://schemas.openxmlformats.org/drawingml/2006/main">
              <a:ext uri="{FF2B5EF4-FFF2-40B4-BE49-F238E27FC236}">
                <a16:creationId xmlns:a16="http://schemas.microsoft.com/office/drawing/2014/main" id="{8296ED72-947F-4914-94B5-3EB5883F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9419" y="1723271"/>
            <a:ext cx="906606" cy="25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Extracting</a:t>
            </a:r>
          </a:p>
        </p:txBody>
      </p:sp>
      <p:sp>
        <p:nvSpPr>
          <p:cNvPr id="847" name="text-825 Features">
            <a:extLst xmlns:a="http://schemas.openxmlformats.org/drawingml/2006/main">
              <a:ext uri="{FF2B5EF4-FFF2-40B4-BE49-F238E27FC236}">
                <a16:creationId xmlns:a16="http://schemas.microsoft.com/office/drawing/2014/main" id="{77599C36-385C-4744-9AF6-E667FD2E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3493" y="1723256"/>
            <a:ext cx="777565" cy="250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848" name="text-826 from">
            <a:extLst xmlns:a="http://schemas.openxmlformats.org/drawingml/2006/main">
              <a:ext uri="{FF2B5EF4-FFF2-40B4-BE49-F238E27FC236}">
                <a16:creationId xmlns:a16="http://schemas.microsoft.com/office/drawing/2014/main" id="{74EEA0EA-7194-46B6-ADD3-3F172FF4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2171" y="1927700"/>
            <a:ext cx="429534" cy="25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849" name="text-826 All">
            <a:extLst xmlns:a="http://schemas.openxmlformats.org/drawingml/2006/main">
              <a:ext uri="{FF2B5EF4-FFF2-40B4-BE49-F238E27FC236}">
                <a16:creationId xmlns:a16="http://schemas.microsoft.com/office/drawing/2014/main" id="{AB4507AB-87C2-4485-A61C-C386777E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2554" y="1927706"/>
            <a:ext cx="260681" cy="250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</a:t>
            </a:r>
          </a:p>
        </p:txBody>
      </p:sp>
      <p:sp>
        <p:nvSpPr>
          <p:cNvPr id="850" name="text-826 Regions">
            <a:extLst xmlns:a="http://schemas.openxmlformats.org/drawingml/2006/main">
              <a:ext uri="{FF2B5EF4-FFF2-40B4-BE49-F238E27FC236}">
                <a16:creationId xmlns:a16="http://schemas.microsoft.com/office/drawing/2014/main" id="{8B7686FB-070C-4EFD-B057-BA417A4F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0706" y="1927711"/>
            <a:ext cx="737544" cy="250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pic>
        <p:nvPic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DC9AE634-DCF2-44D9-99D8-331734A34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bd186bd0b4129"/>
          <a:stretch xmlns:a="http://schemas.openxmlformats.org/drawingml/2006/main"/>
        </p:blipFill>
        <p:spPr>
          <a:xfrm xmlns:a="http://schemas.openxmlformats.org/drawingml/2006/main">
            <a:off x="2812088" y="154479"/>
            <a:ext cx="1331381" cy="1705832"/>
          </a:xfrm>
          <a:prstGeom xmlns:a="http://schemas.openxmlformats.org/drawingml/2006/main" prst="rect">
            <a:avLst/>
          </a:prstGeom>
        </p:spPr>
      </p:pic>
      <p:sp>
        <p:nvSpPr>
          <p:cNvPr id="852" name="text-828 Current">
            <a:extLst xmlns:a="http://schemas.openxmlformats.org/drawingml/2006/main">
              <a:ext uri="{FF2B5EF4-FFF2-40B4-BE49-F238E27FC236}">
                <a16:creationId xmlns:a16="http://schemas.microsoft.com/office/drawing/2014/main" id="{3D6430A8-81E2-439C-9C22-648FCD2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7721" y="1882630"/>
            <a:ext cx="602629" cy="2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853" name="text-828 Computer">
            <a:extLst xmlns:a="http://schemas.openxmlformats.org/drawingml/2006/main">
              <a:ext uri="{FF2B5EF4-FFF2-40B4-BE49-F238E27FC236}">
                <a16:creationId xmlns:a16="http://schemas.microsoft.com/office/drawing/2014/main" id="{5F1C2094-8673-4BA6-9B86-2398852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5869" y="1882632"/>
            <a:ext cx="779171" cy="2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</a:p>
        </p:txBody>
      </p:sp>
      <p:sp>
        <p:nvSpPr>
          <p:cNvPr id="854" name="text-829 Vision">
            <a:extLst xmlns:a="http://schemas.openxmlformats.org/drawingml/2006/main">
              <a:ext uri="{FF2B5EF4-FFF2-40B4-BE49-F238E27FC236}">
                <a16:creationId xmlns:a16="http://schemas.microsoft.com/office/drawing/2014/main" id="{C97F92BE-0D8E-4969-897A-DA0F5F48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0821" y="2056660"/>
            <a:ext cx="502647" cy="222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855" name="text-829 Paradigm">
            <a:extLst xmlns:a="http://schemas.openxmlformats.org/drawingml/2006/main">
              <a:ext uri="{FF2B5EF4-FFF2-40B4-BE49-F238E27FC236}">
                <a16:creationId xmlns:a16="http://schemas.microsoft.com/office/drawing/2014/main" id="{18AB7354-6405-4C3F-860D-9D9FE0A3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8980" y="2056672"/>
            <a:ext cx="752946" cy="222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Paradigm</a:t>
            </a:r>
          </a:p>
        </p:txBody>
      </p:sp>
      <p:sp>
        <p:nvSpPr>
          <p:cNvPr id="856" name="text-830 a">
            <a:extLst xmlns:a="http://schemas.openxmlformats.org/drawingml/2006/main">
              <a:ext uri="{FF2B5EF4-FFF2-40B4-BE49-F238E27FC236}">
                <a16:creationId xmlns:a16="http://schemas.microsoft.com/office/drawing/2014/main" id="{24636DD4-DB42-4C04-9123-8511428D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6898" y="140113"/>
            <a:ext cx="204789" cy="389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124CA0D0-9DF5-4788-809C-45A358D9E7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17d64274f48b8"/>
          <a:stretch xmlns:a="http://schemas.openxmlformats.org/drawingml/2006/main"/>
        </p:blipFill>
        <p:spPr>
          <a:xfrm xmlns:a="http://schemas.openxmlformats.org/drawingml/2006/main">
            <a:off x="8470458" y="4335848"/>
            <a:ext cx="1882656" cy="1882656"/>
          </a:xfrm>
          <a:prstGeom xmlns:a="http://schemas.openxmlformats.org/drawingml/2006/main" prst="rect">
            <a:avLst/>
          </a:prstGeom>
        </p:spPr>
      </p:pic>
      <p:sp>
        <p:nvSpPr>
          <p:cNvPr id="858" name="path-832">
            <a:extLst xmlns:a="http://schemas.openxmlformats.org/drawingml/2006/main">
              <a:ext uri="{FF2B5EF4-FFF2-40B4-BE49-F238E27FC236}">
                <a16:creationId xmlns:a16="http://schemas.microsoft.com/office/drawing/2014/main" id="{5DC894F1-68C6-489F-9D09-CE20C655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492" y="5420064"/>
            <a:ext cx="220985" cy="191"/>
          </a:xfrm>
          <a:custGeom xmlns:a="http://schemas.openxmlformats.org/drawingml/2006/main">
            <a:pathLst>
              <a:path w="202365" h="191">
                <a:moveTo>
                  <a:pt x="0" y="0"/>
                </a:moveTo>
                <a:lnTo>
                  <a:pt x="202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859" name="text-833 #1">
            <a:extLst xmlns:a="http://schemas.openxmlformats.org/drawingml/2006/main">
              <a:ext uri="{FF2B5EF4-FFF2-40B4-BE49-F238E27FC236}">
                <a16:creationId xmlns:a16="http://schemas.microsoft.com/office/drawing/2014/main" id="{300F1BF8-92CC-4DA8-B38A-CF00B083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6492" y="5188123"/>
            <a:ext cx="256790" cy="278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860" name="text-835 High-dimensional">
            <a:extLst xmlns:a="http://schemas.openxmlformats.org/drawingml/2006/main">
              <a:ext uri="{FF2B5EF4-FFF2-40B4-BE49-F238E27FC236}">
                <a16:creationId xmlns:a16="http://schemas.microsoft.com/office/drawing/2014/main" id="{FCCF6C67-3454-483E-A928-0E51FE68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3635" y="5413272"/>
            <a:ext cx="1702472" cy="278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High-dimensional</a:t>
            </a:r>
          </a:p>
        </p:txBody>
      </p:sp>
      <p:sp>
        <p:nvSpPr>
          <p:cNvPr id="861" name="text-836 Inputs">
            <a:extLst xmlns:a="http://schemas.openxmlformats.org/drawingml/2006/main">
              <a:ext uri="{FF2B5EF4-FFF2-40B4-BE49-F238E27FC236}">
                <a16:creationId xmlns:a16="http://schemas.microsoft.com/office/drawing/2014/main" id="{0764EF48-F1BF-4086-8972-3349D033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3" y="5638276"/>
            <a:ext cx="631680" cy="278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862" name="path-837">
            <a:extLst xmlns:a="http://schemas.openxmlformats.org/drawingml/2006/main">
              <a:ext uri="{FF2B5EF4-FFF2-40B4-BE49-F238E27FC236}">
                <a16:creationId xmlns:a16="http://schemas.microsoft.com/office/drawing/2014/main" id="{34E643D8-B822-47AD-9D75-0CB264D3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153" y="4506162"/>
            <a:ext cx="211051" cy="191"/>
          </a:xfrm>
          <a:custGeom xmlns:a="http://schemas.openxmlformats.org/drawingml/2006/main">
            <a:pathLst>
              <a:path w="193268" h="191">
                <a:moveTo>
                  <a:pt x="0" y="0"/>
                </a:moveTo>
                <a:lnTo>
                  <a:pt x="1932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863" name="text-838 #2">
            <a:extLst xmlns:a="http://schemas.openxmlformats.org/drawingml/2006/main">
              <a:ext uri="{FF2B5EF4-FFF2-40B4-BE49-F238E27FC236}">
                <a16:creationId xmlns:a16="http://schemas.microsoft.com/office/drawing/2014/main" id="{3633EB43-924C-4BA4-9AD7-DDD3490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1153" y="4276408"/>
            <a:ext cx="256790" cy="278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64" name="text-840 Large-scale">
            <a:extLst xmlns:a="http://schemas.openxmlformats.org/drawingml/2006/main">
              <a:ext uri="{FF2B5EF4-FFF2-40B4-BE49-F238E27FC236}">
                <a16:creationId xmlns:a16="http://schemas.microsoft.com/office/drawing/2014/main" id="{FEDF2B42-6AA9-46D5-A8F8-78DAA98E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7340" y="4276447"/>
            <a:ext cx="1140169" cy="278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Large-scale</a:t>
            </a:r>
          </a:p>
        </p:txBody>
      </p:sp>
      <p:sp>
        <p:nvSpPr>
          <p:cNvPr id="865" name="text-840 Neural">
            <a:extLst xmlns:a="http://schemas.openxmlformats.org/drawingml/2006/main">
              <a:ext uri="{FF2B5EF4-FFF2-40B4-BE49-F238E27FC236}">
                <a16:creationId xmlns:a16="http://schemas.microsoft.com/office/drawing/2014/main" id="{D3654A9A-BBB1-421D-9A22-A81F8183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6923" y="4276441"/>
            <a:ext cx="654149" cy="278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866" name="text-840 Networks">
            <a:extLst xmlns:a="http://schemas.openxmlformats.org/drawingml/2006/main">
              <a:ext uri="{FF2B5EF4-FFF2-40B4-BE49-F238E27FC236}">
                <a16:creationId xmlns:a16="http://schemas.microsoft.com/office/drawing/2014/main" id="{6CFB43B5-E4C2-48E4-BACC-4AC7D4F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0469" y="4276457"/>
            <a:ext cx="930129" cy="278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867" name="path-841">
            <a:extLst xmlns:a="http://schemas.openxmlformats.org/drawingml/2006/main">
              <a:ext uri="{FF2B5EF4-FFF2-40B4-BE49-F238E27FC236}">
                <a16:creationId xmlns:a16="http://schemas.microsoft.com/office/drawing/2014/main" id="{C0C2266D-5949-4CB8-96D2-716D524D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722" y="2471964"/>
            <a:ext cx="3571887" cy="3456933"/>
          </a:xfrm>
          <a:custGeom xmlns:a="http://schemas.openxmlformats.org/drawingml/2006/main">
            <a:pathLst>
              <a:path w="3270922" h="3165654">
                <a:moveTo>
                  <a:pt x="0" y="0"/>
                </a:moveTo>
                <a:lnTo>
                  <a:pt x="3270922" y="0"/>
                </a:lnTo>
                <a:lnTo>
                  <a:pt x="3270922" y="3165654"/>
                </a:lnTo>
                <a:lnTo>
                  <a:pt x="0" y="3165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842">
            <a:extLst xmlns:a="http://schemas.openxmlformats.org/drawingml/2006/main">
              <a:ext uri="{FF2B5EF4-FFF2-40B4-BE49-F238E27FC236}">
                <a16:creationId xmlns:a16="http://schemas.microsoft.com/office/drawing/2014/main" id="{8C3E17DD-D99E-4EDE-91BD-DA41A37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722" y="2471933"/>
            <a:ext cx="3571887" cy="3456934"/>
          </a:xfrm>
          <a:custGeom xmlns:a="http://schemas.openxmlformats.org/drawingml/2006/main">
            <a:pathLst>
              <a:path w="3270922" h="3165655">
                <a:moveTo>
                  <a:pt x="0" y="0"/>
                </a:moveTo>
                <a:lnTo>
                  <a:pt x="0" y="3165655"/>
                </a:lnTo>
                <a:lnTo>
                  <a:pt x="3270922" y="3165655"/>
                </a:lnTo>
                <a:lnTo>
                  <a:pt x="327092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869" name="text-843 High-resolution">
            <a:extLst xmlns:a="http://schemas.openxmlformats.org/drawingml/2006/main">
              <a:ext uri="{FF2B5EF4-FFF2-40B4-BE49-F238E27FC236}">
                <a16:creationId xmlns:a16="http://schemas.microsoft.com/office/drawing/2014/main" id="{6A3C7D17-616B-4246-B5A8-819D058F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756" y="2563948"/>
            <a:ext cx="1234845" cy="2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High-resolution</a:t>
            </a:r>
          </a:p>
        </p:txBody>
      </p:sp>
      <p:sp>
        <p:nvSpPr>
          <p:cNvPr id="870" name="text-843 Visual">
            <a:extLst xmlns:a="http://schemas.openxmlformats.org/drawingml/2006/main">
              <a:ext uri="{FF2B5EF4-FFF2-40B4-BE49-F238E27FC236}">
                <a16:creationId xmlns:a16="http://schemas.microsoft.com/office/drawing/2014/main" id="{75743D23-E731-47BB-B18E-5724CA8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1084" y="2563945"/>
            <a:ext cx="515992" cy="250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871" name="text-843 Signals">
            <a:extLst xmlns:a="http://schemas.openxmlformats.org/drawingml/2006/main">
              <a:ext uri="{FF2B5EF4-FFF2-40B4-BE49-F238E27FC236}">
                <a16:creationId xmlns:a16="http://schemas.microsoft.com/office/drawing/2014/main" id="{016079FD-0F5E-48FE-A6F8-E870DFCF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4554" y="2563954"/>
            <a:ext cx="618684" cy="25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872" name="text-843 with">
            <a:extLst xmlns:a="http://schemas.openxmlformats.org/drawingml/2006/main">
              <a:ext uri="{FF2B5EF4-FFF2-40B4-BE49-F238E27FC236}">
                <a16:creationId xmlns:a16="http://schemas.microsoft.com/office/drawing/2014/main" id="{C59CF4D8-FCC0-4283-8033-9A8F15DF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0714" y="2563947"/>
            <a:ext cx="350181" cy="250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873" name="text-844 High">
            <a:extLst xmlns:a="http://schemas.openxmlformats.org/drawingml/2006/main">
              <a:ext uri="{FF2B5EF4-FFF2-40B4-BE49-F238E27FC236}">
                <a16:creationId xmlns:a16="http://schemas.microsoft.com/office/drawing/2014/main" id="{62687AEB-5295-4039-B71F-77FA3A79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295" y="2768464"/>
            <a:ext cx="399963" cy="250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874" name="text-844 Frame">
            <a:extLst xmlns:a="http://schemas.openxmlformats.org/drawingml/2006/main">
              <a:ext uri="{FF2B5EF4-FFF2-40B4-BE49-F238E27FC236}">
                <a16:creationId xmlns:a16="http://schemas.microsoft.com/office/drawing/2014/main" id="{63B89E4A-BBFD-4A94-B889-68B75DEF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737" y="2768503"/>
            <a:ext cx="548795" cy="250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875" name="text-844 Rates:">
            <a:extLst xmlns:a="http://schemas.openxmlformats.org/drawingml/2006/main">
              <a:ext uri="{FF2B5EF4-FFF2-40B4-BE49-F238E27FC236}">
                <a16:creationId xmlns:a16="http://schemas.microsoft.com/office/drawing/2014/main" id="{FEA733B5-E233-4AB1-AF46-A01EDD80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0018" y="2768502"/>
            <a:ext cx="548989" cy="250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Rates:</a:t>
            </a:r>
          </a:p>
        </p:txBody>
      </p:sp>
      <p:sp>
        <p:nvSpPr>
          <p:cNvPr id="876" name="text-845 Sufficient">
            <a:extLst xmlns:a="http://schemas.openxmlformats.org/drawingml/2006/main">
              <a:ext uri="{FF2B5EF4-FFF2-40B4-BE49-F238E27FC236}">
                <a16:creationId xmlns:a16="http://schemas.microsoft.com/office/drawing/2014/main" id="{DB63247E-669D-4383-8FAE-05AC570E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6452" y="2768495"/>
            <a:ext cx="846770" cy="25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Sufficient</a:t>
            </a:r>
          </a:p>
        </p:txBody>
      </p:sp>
      <p:sp>
        <p:nvSpPr>
          <p:cNvPr id="877" name="text-846 Information">
            <a:extLst xmlns:a="http://schemas.openxmlformats.org/drawingml/2006/main">
              <a:ext uri="{FF2B5EF4-FFF2-40B4-BE49-F238E27FC236}">
                <a16:creationId xmlns:a16="http://schemas.microsoft.com/office/drawing/2014/main" id="{51F7A72B-138A-44E1-8AB0-D6B89D24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7763" y="2973027"/>
            <a:ext cx="1015535" cy="25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878" name="text-847 for">
            <a:extLst xmlns:a="http://schemas.openxmlformats.org/drawingml/2006/main">
              <a:ext uri="{FF2B5EF4-FFF2-40B4-BE49-F238E27FC236}">
                <a16:creationId xmlns:a16="http://schemas.microsoft.com/office/drawing/2014/main" id="{0783D71C-AD58-4F49-901F-4812CDC0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0790" y="2973030"/>
            <a:ext cx="240865" cy="25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879" name="text-847 Complex">
            <a:extLst xmlns:a="http://schemas.openxmlformats.org/drawingml/2006/main">
              <a:ext uri="{FF2B5EF4-FFF2-40B4-BE49-F238E27FC236}">
                <a16:creationId xmlns:a16="http://schemas.microsoft.com/office/drawing/2014/main" id="{216C2CDA-BFDA-4F25-9EAA-60F5BB8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9130" y="2973029"/>
            <a:ext cx="737768" cy="25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Complex</a:t>
            </a:r>
          </a:p>
        </p:txBody>
      </p:sp>
      <p:sp>
        <p:nvSpPr>
          <p:cNvPr id="880" name="text-847 Problems">
            <a:extLst xmlns:a="http://schemas.openxmlformats.org/drawingml/2006/main">
              <a:ext uri="{FF2B5EF4-FFF2-40B4-BE49-F238E27FC236}">
                <a16:creationId xmlns:a16="http://schemas.microsoft.com/office/drawing/2014/main" id="{8473ECBD-F396-4664-8CE4-218DE77D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4375" y="2973022"/>
            <a:ext cx="787442" cy="25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Problems</a:t>
            </a:r>
          </a:p>
        </p:txBody>
      </p:sp>
      <p:sp>
        <p:nvSpPr>
          <p:cNvPr id="881" name="text-849 Resource">
            <a:extLst xmlns:a="http://schemas.openxmlformats.org/drawingml/2006/main">
              <a:ext uri="{FF2B5EF4-FFF2-40B4-BE49-F238E27FC236}">
                <a16:creationId xmlns:a16="http://schemas.microsoft.com/office/drawing/2014/main" id="{260DC2E7-2CF0-46CF-A134-E3822FA3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346191" y="4825125"/>
            <a:ext cx="661286" cy="195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</a:t>
            </a:r>
          </a:p>
        </p:txBody>
      </p:sp>
      <p:sp>
        <p:nvSpPr>
          <p:cNvPr id="882" name="text-849 Demands">
            <a:extLst xmlns:a="http://schemas.openxmlformats.org/drawingml/2006/main">
              <a:ext uri="{FF2B5EF4-FFF2-40B4-BE49-F238E27FC236}">
                <a16:creationId xmlns:a16="http://schemas.microsoft.com/office/drawing/2014/main" id="{844B2626-094B-4956-BA6A-FD84018D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3350756" y="4061035"/>
            <a:ext cx="652308" cy="195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Demands</a:t>
            </a:r>
          </a:p>
        </p:txBody>
      </p:sp>
      <p:sp>
        <p:nvSpPr>
          <p:cNvPr id="883" name="text-850 Spatial-temporal">
            <a:extLst xmlns:a="http://schemas.openxmlformats.org/drawingml/2006/main">
              <a:ext uri="{FF2B5EF4-FFF2-40B4-BE49-F238E27FC236}">
                <a16:creationId xmlns:a16="http://schemas.microsoft.com/office/drawing/2014/main" id="{EA4721C6-7AE8-48D3-AC1E-FDD05788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2219" y="5624356"/>
            <a:ext cx="1273931" cy="222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Spatial-temporal</a:t>
            </a:r>
          </a:p>
        </p:txBody>
      </p:sp>
      <p:sp>
        <p:nvSpPr>
          <p:cNvPr id="884" name="text-850 Input">
            <a:extLst xmlns:a="http://schemas.openxmlformats.org/drawingml/2006/main">
              <a:ext uri="{FF2B5EF4-FFF2-40B4-BE49-F238E27FC236}">
                <a16:creationId xmlns:a16="http://schemas.microsoft.com/office/drawing/2014/main" id="{31F98513-FBA8-45DD-A59A-43CAD53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1663" y="5624389"/>
            <a:ext cx="416951" cy="222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85" name="text-850 Resolution">
            <a:extLst xmlns:a="http://schemas.openxmlformats.org/drawingml/2006/main">
              <a:ext uri="{FF2B5EF4-FFF2-40B4-BE49-F238E27FC236}">
                <a16:creationId xmlns:a16="http://schemas.microsoft.com/office/drawing/2014/main" id="{3F3B81FD-F945-4962-84A0-9DE87EB3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4137" y="5624372"/>
            <a:ext cx="849784" cy="222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886" name="path-851">
            <a:extLst xmlns:a="http://schemas.openxmlformats.org/drawingml/2006/main">
              <a:ext uri="{FF2B5EF4-FFF2-40B4-BE49-F238E27FC236}">
                <a16:creationId xmlns:a16="http://schemas.microsoft.com/office/drawing/2014/main" id="{3D4FE0FF-8404-4E58-A622-F0FE634A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527" y="3495008"/>
            <a:ext cx="2602694" cy="2120751"/>
          </a:xfrm>
          <a:custGeom xmlns:a="http://schemas.openxmlformats.org/drawingml/2006/main">
            <a:pathLst>
              <a:path w="2383393" h="1942058">
                <a:moveTo>
                  <a:pt x="0" y="1922774"/>
                </a:moveTo>
                <a:cubicBezTo>
                  <a:pt x="0" y="1922774"/>
                  <a:pt x="1039609" y="1942058"/>
                  <a:pt x="1711501" y="1397346"/>
                </a:cubicBezTo>
                <a:cubicBezTo>
                  <a:pt x="2383393" y="852634"/>
                  <a:pt x="2371622" y="0"/>
                  <a:pt x="23716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887" name="path-852">
            <a:extLst xmlns:a="http://schemas.openxmlformats.org/drawingml/2006/main">
              <a:ext uri="{FF2B5EF4-FFF2-40B4-BE49-F238E27FC236}">
                <a16:creationId xmlns:a16="http://schemas.microsoft.com/office/drawing/2014/main" id="{46683C92-5AC4-4467-A890-636BD11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527" y="5594701"/>
            <a:ext cx="2641366" cy="191"/>
          </a:xfrm>
          <a:custGeom xmlns:a="http://schemas.openxmlformats.org/drawingml/2006/main">
            <a:pathLst>
              <a:path w="2418806" h="191">
                <a:moveTo>
                  <a:pt x="0" y="0"/>
                </a:moveTo>
                <a:lnTo>
                  <a:pt x="2418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888" name="path-853">
            <a:extLst xmlns:a="http://schemas.openxmlformats.org/drawingml/2006/main">
              <a:ext uri="{FF2B5EF4-FFF2-40B4-BE49-F238E27FC236}">
                <a16:creationId xmlns:a16="http://schemas.microsoft.com/office/drawing/2014/main" id="{9389A3BB-BD2D-494A-8D2D-7AE2C182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131" y="5558897"/>
            <a:ext cx="95364" cy="71522"/>
          </a:xfrm>
          <a:custGeom xmlns:a="http://schemas.openxmlformats.org/drawingml/2006/main">
            <a:pathLst>
              <a:path w="87328" h="65496">
                <a:moveTo>
                  <a:pt x="87328" y="32748"/>
                </a:moveTo>
                <a:lnTo>
                  <a:pt x="0" y="0"/>
                </a:lnTo>
                <a:lnTo>
                  <a:pt x="32748" y="32748"/>
                </a:lnTo>
                <a:lnTo>
                  <a:pt x="0" y="65496"/>
                </a:lnTo>
                <a:lnTo>
                  <a:pt x="87328" y="3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54">
            <a:extLst xmlns:a="http://schemas.openxmlformats.org/drawingml/2006/main">
              <a:ext uri="{FF2B5EF4-FFF2-40B4-BE49-F238E27FC236}">
                <a16:creationId xmlns:a16="http://schemas.microsoft.com/office/drawing/2014/main" id="{2BC83D74-2DBF-49FB-93CD-BD24C1A2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131" y="5558936"/>
            <a:ext cx="95364" cy="71522"/>
          </a:xfrm>
          <a:custGeom xmlns:a="http://schemas.openxmlformats.org/drawingml/2006/main">
            <a:pathLst>
              <a:path w="87328" h="65496">
                <a:moveTo>
                  <a:pt x="87328" y="32751"/>
                </a:moveTo>
                <a:lnTo>
                  <a:pt x="0" y="0"/>
                </a:lnTo>
                <a:lnTo>
                  <a:pt x="32748" y="32751"/>
                </a:lnTo>
                <a:lnTo>
                  <a:pt x="0" y="65496"/>
                </a:lnTo>
                <a:lnTo>
                  <a:pt x="87328" y="32751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890" name="path-855">
            <a:extLst xmlns:a="http://schemas.openxmlformats.org/drawingml/2006/main">
              <a:ext uri="{FF2B5EF4-FFF2-40B4-BE49-F238E27FC236}">
                <a16:creationId xmlns:a16="http://schemas.microsoft.com/office/drawing/2014/main" id="{D73861C6-3F4C-4702-9A3E-79AC5665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527" y="3520837"/>
            <a:ext cx="191" cy="2073864"/>
          </a:xfrm>
          <a:custGeom xmlns:a="http://schemas.openxmlformats.org/drawingml/2006/main">
            <a:pathLst>
              <a:path w="191" h="1899122">
                <a:moveTo>
                  <a:pt x="0" y="18991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891" name="path-856">
            <a:extLst xmlns:a="http://schemas.openxmlformats.org/drawingml/2006/main">
              <a:ext uri="{FF2B5EF4-FFF2-40B4-BE49-F238E27FC236}">
                <a16:creationId xmlns:a16="http://schemas.microsoft.com/office/drawing/2014/main" id="{A3C23A6D-D82E-45D0-B862-35A88E72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765" y="3461212"/>
            <a:ext cx="71523" cy="95364"/>
          </a:xfrm>
          <a:custGeom xmlns:a="http://schemas.openxmlformats.org/drawingml/2006/main">
            <a:pathLst>
              <a:path w="65496" h="87329">
                <a:moveTo>
                  <a:pt x="32748" y="0"/>
                </a:moveTo>
                <a:lnTo>
                  <a:pt x="0" y="87329"/>
                </a:lnTo>
                <a:lnTo>
                  <a:pt x="32748" y="54580"/>
                </a:lnTo>
                <a:lnTo>
                  <a:pt x="65496" y="87329"/>
                </a:lnTo>
                <a:lnTo>
                  <a:pt x="327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57">
            <a:extLst xmlns:a="http://schemas.openxmlformats.org/drawingml/2006/main">
              <a:ext uri="{FF2B5EF4-FFF2-40B4-BE49-F238E27FC236}">
                <a16:creationId xmlns:a16="http://schemas.microsoft.com/office/drawing/2014/main" id="{F0E5AAEB-4401-4482-8F32-4C86286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766" y="3461235"/>
            <a:ext cx="71522" cy="95363"/>
          </a:xfrm>
          <a:custGeom xmlns:a="http://schemas.openxmlformats.org/drawingml/2006/main">
            <a:pathLst>
              <a:path w="65496" h="87327">
                <a:moveTo>
                  <a:pt x="32748" y="0"/>
                </a:moveTo>
                <a:lnTo>
                  <a:pt x="0" y="87327"/>
                </a:lnTo>
                <a:lnTo>
                  <a:pt x="32748" y="54580"/>
                </a:lnTo>
                <a:lnTo>
                  <a:pt x="65496" y="87327"/>
                </a:lnTo>
                <a:lnTo>
                  <a:pt x="327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pic>
        <p:nvPic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B0BDDC20-2762-479C-9FB3-EAFEA22664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562f573fb4b0e"/>
          <a:stretch xmlns:a="http://schemas.openxmlformats.org/drawingml/2006/main"/>
        </p:blipFill>
        <p:spPr>
          <a:xfrm xmlns:a="http://schemas.openxmlformats.org/drawingml/2006/main">
            <a:off x="4278687" y="5199165"/>
            <a:ext cx="208028" cy="218430"/>
          </a:xfrm>
          <a:prstGeom xmlns:a="http://schemas.openxmlformats.org/drawingml/2006/main" prst="rect">
            <a:avLst/>
          </a:prstGeom>
        </p:spPr>
      </p:pic>
      <p:sp>
        <p:nvSpPr>
          <p:cNvPr id="894" name="path-859">
            <a:extLst xmlns:a="http://schemas.openxmlformats.org/drawingml/2006/main">
              <a:ext uri="{FF2B5EF4-FFF2-40B4-BE49-F238E27FC236}">
                <a16:creationId xmlns:a16="http://schemas.microsoft.com/office/drawing/2014/main" id="{144AA822-C9E2-4909-B462-FA4BDD3B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988" y="5208575"/>
            <a:ext cx="198674" cy="198676"/>
          </a:xfrm>
          <a:custGeom xmlns:a="http://schemas.openxmlformats.org/drawingml/2006/main">
            <a:pathLst>
              <a:path w="181934" h="181935">
                <a:moveTo>
                  <a:pt x="0" y="0"/>
                </a:moveTo>
                <a:lnTo>
                  <a:pt x="0" y="181935"/>
                </a:lnTo>
                <a:lnTo>
                  <a:pt x="181934" y="181935"/>
                </a:lnTo>
                <a:lnTo>
                  <a:pt x="18193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5170C3"/>
            </a:solidFill>
            <a:prstDash val="solid"/>
          </a:ln>
        </p:spPr>
      </p:sp>
      <p:sp>
        <p:nvSpPr>
          <p:cNvPr id="895" name="text-860 28">
            <a:extLst xmlns:a="http://schemas.openxmlformats.org/drawingml/2006/main">
              <a:ext uri="{FF2B5EF4-FFF2-40B4-BE49-F238E27FC236}">
                <a16:creationId xmlns:a16="http://schemas.microsoft.com/office/drawing/2014/main" id="{05828E0C-A01C-4612-A30E-223B6EA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9225" y="4851662"/>
            <a:ext cx="179747" cy="194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96" name="text-861 ×">
            <a:extLst xmlns:a="http://schemas.openxmlformats.org/drawingml/2006/main">
              <a:ext uri="{FF2B5EF4-FFF2-40B4-BE49-F238E27FC236}">
                <a16:creationId xmlns:a16="http://schemas.microsoft.com/office/drawing/2014/main" id="{9623FDB7-40BA-4F61-BFBC-8A22C41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923" y="4851650"/>
            <a:ext cx="106268" cy="194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897" name="text-862 28">
            <a:extLst xmlns:a="http://schemas.openxmlformats.org/drawingml/2006/main">
              <a:ext uri="{FF2B5EF4-FFF2-40B4-BE49-F238E27FC236}">
                <a16:creationId xmlns:a16="http://schemas.microsoft.com/office/drawing/2014/main" id="{BAA05D77-A339-4EEC-BBE9-DCF519B9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5141" y="4851662"/>
            <a:ext cx="179747" cy="194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98" name="text-864 images">
            <a:extLst xmlns:a="http://schemas.openxmlformats.org/drawingml/2006/main">
              <a:ext uri="{FF2B5EF4-FFF2-40B4-BE49-F238E27FC236}">
                <a16:creationId xmlns:a16="http://schemas.microsoft.com/office/drawing/2014/main" id="{990BCC40-CF5F-4C19-85FB-0FE79267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8461" y="4851725"/>
            <a:ext cx="504163" cy="194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5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899" name="text-865 for">
            <a:extLst xmlns:a="http://schemas.openxmlformats.org/drawingml/2006/main">
              <a:ext uri="{FF2B5EF4-FFF2-40B4-BE49-F238E27FC236}">
                <a16:creationId xmlns:a16="http://schemas.microsoft.com/office/drawing/2014/main" id="{1F75AB2C-09E1-4B8E-82D3-1E5529D4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6377" y="4851682"/>
            <a:ext cx="187345" cy="194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900" name="text-865 digit">
            <a:extLst xmlns:a="http://schemas.openxmlformats.org/drawingml/2006/main">
              <a:ext uri="{FF2B5EF4-FFF2-40B4-BE49-F238E27FC236}">
                <a16:creationId xmlns:a16="http://schemas.microsoft.com/office/drawing/2014/main" id="{D3308484-6C74-45BA-8D89-8668767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308" y="4851669"/>
            <a:ext cx="280195" cy="19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digit</a:t>
            </a:r>
          </a:p>
        </p:txBody>
      </p:sp>
      <p:sp>
        <p:nvSpPr>
          <p:cNvPr id="901" name="text-866 classification">
            <a:extLst xmlns:a="http://schemas.openxmlformats.org/drawingml/2006/main">
              <a:ext uri="{FF2B5EF4-FFF2-40B4-BE49-F238E27FC236}">
                <a16:creationId xmlns:a16="http://schemas.microsoft.com/office/drawing/2014/main" id="{29E77124-0564-46CE-80B5-2E9452A0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186" y="5015191"/>
            <a:ext cx="813467" cy="19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902" name="text-868 (MNIST,">
            <a:extLst xmlns:a="http://schemas.openxmlformats.org/drawingml/2006/main">
              <a:ext uri="{FF2B5EF4-FFF2-40B4-BE49-F238E27FC236}">
                <a16:creationId xmlns:a16="http://schemas.microsoft.com/office/drawing/2014/main" id="{0FB57DFF-E461-4548-89F3-BC294A18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3217" y="5054931"/>
            <a:ext cx="378470" cy="13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3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(MNIST,</a:t>
            </a:r>
          </a:p>
        </p:txBody>
      </p:sp>
      <p:sp>
        <p:nvSpPr>
          <p:cNvPr id="903" name="text-868 1998)">
            <a:extLst xmlns:a="http://schemas.openxmlformats.org/drawingml/2006/main">
              <a:ext uri="{FF2B5EF4-FFF2-40B4-BE49-F238E27FC236}">
                <a16:creationId xmlns:a16="http://schemas.microsoft.com/office/drawing/2014/main" id="{AB30EC11-53CF-40F0-90BF-D0BAB500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1386" y="5054941"/>
            <a:ext cx="271977" cy="139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3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1998)</a:t>
            </a:r>
          </a:p>
        </p:txBody>
      </p:sp>
      <p:sp>
        <p:nvSpPr>
          <p:cNvPr id="904" name="text-869 900">
            <a:extLst xmlns:a="http://schemas.openxmlformats.org/drawingml/2006/main">
              <a:ext uri="{FF2B5EF4-FFF2-40B4-BE49-F238E27FC236}">
                <a16:creationId xmlns:a16="http://schemas.microsoft.com/office/drawing/2014/main" id="{A8AFC6BC-D173-4D79-9900-73DFA73C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4794" y="4325400"/>
            <a:ext cx="257095" cy="19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900</a:t>
            </a:r>
          </a:p>
        </p:txBody>
      </p:sp>
      <p:sp>
        <p:nvSpPr>
          <p:cNvPr id="905" name="text-870 ×">
            <a:extLst xmlns:a="http://schemas.openxmlformats.org/drawingml/2006/main">
              <a:ext uri="{FF2B5EF4-FFF2-40B4-BE49-F238E27FC236}">
                <a16:creationId xmlns:a16="http://schemas.microsoft.com/office/drawing/2014/main" id="{CD7BE976-DEBA-425D-9BA0-7F250B6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6856" y="4325362"/>
            <a:ext cx="106268" cy="194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06" name="text-871 1600">
            <a:extLst xmlns:a="http://schemas.openxmlformats.org/drawingml/2006/main">
              <a:ext uri="{FF2B5EF4-FFF2-40B4-BE49-F238E27FC236}">
                <a16:creationId xmlns:a16="http://schemas.microsoft.com/office/drawing/2014/main" id="{148667C4-A747-415C-8D3F-E374052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8074" y="4325414"/>
            <a:ext cx="334444" cy="194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5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5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1600</a:t>
            </a:r>
          </a:p>
        </p:txBody>
      </p:sp>
      <p:sp>
        <p:nvSpPr>
          <p:cNvPr id="907" name="text-871 high-frame-rate">
            <a:extLst xmlns:a="http://schemas.openxmlformats.org/drawingml/2006/main">
              <a:ext uri="{FF2B5EF4-FFF2-40B4-BE49-F238E27FC236}">
                <a16:creationId xmlns:a16="http://schemas.microsoft.com/office/drawing/2014/main" id="{42E2EC38-445C-47FC-A226-7C11B83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6116" y="4325405"/>
            <a:ext cx="1045075" cy="19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high-frame-rate</a:t>
            </a:r>
          </a:p>
        </p:txBody>
      </p:sp>
      <p:sp>
        <p:nvSpPr>
          <p:cNvPr id="908" name="text-871 videos">
            <a:extLst xmlns:a="http://schemas.openxmlformats.org/drawingml/2006/main">
              <a:ext uri="{FF2B5EF4-FFF2-40B4-BE49-F238E27FC236}">
                <a16:creationId xmlns:a16="http://schemas.microsoft.com/office/drawing/2014/main" id="{F084E808-0458-49D0-936D-393C7FE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4788" y="4325396"/>
            <a:ext cx="465620" cy="19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videos</a:t>
            </a:r>
          </a:p>
        </p:txBody>
      </p:sp>
      <p:sp>
        <p:nvSpPr>
          <p:cNvPr id="909" name="text-873 for">
            <a:extLst xmlns:a="http://schemas.openxmlformats.org/drawingml/2006/main">
              <a:ext uri="{FF2B5EF4-FFF2-40B4-BE49-F238E27FC236}">
                <a16:creationId xmlns:a16="http://schemas.microsoft.com/office/drawing/2014/main" id="{14957A94-D157-4D22-B71F-B173A2A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250" y="4488902"/>
            <a:ext cx="187344" cy="194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910" name="text-873 driver">
            <a:extLst xmlns:a="http://schemas.openxmlformats.org/drawingml/2006/main">
              <a:ext uri="{FF2B5EF4-FFF2-40B4-BE49-F238E27FC236}">
                <a16:creationId xmlns:a16="http://schemas.microsoft.com/office/drawing/2014/main" id="{9D06CFB7-F733-4C61-9362-978A1443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2181" y="4488897"/>
            <a:ext cx="372812" cy="19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driver</a:t>
            </a:r>
          </a:p>
        </p:txBody>
      </p:sp>
      <p:sp>
        <p:nvSpPr>
          <p:cNvPr id="911" name="text-873 assistance">
            <a:extLst xmlns:a="http://schemas.openxmlformats.org/drawingml/2006/main">
              <a:ext uri="{FF2B5EF4-FFF2-40B4-BE49-F238E27FC236}">
                <a16:creationId xmlns:a16="http://schemas.microsoft.com/office/drawing/2014/main" id="{5DADF33B-434C-473B-9807-876B5DE8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8579" y="4488906"/>
            <a:ext cx="682127" cy="1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assistance</a:t>
            </a:r>
          </a:p>
        </p:txBody>
      </p:sp>
      <p:sp>
        <p:nvSpPr>
          <p:cNvPr id="912" name="text-873 tasks">
            <a:extLst xmlns:a="http://schemas.openxmlformats.org/drawingml/2006/main">
              <a:ext uri="{FF2B5EF4-FFF2-40B4-BE49-F238E27FC236}">
                <a16:creationId xmlns:a16="http://schemas.microsoft.com/office/drawing/2014/main" id="{68869CB7-CC02-41D4-B779-41C85D5D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4301" y="4488902"/>
            <a:ext cx="349641" cy="19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913" name="path-874">
            <a:extLst xmlns:a="http://schemas.openxmlformats.org/drawingml/2006/main">
              <a:ext uri="{FF2B5EF4-FFF2-40B4-BE49-F238E27FC236}">
                <a16:creationId xmlns:a16="http://schemas.microsoft.com/office/drawing/2014/main" id="{9D45C25C-0BF5-4D77-84DB-10B9DD5D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764" y="5419506"/>
            <a:ext cx="130847" cy="130847"/>
          </a:xfrm>
          <a:custGeom xmlns:a="http://schemas.openxmlformats.org/drawingml/2006/main">
            <a:pathLst>
              <a:path w="119822" h="119822">
                <a:moveTo>
                  <a:pt x="98499" y="21323"/>
                </a:moveTo>
                <a:cubicBezTo>
                  <a:pt x="119822" y="42637"/>
                  <a:pt x="119822" y="77195"/>
                  <a:pt x="98499" y="98509"/>
                </a:cubicBezTo>
                <a:cubicBezTo>
                  <a:pt x="77186" y="119822"/>
                  <a:pt x="42627" y="119822"/>
                  <a:pt x="21314" y="98509"/>
                </a:cubicBezTo>
                <a:cubicBezTo>
                  <a:pt x="0" y="77195"/>
                  <a:pt x="0" y="42637"/>
                  <a:pt x="21314" y="21323"/>
                </a:cubicBezTo>
                <a:cubicBezTo>
                  <a:pt x="42627" y="0"/>
                  <a:pt x="77186" y="0"/>
                  <a:pt x="98499" y="21323"/>
                </a:cubicBezTo>
              </a:path>
            </a:pathLst>
          </a:custGeom>
          <a:solidFill xmlns:a="http://schemas.openxmlformats.org/drawingml/2006/main">
            <a:srgbClr val="517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4" name="path-875">
            <a:extLst xmlns:a="http://schemas.openxmlformats.org/drawingml/2006/main">
              <a:ext uri="{FF2B5EF4-FFF2-40B4-BE49-F238E27FC236}">
                <a16:creationId xmlns:a16="http://schemas.microsoft.com/office/drawing/2014/main" id="{034122D3-21E3-4361-B140-56E7FC3F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082" y="3547318"/>
            <a:ext cx="130837" cy="130837"/>
          </a:xfrm>
          <a:custGeom xmlns:a="http://schemas.openxmlformats.org/drawingml/2006/main">
            <a:pathLst>
              <a:path w="119812" h="119812">
                <a:moveTo>
                  <a:pt x="98499" y="21313"/>
                </a:moveTo>
                <a:cubicBezTo>
                  <a:pt x="119812" y="42627"/>
                  <a:pt x="119812" y="77186"/>
                  <a:pt x="98499" y="98499"/>
                </a:cubicBezTo>
                <a:cubicBezTo>
                  <a:pt x="77185" y="119812"/>
                  <a:pt x="42627" y="119812"/>
                  <a:pt x="21313" y="98499"/>
                </a:cubicBezTo>
                <a:cubicBezTo>
                  <a:pt x="0" y="77186"/>
                  <a:pt x="0" y="42627"/>
                  <a:pt x="21313" y="21313"/>
                </a:cubicBezTo>
                <a:cubicBezTo>
                  <a:pt x="42627" y="0"/>
                  <a:pt x="77185" y="0"/>
                  <a:pt x="98499" y="21313"/>
                </a:cubicBezTo>
              </a:path>
            </a:pathLst>
          </a:custGeom>
          <a:solidFill xmlns:a="http://schemas.openxmlformats.org/drawingml/2006/main">
            <a:srgbClr val="CB5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876">
            <a:extLst xmlns:a="http://schemas.openxmlformats.org/drawingml/2006/main">
              <a:ext uri="{FF2B5EF4-FFF2-40B4-BE49-F238E27FC236}">
                <a16:creationId xmlns:a16="http://schemas.microsoft.com/office/drawing/2014/main" id="{B82E6360-57A0-43CE-80C1-DCBC5B54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364" y="5415098"/>
            <a:ext cx="105188" cy="45991"/>
          </a:xfrm>
          <a:custGeom xmlns:a="http://schemas.openxmlformats.org/drawingml/2006/main">
            <a:pathLst>
              <a:path w="96325" h="42116">
                <a:moveTo>
                  <a:pt x="0" y="0"/>
                </a:moveTo>
                <a:lnTo>
                  <a:pt x="96325" y="42116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5170C3"/>
            </a:solidFill>
            <a:prstDash val="solid"/>
          </a:ln>
        </p:spPr>
      </p:sp>
      <p:sp>
        <p:nvSpPr>
          <p:cNvPr id="916" name="path-877">
            <a:extLst xmlns:a="http://schemas.openxmlformats.org/drawingml/2006/main">
              <a:ext uri="{FF2B5EF4-FFF2-40B4-BE49-F238E27FC236}">
                <a16:creationId xmlns:a16="http://schemas.microsoft.com/office/drawing/2014/main" id="{FCBD16A9-D1C8-48A5-B45A-906EFBC6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525" y="3628222"/>
            <a:ext cx="423405" cy="113940"/>
          </a:xfrm>
          <a:custGeom xmlns:a="http://schemas.openxmlformats.org/drawingml/2006/main">
            <a:pathLst>
              <a:path w="387729" h="104339">
                <a:moveTo>
                  <a:pt x="0" y="104339"/>
                </a:moveTo>
                <a:lnTo>
                  <a:pt x="3877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CB5919"/>
            </a:solidFill>
            <a:prstDash val="solid"/>
          </a:ln>
        </p:spPr>
      </p:sp>
      <p:pic>
        <p:nvPic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96E19DA3-25EA-45BC-B309-647BC20ED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34e4d929444ed"/>
          <a:stretch xmlns:a="http://schemas.openxmlformats.org/drawingml/2006/main"/>
        </p:blipFill>
        <p:spPr>
          <a:xfrm xmlns:a="http://schemas.openxmlformats.org/drawingml/2006/main">
            <a:off x="4153871" y="3347713"/>
            <a:ext cx="1539410" cy="873719"/>
          </a:xfrm>
          <a:prstGeom xmlns:a="http://schemas.openxmlformats.org/drawingml/2006/main" prst="rect">
            <a:avLst/>
          </a:prstGeom>
        </p:spPr>
      </p:pic>
      <p:sp>
        <p:nvSpPr>
          <p:cNvPr id="918" name="path-879">
            <a:extLst xmlns:a="http://schemas.openxmlformats.org/drawingml/2006/main">
              <a:ext uri="{FF2B5EF4-FFF2-40B4-BE49-F238E27FC236}">
                <a16:creationId xmlns:a16="http://schemas.microsoft.com/office/drawing/2014/main" id="{0A5815FD-CDA4-4370-A412-C309807F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141" y="3356036"/>
            <a:ext cx="1533438" cy="862645"/>
          </a:xfrm>
          <a:custGeom xmlns:a="http://schemas.openxmlformats.org/drawingml/2006/main">
            <a:pathLst>
              <a:path w="1404232" h="789959">
                <a:moveTo>
                  <a:pt x="0" y="0"/>
                </a:moveTo>
                <a:lnTo>
                  <a:pt x="0" y="789959"/>
                </a:lnTo>
                <a:lnTo>
                  <a:pt x="1404232" y="789959"/>
                </a:lnTo>
                <a:lnTo>
                  <a:pt x="14042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CB5919"/>
            </a:solidFill>
            <a:prstDash val="solid"/>
          </a:ln>
        </p:spPr>
      </p:sp>
      <p:pic>
        <p:nvPic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9F106B8D-3A9D-4D29-92CD-EF891EEFD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310bd108c4197"/>
          <a:stretch xmlns:a="http://schemas.openxmlformats.org/drawingml/2006/main"/>
        </p:blipFill>
        <p:spPr>
          <a:xfrm xmlns:a="http://schemas.openxmlformats.org/drawingml/2006/main">
            <a:off x="4216279" y="3389319"/>
            <a:ext cx="1539410" cy="873719"/>
          </a:xfrm>
          <a:prstGeom xmlns:a="http://schemas.openxmlformats.org/drawingml/2006/main" prst="rect">
            <a:avLst/>
          </a:prstGeom>
        </p:spPr>
      </p:pic>
      <p:sp>
        <p:nvSpPr>
          <p:cNvPr id="920" name="path-881">
            <a:extLst xmlns:a="http://schemas.openxmlformats.org/drawingml/2006/main">
              <a:ext uri="{FF2B5EF4-FFF2-40B4-BE49-F238E27FC236}">
                <a16:creationId xmlns:a16="http://schemas.microsoft.com/office/drawing/2014/main" id="{BAA9A940-2C40-4311-BE71-8C9CCF2D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333" y="3397657"/>
            <a:ext cx="1533438" cy="862545"/>
          </a:xfrm>
          <a:custGeom xmlns:a="http://schemas.openxmlformats.org/drawingml/2006/main">
            <a:pathLst>
              <a:path w="1404232" h="789868">
                <a:moveTo>
                  <a:pt x="0" y="0"/>
                </a:moveTo>
                <a:lnTo>
                  <a:pt x="0" y="789868"/>
                </a:lnTo>
                <a:lnTo>
                  <a:pt x="1404232" y="789868"/>
                </a:lnTo>
                <a:lnTo>
                  <a:pt x="14042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CB5919"/>
            </a:solidFill>
            <a:prstDash val="solid"/>
          </a:ln>
        </p:spPr>
      </p:sp>
      <p:pic>
        <p:nvPic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A7421C39-C3B8-4DCA-8211-B21133128C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8724055054110"/>
          <a:stretch xmlns:a="http://schemas.openxmlformats.org/drawingml/2006/main"/>
        </p:blipFill>
        <p:spPr>
          <a:xfrm xmlns:a="http://schemas.openxmlformats.org/drawingml/2006/main">
            <a:off x="4278687" y="3430925"/>
            <a:ext cx="1539410" cy="873719"/>
          </a:xfrm>
          <a:prstGeom xmlns:a="http://schemas.openxmlformats.org/drawingml/2006/main" prst="rect">
            <a:avLst/>
          </a:prstGeom>
        </p:spPr>
      </p:pic>
      <p:sp>
        <p:nvSpPr>
          <p:cNvPr id="922" name="path-883">
            <a:extLst xmlns:a="http://schemas.openxmlformats.org/drawingml/2006/main">
              <a:ext uri="{FF2B5EF4-FFF2-40B4-BE49-F238E27FC236}">
                <a16:creationId xmlns:a16="http://schemas.microsoft.com/office/drawing/2014/main" id="{443E6C14-62CB-45EF-A3B5-630596AA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525" y="3439181"/>
            <a:ext cx="1533438" cy="862545"/>
          </a:xfrm>
          <a:custGeom xmlns:a="http://schemas.openxmlformats.org/drawingml/2006/main">
            <a:pathLst>
              <a:path w="1404232" h="789868">
                <a:moveTo>
                  <a:pt x="0" y="0"/>
                </a:moveTo>
                <a:lnTo>
                  <a:pt x="0" y="789868"/>
                </a:lnTo>
                <a:lnTo>
                  <a:pt x="1404232" y="789868"/>
                </a:lnTo>
                <a:lnTo>
                  <a:pt x="14042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CB5919"/>
            </a:solidFill>
            <a:prstDash val="solid"/>
          </a:ln>
        </p:spPr>
      </p:sp>
      <p:sp>
        <p:nvSpPr>
          <p:cNvPr id="923" name="path-884">
            <a:extLst xmlns:a="http://schemas.openxmlformats.org/drawingml/2006/main">
              <a:ext uri="{FF2B5EF4-FFF2-40B4-BE49-F238E27FC236}">
                <a16:creationId xmlns:a16="http://schemas.microsoft.com/office/drawing/2014/main" id="{932F594B-1C51-4453-8D65-19C07AED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790" y="5484933"/>
            <a:ext cx="1773864" cy="191"/>
          </a:xfrm>
          <a:custGeom xmlns:a="http://schemas.openxmlformats.org/drawingml/2006/main">
            <a:pathLst>
              <a:path w="1624400" h="191">
                <a:moveTo>
                  <a:pt x="16244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924" name="path-885">
            <a:extLst xmlns:a="http://schemas.openxmlformats.org/drawingml/2006/main">
              <a:ext uri="{FF2B5EF4-FFF2-40B4-BE49-F238E27FC236}">
                <a16:creationId xmlns:a16="http://schemas.microsoft.com/office/drawing/2014/main" id="{C9D363F6-571D-45AC-A2D5-1760DF8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496" y="3672327"/>
            <a:ext cx="191" cy="1745752"/>
          </a:xfrm>
          <a:custGeom xmlns:a="http://schemas.openxmlformats.org/drawingml/2006/main">
            <a:pathLst>
              <a:path w="191" h="1598656">
                <a:moveTo>
                  <a:pt x="0" y="0"/>
                </a:moveTo>
                <a:lnTo>
                  <a:pt x="0" y="1598656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925" name="path-886">
            <a:extLst xmlns:a="http://schemas.openxmlformats.org/drawingml/2006/main">
              <a:ext uri="{FF2B5EF4-FFF2-40B4-BE49-F238E27FC236}">
                <a16:creationId xmlns:a16="http://schemas.microsoft.com/office/drawing/2014/main" id="{76DDE038-01ED-44E1-B701-64A4F55F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94" y="5388285"/>
            <a:ext cx="59603" cy="79469"/>
          </a:xfrm>
          <a:custGeom xmlns:a="http://schemas.openxmlformats.org/drawingml/2006/main">
            <a:pathLst>
              <a:path w="54580" h="72773">
                <a:moveTo>
                  <a:pt x="27290" y="72773"/>
                </a:moveTo>
                <a:lnTo>
                  <a:pt x="54580" y="0"/>
                </a:lnTo>
                <a:lnTo>
                  <a:pt x="27290" y="27290"/>
                </a:lnTo>
                <a:lnTo>
                  <a:pt x="0" y="0"/>
                </a:lnTo>
                <a:lnTo>
                  <a:pt x="27290" y="727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6" name="path-887">
            <a:extLst xmlns:a="http://schemas.openxmlformats.org/drawingml/2006/main">
              <a:ext uri="{FF2B5EF4-FFF2-40B4-BE49-F238E27FC236}">
                <a16:creationId xmlns:a16="http://schemas.microsoft.com/office/drawing/2014/main" id="{A08A93A6-0077-4E25-A372-1BB733B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694" y="5388277"/>
            <a:ext cx="59603" cy="79469"/>
          </a:xfrm>
          <a:custGeom xmlns:a="http://schemas.openxmlformats.org/drawingml/2006/main">
            <a:pathLst>
              <a:path w="54580" h="72773">
                <a:moveTo>
                  <a:pt x="27290" y="72773"/>
                </a:moveTo>
                <a:lnTo>
                  <a:pt x="54580" y="0"/>
                </a:lnTo>
                <a:lnTo>
                  <a:pt x="27290" y="27291"/>
                </a:lnTo>
                <a:lnTo>
                  <a:pt x="0" y="0"/>
                </a:lnTo>
                <a:lnTo>
                  <a:pt x="27290" y="72773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27" name="path-888">
            <a:extLst xmlns:a="http://schemas.openxmlformats.org/drawingml/2006/main">
              <a:ext uri="{FF2B5EF4-FFF2-40B4-BE49-F238E27FC236}">
                <a16:creationId xmlns:a16="http://schemas.microsoft.com/office/drawing/2014/main" id="{4261EC83-C931-45B0-AFCB-A4E17E51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211" y="5221389"/>
            <a:ext cx="116016" cy="191"/>
          </a:xfrm>
          <a:custGeom xmlns:a="http://schemas.openxmlformats.org/drawingml/2006/main">
            <a:pathLst>
              <a:path w="106240" h="191">
                <a:moveTo>
                  <a:pt x="0" y="0"/>
                </a:moveTo>
                <a:lnTo>
                  <a:pt x="1062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928" name="text-889 &gt;">
            <a:extLst xmlns:a="http://schemas.openxmlformats.org/drawingml/2006/main">
              <a:ext uri="{FF2B5EF4-FFF2-40B4-BE49-F238E27FC236}">
                <a16:creationId xmlns:a16="http://schemas.microsoft.com/office/drawing/2014/main" id="{62BF3792-255F-4DE9-999F-F0427C62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211" y="4996116"/>
            <a:ext cx="151816" cy="278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29" name="path-890">
            <a:extLst xmlns:a="http://schemas.openxmlformats.org/drawingml/2006/main">
              <a:ext uri="{FF2B5EF4-FFF2-40B4-BE49-F238E27FC236}">
                <a16:creationId xmlns:a16="http://schemas.microsoft.com/office/drawing/2014/main" id="{AB40F208-EC1B-451A-B9AA-BD7041B3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227" y="5221389"/>
            <a:ext cx="441981" cy="191"/>
          </a:xfrm>
          <a:custGeom xmlns:a="http://schemas.openxmlformats.org/drawingml/2006/main">
            <a:pathLst>
              <a:path w="404740" h="191">
                <a:moveTo>
                  <a:pt x="0" y="0"/>
                </a:moveTo>
                <a:lnTo>
                  <a:pt x="404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930" name="text-891 1800">
            <a:extLst xmlns:a="http://schemas.openxmlformats.org/drawingml/2006/main">
              <a:ext uri="{FF2B5EF4-FFF2-40B4-BE49-F238E27FC236}">
                <a16:creationId xmlns:a16="http://schemas.microsoft.com/office/drawing/2014/main" id="{798166B4-DFD3-43FB-B112-C267DDA4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5227" y="4996146"/>
            <a:ext cx="477789" cy="27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1800</a:t>
            </a:r>
          </a:p>
        </p:txBody>
      </p:sp>
      <p:sp>
        <p:nvSpPr>
          <p:cNvPr id="931" name="text-892 times">
            <a:extLst xmlns:a="http://schemas.openxmlformats.org/drawingml/2006/main">
              <a:ext uri="{FF2B5EF4-FFF2-40B4-BE49-F238E27FC236}">
                <a16:creationId xmlns:a16="http://schemas.microsoft.com/office/drawing/2014/main" id="{256F4D71-63D4-430D-B131-2279F21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36" y="5244486"/>
            <a:ext cx="408374" cy="22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</a:t>
            </a:r>
          </a:p>
        </p:txBody>
      </p:sp>
      <p:sp>
        <p:nvSpPr>
          <p:cNvPr id="932" name="path-893">
            <a:extLst xmlns:a="http://schemas.openxmlformats.org/drawingml/2006/main">
              <a:ext uri="{FF2B5EF4-FFF2-40B4-BE49-F238E27FC236}">
                <a16:creationId xmlns:a16="http://schemas.microsoft.com/office/drawing/2014/main" id="{D7E60088-DACE-4BBF-9103-FCEEDA0C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701" y="2471933"/>
            <a:ext cx="4501544" cy="1762244"/>
          </a:xfrm>
          <a:custGeom xmlns:a="http://schemas.openxmlformats.org/drawingml/2006/main">
            <a:pathLst>
              <a:path w="4122247" h="1613759">
                <a:moveTo>
                  <a:pt x="0" y="0"/>
                </a:moveTo>
                <a:lnTo>
                  <a:pt x="0" y="1613759"/>
                </a:lnTo>
                <a:lnTo>
                  <a:pt x="4122247" y="1613759"/>
                </a:lnTo>
                <a:lnTo>
                  <a:pt x="412224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933" name="text-894 Continuously">
            <a:extLst xmlns:a="http://schemas.openxmlformats.org/drawingml/2006/main">
              <a:ext uri="{FF2B5EF4-FFF2-40B4-BE49-F238E27FC236}">
                <a16:creationId xmlns:a16="http://schemas.microsoft.com/office/drawing/2014/main" id="{FDB075D2-A815-453D-B133-236DE94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5753" y="2821826"/>
            <a:ext cx="1065989" cy="250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Continuously</a:t>
            </a:r>
          </a:p>
        </p:txBody>
      </p:sp>
      <p:sp>
        <p:nvSpPr>
          <p:cNvPr id="934" name="text-895 Scaling">
            <a:extLst xmlns:a="http://schemas.openxmlformats.org/drawingml/2006/main">
              <a:ext uri="{FF2B5EF4-FFF2-40B4-BE49-F238E27FC236}">
                <a16:creationId xmlns:a16="http://schemas.microsoft.com/office/drawing/2014/main" id="{999636B0-5C2C-4375-A740-9B3CA6DC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10" y="3026372"/>
            <a:ext cx="618675" cy="25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Scaling</a:t>
            </a:r>
          </a:p>
        </p:txBody>
      </p:sp>
      <p:sp>
        <p:nvSpPr>
          <p:cNvPr id="935" name="text-895 up">
            <a:extLst xmlns:a="http://schemas.openxmlformats.org/drawingml/2006/main">
              <a:ext uri="{FF2B5EF4-FFF2-40B4-BE49-F238E27FC236}">
                <a16:creationId xmlns:a16="http://schemas.microsoft.com/office/drawing/2014/main" id="{1B5D2FB1-B0D9-4932-AA1C-2862A671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1269" y="3026339"/>
            <a:ext cx="231099" cy="250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</a:p>
        </p:txBody>
      </p:sp>
      <p:sp>
        <p:nvSpPr>
          <p:cNvPr id="936" name="text-896 Model">
            <a:extLst xmlns:a="http://schemas.openxmlformats.org/drawingml/2006/main">
              <a:ext uri="{FF2B5EF4-FFF2-40B4-BE49-F238E27FC236}">
                <a16:creationId xmlns:a16="http://schemas.microsoft.com/office/drawing/2014/main" id="{21F7597A-3748-4A68-B267-F34C21F6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0365" y="3230893"/>
            <a:ext cx="519228" cy="25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37" name="text-896 Size">
            <a:extLst xmlns:a="http://schemas.openxmlformats.org/drawingml/2006/main">
              <a:ext uri="{FF2B5EF4-FFF2-40B4-BE49-F238E27FC236}">
                <a16:creationId xmlns:a16="http://schemas.microsoft.com/office/drawing/2014/main" id="{06205E29-E17B-49AB-A1F5-E5515F98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7071" y="3230925"/>
            <a:ext cx="380036" cy="250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</a:t>
            </a:r>
          </a:p>
        </p:txBody>
      </p:sp>
      <p:sp>
        <p:nvSpPr>
          <p:cNvPr id="938" name="text-897 Under">
            <a:extLst xmlns:a="http://schemas.openxmlformats.org/drawingml/2006/main">
              <a:ext uri="{FF2B5EF4-FFF2-40B4-BE49-F238E27FC236}">
                <a16:creationId xmlns:a16="http://schemas.microsoft.com/office/drawing/2014/main" id="{2BE81BE1-8DAC-4912-A713-7BEF5E1B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994" y="3435429"/>
            <a:ext cx="519235" cy="250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</a:t>
            </a:r>
          </a:p>
        </p:txBody>
      </p:sp>
      <p:sp>
        <p:nvSpPr>
          <p:cNvPr id="939" name="text-897 the">
            <a:extLst xmlns:a="http://schemas.openxmlformats.org/drawingml/2006/main">
              <a:ext uri="{FF2B5EF4-FFF2-40B4-BE49-F238E27FC236}">
                <a16:creationId xmlns:a16="http://schemas.microsoft.com/office/drawing/2014/main" id="{B55ECB8E-8E65-4322-920E-DCFF3FD6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6700" y="3435462"/>
            <a:ext cx="280762" cy="2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940" name="text-898 Scaling">
            <a:extLst xmlns:a="http://schemas.openxmlformats.org/drawingml/2006/main">
              <a:ext uri="{FF2B5EF4-FFF2-40B4-BE49-F238E27FC236}">
                <a16:creationId xmlns:a16="http://schemas.microsoft.com/office/drawing/2014/main" id="{17ED9F02-8602-43FC-B1AC-1FE00B64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203" y="3639970"/>
            <a:ext cx="668150" cy="250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Scaling</a:t>
            </a:r>
          </a:p>
        </p:txBody>
      </p:sp>
      <p:sp>
        <p:nvSpPr>
          <p:cNvPr id="941" name="text-898 Laws">
            <a:extLst xmlns:a="http://schemas.openxmlformats.org/drawingml/2006/main">
              <a:ext uri="{FF2B5EF4-FFF2-40B4-BE49-F238E27FC236}">
                <a16:creationId xmlns:a16="http://schemas.microsoft.com/office/drawing/2014/main" id="{FFF0A722-EEE6-4CD8-A921-E6B569E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1820" y="3639970"/>
            <a:ext cx="479385" cy="250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Laws</a:t>
            </a:r>
          </a:p>
        </p:txBody>
      </p:sp>
      <p:sp>
        <p:nvSpPr>
          <p:cNvPr id="942" name="path-899">
            <a:extLst xmlns:a="http://schemas.openxmlformats.org/drawingml/2006/main">
              <a:ext uri="{FF2B5EF4-FFF2-40B4-BE49-F238E27FC236}">
                <a16:creationId xmlns:a16="http://schemas.microsoft.com/office/drawing/2014/main" id="{D4F48C8A-EE2D-465E-8BE6-04DBAA4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31" y="3484279"/>
            <a:ext cx="191" cy="693374"/>
          </a:xfrm>
          <a:custGeom xmlns:a="http://schemas.openxmlformats.org/drawingml/2006/main">
            <a:pathLst>
              <a:path w="191" h="634951">
                <a:moveTo>
                  <a:pt x="0" y="0"/>
                </a:moveTo>
                <a:lnTo>
                  <a:pt x="0" y="634951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943" name="path-900">
            <a:extLst xmlns:a="http://schemas.openxmlformats.org/drawingml/2006/main">
              <a:ext uri="{FF2B5EF4-FFF2-40B4-BE49-F238E27FC236}">
                <a16:creationId xmlns:a16="http://schemas.microsoft.com/office/drawing/2014/main" id="{04790C16-C52E-43DF-9823-8529EC38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35" y="3540366"/>
            <a:ext cx="95363" cy="253338"/>
          </a:xfrm>
          <a:custGeom xmlns:a="http://schemas.openxmlformats.org/drawingml/2006/main">
            <a:pathLst>
              <a:path w="87327" h="231992">
                <a:moveTo>
                  <a:pt x="0" y="0"/>
                </a:moveTo>
                <a:lnTo>
                  <a:pt x="87327" y="0"/>
                </a:lnTo>
                <a:lnTo>
                  <a:pt x="87327" y="231992"/>
                </a:lnTo>
                <a:lnTo>
                  <a:pt x="0" y="231992"/>
                </a:lnTo>
                <a:close/>
              </a:path>
            </a:pathLst>
          </a:custGeom>
          <a:solidFill xmlns:a="http://schemas.openxmlformats.org/drawingml/2006/main">
            <a:srgbClr val="517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path-901">
            <a:extLst xmlns:a="http://schemas.openxmlformats.org/drawingml/2006/main">
              <a:ext uri="{FF2B5EF4-FFF2-40B4-BE49-F238E27FC236}">
                <a16:creationId xmlns:a16="http://schemas.microsoft.com/office/drawing/2014/main" id="{7E20EB6C-A0CB-45FA-8C71-726DA2E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31" y="3540406"/>
            <a:ext cx="95363" cy="253308"/>
          </a:xfrm>
          <a:custGeom xmlns:a="http://schemas.openxmlformats.org/drawingml/2006/main">
            <a:pathLst>
              <a:path w="87327" h="231964">
                <a:moveTo>
                  <a:pt x="0" y="0"/>
                </a:moveTo>
                <a:lnTo>
                  <a:pt x="0" y="231964"/>
                </a:lnTo>
                <a:lnTo>
                  <a:pt x="87327" y="231964"/>
                </a:lnTo>
                <a:lnTo>
                  <a:pt x="8732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945" name="text-902 ViT-22B">
            <a:extLst xmlns:a="http://schemas.openxmlformats.org/drawingml/2006/main">
              <a:ext uri="{FF2B5EF4-FFF2-40B4-BE49-F238E27FC236}">
                <a16:creationId xmlns:a16="http://schemas.microsoft.com/office/drawing/2014/main" id="{62049B13-2970-4617-AD7B-80652F39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5478" y="3853855"/>
            <a:ext cx="532653" cy="19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ViT-22B</a:t>
            </a:r>
          </a:p>
        </p:txBody>
      </p:sp>
      <p:sp>
        <p:nvSpPr>
          <p:cNvPr id="946" name="text-903 (2023)">
            <a:extLst xmlns:a="http://schemas.openxmlformats.org/drawingml/2006/main">
              <a:ext uri="{FF2B5EF4-FFF2-40B4-BE49-F238E27FC236}">
                <a16:creationId xmlns:a16="http://schemas.microsoft.com/office/drawing/2014/main" id="{6F8E675B-7C30-4CEC-9D75-7135B6D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704" y="4017263"/>
            <a:ext cx="305057" cy="139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3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(2023)</a:t>
            </a:r>
          </a:p>
        </p:txBody>
      </p:sp>
      <p:sp>
        <p:nvSpPr>
          <p:cNvPr id="947" name="text-904 LeNet-5">
            <a:extLst xmlns:a="http://schemas.openxmlformats.org/drawingml/2006/main">
              <a:ext uri="{FF2B5EF4-FFF2-40B4-BE49-F238E27FC236}">
                <a16:creationId xmlns:a16="http://schemas.microsoft.com/office/drawing/2014/main" id="{005C94CD-0580-468D-A175-4F47F682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4255" y="3519073"/>
            <a:ext cx="535100" cy="194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LeNet-5</a:t>
            </a:r>
          </a:p>
        </p:txBody>
      </p:sp>
      <p:sp>
        <p:nvSpPr>
          <p:cNvPr id="948" name="text-905 (1998)">
            <a:extLst xmlns:a="http://schemas.openxmlformats.org/drawingml/2006/main">
              <a:ext uri="{FF2B5EF4-FFF2-40B4-BE49-F238E27FC236}">
                <a16:creationId xmlns:a16="http://schemas.microsoft.com/office/drawing/2014/main" id="{2B697BD0-8F0E-4F3B-A1DD-49143AC3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704" y="3682498"/>
            <a:ext cx="305057" cy="139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3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83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(1998)</a:t>
            </a:r>
          </a:p>
        </p:txBody>
      </p:sp>
      <p:sp>
        <p:nvSpPr>
          <p:cNvPr id="949" name="text-906 ~60K">
            <a:extLst xmlns:a="http://schemas.openxmlformats.org/drawingml/2006/main">
              <a:ext uri="{FF2B5EF4-FFF2-40B4-BE49-F238E27FC236}">
                <a16:creationId xmlns:a16="http://schemas.microsoft.com/office/drawing/2014/main" id="{EDEBAF90-5EF7-41E7-9194-2F9D0DCE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5061" y="3552755"/>
            <a:ext cx="353727" cy="19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~60K</a:t>
            </a:r>
          </a:p>
        </p:txBody>
      </p:sp>
      <p:sp>
        <p:nvSpPr>
          <p:cNvPr id="950" name="text-906 parameters">
            <a:extLst xmlns:a="http://schemas.openxmlformats.org/drawingml/2006/main">
              <a:ext uri="{FF2B5EF4-FFF2-40B4-BE49-F238E27FC236}">
                <a16:creationId xmlns:a16="http://schemas.microsoft.com/office/drawing/2014/main" id="{0100F295-1C5B-4578-9739-BCB07E0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2378" y="3552754"/>
            <a:ext cx="728445" cy="19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951" name="path-907">
            <a:extLst xmlns:a="http://schemas.openxmlformats.org/drawingml/2006/main">
              <a:ext uri="{FF2B5EF4-FFF2-40B4-BE49-F238E27FC236}">
                <a16:creationId xmlns:a16="http://schemas.microsoft.com/office/drawing/2014/main" id="{2D658001-03AB-4A71-9B06-7B0480D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172" y="3542788"/>
            <a:ext cx="191" cy="405397"/>
          </a:xfrm>
          <a:custGeom xmlns:a="http://schemas.openxmlformats.org/drawingml/2006/main">
            <a:pathLst>
              <a:path w="191" h="371239">
                <a:moveTo>
                  <a:pt x="0" y="3712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952" name="path-908">
            <a:extLst xmlns:a="http://schemas.openxmlformats.org/drawingml/2006/main">
              <a:ext uri="{FF2B5EF4-FFF2-40B4-BE49-F238E27FC236}">
                <a16:creationId xmlns:a16="http://schemas.microsoft.com/office/drawing/2014/main" id="{70CAC8CF-18E0-403C-A211-7A734E00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338" y="3767988"/>
            <a:ext cx="2331904" cy="191"/>
          </a:xfrm>
          <a:custGeom xmlns:a="http://schemas.openxmlformats.org/drawingml/2006/main">
            <a:pathLst>
              <a:path w="2135419" h="191">
                <a:moveTo>
                  <a:pt x="213541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953" name="path-909">
            <a:extLst xmlns:a="http://schemas.openxmlformats.org/drawingml/2006/main">
              <a:ext uri="{FF2B5EF4-FFF2-40B4-BE49-F238E27FC236}">
                <a16:creationId xmlns:a16="http://schemas.microsoft.com/office/drawing/2014/main" id="{0262784B-9C28-4199-99D2-314886B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672" y="3738165"/>
            <a:ext cx="79470" cy="59603"/>
          </a:xfrm>
          <a:custGeom xmlns:a="http://schemas.openxmlformats.org/drawingml/2006/main">
            <a:pathLst>
              <a:path w="72774" h="54580">
                <a:moveTo>
                  <a:pt x="0" y="27290"/>
                </a:moveTo>
                <a:lnTo>
                  <a:pt x="72774" y="54580"/>
                </a:lnTo>
                <a:lnTo>
                  <a:pt x="45484" y="27290"/>
                </a:lnTo>
                <a:lnTo>
                  <a:pt x="72774" y="0"/>
                </a:lnTo>
                <a:lnTo>
                  <a:pt x="0" y="272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4" name="path-910">
            <a:extLst xmlns:a="http://schemas.openxmlformats.org/drawingml/2006/main">
              <a:ext uri="{FF2B5EF4-FFF2-40B4-BE49-F238E27FC236}">
                <a16:creationId xmlns:a16="http://schemas.microsoft.com/office/drawing/2014/main" id="{861E9619-383D-4484-A70C-A2C99C48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670" y="3738185"/>
            <a:ext cx="79470" cy="59602"/>
          </a:xfrm>
          <a:custGeom xmlns:a="http://schemas.openxmlformats.org/drawingml/2006/main">
            <a:pathLst>
              <a:path w="72774" h="54580">
                <a:moveTo>
                  <a:pt x="0" y="27291"/>
                </a:moveTo>
                <a:lnTo>
                  <a:pt x="72774" y="54580"/>
                </a:lnTo>
                <a:lnTo>
                  <a:pt x="45483" y="27291"/>
                </a:lnTo>
                <a:lnTo>
                  <a:pt x="72774" y="0"/>
                </a:lnTo>
                <a:lnTo>
                  <a:pt x="0" y="27291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55" name="path-911">
            <a:extLst xmlns:a="http://schemas.openxmlformats.org/drawingml/2006/main">
              <a:ext uri="{FF2B5EF4-FFF2-40B4-BE49-F238E27FC236}">
                <a16:creationId xmlns:a16="http://schemas.microsoft.com/office/drawing/2014/main" id="{D71A0E8C-9F18-4501-B753-39477886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403" y="3721398"/>
            <a:ext cx="116026" cy="191"/>
          </a:xfrm>
          <a:custGeom xmlns:a="http://schemas.openxmlformats.org/drawingml/2006/main">
            <a:pathLst>
              <a:path w="106249" h="191">
                <a:moveTo>
                  <a:pt x="0" y="0"/>
                </a:moveTo>
                <a:lnTo>
                  <a:pt x="1062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956" name="text-912 &gt;">
            <a:extLst xmlns:a="http://schemas.openxmlformats.org/drawingml/2006/main">
              <a:ext uri="{FF2B5EF4-FFF2-40B4-BE49-F238E27FC236}">
                <a16:creationId xmlns:a16="http://schemas.microsoft.com/office/drawing/2014/main" id="{9BE1AB29-98FD-4F43-91EB-0ABCE3FD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7403" y="3494335"/>
            <a:ext cx="151817" cy="278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57" name="path-913">
            <a:extLst xmlns:a="http://schemas.openxmlformats.org/drawingml/2006/main">
              <a:ext uri="{FF2B5EF4-FFF2-40B4-BE49-F238E27FC236}">
                <a16:creationId xmlns:a16="http://schemas.microsoft.com/office/drawing/2014/main" id="{2E3F0EB7-5BF5-4DE0-8DBF-81554649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428" y="3721398"/>
            <a:ext cx="220986" cy="191"/>
          </a:xfrm>
          <a:custGeom xmlns:a="http://schemas.openxmlformats.org/drawingml/2006/main">
            <a:pathLst>
              <a:path w="202366" h="191">
                <a:moveTo>
                  <a:pt x="0" y="0"/>
                </a:moveTo>
                <a:lnTo>
                  <a:pt x="2023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958" name="text-914 10">
            <a:extLst xmlns:a="http://schemas.openxmlformats.org/drawingml/2006/main">
              <a:ext uri="{FF2B5EF4-FFF2-40B4-BE49-F238E27FC236}">
                <a16:creationId xmlns:a16="http://schemas.microsoft.com/office/drawing/2014/main" id="{31B4EC92-4185-4F33-B264-54F2E3D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3428" y="3494327"/>
            <a:ext cx="256791" cy="278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59" name="path-915">
            <a:extLst xmlns:a="http://schemas.openxmlformats.org/drawingml/2006/main">
              <a:ext uri="{FF2B5EF4-FFF2-40B4-BE49-F238E27FC236}">
                <a16:creationId xmlns:a16="http://schemas.microsoft.com/office/drawing/2014/main" id="{0F4A6796-C878-4D10-BD48-6F0B77AA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415" y="3721398"/>
            <a:ext cx="74582" cy="191"/>
          </a:xfrm>
          <a:custGeom xmlns:a="http://schemas.openxmlformats.org/drawingml/2006/main">
            <a:pathLst>
              <a:path w="68298" h="191">
                <a:moveTo>
                  <a:pt x="0" y="0"/>
                </a:moveTo>
                <a:lnTo>
                  <a:pt x="6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960" name="text-916 ^">
            <a:extLst xmlns:a="http://schemas.openxmlformats.org/drawingml/2006/main">
              <a:ext uri="{FF2B5EF4-FFF2-40B4-BE49-F238E27FC236}">
                <a16:creationId xmlns:a16="http://schemas.microsoft.com/office/drawing/2014/main" id="{8029F57B-5EF8-4F9A-8080-A7198CA1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4415" y="3534045"/>
            <a:ext cx="103226" cy="2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^</a:t>
            </a:r>
          </a:p>
        </p:txBody>
      </p:sp>
      <p:sp>
        <p:nvSpPr>
          <p:cNvPr id="961" name="path-917">
            <a:extLst xmlns:a="http://schemas.openxmlformats.org/drawingml/2006/main">
              <a:ext uri="{FF2B5EF4-FFF2-40B4-BE49-F238E27FC236}">
                <a16:creationId xmlns:a16="http://schemas.microsoft.com/office/drawing/2014/main" id="{B1A9FC85-C91E-4419-96D1-231CE8FB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997" y="3721398"/>
            <a:ext cx="78457" cy="191"/>
          </a:xfrm>
          <a:custGeom xmlns:a="http://schemas.openxmlformats.org/drawingml/2006/main">
            <a:pathLst>
              <a:path w="71846" h="191">
                <a:moveTo>
                  <a:pt x="0" y="0"/>
                </a:moveTo>
                <a:lnTo>
                  <a:pt x="718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962" name="text-918 5">
            <a:extLst xmlns:a="http://schemas.openxmlformats.org/drawingml/2006/main">
              <a:ext uri="{FF2B5EF4-FFF2-40B4-BE49-F238E27FC236}">
                <a16:creationId xmlns:a16="http://schemas.microsoft.com/office/drawing/2014/main" id="{3CC0BF9F-0CB6-44A9-BFFE-76FF85A9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8997" y="3534072"/>
            <a:ext cx="117035" cy="22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63" name="text-920 times">
            <a:extLst xmlns:a="http://schemas.openxmlformats.org/drawingml/2006/main">
              <a:ext uri="{FF2B5EF4-FFF2-40B4-BE49-F238E27FC236}">
                <a16:creationId xmlns:a16="http://schemas.microsoft.com/office/drawing/2014/main" id="{1E06A2BA-EB03-4666-BC85-0F71421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2588" y="3534098"/>
            <a:ext cx="408375" cy="22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</a:t>
            </a:r>
          </a:p>
        </p:txBody>
      </p:sp>
      <p:sp>
        <p:nvSpPr>
          <p:cNvPr id="964" name="path-921">
            <a:extLst xmlns:a="http://schemas.openxmlformats.org/drawingml/2006/main">
              <a:ext uri="{FF2B5EF4-FFF2-40B4-BE49-F238E27FC236}">
                <a16:creationId xmlns:a16="http://schemas.microsoft.com/office/drawing/2014/main" id="{BD6B6DBD-C551-46C6-8466-02791E9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35" y="3875133"/>
            <a:ext cx="2495737" cy="253338"/>
          </a:xfrm>
          <a:custGeom xmlns:a="http://schemas.openxmlformats.org/drawingml/2006/main">
            <a:pathLst>
              <a:path w="2285448" h="231992">
                <a:moveTo>
                  <a:pt x="0" y="0"/>
                </a:moveTo>
                <a:lnTo>
                  <a:pt x="2285448" y="0"/>
                </a:lnTo>
                <a:lnTo>
                  <a:pt x="2285448" y="231992"/>
                </a:lnTo>
                <a:lnTo>
                  <a:pt x="0" y="231992"/>
                </a:lnTo>
                <a:close/>
              </a:path>
            </a:pathLst>
          </a:custGeom>
          <a:solidFill xmlns:a="http://schemas.openxmlformats.org/drawingml/2006/main">
            <a:srgbClr val="CB5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22">
            <a:extLst xmlns:a="http://schemas.openxmlformats.org/drawingml/2006/main">
              <a:ext uri="{FF2B5EF4-FFF2-40B4-BE49-F238E27FC236}">
                <a16:creationId xmlns:a16="http://schemas.microsoft.com/office/drawing/2014/main" id="{E49A0733-7E39-49A6-944A-4A2AD102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31" y="3875172"/>
            <a:ext cx="2495740" cy="253311"/>
          </a:xfrm>
          <a:custGeom xmlns:a="http://schemas.openxmlformats.org/drawingml/2006/main">
            <a:pathLst>
              <a:path w="2285451" h="231967">
                <a:moveTo>
                  <a:pt x="0" y="0"/>
                </a:moveTo>
                <a:lnTo>
                  <a:pt x="0" y="231967"/>
                </a:lnTo>
                <a:lnTo>
                  <a:pt x="2285451" y="231967"/>
                </a:lnTo>
                <a:lnTo>
                  <a:pt x="22854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966" name="text-923 ~22,000,000K">
            <a:extLst xmlns:a="http://schemas.openxmlformats.org/drawingml/2006/main">
              <a:ext uri="{FF2B5EF4-FFF2-40B4-BE49-F238E27FC236}">
                <a16:creationId xmlns:a16="http://schemas.microsoft.com/office/drawing/2014/main" id="{4FF0E1EC-10F1-44D1-8696-2E513B4C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4476" y="3905301"/>
            <a:ext cx="895107" cy="194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~22,000,000K</a:t>
            </a:r>
          </a:p>
        </p:txBody>
      </p:sp>
      <p:sp>
        <p:nvSpPr>
          <p:cNvPr id="967" name="text-923 parameters">
            <a:extLst xmlns:a="http://schemas.openxmlformats.org/drawingml/2006/main">
              <a:ext uri="{FF2B5EF4-FFF2-40B4-BE49-F238E27FC236}">
                <a16:creationId xmlns:a16="http://schemas.microsoft.com/office/drawing/2014/main" id="{19654B0B-4F8C-4412-BE43-69D681B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3173" y="3905299"/>
            <a:ext cx="728445" cy="19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968" name="path-924">
            <a:extLst xmlns:a="http://schemas.openxmlformats.org/drawingml/2006/main">
              <a:ext uri="{FF2B5EF4-FFF2-40B4-BE49-F238E27FC236}">
                <a16:creationId xmlns:a16="http://schemas.microsoft.com/office/drawing/2014/main" id="{94B06EB4-95E4-48B2-A46A-BC658F7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28" y="2715538"/>
            <a:ext cx="130838" cy="130838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8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925">
            <a:extLst xmlns:a="http://schemas.openxmlformats.org/drawingml/2006/main">
              <a:ext uri="{FF2B5EF4-FFF2-40B4-BE49-F238E27FC236}">
                <a16:creationId xmlns:a16="http://schemas.microsoft.com/office/drawing/2014/main" id="{55D9818C-F8DF-4F8F-B3E4-909AF27C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28" y="2933206"/>
            <a:ext cx="130838" cy="130837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926">
            <a:extLst xmlns:a="http://schemas.openxmlformats.org/drawingml/2006/main">
              <a:ext uri="{FF2B5EF4-FFF2-40B4-BE49-F238E27FC236}">
                <a16:creationId xmlns:a16="http://schemas.microsoft.com/office/drawing/2014/main" id="{7D70D97C-31A6-4571-A9B7-E0057874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828" y="3150874"/>
            <a:ext cx="130838" cy="130836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927">
            <a:extLst xmlns:a="http://schemas.openxmlformats.org/drawingml/2006/main">
              <a:ext uri="{FF2B5EF4-FFF2-40B4-BE49-F238E27FC236}">
                <a16:creationId xmlns:a16="http://schemas.microsoft.com/office/drawing/2014/main" id="{F5E86BF9-00BB-4FE7-95AC-CF3F9466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734" y="2824371"/>
            <a:ext cx="130836" cy="130838"/>
          </a:xfrm>
          <a:custGeom xmlns:a="http://schemas.openxmlformats.org/drawingml/2006/main">
            <a:pathLst>
              <a:path w="119812" h="119813">
                <a:moveTo>
                  <a:pt x="98499" y="21314"/>
                </a:moveTo>
                <a:cubicBezTo>
                  <a:pt x="119812" y="42628"/>
                  <a:pt x="119812" y="77186"/>
                  <a:pt x="98499" y="98499"/>
                </a:cubicBezTo>
                <a:cubicBezTo>
                  <a:pt x="77185" y="119813"/>
                  <a:pt x="42627" y="119813"/>
                  <a:pt x="21313" y="98499"/>
                </a:cubicBezTo>
                <a:cubicBezTo>
                  <a:pt x="0" y="77186"/>
                  <a:pt x="0" y="42628"/>
                  <a:pt x="21313" y="21314"/>
                </a:cubicBezTo>
                <a:cubicBezTo>
                  <a:pt x="42627" y="0"/>
                  <a:pt x="77185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28">
            <a:extLst xmlns:a="http://schemas.openxmlformats.org/drawingml/2006/main">
              <a:ext uri="{FF2B5EF4-FFF2-40B4-BE49-F238E27FC236}">
                <a16:creationId xmlns:a16="http://schemas.microsoft.com/office/drawing/2014/main" id="{7DDB93E6-37BD-45DA-BFFD-55B9A0AF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734" y="3042040"/>
            <a:ext cx="130836" cy="130837"/>
          </a:xfrm>
          <a:custGeom xmlns:a="http://schemas.openxmlformats.org/drawingml/2006/main">
            <a:pathLst>
              <a:path w="119812" h="119812">
                <a:moveTo>
                  <a:pt x="98499" y="21313"/>
                </a:moveTo>
                <a:cubicBezTo>
                  <a:pt x="119812" y="42627"/>
                  <a:pt x="119812" y="77185"/>
                  <a:pt x="98499" y="98499"/>
                </a:cubicBezTo>
                <a:cubicBezTo>
                  <a:pt x="77185" y="119812"/>
                  <a:pt x="42627" y="119812"/>
                  <a:pt x="21313" y="98499"/>
                </a:cubicBezTo>
                <a:cubicBezTo>
                  <a:pt x="0" y="77185"/>
                  <a:pt x="0" y="42627"/>
                  <a:pt x="21313" y="21313"/>
                </a:cubicBezTo>
                <a:cubicBezTo>
                  <a:pt x="42627" y="0"/>
                  <a:pt x="77185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29">
            <a:extLst xmlns:a="http://schemas.openxmlformats.org/drawingml/2006/main">
              <a:ext uri="{FF2B5EF4-FFF2-40B4-BE49-F238E27FC236}">
                <a16:creationId xmlns:a16="http://schemas.microsoft.com/office/drawing/2014/main" id="{EE206BA3-DB71-45AB-A35E-3A6E5A10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572" y="2800442"/>
            <a:ext cx="201252" cy="69835"/>
          </a:xfrm>
          <a:custGeom xmlns:a="http://schemas.openxmlformats.org/drawingml/2006/main">
            <a:pathLst>
              <a:path w="184295" h="63950">
                <a:moveTo>
                  <a:pt x="184295" y="6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74" name="path-930">
            <a:extLst xmlns:a="http://schemas.openxmlformats.org/drawingml/2006/main">
              <a:ext uri="{FF2B5EF4-FFF2-40B4-BE49-F238E27FC236}">
                <a16:creationId xmlns:a16="http://schemas.microsoft.com/office/drawing/2014/main" id="{0928F9A3-7004-4399-91B9-B132A881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572" y="2909317"/>
            <a:ext cx="201252" cy="69835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75" name="path-931">
            <a:extLst xmlns:a="http://schemas.openxmlformats.org/drawingml/2006/main">
              <a:ext uri="{FF2B5EF4-FFF2-40B4-BE49-F238E27FC236}">
                <a16:creationId xmlns:a16="http://schemas.microsoft.com/office/drawing/2014/main" id="{4EA05429-8AA3-438B-B083-159630CF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554" y="2932760"/>
            <a:ext cx="231289" cy="240597"/>
          </a:xfrm>
          <a:custGeom xmlns:a="http://schemas.openxmlformats.org/drawingml/2006/main">
            <a:pathLst>
              <a:path w="211800" h="220324">
                <a:moveTo>
                  <a:pt x="0" y="220324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76" name="path-932">
            <a:extLst xmlns:a="http://schemas.openxmlformats.org/drawingml/2006/main">
              <a:ext uri="{FF2B5EF4-FFF2-40B4-BE49-F238E27FC236}">
                <a16:creationId xmlns:a16="http://schemas.microsoft.com/office/drawing/2014/main" id="{B276FE59-357E-48D5-935F-110820C1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554" y="2823886"/>
            <a:ext cx="231289" cy="240597"/>
          </a:xfrm>
          <a:custGeom xmlns:a="http://schemas.openxmlformats.org/drawingml/2006/main">
            <a:pathLst>
              <a:path w="211800" h="220324">
                <a:moveTo>
                  <a:pt x="0" y="0"/>
                </a:moveTo>
                <a:lnTo>
                  <a:pt x="211800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77" name="path-933">
            <a:extLst xmlns:a="http://schemas.openxmlformats.org/drawingml/2006/main">
              <a:ext uri="{FF2B5EF4-FFF2-40B4-BE49-F238E27FC236}">
                <a16:creationId xmlns:a16="http://schemas.microsoft.com/office/drawing/2014/main" id="{D7A4515F-1EA5-41F8-A0B1-2050D07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572" y="3018191"/>
            <a:ext cx="201252" cy="69732"/>
          </a:xfrm>
          <a:custGeom xmlns:a="http://schemas.openxmlformats.org/drawingml/2006/main">
            <a:pathLst>
              <a:path w="184295" h="63857">
                <a:moveTo>
                  <a:pt x="0" y="0"/>
                </a:moveTo>
                <a:lnTo>
                  <a:pt x="184295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78" name="path-934">
            <a:extLst xmlns:a="http://schemas.openxmlformats.org/drawingml/2006/main">
              <a:ext uri="{FF2B5EF4-FFF2-40B4-BE49-F238E27FC236}">
                <a16:creationId xmlns:a16="http://schemas.microsoft.com/office/drawing/2014/main" id="{1022C59E-EE6B-4C34-9B49-D70A55B1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572" y="3126963"/>
            <a:ext cx="201252" cy="69835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79" name="path-935">
            <a:extLst xmlns:a="http://schemas.openxmlformats.org/drawingml/2006/main">
              <a:ext uri="{FF2B5EF4-FFF2-40B4-BE49-F238E27FC236}">
                <a16:creationId xmlns:a16="http://schemas.microsoft.com/office/drawing/2014/main" id="{CA997FD0-5AB5-4521-8B8C-42AEB2C4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512" y="2606705"/>
            <a:ext cx="130838" cy="130837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36">
            <a:extLst xmlns:a="http://schemas.openxmlformats.org/drawingml/2006/main">
              <a:ext uri="{FF2B5EF4-FFF2-40B4-BE49-F238E27FC236}">
                <a16:creationId xmlns:a16="http://schemas.microsoft.com/office/drawing/2014/main" id="{36DC1E40-AB51-4E0C-839D-A3F0CB1A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512" y="2824371"/>
            <a:ext cx="130838" cy="130838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8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37">
            <a:extLst xmlns:a="http://schemas.openxmlformats.org/drawingml/2006/main">
              <a:ext uri="{FF2B5EF4-FFF2-40B4-BE49-F238E27FC236}">
                <a16:creationId xmlns:a16="http://schemas.microsoft.com/office/drawing/2014/main" id="{44348E9A-091C-4F4B-933E-4F89277F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512" y="3042040"/>
            <a:ext cx="130838" cy="130837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38">
            <a:extLst xmlns:a="http://schemas.openxmlformats.org/drawingml/2006/main">
              <a:ext uri="{FF2B5EF4-FFF2-40B4-BE49-F238E27FC236}">
                <a16:creationId xmlns:a16="http://schemas.microsoft.com/office/drawing/2014/main" id="{906C41B4-7892-4B36-87EF-0988746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17" y="2715538"/>
            <a:ext cx="130838" cy="130838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8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39">
            <a:extLst xmlns:a="http://schemas.openxmlformats.org/drawingml/2006/main">
              <a:ext uri="{FF2B5EF4-FFF2-40B4-BE49-F238E27FC236}">
                <a16:creationId xmlns:a16="http://schemas.microsoft.com/office/drawing/2014/main" id="{EEB2E092-FAE9-40AF-861E-57886833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17" y="2933206"/>
            <a:ext cx="130838" cy="130837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40">
            <a:extLst xmlns:a="http://schemas.openxmlformats.org/drawingml/2006/main">
              <a:ext uri="{FF2B5EF4-FFF2-40B4-BE49-F238E27FC236}">
                <a16:creationId xmlns:a16="http://schemas.microsoft.com/office/drawing/2014/main" id="{EC2B550F-1DA0-4C3A-8F3E-091DAD9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8" y="2691671"/>
            <a:ext cx="201253" cy="69735"/>
          </a:xfrm>
          <a:custGeom xmlns:a="http://schemas.openxmlformats.org/drawingml/2006/main">
            <a:pathLst>
              <a:path w="184295" h="63860">
                <a:moveTo>
                  <a:pt x="184295" y="638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85" name="path-941">
            <a:extLst xmlns:a="http://schemas.openxmlformats.org/drawingml/2006/main">
              <a:ext uri="{FF2B5EF4-FFF2-40B4-BE49-F238E27FC236}">
                <a16:creationId xmlns:a16="http://schemas.microsoft.com/office/drawing/2014/main" id="{78F0079E-6E6E-4EEA-8BD8-5071846F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8" y="2800442"/>
            <a:ext cx="201253" cy="69835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86" name="path-942">
            <a:extLst xmlns:a="http://schemas.openxmlformats.org/drawingml/2006/main">
              <a:ext uri="{FF2B5EF4-FFF2-40B4-BE49-F238E27FC236}">
                <a16:creationId xmlns:a16="http://schemas.microsoft.com/office/drawing/2014/main" id="{DD7032B6-3C93-49A0-82CB-2D6F35F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240" y="2823886"/>
            <a:ext cx="231289" cy="240597"/>
          </a:xfrm>
          <a:custGeom xmlns:a="http://schemas.openxmlformats.org/drawingml/2006/main">
            <a:pathLst>
              <a:path w="211800" h="220324">
                <a:moveTo>
                  <a:pt x="0" y="220324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87" name="path-943">
            <a:extLst xmlns:a="http://schemas.openxmlformats.org/drawingml/2006/main">
              <a:ext uri="{FF2B5EF4-FFF2-40B4-BE49-F238E27FC236}">
                <a16:creationId xmlns:a16="http://schemas.microsoft.com/office/drawing/2014/main" id="{A522FCEF-6938-423E-9E8A-9D821F3F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240" y="2715111"/>
            <a:ext cx="231289" cy="240597"/>
          </a:xfrm>
          <a:custGeom xmlns:a="http://schemas.openxmlformats.org/drawingml/2006/main">
            <a:pathLst>
              <a:path w="211800" h="220324">
                <a:moveTo>
                  <a:pt x="0" y="0"/>
                </a:moveTo>
                <a:lnTo>
                  <a:pt x="211800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88" name="path-944">
            <a:extLst xmlns:a="http://schemas.openxmlformats.org/drawingml/2006/main">
              <a:ext uri="{FF2B5EF4-FFF2-40B4-BE49-F238E27FC236}">
                <a16:creationId xmlns:a16="http://schemas.microsoft.com/office/drawing/2014/main" id="{9D445585-6649-42E5-B179-4A0FD6A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8" y="2909317"/>
            <a:ext cx="201253" cy="69835"/>
          </a:xfrm>
          <a:custGeom xmlns:a="http://schemas.openxmlformats.org/drawingml/2006/main">
            <a:pathLst>
              <a:path w="184295" h="63950">
                <a:moveTo>
                  <a:pt x="0" y="0"/>
                </a:moveTo>
                <a:lnTo>
                  <a:pt x="184295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89" name="path-945">
            <a:extLst xmlns:a="http://schemas.openxmlformats.org/drawingml/2006/main">
              <a:ext uri="{FF2B5EF4-FFF2-40B4-BE49-F238E27FC236}">
                <a16:creationId xmlns:a16="http://schemas.microsoft.com/office/drawing/2014/main" id="{898596B1-33EB-425C-AA4B-991A7FAB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8" y="3018191"/>
            <a:ext cx="201253" cy="69732"/>
          </a:xfrm>
          <a:custGeom xmlns:a="http://schemas.openxmlformats.org/drawingml/2006/main">
            <a:pathLst>
              <a:path w="184295" h="63857">
                <a:moveTo>
                  <a:pt x="0" y="63857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90" name="path-946">
            <a:extLst xmlns:a="http://schemas.openxmlformats.org/drawingml/2006/main">
              <a:ext uri="{FF2B5EF4-FFF2-40B4-BE49-F238E27FC236}">
                <a16:creationId xmlns:a16="http://schemas.microsoft.com/office/drawing/2014/main" id="{3070FAF6-13C3-48C8-8A78-297B2DFD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2512" y="3259707"/>
            <a:ext cx="130838" cy="130837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7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7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1" name="path-947">
            <a:extLst xmlns:a="http://schemas.openxmlformats.org/drawingml/2006/main">
              <a:ext uri="{FF2B5EF4-FFF2-40B4-BE49-F238E27FC236}">
                <a16:creationId xmlns:a16="http://schemas.microsoft.com/office/drawing/2014/main" id="{B9534D2A-0B1D-4C66-8874-88C087B2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17" y="3150874"/>
            <a:ext cx="130838" cy="130836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48">
            <a:extLst xmlns:a="http://schemas.openxmlformats.org/drawingml/2006/main">
              <a:ext uri="{FF2B5EF4-FFF2-40B4-BE49-F238E27FC236}">
                <a16:creationId xmlns:a16="http://schemas.microsoft.com/office/drawing/2014/main" id="{BB223FE5-DB7E-4E64-B837-13B54E07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8" y="3126963"/>
            <a:ext cx="201253" cy="69835"/>
          </a:xfrm>
          <a:custGeom xmlns:a="http://schemas.openxmlformats.org/drawingml/2006/main">
            <a:pathLst>
              <a:path w="184295" h="63950">
                <a:moveTo>
                  <a:pt x="184295" y="6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93" name="path-949">
            <a:extLst xmlns:a="http://schemas.openxmlformats.org/drawingml/2006/main">
              <a:ext uri="{FF2B5EF4-FFF2-40B4-BE49-F238E27FC236}">
                <a16:creationId xmlns:a16="http://schemas.microsoft.com/office/drawing/2014/main" id="{88A5D463-472B-427F-9895-C10AA96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258" y="3235841"/>
            <a:ext cx="201253" cy="69732"/>
          </a:xfrm>
          <a:custGeom xmlns:a="http://schemas.openxmlformats.org/drawingml/2006/main">
            <a:pathLst>
              <a:path w="184295" h="63857">
                <a:moveTo>
                  <a:pt x="0" y="63857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94" name="path-950">
            <a:extLst xmlns:a="http://schemas.openxmlformats.org/drawingml/2006/main">
              <a:ext uri="{FF2B5EF4-FFF2-40B4-BE49-F238E27FC236}">
                <a16:creationId xmlns:a16="http://schemas.microsoft.com/office/drawing/2014/main" id="{A38D1BB4-5DCE-4C86-9A85-B173AFDA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324" y="2824371"/>
            <a:ext cx="130837" cy="130838"/>
          </a:xfrm>
          <a:custGeom xmlns:a="http://schemas.openxmlformats.org/drawingml/2006/main">
            <a:pathLst>
              <a:path w="119812" h="119813">
                <a:moveTo>
                  <a:pt x="98499" y="21314"/>
                </a:moveTo>
                <a:cubicBezTo>
                  <a:pt x="119812" y="42628"/>
                  <a:pt x="119812" y="77186"/>
                  <a:pt x="98499" y="98499"/>
                </a:cubicBezTo>
                <a:cubicBezTo>
                  <a:pt x="77186" y="119813"/>
                  <a:pt x="42627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5" name="path-951">
            <a:extLst xmlns:a="http://schemas.openxmlformats.org/drawingml/2006/main">
              <a:ext uri="{FF2B5EF4-FFF2-40B4-BE49-F238E27FC236}">
                <a16:creationId xmlns:a16="http://schemas.microsoft.com/office/drawing/2014/main" id="{DD39EF2D-5FBD-4818-96B2-DBFD8D93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3" y="2800442"/>
            <a:ext cx="201253" cy="69835"/>
          </a:xfrm>
          <a:custGeom xmlns:a="http://schemas.openxmlformats.org/drawingml/2006/main">
            <a:pathLst>
              <a:path w="184295" h="63950">
                <a:moveTo>
                  <a:pt x="0" y="0"/>
                </a:moveTo>
                <a:lnTo>
                  <a:pt x="184295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96" name="path-952">
            <a:extLst xmlns:a="http://schemas.openxmlformats.org/drawingml/2006/main">
              <a:ext uri="{FF2B5EF4-FFF2-40B4-BE49-F238E27FC236}">
                <a16:creationId xmlns:a16="http://schemas.microsoft.com/office/drawing/2014/main" id="{ECADCC0B-9430-4807-B4CE-5121F3DC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3" y="2909317"/>
            <a:ext cx="201253" cy="69835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97" name="path-953">
            <a:extLst xmlns:a="http://schemas.openxmlformats.org/drawingml/2006/main">
              <a:ext uri="{FF2B5EF4-FFF2-40B4-BE49-F238E27FC236}">
                <a16:creationId xmlns:a16="http://schemas.microsoft.com/office/drawing/2014/main" id="{876387CB-DBBA-4940-B990-35BFCBE6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324" y="3042040"/>
            <a:ext cx="130837" cy="130837"/>
          </a:xfrm>
          <a:custGeom xmlns:a="http://schemas.openxmlformats.org/drawingml/2006/main">
            <a:pathLst>
              <a:path w="119812" h="119812">
                <a:moveTo>
                  <a:pt x="98499" y="21313"/>
                </a:moveTo>
                <a:cubicBezTo>
                  <a:pt x="119812" y="42627"/>
                  <a:pt x="119812" y="77185"/>
                  <a:pt x="98499" y="98499"/>
                </a:cubicBezTo>
                <a:cubicBezTo>
                  <a:pt x="77186" y="119812"/>
                  <a:pt x="42627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8" name="path-954">
            <a:extLst xmlns:a="http://schemas.openxmlformats.org/drawingml/2006/main">
              <a:ext uri="{FF2B5EF4-FFF2-40B4-BE49-F238E27FC236}">
                <a16:creationId xmlns:a16="http://schemas.microsoft.com/office/drawing/2014/main" id="{5783F180-5038-4DDF-B59C-B0E616B3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46" y="2823886"/>
            <a:ext cx="231288" cy="240597"/>
          </a:xfrm>
          <a:custGeom xmlns:a="http://schemas.openxmlformats.org/drawingml/2006/main">
            <a:pathLst>
              <a:path w="211800" h="220324">
                <a:moveTo>
                  <a:pt x="211800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999" name="path-955">
            <a:extLst xmlns:a="http://schemas.openxmlformats.org/drawingml/2006/main">
              <a:ext uri="{FF2B5EF4-FFF2-40B4-BE49-F238E27FC236}">
                <a16:creationId xmlns:a16="http://schemas.microsoft.com/office/drawing/2014/main" id="{7CBDD439-EA6A-442F-9293-DC42A50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3" y="3018191"/>
            <a:ext cx="201253" cy="69732"/>
          </a:xfrm>
          <a:custGeom xmlns:a="http://schemas.openxmlformats.org/drawingml/2006/main">
            <a:pathLst>
              <a:path w="184295" h="63857">
                <a:moveTo>
                  <a:pt x="0" y="0"/>
                </a:moveTo>
                <a:lnTo>
                  <a:pt x="184295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00" name="path-956">
            <a:extLst xmlns:a="http://schemas.openxmlformats.org/drawingml/2006/main">
              <a:ext uri="{FF2B5EF4-FFF2-40B4-BE49-F238E27FC236}">
                <a16:creationId xmlns:a16="http://schemas.microsoft.com/office/drawing/2014/main" id="{320C912A-794B-4C05-A7E6-64F3C2E4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163" y="3126963"/>
            <a:ext cx="201253" cy="69835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01" name="path-957">
            <a:extLst xmlns:a="http://schemas.openxmlformats.org/drawingml/2006/main">
              <a:ext uri="{FF2B5EF4-FFF2-40B4-BE49-F238E27FC236}">
                <a16:creationId xmlns:a16="http://schemas.microsoft.com/office/drawing/2014/main" id="{9A639388-B829-4B55-A6B9-92B4B63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46" y="2932760"/>
            <a:ext cx="231288" cy="240597"/>
          </a:xfrm>
          <a:custGeom xmlns:a="http://schemas.openxmlformats.org/drawingml/2006/main">
            <a:pathLst>
              <a:path w="211800" h="220324">
                <a:moveTo>
                  <a:pt x="0" y="220324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02" name="path-958">
            <a:extLst xmlns:a="http://schemas.openxmlformats.org/drawingml/2006/main">
              <a:ext uri="{FF2B5EF4-FFF2-40B4-BE49-F238E27FC236}">
                <a16:creationId xmlns:a16="http://schemas.microsoft.com/office/drawing/2014/main" id="{46A2986D-7906-42CE-8048-09B9AE6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21" y="2832630"/>
            <a:ext cx="254327" cy="440857"/>
          </a:xfrm>
          <a:custGeom xmlns:a="http://schemas.openxmlformats.org/drawingml/2006/main">
            <a:pathLst>
              <a:path w="232898" h="403711">
                <a:moveTo>
                  <a:pt x="0" y="403711"/>
                </a:moveTo>
                <a:lnTo>
                  <a:pt x="2328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03" name="path-959">
            <a:extLst xmlns:a="http://schemas.openxmlformats.org/drawingml/2006/main">
              <a:ext uri="{FF2B5EF4-FFF2-40B4-BE49-F238E27FC236}">
                <a16:creationId xmlns:a16="http://schemas.microsoft.com/office/drawing/2014/main" id="{8B6277DE-AF8C-4C83-BA8F-CF34647E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240" y="3041635"/>
            <a:ext cx="231289" cy="240494"/>
          </a:xfrm>
          <a:custGeom xmlns:a="http://schemas.openxmlformats.org/drawingml/2006/main">
            <a:pathLst>
              <a:path w="211800" h="220230">
                <a:moveTo>
                  <a:pt x="0" y="220230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04" name="path-960">
            <a:extLst xmlns:a="http://schemas.openxmlformats.org/drawingml/2006/main">
              <a:ext uri="{FF2B5EF4-FFF2-40B4-BE49-F238E27FC236}">
                <a16:creationId xmlns:a16="http://schemas.microsoft.com/office/drawing/2014/main" id="{E6C34A74-277D-4EED-9EB8-8E6DFEFA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240" y="2932760"/>
            <a:ext cx="231289" cy="240597"/>
          </a:xfrm>
          <a:custGeom xmlns:a="http://schemas.openxmlformats.org/drawingml/2006/main">
            <a:pathLst>
              <a:path w="211800" h="220324">
                <a:moveTo>
                  <a:pt x="211800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05" name="path-961">
            <a:extLst xmlns:a="http://schemas.openxmlformats.org/drawingml/2006/main">
              <a:ext uri="{FF2B5EF4-FFF2-40B4-BE49-F238E27FC236}">
                <a16:creationId xmlns:a16="http://schemas.microsoft.com/office/drawing/2014/main" id="{E5E2C060-7B31-4865-9A67-76134161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21" y="2723756"/>
            <a:ext cx="254327" cy="440857"/>
          </a:xfrm>
          <a:custGeom xmlns:a="http://schemas.openxmlformats.org/drawingml/2006/main">
            <a:pathLst>
              <a:path w="232898" h="403711">
                <a:moveTo>
                  <a:pt x="232898" y="4037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06" name="path-962">
            <a:extLst xmlns:a="http://schemas.openxmlformats.org/drawingml/2006/main">
              <a:ext uri="{FF2B5EF4-FFF2-40B4-BE49-F238E27FC236}">
                <a16:creationId xmlns:a16="http://schemas.microsoft.com/office/drawing/2014/main" id="{75434407-8E0A-4DC4-86E5-758BC0B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102" y="2497871"/>
            <a:ext cx="130847" cy="130837"/>
          </a:xfrm>
          <a:custGeom xmlns:a="http://schemas.openxmlformats.org/drawingml/2006/main">
            <a:pathLst>
              <a:path w="119822" h="119812">
                <a:moveTo>
                  <a:pt x="98499" y="21314"/>
                </a:moveTo>
                <a:cubicBezTo>
                  <a:pt x="119822" y="42628"/>
                  <a:pt x="119822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7" name="path-963">
            <a:extLst xmlns:a="http://schemas.openxmlformats.org/drawingml/2006/main">
              <a:ext uri="{FF2B5EF4-FFF2-40B4-BE49-F238E27FC236}">
                <a16:creationId xmlns:a16="http://schemas.microsoft.com/office/drawing/2014/main" id="{98D944D7-8BC8-4D04-B89F-D61297BD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102" y="2715538"/>
            <a:ext cx="130847" cy="130838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964">
            <a:extLst xmlns:a="http://schemas.openxmlformats.org/drawingml/2006/main">
              <a:ext uri="{FF2B5EF4-FFF2-40B4-BE49-F238E27FC236}">
                <a16:creationId xmlns:a16="http://schemas.microsoft.com/office/drawing/2014/main" id="{4187B508-5D5B-4737-B58D-502EECCC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102" y="2933206"/>
            <a:ext cx="130847" cy="130837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path-965">
            <a:extLst xmlns:a="http://schemas.openxmlformats.org/drawingml/2006/main">
              <a:ext uri="{FF2B5EF4-FFF2-40B4-BE49-F238E27FC236}">
                <a16:creationId xmlns:a16="http://schemas.microsoft.com/office/drawing/2014/main" id="{EA010EBA-7166-46F8-812D-F60BFE5C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08" y="2606705"/>
            <a:ext cx="130847" cy="130837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7" y="119812"/>
                  <a:pt x="21313" y="98499"/>
                </a:cubicBezTo>
                <a:cubicBezTo>
                  <a:pt x="0" y="77185"/>
                  <a:pt x="0" y="42627"/>
                  <a:pt x="21313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966">
            <a:extLst xmlns:a="http://schemas.openxmlformats.org/drawingml/2006/main">
              <a:ext uri="{FF2B5EF4-FFF2-40B4-BE49-F238E27FC236}">
                <a16:creationId xmlns:a16="http://schemas.microsoft.com/office/drawing/2014/main" id="{3684CC55-1D67-4E4E-BEC7-FB7FACF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08" y="2824371"/>
            <a:ext cx="130847" cy="130838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7" y="119813"/>
                  <a:pt x="21313" y="98499"/>
                </a:cubicBezTo>
                <a:cubicBezTo>
                  <a:pt x="0" y="77186"/>
                  <a:pt x="0" y="42628"/>
                  <a:pt x="21313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path-967">
            <a:extLst xmlns:a="http://schemas.openxmlformats.org/drawingml/2006/main">
              <a:ext uri="{FF2B5EF4-FFF2-40B4-BE49-F238E27FC236}">
                <a16:creationId xmlns:a16="http://schemas.microsoft.com/office/drawing/2014/main" id="{D988C6ED-78C1-4075-90AF-9A845AF2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2582793"/>
            <a:ext cx="201257" cy="69835"/>
          </a:xfrm>
          <a:custGeom xmlns:a="http://schemas.openxmlformats.org/drawingml/2006/main">
            <a:pathLst>
              <a:path w="184299" h="63950">
                <a:moveTo>
                  <a:pt x="184299" y="6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12" name="path-968">
            <a:extLst xmlns:a="http://schemas.openxmlformats.org/drawingml/2006/main">
              <a:ext uri="{FF2B5EF4-FFF2-40B4-BE49-F238E27FC236}">
                <a16:creationId xmlns:a16="http://schemas.microsoft.com/office/drawing/2014/main" id="{16976262-85E9-4DD8-8D0D-6DD2137C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2691671"/>
            <a:ext cx="201257" cy="69735"/>
          </a:xfrm>
          <a:custGeom xmlns:a="http://schemas.openxmlformats.org/drawingml/2006/main">
            <a:pathLst>
              <a:path w="184299" h="63860">
                <a:moveTo>
                  <a:pt x="0" y="6386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13" name="path-969">
            <a:extLst xmlns:a="http://schemas.openxmlformats.org/drawingml/2006/main">
              <a:ext uri="{FF2B5EF4-FFF2-40B4-BE49-F238E27FC236}">
                <a16:creationId xmlns:a16="http://schemas.microsoft.com/office/drawing/2014/main" id="{539F7ED6-FFA5-4506-B90D-B626EAE2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30" y="2715111"/>
            <a:ext cx="231287" cy="240597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14" name="path-970">
            <a:extLst xmlns:a="http://schemas.openxmlformats.org/drawingml/2006/main">
              <a:ext uri="{FF2B5EF4-FFF2-40B4-BE49-F238E27FC236}">
                <a16:creationId xmlns:a16="http://schemas.microsoft.com/office/drawing/2014/main" id="{EA4B6DD4-11C5-4B36-BF90-4635DAC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30" y="2606240"/>
            <a:ext cx="231287" cy="240594"/>
          </a:xfrm>
          <a:custGeom xmlns:a="http://schemas.openxmlformats.org/drawingml/2006/main">
            <a:pathLst>
              <a:path w="211799" h="220321">
                <a:moveTo>
                  <a:pt x="0" y="0"/>
                </a:moveTo>
                <a:lnTo>
                  <a:pt x="211799" y="220321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15" name="path-971">
            <a:extLst xmlns:a="http://schemas.openxmlformats.org/drawingml/2006/main">
              <a:ext uri="{FF2B5EF4-FFF2-40B4-BE49-F238E27FC236}">
                <a16:creationId xmlns:a16="http://schemas.microsoft.com/office/drawing/2014/main" id="{2207DF08-7D95-48C4-9760-03C42C7C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2800442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16" name="path-972">
            <a:extLst xmlns:a="http://schemas.openxmlformats.org/drawingml/2006/main">
              <a:ext uri="{FF2B5EF4-FFF2-40B4-BE49-F238E27FC236}">
                <a16:creationId xmlns:a16="http://schemas.microsoft.com/office/drawing/2014/main" id="{53672458-BF05-4FBF-9FFC-B645825D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2909317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17" name="path-973">
            <a:extLst xmlns:a="http://schemas.openxmlformats.org/drawingml/2006/main">
              <a:ext uri="{FF2B5EF4-FFF2-40B4-BE49-F238E27FC236}">
                <a16:creationId xmlns:a16="http://schemas.microsoft.com/office/drawing/2014/main" id="{6FFBF33D-6C95-48FE-964D-D0735283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102" y="3150874"/>
            <a:ext cx="130847" cy="130836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974">
            <a:extLst xmlns:a="http://schemas.openxmlformats.org/drawingml/2006/main">
              <a:ext uri="{FF2B5EF4-FFF2-40B4-BE49-F238E27FC236}">
                <a16:creationId xmlns:a16="http://schemas.microsoft.com/office/drawing/2014/main" id="{7FDCB427-2F92-4FB5-A2A0-19EDA6B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102" y="3368541"/>
            <a:ext cx="130847" cy="130837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5"/>
                  <a:pt x="0" y="42627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9" name="path-975">
            <a:extLst xmlns:a="http://schemas.openxmlformats.org/drawingml/2006/main">
              <a:ext uri="{FF2B5EF4-FFF2-40B4-BE49-F238E27FC236}">
                <a16:creationId xmlns:a16="http://schemas.microsoft.com/office/drawing/2014/main" id="{A4811479-594F-4DF0-A4EB-5703DAE7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08" y="3042040"/>
            <a:ext cx="130847" cy="130837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7" y="119812"/>
                  <a:pt x="21313" y="98499"/>
                </a:cubicBezTo>
                <a:cubicBezTo>
                  <a:pt x="0" y="77185"/>
                  <a:pt x="0" y="42627"/>
                  <a:pt x="21313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0" name="path-976">
            <a:extLst xmlns:a="http://schemas.openxmlformats.org/drawingml/2006/main">
              <a:ext uri="{FF2B5EF4-FFF2-40B4-BE49-F238E27FC236}">
                <a16:creationId xmlns:a16="http://schemas.microsoft.com/office/drawing/2014/main" id="{F0DF8C61-C16D-4B00-AA34-AC1267EE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008" y="3259707"/>
            <a:ext cx="130847" cy="130837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7"/>
                  <a:pt x="119822" y="77186"/>
                  <a:pt x="98499" y="98499"/>
                </a:cubicBezTo>
                <a:cubicBezTo>
                  <a:pt x="77186" y="119813"/>
                  <a:pt x="42627" y="119813"/>
                  <a:pt x="21313" y="98499"/>
                </a:cubicBezTo>
                <a:cubicBezTo>
                  <a:pt x="0" y="77186"/>
                  <a:pt x="0" y="42627"/>
                  <a:pt x="21313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1" name="path-977">
            <a:extLst xmlns:a="http://schemas.openxmlformats.org/drawingml/2006/main">
              <a:ext uri="{FF2B5EF4-FFF2-40B4-BE49-F238E27FC236}">
                <a16:creationId xmlns:a16="http://schemas.microsoft.com/office/drawing/2014/main" id="{7CCF649D-FECF-4697-91DB-B03F9AF8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3018191"/>
            <a:ext cx="201257" cy="69732"/>
          </a:xfrm>
          <a:custGeom xmlns:a="http://schemas.openxmlformats.org/drawingml/2006/main">
            <a:pathLst>
              <a:path w="184299" h="63857">
                <a:moveTo>
                  <a:pt x="184299" y="638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2" name="path-978">
            <a:extLst xmlns:a="http://schemas.openxmlformats.org/drawingml/2006/main">
              <a:ext uri="{FF2B5EF4-FFF2-40B4-BE49-F238E27FC236}">
                <a16:creationId xmlns:a16="http://schemas.microsoft.com/office/drawing/2014/main" id="{2333AB9F-6814-40C6-8982-97E8D0DC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3126963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3" name="path-979">
            <a:extLst xmlns:a="http://schemas.openxmlformats.org/drawingml/2006/main">
              <a:ext uri="{FF2B5EF4-FFF2-40B4-BE49-F238E27FC236}">
                <a16:creationId xmlns:a16="http://schemas.microsoft.com/office/drawing/2014/main" id="{39BB6D52-AB40-42CE-A376-0B2BF930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30" y="3150407"/>
            <a:ext cx="231287" cy="240597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4" name="path-980">
            <a:extLst xmlns:a="http://schemas.openxmlformats.org/drawingml/2006/main">
              <a:ext uri="{FF2B5EF4-FFF2-40B4-BE49-F238E27FC236}">
                <a16:creationId xmlns:a16="http://schemas.microsoft.com/office/drawing/2014/main" id="{37E66268-3601-4E68-ABBC-E547F1A6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30" y="3041635"/>
            <a:ext cx="231287" cy="240494"/>
          </a:xfrm>
          <a:custGeom xmlns:a="http://schemas.openxmlformats.org/drawingml/2006/main">
            <a:pathLst>
              <a:path w="211799" h="220230">
                <a:moveTo>
                  <a:pt x="0" y="0"/>
                </a:moveTo>
                <a:lnTo>
                  <a:pt x="211799" y="22023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5" name="path-981">
            <a:extLst xmlns:a="http://schemas.openxmlformats.org/drawingml/2006/main">
              <a:ext uri="{FF2B5EF4-FFF2-40B4-BE49-F238E27FC236}">
                <a16:creationId xmlns:a16="http://schemas.microsoft.com/office/drawing/2014/main" id="{76090C7A-B8D3-4879-9C2A-347D12B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3235841"/>
            <a:ext cx="201257" cy="69732"/>
          </a:xfrm>
          <a:custGeom xmlns:a="http://schemas.openxmlformats.org/drawingml/2006/main">
            <a:pathLst>
              <a:path w="184299" h="63857">
                <a:moveTo>
                  <a:pt x="0" y="0"/>
                </a:moveTo>
                <a:lnTo>
                  <a:pt x="184299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6" name="path-982">
            <a:extLst xmlns:a="http://schemas.openxmlformats.org/drawingml/2006/main">
              <a:ext uri="{FF2B5EF4-FFF2-40B4-BE49-F238E27FC236}">
                <a16:creationId xmlns:a16="http://schemas.microsoft.com/office/drawing/2014/main" id="{5FF4B8D9-D901-45B4-B756-04FB3F57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850" y="3344612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7" name="path-983">
            <a:extLst xmlns:a="http://schemas.openxmlformats.org/drawingml/2006/main">
              <a:ext uri="{FF2B5EF4-FFF2-40B4-BE49-F238E27FC236}">
                <a16:creationId xmlns:a16="http://schemas.microsoft.com/office/drawing/2014/main" id="{602809B4-C8D1-4107-B682-3EA90F9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913" y="2715538"/>
            <a:ext cx="130847" cy="130838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path-984">
            <a:extLst xmlns:a="http://schemas.openxmlformats.org/drawingml/2006/main">
              <a:ext uri="{FF2B5EF4-FFF2-40B4-BE49-F238E27FC236}">
                <a16:creationId xmlns:a16="http://schemas.microsoft.com/office/drawing/2014/main" id="{D22F93D6-9724-4781-96F5-F85C127E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55" y="2691671"/>
            <a:ext cx="201257" cy="69735"/>
          </a:xfrm>
          <a:custGeom xmlns:a="http://schemas.openxmlformats.org/drawingml/2006/main">
            <a:pathLst>
              <a:path w="184299" h="63860">
                <a:moveTo>
                  <a:pt x="0" y="0"/>
                </a:moveTo>
                <a:lnTo>
                  <a:pt x="184299" y="6386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29" name="path-985">
            <a:extLst xmlns:a="http://schemas.openxmlformats.org/drawingml/2006/main">
              <a:ext uri="{FF2B5EF4-FFF2-40B4-BE49-F238E27FC236}">
                <a16:creationId xmlns:a16="http://schemas.microsoft.com/office/drawing/2014/main" id="{F088434B-A688-461C-A2A7-8B163EA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55" y="2800442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0" name="path-986">
            <a:extLst xmlns:a="http://schemas.openxmlformats.org/drawingml/2006/main">
              <a:ext uri="{FF2B5EF4-FFF2-40B4-BE49-F238E27FC236}">
                <a16:creationId xmlns:a16="http://schemas.microsoft.com/office/drawing/2014/main" id="{08065ECF-2E3B-48D5-8C40-C6DB53FE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913" y="2933206"/>
            <a:ext cx="130847" cy="130837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987">
            <a:extLst xmlns:a="http://schemas.openxmlformats.org/drawingml/2006/main">
              <a:ext uri="{FF2B5EF4-FFF2-40B4-BE49-F238E27FC236}">
                <a16:creationId xmlns:a16="http://schemas.microsoft.com/office/drawing/2014/main" id="{A498DCF2-F2AE-4D7F-B981-EBCC77EC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913" y="3150874"/>
            <a:ext cx="130847" cy="130836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988">
            <a:extLst xmlns:a="http://schemas.openxmlformats.org/drawingml/2006/main">
              <a:ext uri="{FF2B5EF4-FFF2-40B4-BE49-F238E27FC236}">
                <a16:creationId xmlns:a16="http://schemas.microsoft.com/office/drawing/2014/main" id="{D7C59D6B-4434-426B-9B33-20006C89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36" y="2715111"/>
            <a:ext cx="231287" cy="240597"/>
          </a:xfrm>
          <a:custGeom xmlns:a="http://schemas.openxmlformats.org/drawingml/2006/main">
            <a:pathLst>
              <a:path w="211799" h="220324">
                <a:moveTo>
                  <a:pt x="211799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3" name="path-989">
            <a:extLst xmlns:a="http://schemas.openxmlformats.org/drawingml/2006/main">
              <a:ext uri="{FF2B5EF4-FFF2-40B4-BE49-F238E27FC236}">
                <a16:creationId xmlns:a16="http://schemas.microsoft.com/office/drawing/2014/main" id="{6A48EFF0-A947-4798-B30E-1DB1FEB1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55" y="2909317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4" name="path-990">
            <a:extLst xmlns:a="http://schemas.openxmlformats.org/drawingml/2006/main">
              <a:ext uri="{FF2B5EF4-FFF2-40B4-BE49-F238E27FC236}">
                <a16:creationId xmlns:a16="http://schemas.microsoft.com/office/drawing/2014/main" id="{F6E2AFA7-E894-4C69-9472-1C7A3E6D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55" y="3018191"/>
            <a:ext cx="201257" cy="69732"/>
          </a:xfrm>
          <a:custGeom xmlns:a="http://schemas.openxmlformats.org/drawingml/2006/main">
            <a:pathLst>
              <a:path w="184299" h="63857">
                <a:moveTo>
                  <a:pt x="0" y="63857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5" name="path-991">
            <a:extLst xmlns:a="http://schemas.openxmlformats.org/drawingml/2006/main">
              <a:ext uri="{FF2B5EF4-FFF2-40B4-BE49-F238E27FC236}">
                <a16:creationId xmlns:a16="http://schemas.microsoft.com/office/drawing/2014/main" id="{9CED20FE-8C50-46F0-8941-3DE9B3E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36" y="2932760"/>
            <a:ext cx="231287" cy="240597"/>
          </a:xfrm>
          <a:custGeom xmlns:a="http://schemas.openxmlformats.org/drawingml/2006/main">
            <a:pathLst>
              <a:path w="211799" h="220324">
                <a:moveTo>
                  <a:pt x="0" y="0"/>
                </a:moveTo>
                <a:lnTo>
                  <a:pt x="211799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6" name="path-992">
            <a:extLst xmlns:a="http://schemas.openxmlformats.org/drawingml/2006/main">
              <a:ext uri="{FF2B5EF4-FFF2-40B4-BE49-F238E27FC236}">
                <a16:creationId xmlns:a16="http://schemas.microsoft.com/office/drawing/2014/main" id="{4CE3AC2D-181C-4FAA-9BF5-D3C96DA8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55" y="3126963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7" name="path-993">
            <a:extLst xmlns:a="http://schemas.openxmlformats.org/drawingml/2006/main">
              <a:ext uri="{FF2B5EF4-FFF2-40B4-BE49-F238E27FC236}">
                <a16:creationId xmlns:a16="http://schemas.microsoft.com/office/drawing/2014/main" id="{5BA986DC-914D-44C9-8EA2-62979BC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55" y="3235841"/>
            <a:ext cx="201257" cy="69732"/>
          </a:xfrm>
          <a:custGeom xmlns:a="http://schemas.openxmlformats.org/drawingml/2006/main">
            <a:pathLst>
              <a:path w="184299" h="63857">
                <a:moveTo>
                  <a:pt x="0" y="63857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8" name="path-994">
            <a:extLst xmlns:a="http://schemas.openxmlformats.org/drawingml/2006/main">
              <a:ext uri="{FF2B5EF4-FFF2-40B4-BE49-F238E27FC236}">
                <a16:creationId xmlns:a16="http://schemas.microsoft.com/office/drawing/2014/main" id="{ED24FCFA-A320-4915-B56B-1CA3AE5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36" y="3041635"/>
            <a:ext cx="231287" cy="240494"/>
          </a:xfrm>
          <a:custGeom xmlns:a="http://schemas.openxmlformats.org/drawingml/2006/main">
            <a:pathLst>
              <a:path w="211799" h="220230">
                <a:moveTo>
                  <a:pt x="0" y="220230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39" name="path-995">
            <a:extLst xmlns:a="http://schemas.openxmlformats.org/drawingml/2006/main">
              <a:ext uri="{FF2B5EF4-FFF2-40B4-BE49-F238E27FC236}">
                <a16:creationId xmlns:a16="http://schemas.microsoft.com/office/drawing/2014/main" id="{F7970D5A-9941-4B57-9C12-F6020D8F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222" y="2723756"/>
            <a:ext cx="254323" cy="440857"/>
          </a:xfrm>
          <a:custGeom xmlns:a="http://schemas.openxmlformats.org/drawingml/2006/main">
            <a:pathLst>
              <a:path w="232894" h="403711">
                <a:moveTo>
                  <a:pt x="0" y="0"/>
                </a:moveTo>
                <a:lnTo>
                  <a:pt x="232894" y="403711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0" name="path-996">
            <a:extLst xmlns:a="http://schemas.openxmlformats.org/drawingml/2006/main">
              <a:ext uri="{FF2B5EF4-FFF2-40B4-BE49-F238E27FC236}">
                <a16:creationId xmlns:a16="http://schemas.microsoft.com/office/drawing/2014/main" id="{EB5A6722-50E4-4A2F-B8C3-4A931656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36" y="2823886"/>
            <a:ext cx="231287" cy="240597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1" name="path-997">
            <a:extLst xmlns:a="http://schemas.openxmlformats.org/drawingml/2006/main">
              <a:ext uri="{FF2B5EF4-FFF2-40B4-BE49-F238E27FC236}">
                <a16:creationId xmlns:a16="http://schemas.microsoft.com/office/drawing/2014/main" id="{669689E3-D5C1-4BCC-A42B-73E19793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222" y="2832630"/>
            <a:ext cx="254323" cy="440857"/>
          </a:xfrm>
          <a:custGeom xmlns:a="http://schemas.openxmlformats.org/drawingml/2006/main">
            <a:pathLst>
              <a:path w="232894" h="403711">
                <a:moveTo>
                  <a:pt x="0" y="403711"/>
                </a:moveTo>
                <a:lnTo>
                  <a:pt x="232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2" name="path-998">
            <a:extLst xmlns:a="http://schemas.openxmlformats.org/drawingml/2006/main">
              <a:ext uri="{FF2B5EF4-FFF2-40B4-BE49-F238E27FC236}">
                <a16:creationId xmlns:a16="http://schemas.microsoft.com/office/drawing/2014/main" id="{7120A7E6-A36A-4CD4-B97B-1003274C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317" y="2723756"/>
            <a:ext cx="254323" cy="440857"/>
          </a:xfrm>
          <a:custGeom xmlns:a="http://schemas.openxmlformats.org/drawingml/2006/main">
            <a:pathLst>
              <a:path w="232894" h="403711">
                <a:moveTo>
                  <a:pt x="0" y="403711"/>
                </a:moveTo>
                <a:lnTo>
                  <a:pt x="232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3" name="path-999">
            <a:extLst xmlns:a="http://schemas.openxmlformats.org/drawingml/2006/main">
              <a:ext uri="{FF2B5EF4-FFF2-40B4-BE49-F238E27FC236}">
                <a16:creationId xmlns:a16="http://schemas.microsoft.com/office/drawing/2014/main" id="{BDD67844-3610-4FF5-B76B-CEC56E70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234" y="2727230"/>
            <a:ext cx="268478" cy="651655"/>
          </a:xfrm>
          <a:custGeom xmlns:a="http://schemas.openxmlformats.org/drawingml/2006/main">
            <a:pathLst>
              <a:path w="245856" h="596747">
                <a:moveTo>
                  <a:pt x="0" y="596747"/>
                </a:moveTo>
                <a:lnTo>
                  <a:pt x="245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4" name="path-1000">
            <a:extLst xmlns:a="http://schemas.openxmlformats.org/drawingml/2006/main">
              <a:ext uri="{FF2B5EF4-FFF2-40B4-BE49-F238E27FC236}">
                <a16:creationId xmlns:a16="http://schemas.microsoft.com/office/drawing/2014/main" id="{1A0FC78C-CE16-4458-8CAC-CF54BC0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30" y="2932760"/>
            <a:ext cx="231287" cy="240597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5" name="path-1001">
            <a:extLst xmlns:a="http://schemas.openxmlformats.org/drawingml/2006/main">
              <a:ext uri="{FF2B5EF4-FFF2-40B4-BE49-F238E27FC236}">
                <a16:creationId xmlns:a16="http://schemas.microsoft.com/office/drawing/2014/main" id="{943160A5-267D-44A2-AA28-045ED0C1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317" y="2941402"/>
            <a:ext cx="254323" cy="440960"/>
          </a:xfrm>
          <a:custGeom xmlns:a="http://schemas.openxmlformats.org/drawingml/2006/main">
            <a:pathLst>
              <a:path w="232894" h="403805">
                <a:moveTo>
                  <a:pt x="0" y="403805"/>
                </a:moveTo>
                <a:lnTo>
                  <a:pt x="232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6" name="path-1002">
            <a:extLst xmlns:a="http://schemas.openxmlformats.org/drawingml/2006/main">
              <a:ext uri="{FF2B5EF4-FFF2-40B4-BE49-F238E27FC236}">
                <a16:creationId xmlns:a16="http://schemas.microsoft.com/office/drawing/2014/main" id="{08ECD77E-7CDF-4C60-AA20-A8A2C92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30" y="2823886"/>
            <a:ext cx="231287" cy="240597"/>
          </a:xfrm>
          <a:custGeom xmlns:a="http://schemas.openxmlformats.org/drawingml/2006/main">
            <a:pathLst>
              <a:path w="211799" h="220324">
                <a:moveTo>
                  <a:pt x="211799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7" name="path-1003">
            <a:extLst xmlns:a="http://schemas.openxmlformats.org/drawingml/2006/main">
              <a:ext uri="{FF2B5EF4-FFF2-40B4-BE49-F238E27FC236}">
                <a16:creationId xmlns:a16="http://schemas.microsoft.com/office/drawing/2014/main" id="{09764C62-E9AA-4CA0-885F-ACD9093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317" y="2614981"/>
            <a:ext cx="254323" cy="440857"/>
          </a:xfrm>
          <a:custGeom xmlns:a="http://schemas.openxmlformats.org/drawingml/2006/main">
            <a:pathLst>
              <a:path w="232894" h="403711">
                <a:moveTo>
                  <a:pt x="232894" y="4037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8" name="path-1004">
            <a:extLst xmlns:a="http://schemas.openxmlformats.org/drawingml/2006/main">
              <a:ext uri="{FF2B5EF4-FFF2-40B4-BE49-F238E27FC236}">
                <a16:creationId xmlns:a16="http://schemas.microsoft.com/office/drawing/2014/main" id="{DADFDD3C-A6B8-4934-9527-E9E5E4A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1234" y="2618458"/>
            <a:ext cx="268478" cy="651552"/>
          </a:xfrm>
          <a:custGeom xmlns:a="http://schemas.openxmlformats.org/drawingml/2006/main">
            <a:pathLst>
              <a:path w="245856" h="596653">
                <a:moveTo>
                  <a:pt x="245856" y="5966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49" name="path-1005">
            <a:extLst xmlns:a="http://schemas.openxmlformats.org/drawingml/2006/main">
              <a:ext uri="{FF2B5EF4-FFF2-40B4-BE49-F238E27FC236}">
                <a16:creationId xmlns:a16="http://schemas.microsoft.com/office/drawing/2014/main" id="{8F9D2D8F-CC96-4027-9350-26CC01A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317" y="2832630"/>
            <a:ext cx="254323" cy="440857"/>
          </a:xfrm>
          <a:custGeom xmlns:a="http://schemas.openxmlformats.org/drawingml/2006/main">
            <a:pathLst>
              <a:path w="232894" h="403711">
                <a:moveTo>
                  <a:pt x="232894" y="4037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0" name="path-1006">
            <a:extLst xmlns:a="http://schemas.openxmlformats.org/drawingml/2006/main">
              <a:ext uri="{FF2B5EF4-FFF2-40B4-BE49-F238E27FC236}">
                <a16:creationId xmlns:a16="http://schemas.microsoft.com/office/drawing/2014/main" id="{EF34A2CC-84BE-41B9-95E3-7477993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819" y="2824371"/>
            <a:ext cx="130847" cy="130838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7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1007">
            <a:extLst xmlns:a="http://schemas.openxmlformats.org/drawingml/2006/main">
              <a:ext uri="{FF2B5EF4-FFF2-40B4-BE49-F238E27FC236}">
                <a16:creationId xmlns:a16="http://schemas.microsoft.com/office/drawing/2014/main" id="{9CE56A6C-439C-40F8-9E34-1696F71A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819" y="3042040"/>
            <a:ext cx="130847" cy="130837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7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1008">
            <a:extLst xmlns:a="http://schemas.openxmlformats.org/drawingml/2006/main">
              <a:ext uri="{FF2B5EF4-FFF2-40B4-BE49-F238E27FC236}">
                <a16:creationId xmlns:a16="http://schemas.microsoft.com/office/drawing/2014/main" id="{2BB0744C-D2A0-4177-86F6-3656D64F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661" y="2800442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3" name="path-1009">
            <a:extLst xmlns:a="http://schemas.openxmlformats.org/drawingml/2006/main">
              <a:ext uri="{FF2B5EF4-FFF2-40B4-BE49-F238E27FC236}">
                <a16:creationId xmlns:a16="http://schemas.microsoft.com/office/drawing/2014/main" id="{CF592505-49D2-417C-8D82-9CF1016E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661" y="2909317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4" name="path-1010">
            <a:extLst xmlns:a="http://schemas.openxmlformats.org/drawingml/2006/main">
              <a:ext uri="{FF2B5EF4-FFF2-40B4-BE49-F238E27FC236}">
                <a16:creationId xmlns:a16="http://schemas.microsoft.com/office/drawing/2014/main" id="{66BDB864-5641-44C9-B678-EBC59756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641" y="2932760"/>
            <a:ext cx="231287" cy="240597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5" name="path-1011">
            <a:extLst xmlns:a="http://schemas.openxmlformats.org/drawingml/2006/main">
              <a:ext uri="{FF2B5EF4-FFF2-40B4-BE49-F238E27FC236}">
                <a16:creationId xmlns:a16="http://schemas.microsoft.com/office/drawing/2014/main" id="{57F8A7CF-1463-4C64-8685-36E4EEDE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641" y="2823886"/>
            <a:ext cx="231287" cy="240597"/>
          </a:xfrm>
          <a:custGeom xmlns:a="http://schemas.openxmlformats.org/drawingml/2006/main">
            <a:pathLst>
              <a:path w="211799" h="220324">
                <a:moveTo>
                  <a:pt x="0" y="0"/>
                </a:moveTo>
                <a:lnTo>
                  <a:pt x="211799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6" name="path-1012">
            <a:extLst xmlns:a="http://schemas.openxmlformats.org/drawingml/2006/main">
              <a:ext uri="{FF2B5EF4-FFF2-40B4-BE49-F238E27FC236}">
                <a16:creationId xmlns:a16="http://schemas.microsoft.com/office/drawing/2014/main" id="{70F9AD5B-381A-4840-8813-B02428D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661" y="3018191"/>
            <a:ext cx="201257" cy="69732"/>
          </a:xfrm>
          <a:custGeom xmlns:a="http://schemas.openxmlformats.org/drawingml/2006/main">
            <a:pathLst>
              <a:path w="184299" h="63857">
                <a:moveTo>
                  <a:pt x="0" y="0"/>
                </a:moveTo>
                <a:lnTo>
                  <a:pt x="184299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7" name="path-1013">
            <a:extLst xmlns:a="http://schemas.openxmlformats.org/drawingml/2006/main">
              <a:ext uri="{FF2B5EF4-FFF2-40B4-BE49-F238E27FC236}">
                <a16:creationId xmlns:a16="http://schemas.microsoft.com/office/drawing/2014/main" id="{DB75E18C-4B05-4075-8928-1D76D0B5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661" y="3126963"/>
            <a:ext cx="201257" cy="69835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058" name="path-1014">
            <a:extLst xmlns:a="http://schemas.openxmlformats.org/drawingml/2006/main">
              <a:ext uri="{FF2B5EF4-FFF2-40B4-BE49-F238E27FC236}">
                <a16:creationId xmlns:a16="http://schemas.microsoft.com/office/drawing/2014/main" id="{950B71B5-5C6A-4943-8C72-1F812AC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369" y="2993652"/>
            <a:ext cx="167880" cy="191"/>
          </a:xfrm>
          <a:custGeom xmlns:a="http://schemas.openxmlformats.org/drawingml/2006/main">
            <a:pathLst>
              <a:path w="153734" h="191">
                <a:moveTo>
                  <a:pt x="0" y="0"/>
                </a:moveTo>
                <a:lnTo>
                  <a:pt x="153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059" name="path-1015">
            <a:extLst xmlns:a="http://schemas.openxmlformats.org/drawingml/2006/main">
              <a:ext uri="{FF2B5EF4-FFF2-40B4-BE49-F238E27FC236}">
                <a16:creationId xmlns:a16="http://schemas.microsoft.com/office/drawing/2014/main" id="{4F6887F9-D1A0-4759-AB70-FEA22359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473" y="2960871"/>
            <a:ext cx="87417" cy="65562"/>
          </a:xfrm>
          <a:custGeom xmlns:a="http://schemas.openxmlformats.org/drawingml/2006/main">
            <a:pathLst>
              <a:path w="80052" h="60038">
                <a:moveTo>
                  <a:pt x="80052" y="30019"/>
                </a:moveTo>
                <a:lnTo>
                  <a:pt x="0" y="0"/>
                </a:lnTo>
                <a:lnTo>
                  <a:pt x="30020" y="30019"/>
                </a:lnTo>
                <a:lnTo>
                  <a:pt x="0" y="60038"/>
                </a:lnTo>
                <a:lnTo>
                  <a:pt x="80052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path-1016">
            <a:extLst xmlns:a="http://schemas.openxmlformats.org/drawingml/2006/main">
              <a:ext uri="{FF2B5EF4-FFF2-40B4-BE49-F238E27FC236}">
                <a16:creationId xmlns:a16="http://schemas.microsoft.com/office/drawing/2014/main" id="{B009F4F6-BB7B-4262-8F24-A1E73FA6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467" y="2960872"/>
            <a:ext cx="87417" cy="65563"/>
          </a:xfrm>
          <a:custGeom xmlns:a="http://schemas.openxmlformats.org/drawingml/2006/main">
            <a:pathLst>
              <a:path w="80051" h="60039">
                <a:moveTo>
                  <a:pt x="80051" y="30018"/>
                </a:moveTo>
                <a:lnTo>
                  <a:pt x="0" y="0"/>
                </a:lnTo>
                <a:lnTo>
                  <a:pt x="30020" y="30018"/>
                </a:lnTo>
                <a:lnTo>
                  <a:pt x="0" y="60039"/>
                </a:lnTo>
                <a:lnTo>
                  <a:pt x="80051" y="30018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061" name="path-1017">
            <a:extLst xmlns:a="http://schemas.openxmlformats.org/drawingml/2006/main">
              <a:ext uri="{FF2B5EF4-FFF2-40B4-BE49-F238E27FC236}">
                <a16:creationId xmlns:a16="http://schemas.microsoft.com/office/drawing/2014/main" id="{1B1B8BB8-5690-40B2-A642-B403D8DE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961" y="2993652"/>
            <a:ext cx="167880" cy="191"/>
          </a:xfrm>
          <a:custGeom xmlns:a="http://schemas.openxmlformats.org/drawingml/2006/main">
            <a:pathLst>
              <a:path w="153734" h="191">
                <a:moveTo>
                  <a:pt x="0" y="0"/>
                </a:moveTo>
                <a:lnTo>
                  <a:pt x="153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062" name="path-1018">
            <a:extLst xmlns:a="http://schemas.openxmlformats.org/drawingml/2006/main">
              <a:ext uri="{FF2B5EF4-FFF2-40B4-BE49-F238E27FC236}">
                <a16:creationId xmlns:a16="http://schemas.microsoft.com/office/drawing/2014/main" id="{971523B5-86F3-4AF4-AE2D-9F2DD613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064" y="2960871"/>
            <a:ext cx="87417" cy="65562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19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3" name="path-1019">
            <a:extLst xmlns:a="http://schemas.openxmlformats.org/drawingml/2006/main">
              <a:ext uri="{FF2B5EF4-FFF2-40B4-BE49-F238E27FC236}">
                <a16:creationId xmlns:a16="http://schemas.microsoft.com/office/drawing/2014/main" id="{98F669C6-B2D7-4C7C-B968-4F7082C2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059" y="2960872"/>
            <a:ext cx="87417" cy="65563"/>
          </a:xfrm>
          <a:custGeom xmlns:a="http://schemas.openxmlformats.org/drawingml/2006/main">
            <a:pathLst>
              <a:path w="80051" h="60039">
                <a:moveTo>
                  <a:pt x="80051" y="30018"/>
                </a:moveTo>
                <a:lnTo>
                  <a:pt x="0" y="0"/>
                </a:lnTo>
                <a:lnTo>
                  <a:pt x="30019" y="30018"/>
                </a:lnTo>
                <a:lnTo>
                  <a:pt x="0" y="60039"/>
                </a:lnTo>
                <a:lnTo>
                  <a:pt x="80051" y="30018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064" name="path-1020">
            <a:extLst xmlns:a="http://schemas.openxmlformats.org/drawingml/2006/main">
              <a:ext uri="{FF2B5EF4-FFF2-40B4-BE49-F238E27FC236}">
                <a16:creationId xmlns:a16="http://schemas.microsoft.com/office/drawing/2014/main" id="{D3B21DA7-40D2-4D1C-8C29-12CE8D2F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252" y="2295411"/>
            <a:ext cx="104900" cy="166590"/>
          </a:xfrm>
          <a:custGeom xmlns:a="http://schemas.openxmlformats.org/drawingml/2006/main">
            <a:pathLst>
              <a:path w="96061" h="152553">
                <a:moveTo>
                  <a:pt x="0" y="152553"/>
                </a:moveTo>
                <a:lnTo>
                  <a:pt x="960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1065" name="path-1021">
            <a:extLst xmlns:a="http://schemas.openxmlformats.org/drawingml/2006/main">
              <a:ext uri="{FF2B5EF4-FFF2-40B4-BE49-F238E27FC236}">
                <a16:creationId xmlns:a16="http://schemas.microsoft.com/office/drawing/2014/main" id="{EA1D2B29-4BA9-43BD-BD66-9391B958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912" y="1999785"/>
            <a:ext cx="84560" cy="462217"/>
          </a:xfrm>
          <a:custGeom xmlns:a="http://schemas.openxmlformats.org/drawingml/2006/main">
            <a:pathLst>
              <a:path w="77435" h="423271">
                <a:moveTo>
                  <a:pt x="77435" y="4232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1066" name="path-1022">
            <a:extLst xmlns:a="http://schemas.openxmlformats.org/drawingml/2006/main">
              <a:ext uri="{FF2B5EF4-FFF2-40B4-BE49-F238E27FC236}">
                <a16:creationId xmlns:a16="http://schemas.microsoft.com/office/drawing/2014/main" id="{C09C1C37-78A8-456D-8EEC-3335037E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109" y="2198866"/>
            <a:ext cx="109032" cy="109032"/>
          </a:xfrm>
          <a:custGeom xmlns:a="http://schemas.openxmlformats.org/drawingml/2006/main">
            <a:pathLst>
              <a:path w="99845" h="99845">
                <a:moveTo>
                  <a:pt x="82089" y="17766"/>
                </a:moveTo>
                <a:cubicBezTo>
                  <a:pt x="99845" y="35522"/>
                  <a:pt x="99845" y="64323"/>
                  <a:pt x="82089" y="82088"/>
                </a:cubicBezTo>
                <a:cubicBezTo>
                  <a:pt x="64323" y="99845"/>
                  <a:pt x="35523" y="99845"/>
                  <a:pt x="17766" y="82088"/>
                </a:cubicBezTo>
                <a:cubicBezTo>
                  <a:pt x="0" y="64323"/>
                  <a:pt x="0" y="35522"/>
                  <a:pt x="17766" y="17766"/>
                </a:cubicBezTo>
                <a:cubicBezTo>
                  <a:pt x="35523" y="0"/>
                  <a:pt x="64323" y="0"/>
                  <a:pt x="82089" y="17766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23">
            <a:extLst xmlns:a="http://schemas.openxmlformats.org/drawingml/2006/main">
              <a:ext uri="{FF2B5EF4-FFF2-40B4-BE49-F238E27FC236}">
                <a16:creationId xmlns:a16="http://schemas.microsoft.com/office/drawing/2014/main" id="{3255537C-53F1-4FD6-8A3E-A7391DD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57" y="1896404"/>
            <a:ext cx="109032" cy="109032"/>
          </a:xfrm>
          <a:custGeom xmlns:a="http://schemas.openxmlformats.org/drawingml/2006/main">
            <a:pathLst>
              <a:path w="99845" h="99845">
                <a:moveTo>
                  <a:pt x="82088" y="17756"/>
                </a:moveTo>
                <a:cubicBezTo>
                  <a:pt x="99845" y="35522"/>
                  <a:pt x="99845" y="64322"/>
                  <a:pt x="82088" y="82079"/>
                </a:cubicBezTo>
                <a:cubicBezTo>
                  <a:pt x="64322" y="99845"/>
                  <a:pt x="35523" y="99845"/>
                  <a:pt x="17766" y="82079"/>
                </a:cubicBezTo>
                <a:cubicBezTo>
                  <a:pt x="0" y="64322"/>
                  <a:pt x="0" y="35522"/>
                  <a:pt x="17766" y="17756"/>
                </a:cubicBezTo>
                <a:cubicBezTo>
                  <a:pt x="35523" y="0"/>
                  <a:pt x="64322" y="0"/>
                  <a:pt x="82088" y="17756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8" name="path-1024">
            <a:extLst xmlns:a="http://schemas.openxmlformats.org/drawingml/2006/main">
              <a:ext uri="{FF2B5EF4-FFF2-40B4-BE49-F238E27FC236}">
                <a16:creationId xmlns:a16="http://schemas.microsoft.com/office/drawing/2014/main" id="{347AF4E9-B579-4934-8810-9FEAF168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336" y="2471933"/>
            <a:ext cx="3724846" cy="3456934"/>
          </a:xfrm>
          <a:custGeom xmlns:a="http://schemas.openxmlformats.org/drawingml/2006/main">
            <a:pathLst>
              <a:path w="3410993" h="3165655">
                <a:moveTo>
                  <a:pt x="0" y="0"/>
                </a:moveTo>
                <a:lnTo>
                  <a:pt x="0" y="3165655"/>
                </a:lnTo>
                <a:lnTo>
                  <a:pt x="3410993" y="3165655"/>
                </a:lnTo>
                <a:lnTo>
                  <a:pt x="341099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1069" name="text-1025 Resource-constrained">
            <a:extLst xmlns:a="http://schemas.openxmlformats.org/drawingml/2006/main">
              <a:ext uri="{FF2B5EF4-FFF2-40B4-BE49-F238E27FC236}">
                <a16:creationId xmlns:a16="http://schemas.microsoft.com/office/drawing/2014/main" id="{C1E93CB3-3BA4-4887-8D67-DC2FE0E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2270" y="5600392"/>
            <a:ext cx="1920190" cy="250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Resource-constrained</a:t>
            </a:r>
          </a:p>
        </p:txBody>
      </p:sp>
      <p:sp>
        <p:nvSpPr>
          <p:cNvPr id="1070" name="text-1026 Hardware">
            <a:extLst xmlns:a="http://schemas.openxmlformats.org/drawingml/2006/main">
              <a:ext uri="{FF2B5EF4-FFF2-40B4-BE49-F238E27FC236}">
                <a16:creationId xmlns:a16="http://schemas.microsoft.com/office/drawing/2014/main" id="{87901256-A30A-4D22-B294-39E24816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9901" y="5600390"/>
            <a:ext cx="807354" cy="25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pic>
        <p:nvPic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339A1D61-FD90-4B1C-8B5F-ECD320699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7f09ce40b4f22"/>
          <a:stretch xmlns:a="http://schemas.openxmlformats.org/drawingml/2006/main"/>
        </p:blipFill>
        <p:spPr>
          <a:xfrm xmlns:a="http://schemas.openxmlformats.org/drawingml/2006/main">
            <a:off x="11923728" y="4679095"/>
            <a:ext cx="956930" cy="873719"/>
          </a:xfrm>
          <a:prstGeom xmlns:a="http://schemas.openxmlformats.org/drawingml/2006/main" prst="rect">
            <a:avLst/>
          </a:prstGeom>
        </p:spPr>
      </p:pic>
      <p:sp>
        <p:nvSpPr>
          <p:cNvPr id="1072" name="path-1028">
            <a:extLst xmlns:a="http://schemas.openxmlformats.org/drawingml/2006/main">
              <a:ext uri="{FF2B5EF4-FFF2-40B4-BE49-F238E27FC236}">
                <a16:creationId xmlns:a16="http://schemas.microsoft.com/office/drawing/2014/main" id="{1F6E4A08-2385-4F45-82D3-C27869A8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769" y="5250415"/>
            <a:ext cx="24904" cy="45874"/>
          </a:xfrm>
          <a:custGeom xmlns:a="http://schemas.openxmlformats.org/drawingml/2006/main">
            <a:pathLst>
              <a:path w="22805" h="42009">
                <a:moveTo>
                  <a:pt x="0" y="0"/>
                </a:moveTo>
                <a:lnTo>
                  <a:pt x="22805" y="0"/>
                </a:lnTo>
                <a:lnTo>
                  <a:pt x="22805" y="42009"/>
                </a:lnTo>
                <a:lnTo>
                  <a:pt x="0" y="420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29">
            <a:extLst xmlns:a="http://schemas.openxmlformats.org/drawingml/2006/main">
              <a:ext uri="{FF2B5EF4-FFF2-40B4-BE49-F238E27FC236}">
                <a16:creationId xmlns:a16="http://schemas.microsoft.com/office/drawing/2014/main" id="{E58E5F9C-7C4E-4529-AD92-1DBC3D0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5183" y="4758914"/>
            <a:ext cx="787745" cy="589805"/>
          </a:xfrm>
          <a:custGeom xmlns:a="http://schemas.openxmlformats.org/drawingml/2006/main">
            <a:pathLst>
              <a:path w="721370" h="540108">
                <a:moveTo>
                  <a:pt x="710544" y="80415"/>
                </a:moveTo>
                <a:lnTo>
                  <a:pt x="639771" y="9597"/>
                </a:lnTo>
                <a:cubicBezTo>
                  <a:pt x="633768" y="3603"/>
                  <a:pt x="625308" y="0"/>
                  <a:pt x="615756" y="0"/>
                </a:cubicBezTo>
                <a:lnTo>
                  <a:pt x="16829" y="0"/>
                </a:lnTo>
                <a:cubicBezTo>
                  <a:pt x="7187" y="0"/>
                  <a:pt x="0" y="7205"/>
                  <a:pt x="0" y="16802"/>
                </a:cubicBezTo>
                <a:lnTo>
                  <a:pt x="0" y="523306"/>
                </a:lnTo>
                <a:cubicBezTo>
                  <a:pt x="0" y="532904"/>
                  <a:pt x="7187" y="540108"/>
                  <a:pt x="16829" y="540108"/>
                </a:cubicBezTo>
                <a:cubicBezTo>
                  <a:pt x="26381" y="540108"/>
                  <a:pt x="33657" y="532904"/>
                  <a:pt x="33657" y="523306"/>
                </a:cubicBezTo>
                <a:lnTo>
                  <a:pt x="33657" y="450087"/>
                </a:lnTo>
                <a:lnTo>
                  <a:pt x="90058" y="450087"/>
                </a:lnTo>
                <a:lnTo>
                  <a:pt x="90058" y="508897"/>
                </a:lnTo>
                <a:lnTo>
                  <a:pt x="214864" y="508897"/>
                </a:lnTo>
                <a:lnTo>
                  <a:pt x="214864" y="450087"/>
                </a:lnTo>
                <a:lnTo>
                  <a:pt x="237697" y="450087"/>
                </a:lnTo>
                <a:lnTo>
                  <a:pt x="237697" y="508897"/>
                </a:lnTo>
                <a:lnTo>
                  <a:pt x="553353" y="508897"/>
                </a:lnTo>
                <a:lnTo>
                  <a:pt x="553353" y="450087"/>
                </a:lnTo>
                <a:lnTo>
                  <a:pt x="616938" y="450087"/>
                </a:lnTo>
                <a:cubicBezTo>
                  <a:pt x="625308" y="450087"/>
                  <a:pt x="634951" y="446485"/>
                  <a:pt x="640954" y="440490"/>
                </a:cubicBezTo>
                <a:lnTo>
                  <a:pt x="711726" y="369672"/>
                </a:lnTo>
                <a:cubicBezTo>
                  <a:pt x="717730" y="363668"/>
                  <a:pt x="721370" y="355272"/>
                  <a:pt x="721370" y="345666"/>
                </a:cubicBezTo>
                <a:lnTo>
                  <a:pt x="721370" y="104421"/>
                </a:lnTo>
                <a:cubicBezTo>
                  <a:pt x="720187" y="96016"/>
                  <a:pt x="716548" y="87619"/>
                  <a:pt x="710544" y="80415"/>
                </a:cubicBezTo>
                <a:moveTo>
                  <a:pt x="198036" y="492096"/>
                </a:moveTo>
                <a:lnTo>
                  <a:pt x="106795" y="492096"/>
                </a:lnTo>
                <a:lnTo>
                  <a:pt x="106795" y="450087"/>
                </a:lnTo>
                <a:lnTo>
                  <a:pt x="198036" y="450087"/>
                </a:lnTo>
                <a:lnTo>
                  <a:pt x="198036" y="492096"/>
                </a:lnTo>
                <a:moveTo>
                  <a:pt x="254435" y="450087"/>
                </a:moveTo>
                <a:lnTo>
                  <a:pt x="535341" y="450087"/>
                </a:lnTo>
                <a:lnTo>
                  <a:pt x="535341" y="492096"/>
                </a:lnTo>
                <a:lnTo>
                  <a:pt x="254435" y="492096"/>
                </a:lnTo>
                <a:close/>
                <a:moveTo>
                  <a:pt x="686529" y="345666"/>
                </a:moveTo>
                <a:lnTo>
                  <a:pt x="615756" y="416484"/>
                </a:lnTo>
                <a:lnTo>
                  <a:pt x="33657" y="416484"/>
                </a:lnTo>
                <a:lnTo>
                  <a:pt x="33657" y="33603"/>
                </a:lnTo>
                <a:lnTo>
                  <a:pt x="615756" y="33603"/>
                </a:lnTo>
                <a:lnTo>
                  <a:pt x="686529" y="104421"/>
                </a:lnTo>
                <a:lnTo>
                  <a:pt x="686529" y="345666"/>
                </a:lnTo>
                <a:moveTo>
                  <a:pt x="337306" y="218439"/>
                </a:moveTo>
                <a:cubicBezTo>
                  <a:pt x="334849" y="170436"/>
                  <a:pt x="307288" y="127227"/>
                  <a:pt x="264078" y="104421"/>
                </a:cubicBezTo>
                <a:cubicBezTo>
                  <a:pt x="259257" y="102020"/>
                  <a:pt x="254435" y="99619"/>
                  <a:pt x="249705" y="98418"/>
                </a:cubicBezTo>
                <a:cubicBezTo>
                  <a:pt x="234058" y="92414"/>
                  <a:pt x="218412" y="90022"/>
                  <a:pt x="201674" y="90022"/>
                </a:cubicBezTo>
                <a:lnTo>
                  <a:pt x="195670" y="90022"/>
                </a:lnTo>
                <a:cubicBezTo>
                  <a:pt x="147639" y="92414"/>
                  <a:pt x="104430" y="120022"/>
                  <a:pt x="81598" y="163232"/>
                </a:cubicBezTo>
                <a:cubicBezTo>
                  <a:pt x="79232" y="168035"/>
                  <a:pt x="76867" y="172838"/>
                  <a:pt x="75594" y="177632"/>
                </a:cubicBezTo>
                <a:cubicBezTo>
                  <a:pt x="69590" y="193242"/>
                  <a:pt x="67225" y="208842"/>
                  <a:pt x="67225" y="225644"/>
                </a:cubicBezTo>
                <a:lnTo>
                  <a:pt x="67225" y="231648"/>
                </a:lnTo>
                <a:cubicBezTo>
                  <a:pt x="69590" y="279651"/>
                  <a:pt x="97244" y="322860"/>
                  <a:pt x="140453" y="345666"/>
                </a:cubicBezTo>
                <a:cubicBezTo>
                  <a:pt x="145274" y="348067"/>
                  <a:pt x="150005" y="350469"/>
                  <a:pt x="154826" y="351670"/>
                </a:cubicBezTo>
                <a:cubicBezTo>
                  <a:pt x="170473" y="357674"/>
                  <a:pt x="186028" y="360075"/>
                  <a:pt x="202858" y="360075"/>
                </a:cubicBezTo>
                <a:lnTo>
                  <a:pt x="208860" y="360075"/>
                </a:lnTo>
                <a:cubicBezTo>
                  <a:pt x="256891" y="357674"/>
                  <a:pt x="300100" y="330065"/>
                  <a:pt x="322842" y="286856"/>
                </a:cubicBezTo>
                <a:cubicBezTo>
                  <a:pt x="325298" y="282053"/>
                  <a:pt x="327664" y="277259"/>
                  <a:pt x="328846" y="272456"/>
                </a:cubicBezTo>
                <a:cubicBezTo>
                  <a:pt x="334849" y="256855"/>
                  <a:pt x="337306" y="241245"/>
                  <a:pt x="337306" y="224443"/>
                </a:cubicBezTo>
                <a:lnTo>
                  <a:pt x="337306" y="218439"/>
                </a:lnTo>
                <a:moveTo>
                  <a:pt x="327664" y="214846"/>
                </a:moveTo>
                <a:cubicBezTo>
                  <a:pt x="307288" y="240044"/>
                  <a:pt x="274812" y="250851"/>
                  <a:pt x="243701" y="242446"/>
                </a:cubicBezTo>
                <a:cubicBezTo>
                  <a:pt x="244884" y="238844"/>
                  <a:pt x="246067" y="234049"/>
                  <a:pt x="247248" y="230447"/>
                </a:cubicBezTo>
                <a:cubicBezTo>
                  <a:pt x="279633" y="223242"/>
                  <a:pt x="304831" y="198035"/>
                  <a:pt x="314473" y="166834"/>
                </a:cubicBezTo>
                <a:cubicBezTo>
                  <a:pt x="321660" y="181234"/>
                  <a:pt x="326481" y="198035"/>
                  <a:pt x="327664" y="214846"/>
                </a:cubicBezTo>
                <a:moveTo>
                  <a:pt x="290458" y="136824"/>
                </a:moveTo>
                <a:cubicBezTo>
                  <a:pt x="296462" y="142828"/>
                  <a:pt x="301283" y="147631"/>
                  <a:pt x="304831" y="154826"/>
                </a:cubicBezTo>
                <a:cubicBezTo>
                  <a:pt x="304831" y="157228"/>
                  <a:pt x="303648" y="160830"/>
                  <a:pt x="303648" y="163232"/>
                </a:cubicBezTo>
                <a:cubicBezTo>
                  <a:pt x="296462" y="190840"/>
                  <a:pt x="273629" y="213645"/>
                  <a:pt x="246067" y="220841"/>
                </a:cubicBezTo>
                <a:cubicBezTo>
                  <a:pt x="246067" y="216047"/>
                  <a:pt x="244884" y="212445"/>
                  <a:pt x="242427" y="208842"/>
                </a:cubicBezTo>
                <a:cubicBezTo>
                  <a:pt x="266443" y="186037"/>
                  <a:pt x="276085" y="152434"/>
                  <a:pt x="267626" y="120022"/>
                </a:cubicBezTo>
                <a:cubicBezTo>
                  <a:pt x="277268" y="123625"/>
                  <a:pt x="284454" y="129628"/>
                  <a:pt x="290458" y="136824"/>
                </a:cubicBezTo>
                <a:moveTo>
                  <a:pt x="256891" y="111626"/>
                </a:moveTo>
                <a:cubicBezTo>
                  <a:pt x="258073" y="114019"/>
                  <a:pt x="259257" y="116420"/>
                  <a:pt x="259257" y="120022"/>
                </a:cubicBezTo>
                <a:cubicBezTo>
                  <a:pt x="266443" y="147631"/>
                  <a:pt x="259257" y="177632"/>
                  <a:pt x="238880" y="199236"/>
                </a:cubicBezTo>
                <a:cubicBezTo>
                  <a:pt x="236423" y="195643"/>
                  <a:pt x="232876" y="193242"/>
                  <a:pt x="229237" y="189639"/>
                </a:cubicBezTo>
                <a:cubicBezTo>
                  <a:pt x="238880" y="158428"/>
                  <a:pt x="230419" y="123625"/>
                  <a:pt x="207678" y="99619"/>
                </a:cubicBezTo>
                <a:cubicBezTo>
                  <a:pt x="224416" y="100819"/>
                  <a:pt x="241245" y="104421"/>
                  <a:pt x="256891" y="111626"/>
                </a:cubicBezTo>
                <a:moveTo>
                  <a:pt x="235241" y="225644"/>
                </a:moveTo>
                <a:cubicBezTo>
                  <a:pt x="235241" y="228046"/>
                  <a:pt x="235241" y="230447"/>
                  <a:pt x="234058" y="232849"/>
                </a:cubicBezTo>
                <a:cubicBezTo>
                  <a:pt x="234058" y="235250"/>
                  <a:pt x="232876" y="237652"/>
                  <a:pt x="231602" y="240044"/>
                </a:cubicBezTo>
                <a:cubicBezTo>
                  <a:pt x="229237" y="244847"/>
                  <a:pt x="225689" y="249650"/>
                  <a:pt x="220868" y="253252"/>
                </a:cubicBezTo>
                <a:cubicBezTo>
                  <a:pt x="218412" y="255654"/>
                  <a:pt x="214864" y="256855"/>
                  <a:pt x="211225" y="258056"/>
                </a:cubicBezTo>
                <a:cubicBezTo>
                  <a:pt x="208860" y="259247"/>
                  <a:pt x="206495" y="259247"/>
                  <a:pt x="204038" y="259247"/>
                </a:cubicBezTo>
                <a:lnTo>
                  <a:pt x="201674" y="259247"/>
                </a:lnTo>
                <a:cubicBezTo>
                  <a:pt x="199218" y="259247"/>
                  <a:pt x="196853" y="259247"/>
                  <a:pt x="194488" y="258056"/>
                </a:cubicBezTo>
                <a:cubicBezTo>
                  <a:pt x="192032" y="258056"/>
                  <a:pt x="189666" y="256855"/>
                  <a:pt x="187210" y="255654"/>
                </a:cubicBezTo>
                <a:cubicBezTo>
                  <a:pt x="178842" y="252052"/>
                  <a:pt x="172838" y="244847"/>
                  <a:pt x="169199" y="235250"/>
                </a:cubicBezTo>
                <a:cubicBezTo>
                  <a:pt x="168016" y="232849"/>
                  <a:pt x="168016" y="230447"/>
                  <a:pt x="168016" y="228046"/>
                </a:cubicBezTo>
                <a:lnTo>
                  <a:pt x="168016" y="225644"/>
                </a:lnTo>
                <a:cubicBezTo>
                  <a:pt x="168016" y="223242"/>
                  <a:pt x="168016" y="220841"/>
                  <a:pt x="169199" y="218439"/>
                </a:cubicBezTo>
                <a:cubicBezTo>
                  <a:pt x="169199" y="216047"/>
                  <a:pt x="170473" y="213645"/>
                  <a:pt x="171655" y="211244"/>
                </a:cubicBezTo>
                <a:cubicBezTo>
                  <a:pt x="175203" y="202839"/>
                  <a:pt x="182479" y="196835"/>
                  <a:pt x="192032" y="193242"/>
                </a:cubicBezTo>
                <a:cubicBezTo>
                  <a:pt x="194488" y="192041"/>
                  <a:pt x="196853" y="192041"/>
                  <a:pt x="199218" y="192041"/>
                </a:cubicBezTo>
                <a:lnTo>
                  <a:pt x="201674" y="192041"/>
                </a:lnTo>
                <a:cubicBezTo>
                  <a:pt x="204038" y="192041"/>
                  <a:pt x="206495" y="192041"/>
                  <a:pt x="208860" y="193242"/>
                </a:cubicBezTo>
                <a:cubicBezTo>
                  <a:pt x="211225" y="193242"/>
                  <a:pt x="213682" y="194442"/>
                  <a:pt x="216047" y="195643"/>
                </a:cubicBezTo>
                <a:cubicBezTo>
                  <a:pt x="224416" y="199236"/>
                  <a:pt x="230419" y="206441"/>
                  <a:pt x="234058" y="216047"/>
                </a:cubicBezTo>
                <a:cubicBezTo>
                  <a:pt x="235241" y="218439"/>
                  <a:pt x="235241" y="220841"/>
                  <a:pt x="235241" y="223242"/>
                </a:cubicBezTo>
                <a:lnTo>
                  <a:pt x="235241" y="225644"/>
                </a:lnTo>
                <a:moveTo>
                  <a:pt x="193214" y="100819"/>
                </a:moveTo>
                <a:cubicBezTo>
                  <a:pt x="218412" y="121223"/>
                  <a:pt x="229237" y="153635"/>
                  <a:pt x="220868" y="184836"/>
                </a:cubicBezTo>
                <a:cubicBezTo>
                  <a:pt x="217230" y="183635"/>
                  <a:pt x="212408" y="182435"/>
                  <a:pt x="208860" y="181234"/>
                </a:cubicBezTo>
                <a:cubicBezTo>
                  <a:pt x="201674" y="148832"/>
                  <a:pt x="176477" y="123625"/>
                  <a:pt x="145274" y="114019"/>
                </a:cubicBezTo>
                <a:cubicBezTo>
                  <a:pt x="159647" y="106823"/>
                  <a:pt x="175203" y="102020"/>
                  <a:pt x="193214" y="100819"/>
                </a:cubicBezTo>
                <a:moveTo>
                  <a:pt x="114074" y="136824"/>
                </a:moveTo>
                <a:cubicBezTo>
                  <a:pt x="120076" y="130829"/>
                  <a:pt x="124807" y="126026"/>
                  <a:pt x="131993" y="122424"/>
                </a:cubicBezTo>
                <a:cubicBezTo>
                  <a:pt x="134450" y="122424"/>
                  <a:pt x="137997" y="123625"/>
                  <a:pt x="140453" y="123625"/>
                </a:cubicBezTo>
                <a:cubicBezTo>
                  <a:pt x="168016" y="130829"/>
                  <a:pt x="190849" y="153635"/>
                  <a:pt x="198036" y="181234"/>
                </a:cubicBezTo>
                <a:cubicBezTo>
                  <a:pt x="193214" y="181234"/>
                  <a:pt x="189666" y="182435"/>
                  <a:pt x="186028" y="184836"/>
                </a:cubicBezTo>
                <a:cubicBezTo>
                  <a:pt x="163285" y="160830"/>
                  <a:pt x="129628" y="151233"/>
                  <a:pt x="97244" y="159629"/>
                </a:cubicBezTo>
                <a:cubicBezTo>
                  <a:pt x="102065" y="150032"/>
                  <a:pt x="106795" y="142828"/>
                  <a:pt x="114074" y="136824"/>
                </a:cubicBezTo>
                <a:moveTo>
                  <a:pt x="97244" y="168035"/>
                </a:moveTo>
                <a:cubicBezTo>
                  <a:pt x="124807" y="160830"/>
                  <a:pt x="154826" y="168035"/>
                  <a:pt x="176477" y="188439"/>
                </a:cubicBezTo>
                <a:cubicBezTo>
                  <a:pt x="172838" y="190840"/>
                  <a:pt x="170473" y="194442"/>
                  <a:pt x="166833" y="198035"/>
                </a:cubicBezTo>
                <a:cubicBezTo>
                  <a:pt x="135633" y="188439"/>
                  <a:pt x="100791" y="196835"/>
                  <a:pt x="76867" y="219640"/>
                </a:cubicBezTo>
                <a:cubicBezTo>
                  <a:pt x="76867" y="202839"/>
                  <a:pt x="81598" y="186037"/>
                  <a:pt x="88784" y="170436"/>
                </a:cubicBezTo>
                <a:cubicBezTo>
                  <a:pt x="92423" y="170436"/>
                  <a:pt x="94788" y="169235"/>
                  <a:pt x="97244" y="168035"/>
                </a:cubicBezTo>
                <a:moveTo>
                  <a:pt x="78049" y="235250"/>
                </a:moveTo>
                <a:cubicBezTo>
                  <a:pt x="98426" y="210043"/>
                  <a:pt x="130811" y="199236"/>
                  <a:pt x="162012" y="207642"/>
                </a:cubicBezTo>
                <a:cubicBezTo>
                  <a:pt x="160829" y="211244"/>
                  <a:pt x="159647" y="216047"/>
                  <a:pt x="158465" y="219640"/>
                </a:cubicBezTo>
                <a:cubicBezTo>
                  <a:pt x="125989" y="226845"/>
                  <a:pt x="100791" y="252052"/>
                  <a:pt x="91240" y="283253"/>
                </a:cubicBezTo>
                <a:cubicBezTo>
                  <a:pt x="84054" y="268854"/>
                  <a:pt x="79232" y="252052"/>
                  <a:pt x="78049" y="235250"/>
                </a:cubicBezTo>
                <a:moveTo>
                  <a:pt x="114074" y="313264"/>
                </a:moveTo>
                <a:cubicBezTo>
                  <a:pt x="108069" y="307260"/>
                  <a:pt x="103248" y="302457"/>
                  <a:pt x="99608" y="295261"/>
                </a:cubicBezTo>
                <a:cubicBezTo>
                  <a:pt x="99608" y="292860"/>
                  <a:pt x="100791" y="289258"/>
                  <a:pt x="100791" y="286856"/>
                </a:cubicBezTo>
                <a:cubicBezTo>
                  <a:pt x="108069" y="259247"/>
                  <a:pt x="130811" y="236451"/>
                  <a:pt x="158465" y="229246"/>
                </a:cubicBezTo>
                <a:cubicBezTo>
                  <a:pt x="158465" y="234049"/>
                  <a:pt x="159647" y="237652"/>
                  <a:pt x="162012" y="241245"/>
                </a:cubicBezTo>
                <a:cubicBezTo>
                  <a:pt x="137997" y="264051"/>
                  <a:pt x="128446" y="297663"/>
                  <a:pt x="136815" y="330065"/>
                </a:cubicBezTo>
                <a:cubicBezTo>
                  <a:pt x="128446" y="326463"/>
                  <a:pt x="121259" y="320468"/>
                  <a:pt x="114074" y="313264"/>
                </a:cubicBezTo>
                <a:moveTo>
                  <a:pt x="148822" y="338471"/>
                </a:moveTo>
                <a:cubicBezTo>
                  <a:pt x="147639" y="336069"/>
                  <a:pt x="146457" y="333668"/>
                  <a:pt x="146457" y="330065"/>
                </a:cubicBezTo>
                <a:cubicBezTo>
                  <a:pt x="139270" y="302457"/>
                  <a:pt x="146457" y="272456"/>
                  <a:pt x="166833" y="250851"/>
                </a:cubicBezTo>
                <a:cubicBezTo>
                  <a:pt x="169199" y="254453"/>
                  <a:pt x="172838" y="256855"/>
                  <a:pt x="176477" y="260448"/>
                </a:cubicBezTo>
                <a:cubicBezTo>
                  <a:pt x="166833" y="291659"/>
                  <a:pt x="175203" y="326463"/>
                  <a:pt x="198036" y="350469"/>
                </a:cubicBezTo>
                <a:cubicBezTo>
                  <a:pt x="181207" y="349268"/>
                  <a:pt x="164468" y="345666"/>
                  <a:pt x="148822" y="338471"/>
                </a:cubicBezTo>
                <a:moveTo>
                  <a:pt x="212408" y="349268"/>
                </a:moveTo>
                <a:cubicBezTo>
                  <a:pt x="210043" y="348067"/>
                  <a:pt x="208860" y="345666"/>
                  <a:pt x="206495" y="343264"/>
                </a:cubicBezTo>
                <a:cubicBezTo>
                  <a:pt x="186028" y="322860"/>
                  <a:pt x="177659" y="292860"/>
                  <a:pt x="184845" y="264051"/>
                </a:cubicBezTo>
                <a:cubicBezTo>
                  <a:pt x="188392" y="265252"/>
                  <a:pt x="193214" y="266452"/>
                  <a:pt x="196853" y="267653"/>
                </a:cubicBezTo>
                <a:cubicBezTo>
                  <a:pt x="204038" y="300064"/>
                  <a:pt x="229237" y="325262"/>
                  <a:pt x="260439" y="334868"/>
                </a:cubicBezTo>
                <a:cubicBezTo>
                  <a:pt x="246067" y="343264"/>
                  <a:pt x="229237" y="348067"/>
                  <a:pt x="212408" y="349268"/>
                </a:cubicBezTo>
                <a:moveTo>
                  <a:pt x="291640" y="313264"/>
                </a:moveTo>
                <a:cubicBezTo>
                  <a:pt x="285637" y="319268"/>
                  <a:pt x="280907" y="324061"/>
                  <a:pt x="273629" y="327664"/>
                </a:cubicBezTo>
                <a:cubicBezTo>
                  <a:pt x="271263" y="327664"/>
                  <a:pt x="267626" y="326463"/>
                  <a:pt x="265261" y="326463"/>
                </a:cubicBezTo>
                <a:cubicBezTo>
                  <a:pt x="237697" y="319268"/>
                  <a:pt x="214864" y="296462"/>
                  <a:pt x="207678" y="268854"/>
                </a:cubicBezTo>
                <a:cubicBezTo>
                  <a:pt x="212408" y="268854"/>
                  <a:pt x="216047" y="267653"/>
                  <a:pt x="219686" y="265252"/>
                </a:cubicBezTo>
                <a:cubicBezTo>
                  <a:pt x="242427" y="289258"/>
                  <a:pt x="276085" y="298863"/>
                  <a:pt x="308470" y="290458"/>
                </a:cubicBezTo>
                <a:cubicBezTo>
                  <a:pt x="303648" y="300064"/>
                  <a:pt x="297644" y="307260"/>
                  <a:pt x="291640" y="313264"/>
                </a:cubicBezTo>
                <a:moveTo>
                  <a:pt x="307288" y="282053"/>
                </a:moveTo>
                <a:cubicBezTo>
                  <a:pt x="279633" y="289258"/>
                  <a:pt x="249705" y="282053"/>
                  <a:pt x="228054" y="261648"/>
                </a:cubicBezTo>
                <a:cubicBezTo>
                  <a:pt x="231602" y="259247"/>
                  <a:pt x="234058" y="255654"/>
                  <a:pt x="237697" y="252052"/>
                </a:cubicBezTo>
                <a:cubicBezTo>
                  <a:pt x="268898" y="261648"/>
                  <a:pt x="303648" y="253252"/>
                  <a:pt x="327664" y="230447"/>
                </a:cubicBezTo>
                <a:cubicBezTo>
                  <a:pt x="327664" y="247249"/>
                  <a:pt x="322842" y="264051"/>
                  <a:pt x="315656" y="279651"/>
                </a:cubicBezTo>
                <a:cubicBezTo>
                  <a:pt x="313290" y="279651"/>
                  <a:pt x="310835" y="280852"/>
                  <a:pt x="307288" y="282053"/>
                </a:cubicBezTo>
                <a:moveTo>
                  <a:pt x="652962" y="218439"/>
                </a:moveTo>
                <a:cubicBezTo>
                  <a:pt x="650506" y="170436"/>
                  <a:pt x="622942" y="127227"/>
                  <a:pt x="579733" y="104421"/>
                </a:cubicBezTo>
                <a:cubicBezTo>
                  <a:pt x="574912" y="102020"/>
                  <a:pt x="570091" y="99619"/>
                  <a:pt x="565361" y="98418"/>
                </a:cubicBezTo>
                <a:cubicBezTo>
                  <a:pt x="549713" y="92414"/>
                  <a:pt x="534158" y="90022"/>
                  <a:pt x="517330" y="90022"/>
                </a:cubicBezTo>
                <a:lnTo>
                  <a:pt x="511326" y="90022"/>
                </a:lnTo>
                <a:cubicBezTo>
                  <a:pt x="463295" y="92414"/>
                  <a:pt x="420086" y="120022"/>
                  <a:pt x="397254" y="163232"/>
                </a:cubicBezTo>
                <a:cubicBezTo>
                  <a:pt x="394888" y="168035"/>
                  <a:pt x="392523" y="172838"/>
                  <a:pt x="391250" y="177632"/>
                </a:cubicBezTo>
                <a:cubicBezTo>
                  <a:pt x="385246" y="193242"/>
                  <a:pt x="382880" y="208842"/>
                  <a:pt x="382880" y="225644"/>
                </a:cubicBezTo>
                <a:lnTo>
                  <a:pt x="382880" y="231648"/>
                </a:lnTo>
                <a:cubicBezTo>
                  <a:pt x="385246" y="279651"/>
                  <a:pt x="412900" y="322860"/>
                  <a:pt x="456109" y="345666"/>
                </a:cubicBezTo>
                <a:cubicBezTo>
                  <a:pt x="460931" y="348067"/>
                  <a:pt x="465660" y="350469"/>
                  <a:pt x="470482" y="351670"/>
                </a:cubicBezTo>
                <a:cubicBezTo>
                  <a:pt x="486128" y="357674"/>
                  <a:pt x="501684" y="360075"/>
                  <a:pt x="518512" y="360075"/>
                </a:cubicBezTo>
                <a:lnTo>
                  <a:pt x="524516" y="360075"/>
                </a:lnTo>
                <a:cubicBezTo>
                  <a:pt x="572547" y="357674"/>
                  <a:pt x="615756" y="330065"/>
                  <a:pt x="638497" y="286856"/>
                </a:cubicBezTo>
                <a:cubicBezTo>
                  <a:pt x="640954" y="282053"/>
                  <a:pt x="643319" y="277259"/>
                  <a:pt x="644502" y="272456"/>
                </a:cubicBezTo>
                <a:cubicBezTo>
                  <a:pt x="650506" y="256855"/>
                  <a:pt x="652962" y="241245"/>
                  <a:pt x="652962" y="224443"/>
                </a:cubicBezTo>
                <a:lnTo>
                  <a:pt x="652962" y="218439"/>
                </a:lnTo>
                <a:moveTo>
                  <a:pt x="642137" y="214846"/>
                </a:moveTo>
                <a:cubicBezTo>
                  <a:pt x="621760" y="240044"/>
                  <a:pt x="589285" y="250851"/>
                  <a:pt x="558083" y="242446"/>
                </a:cubicBezTo>
                <a:cubicBezTo>
                  <a:pt x="559357" y="238844"/>
                  <a:pt x="560539" y="234049"/>
                  <a:pt x="561722" y="230447"/>
                </a:cubicBezTo>
                <a:cubicBezTo>
                  <a:pt x="594106" y="223242"/>
                  <a:pt x="619304" y="198035"/>
                  <a:pt x="628946" y="166834"/>
                </a:cubicBezTo>
                <a:cubicBezTo>
                  <a:pt x="636132" y="181234"/>
                  <a:pt x="640954" y="198035"/>
                  <a:pt x="642137" y="214846"/>
                </a:cubicBezTo>
                <a:moveTo>
                  <a:pt x="606114" y="136824"/>
                </a:moveTo>
                <a:cubicBezTo>
                  <a:pt x="612118" y="142828"/>
                  <a:pt x="616938" y="147631"/>
                  <a:pt x="620578" y="154826"/>
                </a:cubicBezTo>
                <a:cubicBezTo>
                  <a:pt x="620578" y="157228"/>
                  <a:pt x="619304" y="160830"/>
                  <a:pt x="619304" y="163232"/>
                </a:cubicBezTo>
                <a:cubicBezTo>
                  <a:pt x="612118" y="190840"/>
                  <a:pt x="589285" y="213645"/>
                  <a:pt x="561722" y="220841"/>
                </a:cubicBezTo>
                <a:cubicBezTo>
                  <a:pt x="561722" y="216047"/>
                  <a:pt x="560539" y="212445"/>
                  <a:pt x="558083" y="208842"/>
                </a:cubicBezTo>
                <a:cubicBezTo>
                  <a:pt x="582098" y="186037"/>
                  <a:pt x="591741" y="152434"/>
                  <a:pt x="583281" y="120022"/>
                </a:cubicBezTo>
                <a:cubicBezTo>
                  <a:pt x="591741" y="123625"/>
                  <a:pt x="598927" y="129628"/>
                  <a:pt x="606114" y="136824"/>
                </a:cubicBezTo>
                <a:moveTo>
                  <a:pt x="571364" y="111626"/>
                </a:moveTo>
                <a:cubicBezTo>
                  <a:pt x="572547" y="114019"/>
                  <a:pt x="573729" y="116420"/>
                  <a:pt x="573729" y="120022"/>
                </a:cubicBezTo>
                <a:cubicBezTo>
                  <a:pt x="580916" y="147631"/>
                  <a:pt x="573729" y="177632"/>
                  <a:pt x="553353" y="199236"/>
                </a:cubicBezTo>
                <a:cubicBezTo>
                  <a:pt x="550897" y="195643"/>
                  <a:pt x="547350" y="193242"/>
                  <a:pt x="543711" y="189639"/>
                </a:cubicBezTo>
                <a:cubicBezTo>
                  <a:pt x="553353" y="158428"/>
                  <a:pt x="544893" y="123625"/>
                  <a:pt x="522152" y="99619"/>
                </a:cubicBezTo>
                <a:cubicBezTo>
                  <a:pt x="538889" y="100819"/>
                  <a:pt x="555718" y="104421"/>
                  <a:pt x="571364" y="111626"/>
                </a:cubicBezTo>
                <a:moveTo>
                  <a:pt x="550897" y="225644"/>
                </a:moveTo>
                <a:cubicBezTo>
                  <a:pt x="550897" y="228046"/>
                  <a:pt x="550897" y="230447"/>
                  <a:pt x="549713" y="232849"/>
                </a:cubicBezTo>
                <a:cubicBezTo>
                  <a:pt x="549713" y="235250"/>
                  <a:pt x="548532" y="237652"/>
                  <a:pt x="547350" y="240044"/>
                </a:cubicBezTo>
                <a:cubicBezTo>
                  <a:pt x="544893" y="244847"/>
                  <a:pt x="541345" y="249650"/>
                  <a:pt x="536524" y="253252"/>
                </a:cubicBezTo>
                <a:cubicBezTo>
                  <a:pt x="534158" y="255654"/>
                  <a:pt x="530520" y="256855"/>
                  <a:pt x="526882" y="258056"/>
                </a:cubicBezTo>
                <a:cubicBezTo>
                  <a:pt x="524516" y="259247"/>
                  <a:pt x="522152" y="259247"/>
                  <a:pt x="519695" y="259247"/>
                </a:cubicBezTo>
                <a:lnTo>
                  <a:pt x="517330" y="259247"/>
                </a:lnTo>
                <a:cubicBezTo>
                  <a:pt x="514874" y="259247"/>
                  <a:pt x="512508" y="259247"/>
                  <a:pt x="510144" y="258056"/>
                </a:cubicBezTo>
                <a:cubicBezTo>
                  <a:pt x="507687" y="258056"/>
                  <a:pt x="505323" y="256855"/>
                  <a:pt x="502866" y="255654"/>
                </a:cubicBezTo>
                <a:cubicBezTo>
                  <a:pt x="494497" y="252052"/>
                  <a:pt x="488493" y="244847"/>
                  <a:pt x="484945" y="235250"/>
                </a:cubicBezTo>
                <a:cubicBezTo>
                  <a:pt x="483672" y="232849"/>
                  <a:pt x="483672" y="230447"/>
                  <a:pt x="483672" y="228046"/>
                </a:cubicBezTo>
                <a:lnTo>
                  <a:pt x="483672" y="225644"/>
                </a:lnTo>
                <a:cubicBezTo>
                  <a:pt x="483672" y="223242"/>
                  <a:pt x="483672" y="220841"/>
                  <a:pt x="484945" y="218439"/>
                </a:cubicBezTo>
                <a:cubicBezTo>
                  <a:pt x="484945" y="216047"/>
                  <a:pt x="486128" y="213645"/>
                  <a:pt x="487310" y="211244"/>
                </a:cubicBezTo>
                <a:cubicBezTo>
                  <a:pt x="490949" y="202839"/>
                  <a:pt x="498136" y="196835"/>
                  <a:pt x="507687" y="193242"/>
                </a:cubicBezTo>
                <a:cubicBezTo>
                  <a:pt x="510144" y="192041"/>
                  <a:pt x="512508" y="192041"/>
                  <a:pt x="514874" y="192041"/>
                </a:cubicBezTo>
                <a:lnTo>
                  <a:pt x="517330" y="192041"/>
                </a:lnTo>
                <a:cubicBezTo>
                  <a:pt x="519695" y="192041"/>
                  <a:pt x="522152" y="192041"/>
                  <a:pt x="524516" y="193242"/>
                </a:cubicBezTo>
                <a:cubicBezTo>
                  <a:pt x="526882" y="193242"/>
                  <a:pt x="529337" y="194442"/>
                  <a:pt x="531702" y="195643"/>
                </a:cubicBezTo>
                <a:cubicBezTo>
                  <a:pt x="540163" y="199236"/>
                  <a:pt x="546076" y="206441"/>
                  <a:pt x="549713" y="216047"/>
                </a:cubicBezTo>
                <a:cubicBezTo>
                  <a:pt x="550897" y="218439"/>
                  <a:pt x="550897" y="220841"/>
                  <a:pt x="550897" y="223242"/>
                </a:cubicBezTo>
                <a:lnTo>
                  <a:pt x="550897" y="225644"/>
                </a:lnTo>
                <a:moveTo>
                  <a:pt x="507687" y="100819"/>
                </a:moveTo>
                <a:cubicBezTo>
                  <a:pt x="532885" y="121223"/>
                  <a:pt x="543711" y="153635"/>
                  <a:pt x="535341" y="184836"/>
                </a:cubicBezTo>
                <a:cubicBezTo>
                  <a:pt x="531702" y="183635"/>
                  <a:pt x="526882" y="182435"/>
                  <a:pt x="523334" y="181234"/>
                </a:cubicBezTo>
                <a:cubicBezTo>
                  <a:pt x="516148" y="148832"/>
                  <a:pt x="490949" y="123625"/>
                  <a:pt x="459657" y="114019"/>
                </a:cubicBezTo>
                <a:cubicBezTo>
                  <a:pt x="474121" y="106823"/>
                  <a:pt x="490949" y="102020"/>
                  <a:pt x="507687" y="100819"/>
                </a:cubicBezTo>
                <a:moveTo>
                  <a:pt x="429728" y="136824"/>
                </a:moveTo>
                <a:cubicBezTo>
                  <a:pt x="435732" y="130829"/>
                  <a:pt x="440463" y="126026"/>
                  <a:pt x="447740" y="122424"/>
                </a:cubicBezTo>
                <a:cubicBezTo>
                  <a:pt x="450105" y="122424"/>
                  <a:pt x="453744" y="123625"/>
                  <a:pt x="456109" y="123625"/>
                </a:cubicBezTo>
                <a:cubicBezTo>
                  <a:pt x="483672" y="130829"/>
                  <a:pt x="506504" y="153635"/>
                  <a:pt x="513691" y="181234"/>
                </a:cubicBezTo>
                <a:cubicBezTo>
                  <a:pt x="508870" y="181234"/>
                  <a:pt x="505323" y="182435"/>
                  <a:pt x="501684" y="184836"/>
                </a:cubicBezTo>
                <a:cubicBezTo>
                  <a:pt x="478942" y="160830"/>
                  <a:pt x="445283" y="151233"/>
                  <a:pt x="412900" y="159629"/>
                </a:cubicBezTo>
                <a:cubicBezTo>
                  <a:pt x="416539" y="150032"/>
                  <a:pt x="422451" y="142828"/>
                  <a:pt x="429728" y="136824"/>
                </a:cubicBezTo>
                <a:moveTo>
                  <a:pt x="412900" y="168035"/>
                </a:moveTo>
                <a:cubicBezTo>
                  <a:pt x="440463" y="160830"/>
                  <a:pt x="470482" y="168035"/>
                  <a:pt x="492132" y="188439"/>
                </a:cubicBezTo>
                <a:cubicBezTo>
                  <a:pt x="488493" y="190840"/>
                  <a:pt x="486128" y="194442"/>
                  <a:pt x="482490" y="198035"/>
                </a:cubicBezTo>
                <a:cubicBezTo>
                  <a:pt x="451287" y="188439"/>
                  <a:pt x="416539" y="196835"/>
                  <a:pt x="392523" y="219640"/>
                </a:cubicBezTo>
                <a:cubicBezTo>
                  <a:pt x="392523" y="202839"/>
                  <a:pt x="397254" y="186037"/>
                  <a:pt x="404530" y="170436"/>
                </a:cubicBezTo>
                <a:cubicBezTo>
                  <a:pt x="406896" y="170436"/>
                  <a:pt x="409261" y="169235"/>
                  <a:pt x="412900" y="168035"/>
                </a:cubicBezTo>
                <a:moveTo>
                  <a:pt x="392523" y="235250"/>
                </a:moveTo>
                <a:cubicBezTo>
                  <a:pt x="412900" y="210043"/>
                  <a:pt x="445283" y="199236"/>
                  <a:pt x="476486" y="207642"/>
                </a:cubicBezTo>
                <a:cubicBezTo>
                  <a:pt x="475303" y="211244"/>
                  <a:pt x="474121" y="216047"/>
                  <a:pt x="472938" y="219640"/>
                </a:cubicBezTo>
                <a:cubicBezTo>
                  <a:pt x="440463" y="226845"/>
                  <a:pt x="415265" y="252052"/>
                  <a:pt x="405713" y="283253"/>
                </a:cubicBezTo>
                <a:cubicBezTo>
                  <a:pt x="398526" y="268854"/>
                  <a:pt x="393706" y="252052"/>
                  <a:pt x="392523" y="235250"/>
                </a:cubicBezTo>
                <a:moveTo>
                  <a:pt x="429728" y="313264"/>
                </a:moveTo>
                <a:cubicBezTo>
                  <a:pt x="423724" y="307260"/>
                  <a:pt x="418904" y="302457"/>
                  <a:pt x="415265" y="295261"/>
                </a:cubicBezTo>
                <a:cubicBezTo>
                  <a:pt x="415265" y="292860"/>
                  <a:pt x="416539" y="289258"/>
                  <a:pt x="416539" y="286856"/>
                </a:cubicBezTo>
                <a:cubicBezTo>
                  <a:pt x="423724" y="259247"/>
                  <a:pt x="446467" y="236451"/>
                  <a:pt x="474121" y="229246"/>
                </a:cubicBezTo>
                <a:cubicBezTo>
                  <a:pt x="474121" y="234049"/>
                  <a:pt x="475303" y="237652"/>
                  <a:pt x="477668" y="241245"/>
                </a:cubicBezTo>
                <a:cubicBezTo>
                  <a:pt x="453744" y="264051"/>
                  <a:pt x="444101" y="297663"/>
                  <a:pt x="452471" y="330065"/>
                </a:cubicBezTo>
                <a:cubicBezTo>
                  <a:pt x="442918" y="326463"/>
                  <a:pt x="435732" y="320468"/>
                  <a:pt x="429728" y="313264"/>
                </a:cubicBezTo>
                <a:moveTo>
                  <a:pt x="463295" y="338471"/>
                </a:moveTo>
                <a:cubicBezTo>
                  <a:pt x="462113" y="336069"/>
                  <a:pt x="460931" y="333668"/>
                  <a:pt x="460931" y="330065"/>
                </a:cubicBezTo>
                <a:cubicBezTo>
                  <a:pt x="453744" y="302457"/>
                  <a:pt x="460931" y="272456"/>
                  <a:pt x="481307" y="250851"/>
                </a:cubicBezTo>
                <a:cubicBezTo>
                  <a:pt x="483672" y="254453"/>
                  <a:pt x="487310" y="256855"/>
                  <a:pt x="490949" y="260448"/>
                </a:cubicBezTo>
                <a:cubicBezTo>
                  <a:pt x="481307" y="291659"/>
                  <a:pt x="489676" y="326463"/>
                  <a:pt x="512508" y="350469"/>
                </a:cubicBezTo>
                <a:cubicBezTo>
                  <a:pt x="495680" y="349268"/>
                  <a:pt x="478942" y="345666"/>
                  <a:pt x="463295" y="338471"/>
                </a:cubicBezTo>
                <a:moveTo>
                  <a:pt x="526882" y="349268"/>
                </a:moveTo>
                <a:cubicBezTo>
                  <a:pt x="524516" y="348067"/>
                  <a:pt x="523334" y="345666"/>
                  <a:pt x="520878" y="343264"/>
                </a:cubicBezTo>
                <a:cubicBezTo>
                  <a:pt x="500502" y="322860"/>
                  <a:pt x="492132" y="292860"/>
                  <a:pt x="499319" y="264051"/>
                </a:cubicBezTo>
                <a:cubicBezTo>
                  <a:pt x="502866" y="265252"/>
                  <a:pt x="507687" y="266452"/>
                  <a:pt x="511326" y="267653"/>
                </a:cubicBezTo>
                <a:cubicBezTo>
                  <a:pt x="518512" y="300064"/>
                  <a:pt x="543711" y="325262"/>
                  <a:pt x="574912" y="334868"/>
                </a:cubicBezTo>
                <a:cubicBezTo>
                  <a:pt x="560539" y="343264"/>
                  <a:pt x="544893" y="348067"/>
                  <a:pt x="526882" y="349268"/>
                </a:cubicBezTo>
                <a:moveTo>
                  <a:pt x="606114" y="313264"/>
                </a:moveTo>
                <a:cubicBezTo>
                  <a:pt x="600110" y="319268"/>
                  <a:pt x="595288" y="324061"/>
                  <a:pt x="588103" y="327664"/>
                </a:cubicBezTo>
                <a:cubicBezTo>
                  <a:pt x="585737" y="327664"/>
                  <a:pt x="582098" y="326463"/>
                  <a:pt x="579733" y="326463"/>
                </a:cubicBezTo>
                <a:cubicBezTo>
                  <a:pt x="552079" y="319268"/>
                  <a:pt x="529337" y="296462"/>
                  <a:pt x="522152" y="268854"/>
                </a:cubicBezTo>
                <a:cubicBezTo>
                  <a:pt x="526882" y="268854"/>
                  <a:pt x="530520" y="267653"/>
                  <a:pt x="534158" y="265252"/>
                </a:cubicBezTo>
                <a:cubicBezTo>
                  <a:pt x="556901" y="289258"/>
                  <a:pt x="590559" y="298863"/>
                  <a:pt x="622942" y="290458"/>
                </a:cubicBezTo>
                <a:cubicBezTo>
                  <a:pt x="618121" y="300064"/>
                  <a:pt x="613300" y="307260"/>
                  <a:pt x="606114" y="313264"/>
                </a:cubicBezTo>
                <a:moveTo>
                  <a:pt x="622942" y="282053"/>
                </a:moveTo>
                <a:cubicBezTo>
                  <a:pt x="595288" y="289258"/>
                  <a:pt x="565361" y="282053"/>
                  <a:pt x="543711" y="261648"/>
                </a:cubicBezTo>
                <a:cubicBezTo>
                  <a:pt x="547350" y="259247"/>
                  <a:pt x="549713" y="255654"/>
                  <a:pt x="553353" y="252052"/>
                </a:cubicBezTo>
                <a:cubicBezTo>
                  <a:pt x="584555" y="261648"/>
                  <a:pt x="619304" y="253252"/>
                  <a:pt x="643319" y="230447"/>
                </a:cubicBezTo>
                <a:cubicBezTo>
                  <a:pt x="643319" y="247249"/>
                  <a:pt x="638497" y="264051"/>
                  <a:pt x="631312" y="279651"/>
                </a:cubicBezTo>
                <a:cubicBezTo>
                  <a:pt x="627764" y="279651"/>
                  <a:pt x="625308" y="280852"/>
                  <a:pt x="622942" y="2820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ED43FFAF-CD4A-4DFF-A8C6-AAF06EC924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ceed55a1143f7"/>
          <a:stretch xmlns:a="http://schemas.openxmlformats.org/drawingml/2006/main"/>
        </p:blipFill>
        <p:spPr>
          <a:xfrm xmlns:a="http://schemas.openxmlformats.org/drawingml/2006/main">
            <a:off x="13712771" y="5147158"/>
            <a:ext cx="124817" cy="197627"/>
          </a:xfrm>
          <a:prstGeom xmlns:a="http://schemas.openxmlformats.org/drawingml/2006/main" prst="rect">
            <a:avLst/>
          </a:prstGeom>
        </p:spPr>
      </p:pic>
      <p:sp>
        <p:nvSpPr>
          <p:cNvPr id="1075" name="path-1031">
            <a:extLst xmlns:a="http://schemas.openxmlformats.org/drawingml/2006/main">
              <a:ext uri="{FF2B5EF4-FFF2-40B4-BE49-F238E27FC236}">
                <a16:creationId xmlns:a16="http://schemas.microsoft.com/office/drawing/2014/main" id="{B3280101-1FB2-44EF-9F31-EC70B403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0709" y="5054790"/>
            <a:ext cx="348674" cy="312902"/>
          </a:xfrm>
          <a:custGeom xmlns:a="http://schemas.openxmlformats.org/drawingml/2006/main">
            <a:pathLst>
              <a:path w="319295" h="286537">
                <a:moveTo>
                  <a:pt x="317567" y="269317"/>
                </a:moveTo>
                <a:cubicBezTo>
                  <a:pt x="319295" y="272947"/>
                  <a:pt x="319295" y="277140"/>
                  <a:pt x="317567" y="280779"/>
                </a:cubicBezTo>
                <a:cubicBezTo>
                  <a:pt x="315383" y="284236"/>
                  <a:pt x="311562" y="286373"/>
                  <a:pt x="307469" y="286510"/>
                </a:cubicBezTo>
                <a:lnTo>
                  <a:pt x="12190" y="286510"/>
                </a:lnTo>
                <a:cubicBezTo>
                  <a:pt x="8005" y="286537"/>
                  <a:pt x="4094" y="284354"/>
                  <a:pt x="1911" y="280779"/>
                </a:cubicBezTo>
                <a:cubicBezTo>
                  <a:pt x="0" y="277213"/>
                  <a:pt x="0" y="272883"/>
                  <a:pt x="1911" y="269317"/>
                </a:cubicBezTo>
                <a:lnTo>
                  <a:pt x="149641" y="5740"/>
                </a:lnTo>
                <a:cubicBezTo>
                  <a:pt x="151916" y="2283"/>
                  <a:pt x="155645" y="145"/>
                  <a:pt x="159829" y="9"/>
                </a:cubicBezTo>
                <a:cubicBezTo>
                  <a:pt x="163922" y="0"/>
                  <a:pt x="167834" y="2174"/>
                  <a:pt x="169926" y="5740"/>
                </a:cubicBezTo>
                <a:lnTo>
                  <a:pt x="317567" y="269317"/>
                </a:lnTo>
                <a:moveTo>
                  <a:pt x="141181" y="92823"/>
                </a:moveTo>
                <a:lnTo>
                  <a:pt x="177841" y="92823"/>
                </a:lnTo>
                <a:lnTo>
                  <a:pt x="177841" y="193678"/>
                </a:lnTo>
                <a:lnTo>
                  <a:pt x="141181" y="193678"/>
                </a:lnTo>
                <a:close/>
                <a:moveTo>
                  <a:pt x="141181" y="218876"/>
                </a:moveTo>
                <a:lnTo>
                  <a:pt x="177841" y="218876"/>
                </a:lnTo>
                <a:lnTo>
                  <a:pt x="177841" y="252688"/>
                </a:lnTo>
                <a:lnTo>
                  <a:pt x="141181" y="252688"/>
                </a:lnTo>
                <a:close/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6" name="path-1032">
            <a:extLst xmlns:a="http://schemas.openxmlformats.org/drawingml/2006/main">
              <a:ext uri="{FF2B5EF4-FFF2-40B4-BE49-F238E27FC236}">
                <a16:creationId xmlns:a16="http://schemas.microsoft.com/office/drawing/2014/main" id="{DBD5479B-5D59-4558-8CDF-65715ED7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131" y="4663123"/>
            <a:ext cx="347680" cy="685595"/>
          </a:xfrm>
          <a:custGeom xmlns:a="http://schemas.openxmlformats.org/drawingml/2006/main">
            <a:pathLst>
              <a:path w="318385" h="627827">
                <a:moveTo>
                  <a:pt x="318385" y="576940"/>
                </a:moveTo>
                <a:cubicBezTo>
                  <a:pt x="318385" y="590695"/>
                  <a:pt x="313472" y="602611"/>
                  <a:pt x="303648" y="612699"/>
                </a:cubicBezTo>
                <a:cubicBezTo>
                  <a:pt x="293823" y="622788"/>
                  <a:pt x="280178" y="627827"/>
                  <a:pt x="262713" y="627827"/>
                </a:cubicBezTo>
                <a:lnTo>
                  <a:pt x="60583" y="627827"/>
                </a:lnTo>
                <a:cubicBezTo>
                  <a:pt x="40844" y="627827"/>
                  <a:pt x="25834" y="622324"/>
                  <a:pt x="15464" y="611325"/>
                </a:cubicBezTo>
                <a:cubicBezTo>
                  <a:pt x="5185" y="600319"/>
                  <a:pt x="0" y="586565"/>
                  <a:pt x="0" y="570063"/>
                </a:cubicBezTo>
                <a:lnTo>
                  <a:pt x="0" y="133403"/>
                </a:lnTo>
                <a:cubicBezTo>
                  <a:pt x="0" y="121022"/>
                  <a:pt x="4184" y="110707"/>
                  <a:pt x="12372" y="102456"/>
                </a:cubicBezTo>
                <a:cubicBezTo>
                  <a:pt x="20650" y="94205"/>
                  <a:pt x="32566" y="90075"/>
                  <a:pt x="48212" y="90075"/>
                </a:cubicBezTo>
                <a:lnTo>
                  <a:pt x="271627" y="90075"/>
                </a:lnTo>
                <a:cubicBezTo>
                  <a:pt x="288183" y="90075"/>
                  <a:pt x="300100" y="94205"/>
                  <a:pt x="307377" y="102456"/>
                </a:cubicBezTo>
                <a:cubicBezTo>
                  <a:pt x="314746" y="110707"/>
                  <a:pt x="318385" y="121486"/>
                  <a:pt x="318385" y="134776"/>
                </a:cubicBezTo>
                <a:lnTo>
                  <a:pt x="318385" y="576940"/>
                </a:lnTo>
                <a:moveTo>
                  <a:pt x="102520" y="510234"/>
                </a:moveTo>
                <a:lnTo>
                  <a:pt x="102520" y="544619"/>
                </a:lnTo>
                <a:lnTo>
                  <a:pt x="215956" y="544619"/>
                </a:lnTo>
                <a:lnTo>
                  <a:pt x="215956" y="510234"/>
                </a:lnTo>
                <a:lnTo>
                  <a:pt x="102520" y="510234"/>
                </a:lnTo>
                <a:moveTo>
                  <a:pt x="142364" y="147157"/>
                </a:moveTo>
                <a:lnTo>
                  <a:pt x="142364" y="186355"/>
                </a:lnTo>
                <a:lnTo>
                  <a:pt x="102520" y="186355"/>
                </a:lnTo>
                <a:lnTo>
                  <a:pt x="102520" y="220731"/>
                </a:lnTo>
                <a:lnTo>
                  <a:pt x="142364" y="220731"/>
                </a:lnTo>
                <a:lnTo>
                  <a:pt x="142364" y="260620"/>
                </a:lnTo>
                <a:lnTo>
                  <a:pt x="176112" y="260620"/>
                </a:lnTo>
                <a:lnTo>
                  <a:pt x="176112" y="220731"/>
                </a:lnTo>
                <a:lnTo>
                  <a:pt x="215956" y="220731"/>
                </a:lnTo>
                <a:lnTo>
                  <a:pt x="215956" y="186355"/>
                </a:lnTo>
                <a:lnTo>
                  <a:pt x="176112" y="186355"/>
                </a:lnTo>
                <a:lnTo>
                  <a:pt x="176112" y="147157"/>
                </a:lnTo>
                <a:lnTo>
                  <a:pt x="142364" y="147157"/>
                </a:lnTo>
                <a:moveTo>
                  <a:pt x="159556" y="0"/>
                </a:moveTo>
                <a:cubicBezTo>
                  <a:pt x="164195" y="454"/>
                  <a:pt x="168743" y="682"/>
                  <a:pt x="173292" y="682"/>
                </a:cubicBezTo>
                <a:cubicBezTo>
                  <a:pt x="177022" y="682"/>
                  <a:pt x="181114" y="800"/>
                  <a:pt x="185663" y="1027"/>
                </a:cubicBezTo>
                <a:cubicBezTo>
                  <a:pt x="190303" y="1255"/>
                  <a:pt x="194670" y="1374"/>
                  <a:pt x="198763" y="1374"/>
                </a:cubicBezTo>
                <a:cubicBezTo>
                  <a:pt x="207042" y="1828"/>
                  <a:pt x="212408" y="4348"/>
                  <a:pt x="214955" y="8933"/>
                </a:cubicBezTo>
                <a:cubicBezTo>
                  <a:pt x="217411" y="13517"/>
                  <a:pt x="218684" y="19939"/>
                  <a:pt x="218684" y="28191"/>
                </a:cubicBezTo>
                <a:lnTo>
                  <a:pt x="218684" y="50887"/>
                </a:lnTo>
                <a:lnTo>
                  <a:pt x="218684" y="60511"/>
                </a:lnTo>
                <a:lnTo>
                  <a:pt x="99063" y="60511"/>
                </a:lnTo>
                <a:lnTo>
                  <a:pt x="99063" y="34376"/>
                </a:lnTo>
                <a:cubicBezTo>
                  <a:pt x="99063" y="30710"/>
                  <a:pt x="99244" y="26016"/>
                  <a:pt x="99699" y="20285"/>
                </a:cubicBezTo>
                <a:cubicBezTo>
                  <a:pt x="100246" y="14555"/>
                  <a:pt x="102247" y="10079"/>
                  <a:pt x="105977" y="6877"/>
                </a:cubicBezTo>
                <a:cubicBezTo>
                  <a:pt x="110070" y="3202"/>
                  <a:pt x="116893" y="1255"/>
                  <a:pt x="126535" y="1027"/>
                </a:cubicBezTo>
                <a:cubicBezTo>
                  <a:pt x="136177" y="800"/>
                  <a:pt x="147184" y="454"/>
                  <a:pt x="15955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A9AA60DE-29E4-420C-ACF1-E715D37B2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e016067154025"/>
          <a:stretch xmlns:a="http://schemas.openxmlformats.org/drawingml/2006/main"/>
        </p:blipFill>
        <p:spPr>
          <a:xfrm xmlns:a="http://schemas.openxmlformats.org/drawingml/2006/main">
            <a:off x="14378462" y="5147158"/>
            <a:ext cx="114416" cy="197627"/>
          </a:xfrm>
          <a:prstGeom xmlns:a="http://schemas.openxmlformats.org/drawingml/2006/main" prst="rect">
            <a:avLst/>
          </a:prstGeom>
        </p:spPr>
      </p:pic>
      <p:sp>
        <p:nvSpPr>
          <p:cNvPr id="1078" name="path-1034">
            <a:extLst xmlns:a="http://schemas.openxmlformats.org/drawingml/2006/main">
              <a:ext uri="{FF2B5EF4-FFF2-40B4-BE49-F238E27FC236}">
                <a16:creationId xmlns:a16="http://schemas.microsoft.com/office/drawing/2014/main" id="{33DDE619-7D9F-4D78-96CA-0BCA15AE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408" y="5054790"/>
            <a:ext cx="348673" cy="312902"/>
          </a:xfrm>
          <a:custGeom xmlns:a="http://schemas.openxmlformats.org/drawingml/2006/main">
            <a:pathLst>
              <a:path w="319294" h="286537">
                <a:moveTo>
                  <a:pt x="317567" y="269317"/>
                </a:moveTo>
                <a:cubicBezTo>
                  <a:pt x="319294" y="272947"/>
                  <a:pt x="319294" y="277140"/>
                  <a:pt x="317567" y="280779"/>
                </a:cubicBezTo>
                <a:cubicBezTo>
                  <a:pt x="315383" y="284236"/>
                  <a:pt x="311562" y="286373"/>
                  <a:pt x="307469" y="286510"/>
                </a:cubicBezTo>
                <a:lnTo>
                  <a:pt x="12189" y="286510"/>
                </a:lnTo>
                <a:cubicBezTo>
                  <a:pt x="8005" y="286537"/>
                  <a:pt x="4093" y="284354"/>
                  <a:pt x="2000" y="280779"/>
                </a:cubicBezTo>
                <a:cubicBezTo>
                  <a:pt x="0" y="277213"/>
                  <a:pt x="0" y="272883"/>
                  <a:pt x="2000" y="269317"/>
                </a:cubicBezTo>
                <a:lnTo>
                  <a:pt x="149640" y="5740"/>
                </a:lnTo>
                <a:cubicBezTo>
                  <a:pt x="151914" y="2283"/>
                  <a:pt x="155735" y="145"/>
                  <a:pt x="159828" y="9"/>
                </a:cubicBezTo>
                <a:cubicBezTo>
                  <a:pt x="163922" y="0"/>
                  <a:pt x="167834" y="2174"/>
                  <a:pt x="169926" y="5740"/>
                </a:cubicBezTo>
                <a:lnTo>
                  <a:pt x="317567" y="269317"/>
                </a:lnTo>
                <a:moveTo>
                  <a:pt x="141181" y="92823"/>
                </a:moveTo>
                <a:lnTo>
                  <a:pt x="177841" y="92823"/>
                </a:lnTo>
                <a:lnTo>
                  <a:pt x="177841" y="193678"/>
                </a:lnTo>
                <a:lnTo>
                  <a:pt x="141181" y="193678"/>
                </a:lnTo>
                <a:close/>
                <a:moveTo>
                  <a:pt x="141181" y="218876"/>
                </a:moveTo>
                <a:lnTo>
                  <a:pt x="177841" y="218876"/>
                </a:lnTo>
                <a:lnTo>
                  <a:pt x="177841" y="252688"/>
                </a:lnTo>
                <a:lnTo>
                  <a:pt x="141181" y="252688"/>
                </a:lnTo>
                <a:close/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35">
            <a:extLst xmlns:a="http://schemas.openxmlformats.org/drawingml/2006/main">
              <a:ext uri="{FF2B5EF4-FFF2-40B4-BE49-F238E27FC236}">
                <a16:creationId xmlns:a16="http://schemas.microsoft.com/office/drawing/2014/main" id="{5F186ACD-7B97-4C4C-ADE4-70B723E9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0472" y="4796125"/>
            <a:ext cx="474435" cy="515371"/>
          </a:xfrm>
          <a:custGeom xmlns:a="http://schemas.openxmlformats.org/drawingml/2006/main">
            <a:pathLst>
              <a:path w="434459" h="471947">
                <a:moveTo>
                  <a:pt x="369235" y="26554"/>
                </a:moveTo>
                <a:cubicBezTo>
                  <a:pt x="331209" y="8852"/>
                  <a:pt x="276902" y="0"/>
                  <a:pt x="217230" y="0"/>
                </a:cubicBezTo>
                <a:cubicBezTo>
                  <a:pt x="157463" y="0"/>
                  <a:pt x="103156" y="8852"/>
                  <a:pt x="65131" y="26554"/>
                </a:cubicBezTo>
                <a:cubicBezTo>
                  <a:pt x="21650" y="47203"/>
                  <a:pt x="0" y="70800"/>
                  <a:pt x="0" y="100291"/>
                </a:cubicBezTo>
                <a:lnTo>
                  <a:pt x="0" y="374612"/>
                </a:lnTo>
                <a:cubicBezTo>
                  <a:pt x="0" y="401156"/>
                  <a:pt x="21650" y="427709"/>
                  <a:pt x="65131" y="445403"/>
                </a:cubicBezTo>
                <a:cubicBezTo>
                  <a:pt x="103156" y="463104"/>
                  <a:pt x="157463" y="471947"/>
                  <a:pt x="217230" y="471947"/>
                </a:cubicBezTo>
                <a:cubicBezTo>
                  <a:pt x="276902" y="471947"/>
                  <a:pt x="331209" y="463104"/>
                  <a:pt x="369235" y="445403"/>
                </a:cubicBezTo>
                <a:cubicBezTo>
                  <a:pt x="409988" y="427709"/>
                  <a:pt x="434459" y="401156"/>
                  <a:pt x="434459" y="374612"/>
                </a:cubicBezTo>
                <a:lnTo>
                  <a:pt x="434459" y="100291"/>
                </a:lnTo>
                <a:cubicBezTo>
                  <a:pt x="434459" y="70800"/>
                  <a:pt x="412717" y="47203"/>
                  <a:pt x="369235" y="26554"/>
                </a:cubicBezTo>
                <a:moveTo>
                  <a:pt x="344855" y="147485"/>
                </a:moveTo>
                <a:cubicBezTo>
                  <a:pt x="309559" y="162240"/>
                  <a:pt x="260619" y="168134"/>
                  <a:pt x="217230" y="168134"/>
                </a:cubicBezTo>
                <a:cubicBezTo>
                  <a:pt x="171017" y="168134"/>
                  <a:pt x="124898" y="162240"/>
                  <a:pt x="89602" y="147485"/>
                </a:cubicBezTo>
                <a:cubicBezTo>
                  <a:pt x="48849" y="135687"/>
                  <a:pt x="29836" y="117994"/>
                  <a:pt x="29836" y="100291"/>
                </a:cubicBezTo>
                <a:cubicBezTo>
                  <a:pt x="29836" y="82599"/>
                  <a:pt x="51577" y="64896"/>
                  <a:pt x="89602" y="50150"/>
                </a:cubicBezTo>
                <a:cubicBezTo>
                  <a:pt x="124898" y="35404"/>
                  <a:pt x="171017" y="29501"/>
                  <a:pt x="217230" y="29501"/>
                </a:cubicBezTo>
                <a:cubicBezTo>
                  <a:pt x="260619" y="29501"/>
                  <a:pt x="309559" y="38352"/>
                  <a:pt x="344855" y="50150"/>
                </a:cubicBezTo>
                <a:cubicBezTo>
                  <a:pt x="382880" y="64896"/>
                  <a:pt x="404530" y="82599"/>
                  <a:pt x="404530" y="100291"/>
                </a:cubicBezTo>
                <a:cubicBezTo>
                  <a:pt x="404530" y="117994"/>
                  <a:pt x="385518" y="135687"/>
                  <a:pt x="344855" y="147485"/>
                </a:cubicBezTo>
                <a:moveTo>
                  <a:pt x="347494" y="233030"/>
                </a:moveTo>
                <a:cubicBezTo>
                  <a:pt x="312198" y="244829"/>
                  <a:pt x="263349" y="253671"/>
                  <a:pt x="217230" y="253671"/>
                </a:cubicBezTo>
                <a:cubicBezTo>
                  <a:pt x="171017" y="253671"/>
                  <a:pt x="124898" y="244829"/>
                  <a:pt x="86873" y="233030"/>
                </a:cubicBezTo>
                <a:cubicBezTo>
                  <a:pt x="48849" y="218276"/>
                  <a:pt x="27108" y="200583"/>
                  <a:pt x="27108" y="182881"/>
                </a:cubicBezTo>
                <a:lnTo>
                  <a:pt x="27108" y="150442"/>
                </a:lnTo>
                <a:cubicBezTo>
                  <a:pt x="54307" y="162240"/>
                  <a:pt x="73319" y="176986"/>
                  <a:pt x="103156" y="182881"/>
                </a:cubicBezTo>
                <a:cubicBezTo>
                  <a:pt x="138452" y="191732"/>
                  <a:pt x="176475" y="197635"/>
                  <a:pt x="217230" y="197635"/>
                </a:cubicBezTo>
                <a:cubicBezTo>
                  <a:pt x="257891" y="197635"/>
                  <a:pt x="295915" y="191732"/>
                  <a:pt x="331209" y="182881"/>
                </a:cubicBezTo>
                <a:cubicBezTo>
                  <a:pt x="361138" y="176986"/>
                  <a:pt x="380151" y="162240"/>
                  <a:pt x="407259" y="150442"/>
                </a:cubicBezTo>
                <a:lnTo>
                  <a:pt x="407259" y="185837"/>
                </a:lnTo>
                <a:cubicBezTo>
                  <a:pt x="407259" y="200583"/>
                  <a:pt x="385518" y="218276"/>
                  <a:pt x="347494" y="233030"/>
                </a:cubicBezTo>
                <a:moveTo>
                  <a:pt x="347494" y="327418"/>
                </a:moveTo>
                <a:cubicBezTo>
                  <a:pt x="312198" y="339217"/>
                  <a:pt x="263349" y="348067"/>
                  <a:pt x="217230" y="348067"/>
                </a:cubicBezTo>
                <a:cubicBezTo>
                  <a:pt x="171017" y="348067"/>
                  <a:pt x="124898" y="339217"/>
                  <a:pt x="86873" y="327418"/>
                </a:cubicBezTo>
                <a:cubicBezTo>
                  <a:pt x="48849" y="315620"/>
                  <a:pt x="27108" y="297918"/>
                  <a:pt x="27108" y="277277"/>
                </a:cubicBezTo>
                <a:lnTo>
                  <a:pt x="27108" y="233030"/>
                </a:lnTo>
                <a:cubicBezTo>
                  <a:pt x="54307" y="247776"/>
                  <a:pt x="73319" y="259575"/>
                  <a:pt x="103156" y="268426"/>
                </a:cubicBezTo>
                <a:cubicBezTo>
                  <a:pt x="138452" y="277277"/>
                  <a:pt x="176475" y="283171"/>
                  <a:pt x="217230" y="283171"/>
                </a:cubicBezTo>
                <a:cubicBezTo>
                  <a:pt x="257891" y="283171"/>
                  <a:pt x="295915" y="277277"/>
                  <a:pt x="331209" y="268426"/>
                </a:cubicBezTo>
                <a:cubicBezTo>
                  <a:pt x="361138" y="259575"/>
                  <a:pt x="380151" y="247776"/>
                  <a:pt x="407259" y="233030"/>
                </a:cubicBezTo>
                <a:lnTo>
                  <a:pt x="407259" y="277277"/>
                </a:lnTo>
                <a:cubicBezTo>
                  <a:pt x="407259" y="297918"/>
                  <a:pt x="385518" y="315620"/>
                  <a:pt x="347494" y="327418"/>
                </a:cubicBezTo>
                <a:moveTo>
                  <a:pt x="217230" y="442455"/>
                </a:moveTo>
                <a:cubicBezTo>
                  <a:pt x="171017" y="442455"/>
                  <a:pt x="124898" y="433604"/>
                  <a:pt x="86873" y="421805"/>
                </a:cubicBezTo>
                <a:cubicBezTo>
                  <a:pt x="48849" y="410007"/>
                  <a:pt x="27108" y="392314"/>
                  <a:pt x="27108" y="371664"/>
                </a:cubicBezTo>
                <a:lnTo>
                  <a:pt x="27108" y="327418"/>
                </a:lnTo>
                <a:cubicBezTo>
                  <a:pt x="54307" y="342164"/>
                  <a:pt x="73319" y="353962"/>
                  <a:pt x="103156" y="362813"/>
                </a:cubicBezTo>
                <a:cubicBezTo>
                  <a:pt x="135722" y="371664"/>
                  <a:pt x="176475" y="377559"/>
                  <a:pt x="214500" y="377559"/>
                </a:cubicBezTo>
                <a:cubicBezTo>
                  <a:pt x="255252" y="377559"/>
                  <a:pt x="293187" y="371664"/>
                  <a:pt x="328573" y="362813"/>
                </a:cubicBezTo>
                <a:cubicBezTo>
                  <a:pt x="361138" y="353962"/>
                  <a:pt x="380151" y="342164"/>
                  <a:pt x="407259" y="327418"/>
                </a:cubicBezTo>
                <a:lnTo>
                  <a:pt x="407259" y="371664"/>
                </a:lnTo>
                <a:cubicBezTo>
                  <a:pt x="407259" y="389357"/>
                  <a:pt x="385518" y="407059"/>
                  <a:pt x="347494" y="421805"/>
                </a:cubicBezTo>
                <a:cubicBezTo>
                  <a:pt x="312198" y="436552"/>
                  <a:pt x="260619" y="442455"/>
                  <a:pt x="217230" y="442455"/>
                </a:cubicBezTo>
              </a:path>
            </a:pathLst>
          </a:custGeom>
          <a:solidFill xmlns:a="http://schemas.openxmlformats.org/drawingml/2006/main">
            <a:srgbClr val="2726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F875F100-A52E-42A8-ADF7-403CB77E1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b81eb1c3e40fb"/>
          <a:stretch xmlns:a="http://schemas.openxmlformats.org/drawingml/2006/main"/>
        </p:blipFill>
        <p:spPr>
          <a:xfrm xmlns:a="http://schemas.openxmlformats.org/drawingml/2006/main">
            <a:off x="15137765" y="5147158"/>
            <a:ext cx="114416" cy="197627"/>
          </a:xfrm>
          <a:prstGeom xmlns:a="http://schemas.openxmlformats.org/drawingml/2006/main" prst="rect">
            <a:avLst/>
          </a:prstGeom>
        </p:spPr>
      </p:pic>
      <p:sp>
        <p:nvSpPr>
          <p:cNvPr id="1081" name="path-1037">
            <a:extLst xmlns:a="http://schemas.openxmlformats.org/drawingml/2006/main">
              <a:ext uri="{FF2B5EF4-FFF2-40B4-BE49-F238E27FC236}">
                <a16:creationId xmlns:a16="http://schemas.microsoft.com/office/drawing/2014/main" id="{6A1C7071-0FF0-4085-BA9D-C99DC483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9244" y="5054790"/>
            <a:ext cx="348674" cy="312902"/>
          </a:xfrm>
          <a:custGeom xmlns:a="http://schemas.openxmlformats.org/drawingml/2006/main">
            <a:pathLst>
              <a:path w="319295" h="286537">
                <a:moveTo>
                  <a:pt x="317657" y="269317"/>
                </a:moveTo>
                <a:cubicBezTo>
                  <a:pt x="319295" y="272947"/>
                  <a:pt x="319295" y="277140"/>
                  <a:pt x="317657" y="280779"/>
                </a:cubicBezTo>
                <a:cubicBezTo>
                  <a:pt x="315384" y="284236"/>
                  <a:pt x="311562" y="286373"/>
                  <a:pt x="307469" y="286510"/>
                </a:cubicBezTo>
                <a:lnTo>
                  <a:pt x="12190" y="286510"/>
                </a:lnTo>
                <a:cubicBezTo>
                  <a:pt x="8004" y="286537"/>
                  <a:pt x="4093" y="284354"/>
                  <a:pt x="2001" y="280779"/>
                </a:cubicBezTo>
                <a:cubicBezTo>
                  <a:pt x="0" y="277213"/>
                  <a:pt x="0" y="272883"/>
                  <a:pt x="2001" y="269317"/>
                </a:cubicBezTo>
                <a:lnTo>
                  <a:pt x="149731" y="5740"/>
                </a:lnTo>
                <a:cubicBezTo>
                  <a:pt x="151914" y="2283"/>
                  <a:pt x="155736" y="145"/>
                  <a:pt x="159829" y="9"/>
                </a:cubicBezTo>
                <a:cubicBezTo>
                  <a:pt x="164013" y="0"/>
                  <a:pt x="167834" y="2174"/>
                  <a:pt x="170017" y="5740"/>
                </a:cubicBezTo>
                <a:lnTo>
                  <a:pt x="317657" y="269317"/>
                </a:lnTo>
                <a:moveTo>
                  <a:pt x="141272" y="92823"/>
                </a:moveTo>
                <a:lnTo>
                  <a:pt x="177841" y="92823"/>
                </a:lnTo>
                <a:lnTo>
                  <a:pt x="177841" y="193678"/>
                </a:lnTo>
                <a:lnTo>
                  <a:pt x="141272" y="193678"/>
                </a:lnTo>
                <a:close/>
                <a:moveTo>
                  <a:pt x="141272" y="218876"/>
                </a:moveTo>
                <a:lnTo>
                  <a:pt x="177841" y="218876"/>
                </a:lnTo>
                <a:lnTo>
                  <a:pt x="177841" y="252688"/>
                </a:lnTo>
                <a:lnTo>
                  <a:pt x="141272" y="252688"/>
                </a:lnTo>
                <a:close/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2" name="text-1038 Computation">
            <a:extLst xmlns:a="http://schemas.openxmlformats.org/drawingml/2006/main">
              <a:ext uri="{FF2B5EF4-FFF2-40B4-BE49-F238E27FC236}">
                <a16:creationId xmlns:a16="http://schemas.microsoft.com/office/drawing/2014/main" id="{292B080C-4F1E-43D7-B075-676229EA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3434" y="5404104"/>
            <a:ext cx="813604" cy="19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Computation</a:t>
            </a:r>
          </a:p>
        </p:txBody>
      </p:sp>
      <p:sp>
        <p:nvSpPr>
          <p:cNvPr id="1083" name="text-1039 Power">
            <a:extLst xmlns:a="http://schemas.openxmlformats.org/drawingml/2006/main">
              <a:ext uri="{FF2B5EF4-FFF2-40B4-BE49-F238E27FC236}">
                <a16:creationId xmlns:a16="http://schemas.microsoft.com/office/drawing/2014/main" id="{3C742527-3C05-4527-9806-00C3338F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0359" y="5404110"/>
            <a:ext cx="419260" cy="19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1084" name="text-1040 Memory">
            <a:extLst xmlns:a="http://schemas.openxmlformats.org/drawingml/2006/main">
              <a:ext uri="{FF2B5EF4-FFF2-40B4-BE49-F238E27FC236}">
                <a16:creationId xmlns:a16="http://schemas.microsoft.com/office/drawing/2014/main" id="{8660FF88-9566-40F8-81AC-0F664F2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9928" y="5404092"/>
            <a:ext cx="527291" cy="19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96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085" name="path-1041">
            <a:extLst xmlns:a="http://schemas.openxmlformats.org/drawingml/2006/main">
              <a:ext uri="{FF2B5EF4-FFF2-40B4-BE49-F238E27FC236}">
                <a16:creationId xmlns:a16="http://schemas.microsoft.com/office/drawing/2014/main" id="{70F8AA80-ABFC-4C72-B094-CD6E6DE5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3120" y="4442686"/>
            <a:ext cx="225376" cy="188740"/>
          </a:xfrm>
          <a:custGeom xmlns:a="http://schemas.openxmlformats.org/drawingml/2006/main">
            <a:pathLst>
              <a:path w="206386" h="172837">
                <a:moveTo>
                  <a:pt x="144502" y="172837"/>
                </a:moveTo>
                <a:lnTo>
                  <a:pt x="61886" y="172837"/>
                </a:lnTo>
                <a:lnTo>
                  <a:pt x="61886" y="93241"/>
                </a:lnTo>
                <a:lnTo>
                  <a:pt x="0" y="93241"/>
                </a:lnTo>
                <a:lnTo>
                  <a:pt x="103194" y="0"/>
                </a:lnTo>
                <a:lnTo>
                  <a:pt x="206386" y="93241"/>
                </a:lnTo>
                <a:lnTo>
                  <a:pt x="144502" y="93241"/>
                </a:lnTo>
                <a:lnTo>
                  <a:pt x="144502" y="172837"/>
                </a:lnTo>
              </a:path>
            </a:pathLst>
          </a:custGeom>
          <a:noFill xmlns:a="http://schemas.openxmlformats.org/drawingml/2006/main"/>
          <a:ln xmlns:a="http://schemas.openxmlformats.org/drawingml/2006/main" w="14901">
            <a:solidFill>
              <a:srgbClr val="000000"/>
            </a:solidFill>
            <a:prstDash val="solid"/>
          </a:ln>
        </p:spPr>
      </p:sp>
      <p:sp>
        <p:nvSpPr>
          <p:cNvPr id="1086" name="text-1042 Low-latency">
            <a:extLst xmlns:a="http://schemas.openxmlformats.org/drawingml/2006/main">
              <a:ext uri="{FF2B5EF4-FFF2-40B4-BE49-F238E27FC236}">
                <a16:creationId xmlns:a16="http://schemas.microsoft.com/office/drawing/2014/main" id="{C5051659-D019-4710-8638-87FF76A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5507" y="2822130"/>
            <a:ext cx="1065477" cy="250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Low-latency</a:t>
            </a:r>
          </a:p>
        </p:txBody>
      </p:sp>
      <p:sp>
        <p:nvSpPr>
          <p:cNvPr id="1087" name="text-1043 Interaction">
            <a:extLst xmlns:a="http://schemas.openxmlformats.org/drawingml/2006/main">
              <a:ext uri="{FF2B5EF4-FFF2-40B4-BE49-F238E27FC236}">
                <a16:creationId xmlns:a16="http://schemas.microsoft.com/office/drawing/2014/main" id="{1011B1A1-19BA-43BD-B0BF-B4409F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5138" y="3026676"/>
            <a:ext cx="946228" cy="250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1088" name="text-1044 with">
            <a:extLst xmlns:a="http://schemas.openxmlformats.org/drawingml/2006/main">
              <a:ext uri="{FF2B5EF4-FFF2-40B4-BE49-F238E27FC236}">
                <a16:creationId xmlns:a16="http://schemas.microsoft.com/office/drawing/2014/main" id="{1EBE1DB0-CF2F-43A1-9C61-706F9BD5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5418" y="3231192"/>
            <a:ext cx="350180" cy="250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089" name="text-1044 Physical">
            <a:extLst xmlns:a="http://schemas.openxmlformats.org/drawingml/2006/main">
              <a:ext uri="{FF2B5EF4-FFF2-40B4-BE49-F238E27FC236}">
                <a16:creationId xmlns:a16="http://schemas.microsoft.com/office/drawing/2014/main" id="{DA8DB8CF-3769-4BB1-9FA7-FB86ED0F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3080" y="3231205"/>
            <a:ext cx="698032" cy="25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1090" name="text-1045 Environments">
            <a:extLst xmlns:a="http://schemas.openxmlformats.org/drawingml/2006/main">
              <a:ext uri="{FF2B5EF4-FFF2-40B4-BE49-F238E27FC236}">
                <a16:creationId xmlns:a16="http://schemas.microsoft.com/office/drawing/2014/main" id="{21545E6E-FDB4-4CAC-A861-80B7EDC8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5556" y="3435736"/>
            <a:ext cx="1125423" cy="25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1091" name="text-1046 or">
            <a:extLst xmlns:a="http://schemas.openxmlformats.org/drawingml/2006/main">
              <a:ext uri="{FF2B5EF4-FFF2-40B4-BE49-F238E27FC236}">
                <a16:creationId xmlns:a16="http://schemas.microsoft.com/office/drawing/2014/main" id="{3355DEDE-859A-42D6-8F0C-D626B0BD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2660" y="3640312"/>
            <a:ext cx="191187" cy="250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1092" name="text-1047 Human">
            <a:extLst xmlns:a="http://schemas.openxmlformats.org/drawingml/2006/main">
              <a:ext uri="{FF2B5EF4-FFF2-40B4-BE49-F238E27FC236}">
                <a16:creationId xmlns:a16="http://schemas.microsoft.com/office/drawing/2014/main" id="{E0CA6680-209A-49F7-B383-D42D8F5F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5646" y="3844694"/>
            <a:ext cx="608629" cy="25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1093" name="text-1047 Users">
            <a:extLst xmlns:a="http://schemas.openxmlformats.org/drawingml/2006/main">
              <a:ext uri="{FF2B5EF4-FFF2-40B4-BE49-F238E27FC236}">
                <a16:creationId xmlns:a16="http://schemas.microsoft.com/office/drawing/2014/main" id="{12993081-79D8-439E-B9E0-8E3B8114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1755" y="3844694"/>
            <a:ext cx="499137" cy="250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094" name="path-1048">
            <a:extLst xmlns:a="http://schemas.openxmlformats.org/drawingml/2006/main">
              <a:ext uri="{FF2B5EF4-FFF2-40B4-BE49-F238E27FC236}">
                <a16:creationId xmlns:a16="http://schemas.microsoft.com/office/drawing/2014/main" id="{E3D0C6EF-E158-486B-ABF6-B1879ECC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007" y="2567299"/>
            <a:ext cx="2298663" cy="1043633"/>
          </a:xfrm>
          <a:custGeom xmlns:a="http://schemas.openxmlformats.org/drawingml/2006/main">
            <a:pathLst>
              <a:path w="2104979" h="955697">
                <a:moveTo>
                  <a:pt x="0" y="0"/>
                </a:moveTo>
                <a:lnTo>
                  <a:pt x="0" y="955697"/>
                </a:lnTo>
                <a:lnTo>
                  <a:pt x="2104979" y="955697"/>
                </a:lnTo>
                <a:lnTo>
                  <a:pt x="210497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pic>
        <p:nvPic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D115C417-FEA0-415F-88B7-DD8B4A583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ceec3088c47ac"/>
          <a:stretch xmlns:a="http://schemas.openxmlformats.org/drawingml/2006/main"/>
        </p:blipFill>
        <p:spPr>
          <a:xfrm xmlns:a="http://schemas.openxmlformats.org/drawingml/2006/main">
            <a:off x="13255109" y="3690960"/>
            <a:ext cx="520071" cy="655289"/>
          </a:xfrm>
          <a:prstGeom xmlns:a="http://schemas.openxmlformats.org/drawingml/2006/main" prst="rect">
            <a:avLst/>
          </a:prstGeom>
        </p:spPr>
      </p:pic>
      <p:sp>
        <p:nvSpPr>
          <p:cNvPr id="1096" name="path-1050">
            <a:extLst xmlns:a="http://schemas.openxmlformats.org/drawingml/2006/main">
              <a:ext uri="{FF2B5EF4-FFF2-40B4-BE49-F238E27FC236}">
                <a16:creationId xmlns:a16="http://schemas.microsoft.com/office/drawing/2014/main" id="{DDE42C48-E9C0-4648-B131-A10A0A36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3457" y="3885800"/>
            <a:ext cx="283011" cy="286478"/>
          </a:xfrm>
          <a:custGeom xmlns:a="http://schemas.openxmlformats.org/drawingml/2006/main">
            <a:pathLst>
              <a:path w="259165" h="262340">
                <a:moveTo>
                  <a:pt x="18558" y="112672"/>
                </a:moveTo>
                <a:lnTo>
                  <a:pt x="92604" y="112672"/>
                </a:lnTo>
                <a:cubicBezTo>
                  <a:pt x="99154" y="112672"/>
                  <a:pt x="105339" y="109142"/>
                  <a:pt x="108615" y="103421"/>
                </a:cubicBezTo>
                <a:cubicBezTo>
                  <a:pt x="111890" y="97690"/>
                  <a:pt x="111890" y="90640"/>
                  <a:pt x="108615" y="84918"/>
                </a:cubicBezTo>
                <a:cubicBezTo>
                  <a:pt x="105339" y="79187"/>
                  <a:pt x="99154" y="75666"/>
                  <a:pt x="92604" y="75666"/>
                </a:cubicBezTo>
                <a:lnTo>
                  <a:pt x="55672" y="75666"/>
                </a:lnTo>
                <a:cubicBezTo>
                  <a:pt x="70044" y="56545"/>
                  <a:pt x="91240" y="43728"/>
                  <a:pt x="114800" y="39880"/>
                </a:cubicBezTo>
                <a:cubicBezTo>
                  <a:pt x="138360" y="36032"/>
                  <a:pt x="162558" y="41463"/>
                  <a:pt x="182207" y="55035"/>
                </a:cubicBezTo>
                <a:cubicBezTo>
                  <a:pt x="201856" y="68607"/>
                  <a:pt x="215501" y="89257"/>
                  <a:pt x="220230" y="112663"/>
                </a:cubicBezTo>
                <a:lnTo>
                  <a:pt x="257709" y="112663"/>
                </a:lnTo>
                <a:cubicBezTo>
                  <a:pt x="253161" y="80615"/>
                  <a:pt x="236696" y="51442"/>
                  <a:pt x="211681" y="30920"/>
                </a:cubicBezTo>
                <a:cubicBezTo>
                  <a:pt x="186574" y="10389"/>
                  <a:pt x="154826" y="0"/>
                  <a:pt x="122441" y="1792"/>
                </a:cubicBezTo>
                <a:cubicBezTo>
                  <a:pt x="90149" y="3593"/>
                  <a:pt x="59675" y="17448"/>
                  <a:pt x="37023" y="40617"/>
                </a:cubicBezTo>
                <a:lnTo>
                  <a:pt x="37023" y="20158"/>
                </a:lnTo>
                <a:cubicBezTo>
                  <a:pt x="37023" y="13545"/>
                  <a:pt x="33476" y="7432"/>
                  <a:pt x="27745" y="4130"/>
                </a:cubicBezTo>
                <a:cubicBezTo>
                  <a:pt x="22014" y="828"/>
                  <a:pt x="15010" y="828"/>
                  <a:pt x="9278" y="4130"/>
                </a:cubicBezTo>
                <a:cubicBezTo>
                  <a:pt x="3548" y="7432"/>
                  <a:pt x="0" y="13545"/>
                  <a:pt x="0" y="20158"/>
                </a:cubicBezTo>
                <a:lnTo>
                  <a:pt x="0" y="94160"/>
                </a:lnTo>
                <a:cubicBezTo>
                  <a:pt x="0" y="99082"/>
                  <a:pt x="2001" y="103803"/>
                  <a:pt x="5458" y="107278"/>
                </a:cubicBezTo>
                <a:cubicBezTo>
                  <a:pt x="8914" y="110752"/>
                  <a:pt x="13645" y="112690"/>
                  <a:pt x="18558" y="112663"/>
                </a:cubicBezTo>
                <a:lnTo>
                  <a:pt x="18558" y="112672"/>
                </a:lnTo>
                <a:moveTo>
                  <a:pt x="240517" y="149678"/>
                </a:moveTo>
                <a:lnTo>
                  <a:pt x="166561" y="149678"/>
                </a:lnTo>
                <a:cubicBezTo>
                  <a:pt x="160010" y="149678"/>
                  <a:pt x="153917" y="153198"/>
                  <a:pt x="150551" y="158929"/>
                </a:cubicBezTo>
                <a:cubicBezTo>
                  <a:pt x="147276" y="164651"/>
                  <a:pt x="147276" y="171700"/>
                  <a:pt x="150551" y="177431"/>
                </a:cubicBezTo>
                <a:cubicBezTo>
                  <a:pt x="153917" y="183154"/>
                  <a:pt x="160010" y="186683"/>
                  <a:pt x="166561" y="186683"/>
                </a:cubicBezTo>
                <a:lnTo>
                  <a:pt x="203493" y="186683"/>
                </a:lnTo>
                <a:cubicBezTo>
                  <a:pt x="189121" y="205795"/>
                  <a:pt x="168015" y="218621"/>
                  <a:pt x="144364" y="222469"/>
                </a:cubicBezTo>
                <a:cubicBezTo>
                  <a:pt x="120805" y="226308"/>
                  <a:pt x="96698" y="220877"/>
                  <a:pt x="77049" y="207305"/>
                </a:cubicBezTo>
                <a:cubicBezTo>
                  <a:pt x="57309" y="193742"/>
                  <a:pt x="43665" y="173083"/>
                  <a:pt x="38934" y="149678"/>
                </a:cubicBezTo>
                <a:lnTo>
                  <a:pt x="1456" y="149678"/>
                </a:lnTo>
                <a:cubicBezTo>
                  <a:pt x="6004" y="181734"/>
                  <a:pt x="22468" y="210898"/>
                  <a:pt x="47484" y="231430"/>
                </a:cubicBezTo>
                <a:cubicBezTo>
                  <a:pt x="72591" y="251952"/>
                  <a:pt x="104430" y="262340"/>
                  <a:pt x="136723" y="260548"/>
                </a:cubicBezTo>
                <a:cubicBezTo>
                  <a:pt x="169108" y="258756"/>
                  <a:pt x="199582" y="244902"/>
                  <a:pt x="222142" y="221723"/>
                </a:cubicBezTo>
                <a:lnTo>
                  <a:pt x="222142" y="242245"/>
                </a:lnTo>
                <a:cubicBezTo>
                  <a:pt x="222142" y="248859"/>
                  <a:pt x="225690" y="254963"/>
                  <a:pt x="231421" y="258274"/>
                </a:cubicBezTo>
                <a:cubicBezTo>
                  <a:pt x="237150" y="261576"/>
                  <a:pt x="244155" y="261576"/>
                  <a:pt x="249886" y="258274"/>
                </a:cubicBezTo>
                <a:cubicBezTo>
                  <a:pt x="255617" y="254963"/>
                  <a:pt x="259165" y="248859"/>
                  <a:pt x="259165" y="242245"/>
                </a:cubicBezTo>
                <a:lnTo>
                  <a:pt x="259165" y="168180"/>
                </a:lnTo>
                <a:cubicBezTo>
                  <a:pt x="259165" y="163259"/>
                  <a:pt x="257255" y="158547"/>
                  <a:pt x="253707" y="155072"/>
                </a:cubicBezTo>
                <a:cubicBezTo>
                  <a:pt x="250250" y="151606"/>
                  <a:pt x="245520" y="149659"/>
                  <a:pt x="240607" y="149678"/>
                </a:cubicBezTo>
                <a:lnTo>
                  <a:pt x="240517" y="1496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path-1051">
            <a:extLst xmlns:a="http://schemas.openxmlformats.org/drawingml/2006/main">
              <a:ext uri="{FF2B5EF4-FFF2-40B4-BE49-F238E27FC236}">
                <a16:creationId xmlns:a16="http://schemas.microsoft.com/office/drawing/2014/main" id="{82570723-4605-47ED-9730-8487E551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5871" y="3772218"/>
            <a:ext cx="513672" cy="513643"/>
          </a:xfrm>
          <a:custGeom xmlns:a="http://schemas.openxmlformats.org/drawingml/2006/main">
            <a:pathLst>
              <a:path w="470390" h="470363">
                <a:moveTo>
                  <a:pt x="470390" y="235186"/>
                </a:moveTo>
                <a:cubicBezTo>
                  <a:pt x="470390" y="365060"/>
                  <a:pt x="365051" y="470363"/>
                  <a:pt x="235150" y="470363"/>
                </a:cubicBezTo>
                <a:cubicBezTo>
                  <a:pt x="105250" y="470363"/>
                  <a:pt x="0" y="365060"/>
                  <a:pt x="0" y="235186"/>
                </a:cubicBezTo>
                <a:cubicBezTo>
                  <a:pt x="0" y="105294"/>
                  <a:pt x="105250" y="0"/>
                  <a:pt x="235150" y="0"/>
                </a:cubicBezTo>
                <a:cubicBezTo>
                  <a:pt x="365051" y="0"/>
                  <a:pt x="470390" y="105294"/>
                  <a:pt x="470390" y="235186"/>
                </a:cubicBezTo>
              </a:path>
            </a:pathLst>
          </a:custGeom>
          <a:solidFill xmlns:a="http://schemas.openxmlformats.org/drawingml/2006/main">
            <a:srgbClr val="5D9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8" name="path-1052">
            <a:extLst xmlns:a="http://schemas.openxmlformats.org/drawingml/2006/main">
              <a:ext uri="{FF2B5EF4-FFF2-40B4-BE49-F238E27FC236}">
                <a16:creationId xmlns:a16="http://schemas.microsoft.com/office/drawing/2014/main" id="{9413FA83-4487-4E22-AD56-E156EB4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5851" y="3772259"/>
            <a:ext cx="513643" cy="513574"/>
          </a:xfrm>
          <a:custGeom xmlns:a="http://schemas.openxmlformats.org/drawingml/2006/main">
            <a:pathLst>
              <a:path w="470364" h="470300">
                <a:moveTo>
                  <a:pt x="470364" y="235149"/>
                </a:moveTo>
                <a:cubicBezTo>
                  <a:pt x="470364" y="365052"/>
                  <a:pt x="365070" y="470300"/>
                  <a:pt x="235186" y="470300"/>
                </a:cubicBezTo>
                <a:cubicBezTo>
                  <a:pt x="105295" y="470300"/>
                  <a:pt x="0" y="365052"/>
                  <a:pt x="0" y="235149"/>
                </a:cubicBezTo>
                <a:cubicBezTo>
                  <a:pt x="0" y="105248"/>
                  <a:pt x="105295" y="0"/>
                  <a:pt x="235186" y="0"/>
                </a:cubicBezTo>
                <a:cubicBezTo>
                  <a:pt x="365070" y="0"/>
                  <a:pt x="470364" y="105248"/>
                  <a:pt x="470364" y="235149"/>
                </a:cubicBezTo>
              </a:path>
            </a:pathLst>
          </a:custGeom>
          <a:noFill xmlns:a="http://schemas.openxmlformats.org/drawingml/2006/main"/>
          <a:ln xmlns:a="http://schemas.openxmlformats.org/drawingml/2006/main" w="4967">
            <a:solidFill>
              <a:srgbClr val="A5A5A5"/>
            </a:solidFill>
            <a:prstDash val="solid"/>
          </a:ln>
        </p:spPr>
      </p:sp>
      <p:sp>
        <p:nvSpPr>
          <p:cNvPr id="1099" name="path-1053">
            <a:extLst xmlns:a="http://schemas.openxmlformats.org/drawingml/2006/main">
              <a:ext uri="{FF2B5EF4-FFF2-40B4-BE49-F238E27FC236}">
                <a16:creationId xmlns:a16="http://schemas.microsoft.com/office/drawing/2014/main" id="{596D5B49-0B83-4981-8600-BEC15F68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5871" y="3783403"/>
            <a:ext cx="505030" cy="455242"/>
          </a:xfrm>
          <a:custGeom xmlns:a="http://schemas.openxmlformats.org/drawingml/2006/main">
            <a:pathLst>
              <a:path w="462477" h="416884">
                <a:moveTo>
                  <a:pt x="458839" y="151997"/>
                </a:moveTo>
                <a:cubicBezTo>
                  <a:pt x="447740" y="118148"/>
                  <a:pt x="428819" y="86691"/>
                  <a:pt x="403803" y="61029"/>
                </a:cubicBezTo>
                <a:cubicBezTo>
                  <a:pt x="378878" y="35404"/>
                  <a:pt x="348041" y="15519"/>
                  <a:pt x="314564" y="3511"/>
                </a:cubicBezTo>
                <a:lnTo>
                  <a:pt x="304831" y="0"/>
                </a:lnTo>
                <a:lnTo>
                  <a:pt x="301920" y="9979"/>
                </a:lnTo>
                <a:cubicBezTo>
                  <a:pt x="300556" y="14527"/>
                  <a:pt x="299555" y="17811"/>
                  <a:pt x="298827" y="19794"/>
                </a:cubicBezTo>
                <a:cubicBezTo>
                  <a:pt x="290094" y="23888"/>
                  <a:pt x="280725" y="27572"/>
                  <a:pt x="271719" y="31166"/>
                </a:cubicBezTo>
                <a:cubicBezTo>
                  <a:pt x="242883" y="42572"/>
                  <a:pt x="213136" y="54380"/>
                  <a:pt x="192578" y="81451"/>
                </a:cubicBezTo>
                <a:cubicBezTo>
                  <a:pt x="183664" y="93223"/>
                  <a:pt x="182662" y="105521"/>
                  <a:pt x="189940" y="113527"/>
                </a:cubicBezTo>
                <a:cubicBezTo>
                  <a:pt x="193669" y="117730"/>
                  <a:pt x="199218" y="119858"/>
                  <a:pt x="206405" y="119858"/>
                </a:cubicBezTo>
                <a:cubicBezTo>
                  <a:pt x="211044" y="119858"/>
                  <a:pt x="215865" y="118985"/>
                  <a:pt x="220141" y="118220"/>
                </a:cubicBezTo>
                <a:cubicBezTo>
                  <a:pt x="223234" y="117675"/>
                  <a:pt x="226326" y="117111"/>
                  <a:pt x="228146" y="117111"/>
                </a:cubicBezTo>
                <a:cubicBezTo>
                  <a:pt x="228236" y="117111"/>
                  <a:pt x="228418" y="117120"/>
                  <a:pt x="228510" y="117129"/>
                </a:cubicBezTo>
                <a:cubicBezTo>
                  <a:pt x="239062" y="117884"/>
                  <a:pt x="258620" y="121605"/>
                  <a:pt x="276267" y="126180"/>
                </a:cubicBezTo>
                <a:cubicBezTo>
                  <a:pt x="295552" y="131211"/>
                  <a:pt x="305740" y="135459"/>
                  <a:pt x="310107" y="137933"/>
                </a:cubicBezTo>
                <a:cubicBezTo>
                  <a:pt x="307197" y="141418"/>
                  <a:pt x="299373" y="146811"/>
                  <a:pt x="288821" y="146811"/>
                </a:cubicBezTo>
                <a:cubicBezTo>
                  <a:pt x="283727" y="146811"/>
                  <a:pt x="278724" y="145483"/>
                  <a:pt x="273993" y="142873"/>
                </a:cubicBezTo>
                <a:cubicBezTo>
                  <a:pt x="266716" y="138870"/>
                  <a:pt x="248613" y="135077"/>
                  <a:pt x="223597" y="130610"/>
                </a:cubicBezTo>
                <a:lnTo>
                  <a:pt x="221142" y="130174"/>
                </a:lnTo>
                <a:cubicBezTo>
                  <a:pt x="220141" y="129992"/>
                  <a:pt x="218868" y="129892"/>
                  <a:pt x="217503" y="129892"/>
                </a:cubicBezTo>
                <a:cubicBezTo>
                  <a:pt x="206951" y="129892"/>
                  <a:pt x="182207" y="134986"/>
                  <a:pt x="163650" y="154252"/>
                </a:cubicBezTo>
                <a:cubicBezTo>
                  <a:pt x="147458" y="171100"/>
                  <a:pt x="139726" y="194315"/>
                  <a:pt x="140817" y="223251"/>
                </a:cubicBezTo>
                <a:cubicBezTo>
                  <a:pt x="141454" y="241044"/>
                  <a:pt x="147548" y="256145"/>
                  <a:pt x="158283" y="266915"/>
                </a:cubicBezTo>
                <a:cubicBezTo>
                  <a:pt x="169199" y="277850"/>
                  <a:pt x="184391" y="283726"/>
                  <a:pt x="202311" y="283936"/>
                </a:cubicBezTo>
                <a:cubicBezTo>
                  <a:pt x="204403" y="283953"/>
                  <a:pt x="206496" y="283953"/>
                  <a:pt x="208679" y="283953"/>
                </a:cubicBezTo>
                <a:lnTo>
                  <a:pt x="210043" y="283953"/>
                </a:lnTo>
                <a:cubicBezTo>
                  <a:pt x="220413" y="283953"/>
                  <a:pt x="231057" y="283953"/>
                  <a:pt x="238880" y="286919"/>
                </a:cubicBezTo>
                <a:cubicBezTo>
                  <a:pt x="243975" y="288821"/>
                  <a:pt x="250160" y="292550"/>
                  <a:pt x="253525" y="304667"/>
                </a:cubicBezTo>
                <a:cubicBezTo>
                  <a:pt x="256982" y="317266"/>
                  <a:pt x="257983" y="330156"/>
                  <a:pt x="259074" y="343810"/>
                </a:cubicBezTo>
                <a:cubicBezTo>
                  <a:pt x="259984" y="356654"/>
                  <a:pt x="261077" y="369945"/>
                  <a:pt x="264351" y="383153"/>
                </a:cubicBezTo>
                <a:cubicBezTo>
                  <a:pt x="270809" y="409306"/>
                  <a:pt x="284182" y="415838"/>
                  <a:pt x="294279" y="416711"/>
                </a:cubicBezTo>
                <a:cubicBezTo>
                  <a:pt x="295643" y="416829"/>
                  <a:pt x="297099" y="416884"/>
                  <a:pt x="298555" y="416884"/>
                </a:cubicBezTo>
                <a:cubicBezTo>
                  <a:pt x="320932" y="416884"/>
                  <a:pt x="335760" y="401820"/>
                  <a:pt x="347950" y="387674"/>
                </a:cubicBezTo>
                <a:cubicBezTo>
                  <a:pt x="350861" y="384299"/>
                  <a:pt x="354045" y="381043"/>
                  <a:pt x="357411" y="377595"/>
                </a:cubicBezTo>
                <a:cubicBezTo>
                  <a:pt x="364778" y="370008"/>
                  <a:pt x="372420" y="362158"/>
                  <a:pt x="377878" y="352179"/>
                </a:cubicBezTo>
                <a:cubicBezTo>
                  <a:pt x="384245" y="340689"/>
                  <a:pt x="386428" y="328637"/>
                  <a:pt x="388703" y="316993"/>
                </a:cubicBezTo>
                <a:cubicBezTo>
                  <a:pt x="390704" y="305940"/>
                  <a:pt x="392706" y="295506"/>
                  <a:pt x="397981" y="286374"/>
                </a:cubicBezTo>
                <a:cubicBezTo>
                  <a:pt x="398709" y="285146"/>
                  <a:pt x="399528" y="283735"/>
                  <a:pt x="400437" y="282143"/>
                </a:cubicBezTo>
                <a:cubicBezTo>
                  <a:pt x="427092" y="236387"/>
                  <a:pt x="433549" y="219449"/>
                  <a:pt x="427910" y="209624"/>
                </a:cubicBezTo>
                <a:cubicBezTo>
                  <a:pt x="425363" y="205221"/>
                  <a:pt x="420723" y="202838"/>
                  <a:pt x="415265" y="203248"/>
                </a:cubicBezTo>
                <a:cubicBezTo>
                  <a:pt x="412718" y="203448"/>
                  <a:pt x="410170" y="203548"/>
                  <a:pt x="407715" y="203548"/>
                </a:cubicBezTo>
                <a:cubicBezTo>
                  <a:pt x="391614" y="203548"/>
                  <a:pt x="378332" y="199127"/>
                  <a:pt x="371237" y="191422"/>
                </a:cubicBezTo>
                <a:cubicBezTo>
                  <a:pt x="369235" y="189238"/>
                  <a:pt x="368235" y="187356"/>
                  <a:pt x="367872" y="186109"/>
                </a:cubicBezTo>
                <a:cubicBezTo>
                  <a:pt x="368053" y="186091"/>
                  <a:pt x="368326" y="186091"/>
                  <a:pt x="368690" y="186091"/>
                </a:cubicBezTo>
                <a:cubicBezTo>
                  <a:pt x="373329" y="186091"/>
                  <a:pt x="380607" y="188020"/>
                  <a:pt x="387611" y="189894"/>
                </a:cubicBezTo>
                <a:cubicBezTo>
                  <a:pt x="396072" y="192159"/>
                  <a:pt x="404804" y="194506"/>
                  <a:pt x="412536" y="194506"/>
                </a:cubicBezTo>
                <a:cubicBezTo>
                  <a:pt x="424998" y="194506"/>
                  <a:pt x="433185" y="187993"/>
                  <a:pt x="435005" y="176594"/>
                </a:cubicBezTo>
                <a:cubicBezTo>
                  <a:pt x="436734" y="173365"/>
                  <a:pt x="445102" y="165487"/>
                  <a:pt x="450743" y="164751"/>
                </a:cubicBezTo>
                <a:lnTo>
                  <a:pt x="462477" y="163222"/>
                </a:lnTo>
                <a:lnTo>
                  <a:pt x="458839" y="151997"/>
                </a:lnTo>
                <a:moveTo>
                  <a:pt x="75413" y="270764"/>
                </a:moveTo>
                <a:cubicBezTo>
                  <a:pt x="68134" y="260057"/>
                  <a:pt x="59675" y="249686"/>
                  <a:pt x="52124" y="239143"/>
                </a:cubicBezTo>
                <a:cubicBezTo>
                  <a:pt x="45029" y="229310"/>
                  <a:pt x="17466" y="184599"/>
                  <a:pt x="4731" y="177722"/>
                </a:cubicBezTo>
                <a:cubicBezTo>
                  <a:pt x="1547" y="193259"/>
                  <a:pt x="0" y="209079"/>
                  <a:pt x="0" y="224943"/>
                </a:cubicBezTo>
                <a:cubicBezTo>
                  <a:pt x="0" y="282189"/>
                  <a:pt x="20468" y="334640"/>
                  <a:pt x="54399" y="375430"/>
                </a:cubicBezTo>
                <a:cubicBezTo>
                  <a:pt x="54490" y="375457"/>
                  <a:pt x="54490" y="375476"/>
                  <a:pt x="54580" y="375476"/>
                </a:cubicBezTo>
                <a:cubicBezTo>
                  <a:pt x="56672" y="375476"/>
                  <a:pt x="75775" y="361239"/>
                  <a:pt x="77505" y="359756"/>
                </a:cubicBezTo>
                <a:cubicBezTo>
                  <a:pt x="85054" y="353352"/>
                  <a:pt x="91423" y="345529"/>
                  <a:pt x="94242" y="335905"/>
                </a:cubicBezTo>
                <a:cubicBezTo>
                  <a:pt x="100791" y="313482"/>
                  <a:pt x="87875" y="288793"/>
                  <a:pt x="75413" y="270764"/>
                </a:cubicBezTo>
              </a:path>
            </a:pathLst>
          </a:custGeom>
          <a:solidFill xmlns:a="http://schemas.openxmlformats.org/drawingml/2006/main">
            <a:srgbClr val="A0D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0" name="path-1054">
            <a:extLst xmlns:a="http://schemas.openxmlformats.org/drawingml/2006/main">
              <a:ext uri="{FF2B5EF4-FFF2-40B4-BE49-F238E27FC236}">
                <a16:creationId xmlns:a16="http://schemas.microsoft.com/office/drawing/2014/main" id="{E54D927C-DE4A-4E94-9AAF-ED15FC66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5841" y="3783385"/>
            <a:ext cx="505061" cy="455262"/>
          </a:xfrm>
          <a:custGeom xmlns:a="http://schemas.openxmlformats.org/drawingml/2006/main">
            <a:pathLst>
              <a:path w="462505" h="416902">
                <a:moveTo>
                  <a:pt x="458838" y="152005"/>
                </a:moveTo>
                <a:cubicBezTo>
                  <a:pt x="447804" y="118167"/>
                  <a:pt x="428801" y="86691"/>
                  <a:pt x="403849" y="61039"/>
                </a:cubicBezTo>
                <a:cubicBezTo>
                  <a:pt x="378933" y="35384"/>
                  <a:pt x="348068" y="15554"/>
                  <a:pt x="314610" y="3545"/>
                </a:cubicBezTo>
                <a:lnTo>
                  <a:pt x="304831" y="0"/>
                </a:lnTo>
                <a:lnTo>
                  <a:pt x="301902" y="10007"/>
                </a:lnTo>
                <a:cubicBezTo>
                  <a:pt x="300555" y="14555"/>
                  <a:pt x="299537" y="17830"/>
                  <a:pt x="298837" y="19829"/>
                </a:cubicBezTo>
                <a:cubicBezTo>
                  <a:pt x="290104" y="23925"/>
                  <a:pt x="280780" y="27561"/>
                  <a:pt x="271746" y="31200"/>
                </a:cubicBezTo>
                <a:cubicBezTo>
                  <a:pt x="242937" y="42570"/>
                  <a:pt x="213164" y="54398"/>
                  <a:pt x="192623" y="81504"/>
                </a:cubicBezTo>
                <a:cubicBezTo>
                  <a:pt x="183681" y="93241"/>
                  <a:pt x="182644" y="105521"/>
                  <a:pt x="189931" y="113525"/>
                </a:cubicBezTo>
                <a:cubicBezTo>
                  <a:pt x="193742" y="117709"/>
                  <a:pt x="199291" y="119894"/>
                  <a:pt x="206423" y="119894"/>
                </a:cubicBezTo>
                <a:cubicBezTo>
                  <a:pt x="211072" y="119894"/>
                  <a:pt x="215920" y="118985"/>
                  <a:pt x="220205" y="118257"/>
                </a:cubicBezTo>
                <a:cubicBezTo>
                  <a:pt x="223215" y="117709"/>
                  <a:pt x="226326" y="117167"/>
                  <a:pt x="228164" y="117167"/>
                </a:cubicBezTo>
                <a:cubicBezTo>
                  <a:pt x="228291" y="117167"/>
                  <a:pt x="228418" y="117167"/>
                  <a:pt x="228536" y="117167"/>
                </a:cubicBezTo>
                <a:cubicBezTo>
                  <a:pt x="239071" y="117891"/>
                  <a:pt x="258683" y="121623"/>
                  <a:pt x="276249" y="126171"/>
                </a:cubicBezTo>
                <a:cubicBezTo>
                  <a:pt x="295562" y="131264"/>
                  <a:pt x="305795" y="135448"/>
                  <a:pt x="310162" y="137996"/>
                </a:cubicBezTo>
                <a:cubicBezTo>
                  <a:pt x="307232" y="141453"/>
                  <a:pt x="299382" y="146818"/>
                  <a:pt x="288866" y="146818"/>
                </a:cubicBezTo>
                <a:cubicBezTo>
                  <a:pt x="283736" y="146818"/>
                  <a:pt x="278732" y="145546"/>
                  <a:pt x="274003" y="142907"/>
                </a:cubicBezTo>
                <a:cubicBezTo>
                  <a:pt x="266753" y="138905"/>
                  <a:pt x="248604" y="135087"/>
                  <a:pt x="223598" y="130628"/>
                </a:cubicBezTo>
                <a:lnTo>
                  <a:pt x="221178" y="130173"/>
                </a:lnTo>
                <a:cubicBezTo>
                  <a:pt x="220123" y="129991"/>
                  <a:pt x="218931" y="129901"/>
                  <a:pt x="217520" y="129901"/>
                </a:cubicBezTo>
                <a:cubicBezTo>
                  <a:pt x="207014" y="129901"/>
                  <a:pt x="182235" y="134996"/>
                  <a:pt x="163678" y="154280"/>
                </a:cubicBezTo>
                <a:cubicBezTo>
                  <a:pt x="147448" y="171110"/>
                  <a:pt x="139771" y="194305"/>
                  <a:pt x="140854" y="223233"/>
                </a:cubicBezTo>
                <a:cubicBezTo>
                  <a:pt x="141527" y="241063"/>
                  <a:pt x="147558" y="256162"/>
                  <a:pt x="158319" y="266897"/>
                </a:cubicBezTo>
                <a:cubicBezTo>
                  <a:pt x="169236" y="277903"/>
                  <a:pt x="184445" y="283726"/>
                  <a:pt x="202293" y="283999"/>
                </a:cubicBezTo>
                <a:cubicBezTo>
                  <a:pt x="204413" y="283999"/>
                  <a:pt x="206550" y="283999"/>
                  <a:pt x="208670" y="283999"/>
                </a:cubicBezTo>
                <a:lnTo>
                  <a:pt x="210089" y="283999"/>
                </a:lnTo>
                <a:cubicBezTo>
                  <a:pt x="220405" y="283999"/>
                  <a:pt x="231057" y="283999"/>
                  <a:pt x="238934" y="286911"/>
                </a:cubicBezTo>
                <a:cubicBezTo>
                  <a:pt x="243983" y="288819"/>
                  <a:pt x="250197" y="292549"/>
                  <a:pt x="253562" y="304646"/>
                </a:cubicBezTo>
                <a:cubicBezTo>
                  <a:pt x="257027" y="317292"/>
                  <a:pt x="258038" y="330211"/>
                  <a:pt x="259074" y="343857"/>
                </a:cubicBezTo>
                <a:cubicBezTo>
                  <a:pt x="260048" y="356681"/>
                  <a:pt x="261085" y="369960"/>
                  <a:pt x="264350" y="383155"/>
                </a:cubicBezTo>
                <a:cubicBezTo>
                  <a:pt x="270837" y="409352"/>
                  <a:pt x="284208" y="415899"/>
                  <a:pt x="294270" y="416720"/>
                </a:cubicBezTo>
                <a:cubicBezTo>
                  <a:pt x="295698" y="416811"/>
                  <a:pt x="297135" y="416902"/>
                  <a:pt x="298545" y="416902"/>
                </a:cubicBezTo>
                <a:cubicBezTo>
                  <a:pt x="320942" y="416902"/>
                  <a:pt x="335805" y="401799"/>
                  <a:pt x="347968" y="387702"/>
                </a:cubicBezTo>
                <a:cubicBezTo>
                  <a:pt x="350870" y="384336"/>
                  <a:pt x="354035" y="381058"/>
                  <a:pt x="357401" y="377604"/>
                </a:cubicBezTo>
                <a:cubicBezTo>
                  <a:pt x="364806" y="370054"/>
                  <a:pt x="372474" y="362141"/>
                  <a:pt x="377923" y="352225"/>
                </a:cubicBezTo>
                <a:cubicBezTo>
                  <a:pt x="384227" y="340669"/>
                  <a:pt x="386483" y="328666"/>
                  <a:pt x="388694" y="317020"/>
                </a:cubicBezTo>
                <a:cubicBezTo>
                  <a:pt x="390759" y="305922"/>
                  <a:pt x="392742" y="295551"/>
                  <a:pt x="397990" y="286362"/>
                </a:cubicBezTo>
                <a:cubicBezTo>
                  <a:pt x="398709" y="285181"/>
                  <a:pt x="399546" y="283726"/>
                  <a:pt x="400465" y="282178"/>
                </a:cubicBezTo>
                <a:cubicBezTo>
                  <a:pt x="427145" y="236421"/>
                  <a:pt x="433568" y="219503"/>
                  <a:pt x="427927" y="209678"/>
                </a:cubicBezTo>
                <a:cubicBezTo>
                  <a:pt x="425381" y="205221"/>
                  <a:pt x="420732" y="202855"/>
                  <a:pt x="415301" y="203313"/>
                </a:cubicBezTo>
                <a:cubicBezTo>
                  <a:pt x="412718" y="203495"/>
                  <a:pt x="410162" y="203585"/>
                  <a:pt x="407724" y="203585"/>
                </a:cubicBezTo>
                <a:cubicBezTo>
                  <a:pt x="391650" y="203585"/>
                  <a:pt x="378360" y="199126"/>
                  <a:pt x="371255" y="191485"/>
                </a:cubicBezTo>
                <a:cubicBezTo>
                  <a:pt x="369245" y="189303"/>
                  <a:pt x="368280" y="187392"/>
                  <a:pt x="367853" y="186116"/>
                </a:cubicBezTo>
                <a:cubicBezTo>
                  <a:pt x="368099" y="186116"/>
                  <a:pt x="368362" y="186116"/>
                  <a:pt x="368681" y="186116"/>
                </a:cubicBezTo>
                <a:cubicBezTo>
                  <a:pt x="373393" y="186116"/>
                  <a:pt x="380625" y="188028"/>
                  <a:pt x="387620" y="189940"/>
                </a:cubicBezTo>
                <a:cubicBezTo>
                  <a:pt x="396071" y="192215"/>
                  <a:pt x="404823" y="194487"/>
                  <a:pt x="412518" y="194487"/>
                </a:cubicBezTo>
                <a:cubicBezTo>
                  <a:pt x="425053" y="194487"/>
                  <a:pt x="433204" y="188028"/>
                  <a:pt x="434996" y="176658"/>
                </a:cubicBezTo>
                <a:cubicBezTo>
                  <a:pt x="436779" y="173383"/>
                  <a:pt x="445130" y="165469"/>
                  <a:pt x="450788" y="164742"/>
                </a:cubicBezTo>
                <a:lnTo>
                  <a:pt x="462505" y="163285"/>
                </a:lnTo>
                <a:lnTo>
                  <a:pt x="458838" y="152005"/>
                </a:lnTo>
                <a:moveTo>
                  <a:pt x="75475" y="270808"/>
                </a:moveTo>
                <a:cubicBezTo>
                  <a:pt x="68116" y="260074"/>
                  <a:pt x="59684" y="249703"/>
                  <a:pt x="52106" y="239151"/>
                </a:cubicBezTo>
                <a:cubicBezTo>
                  <a:pt x="45056" y="229326"/>
                  <a:pt x="17521" y="184662"/>
                  <a:pt x="4758" y="177748"/>
                </a:cubicBezTo>
                <a:cubicBezTo>
                  <a:pt x="1592" y="193306"/>
                  <a:pt x="0" y="209133"/>
                  <a:pt x="9" y="224960"/>
                </a:cubicBezTo>
                <a:cubicBezTo>
                  <a:pt x="9" y="282178"/>
                  <a:pt x="20468" y="334668"/>
                  <a:pt x="54453" y="375420"/>
                </a:cubicBezTo>
                <a:cubicBezTo>
                  <a:pt x="54490" y="375511"/>
                  <a:pt x="54535" y="375511"/>
                  <a:pt x="54608" y="375511"/>
                </a:cubicBezTo>
                <a:cubicBezTo>
                  <a:pt x="56664" y="375511"/>
                  <a:pt x="75821" y="361229"/>
                  <a:pt x="77559" y="359774"/>
                </a:cubicBezTo>
                <a:cubicBezTo>
                  <a:pt x="85101" y="353406"/>
                  <a:pt x="91422" y="345583"/>
                  <a:pt x="94252" y="335940"/>
                </a:cubicBezTo>
                <a:cubicBezTo>
                  <a:pt x="100846" y="313472"/>
                  <a:pt x="87883" y="288819"/>
                  <a:pt x="75475" y="2708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4967">
            <a:solidFill>
              <a:srgbClr val="A5A5A5"/>
            </a:solidFill>
            <a:prstDash val="solid"/>
          </a:ln>
        </p:spPr>
      </p:sp>
      <p:sp>
        <p:nvSpPr>
          <p:cNvPr id="1101" name="path-1055">
            <a:extLst xmlns:a="http://schemas.openxmlformats.org/drawingml/2006/main">
              <a:ext uri="{FF2B5EF4-FFF2-40B4-BE49-F238E27FC236}">
                <a16:creationId xmlns:a16="http://schemas.microsoft.com/office/drawing/2014/main" id="{C89810E1-50DA-450C-9202-9DC7B268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9246" y="3787088"/>
            <a:ext cx="389798" cy="483901"/>
          </a:xfrm>
          <a:custGeom xmlns:a="http://schemas.openxmlformats.org/drawingml/2006/main">
            <a:pathLst>
              <a:path w="356954" h="443128">
                <a:moveTo>
                  <a:pt x="8914" y="443128"/>
                </a:moveTo>
                <a:cubicBezTo>
                  <a:pt x="3002" y="443128"/>
                  <a:pt x="0" y="437188"/>
                  <a:pt x="0" y="434214"/>
                </a:cubicBezTo>
                <a:lnTo>
                  <a:pt x="0" y="395543"/>
                </a:lnTo>
                <a:cubicBezTo>
                  <a:pt x="0" y="318221"/>
                  <a:pt x="44664" y="246849"/>
                  <a:pt x="113071" y="217102"/>
                </a:cubicBezTo>
                <a:lnTo>
                  <a:pt x="127898" y="208188"/>
                </a:lnTo>
                <a:lnTo>
                  <a:pt x="115982" y="196289"/>
                </a:lnTo>
                <a:cubicBezTo>
                  <a:pt x="89238" y="175467"/>
                  <a:pt x="74410" y="145729"/>
                  <a:pt x="74410" y="110044"/>
                </a:cubicBezTo>
                <a:cubicBezTo>
                  <a:pt x="74410" y="50560"/>
                  <a:pt x="121986" y="0"/>
                  <a:pt x="178477" y="0"/>
                </a:cubicBezTo>
                <a:cubicBezTo>
                  <a:pt x="234967" y="0"/>
                  <a:pt x="282543" y="50560"/>
                  <a:pt x="282543" y="110044"/>
                </a:cubicBezTo>
                <a:cubicBezTo>
                  <a:pt x="282543" y="142755"/>
                  <a:pt x="267715" y="175467"/>
                  <a:pt x="243882" y="196289"/>
                </a:cubicBezTo>
                <a:lnTo>
                  <a:pt x="229054" y="208188"/>
                </a:lnTo>
                <a:lnTo>
                  <a:pt x="243882" y="214128"/>
                </a:lnTo>
                <a:cubicBezTo>
                  <a:pt x="312289" y="243874"/>
                  <a:pt x="356954" y="312272"/>
                  <a:pt x="356954" y="392578"/>
                </a:cubicBezTo>
                <a:lnTo>
                  <a:pt x="356954" y="431239"/>
                </a:lnTo>
                <a:cubicBezTo>
                  <a:pt x="356954" y="437188"/>
                  <a:pt x="353951" y="440154"/>
                  <a:pt x="347948" y="440154"/>
                </a:cubicBezTo>
                <a:lnTo>
                  <a:pt x="8914" y="440154"/>
                </a:lnTo>
                <a:lnTo>
                  <a:pt x="8914" y="443128"/>
                </a:lnTo>
                <a:moveTo>
                  <a:pt x="178477" y="220077"/>
                </a:moveTo>
                <a:cubicBezTo>
                  <a:pt x="89238" y="220077"/>
                  <a:pt x="17829" y="297408"/>
                  <a:pt x="17829" y="389604"/>
                </a:cubicBezTo>
                <a:lnTo>
                  <a:pt x="17829" y="419341"/>
                </a:lnTo>
                <a:lnTo>
                  <a:pt x="336122" y="419341"/>
                </a:lnTo>
                <a:lnTo>
                  <a:pt x="336122" y="389604"/>
                </a:lnTo>
                <a:cubicBezTo>
                  <a:pt x="339033" y="297408"/>
                  <a:pt x="267715" y="220077"/>
                  <a:pt x="178477" y="220077"/>
                </a:cubicBezTo>
                <a:moveTo>
                  <a:pt x="178477" y="20823"/>
                </a:moveTo>
                <a:cubicBezTo>
                  <a:pt x="130902" y="20823"/>
                  <a:pt x="95241" y="62458"/>
                  <a:pt x="95241" y="110044"/>
                </a:cubicBezTo>
                <a:cubicBezTo>
                  <a:pt x="95241" y="160603"/>
                  <a:pt x="133903" y="199264"/>
                  <a:pt x="178477" y="199264"/>
                </a:cubicBezTo>
                <a:cubicBezTo>
                  <a:pt x="226052" y="199264"/>
                  <a:pt x="261711" y="157628"/>
                  <a:pt x="261711" y="110044"/>
                </a:cubicBezTo>
                <a:cubicBezTo>
                  <a:pt x="261711" y="62458"/>
                  <a:pt x="226052" y="20823"/>
                  <a:pt x="178477" y="20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2" name="path-1056">
            <a:extLst xmlns:a="http://schemas.openxmlformats.org/drawingml/2006/main">
              <a:ext uri="{FF2B5EF4-FFF2-40B4-BE49-F238E27FC236}">
                <a16:creationId xmlns:a16="http://schemas.microsoft.com/office/drawing/2014/main" id="{DF51BA75-6A5C-4270-AC3D-0DE727F0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9275" y="3787061"/>
            <a:ext cx="389719" cy="483970"/>
          </a:xfrm>
          <a:custGeom xmlns:a="http://schemas.openxmlformats.org/drawingml/2006/main">
            <a:pathLst>
              <a:path w="356881" h="443191">
                <a:moveTo>
                  <a:pt x="8915" y="443191"/>
                </a:moveTo>
                <a:cubicBezTo>
                  <a:pt x="2974" y="443191"/>
                  <a:pt x="0" y="437186"/>
                  <a:pt x="0" y="434277"/>
                </a:cubicBezTo>
                <a:lnTo>
                  <a:pt x="0" y="395616"/>
                </a:lnTo>
                <a:cubicBezTo>
                  <a:pt x="0" y="318295"/>
                  <a:pt x="44611" y="246883"/>
                  <a:pt x="113007" y="217137"/>
                </a:cubicBezTo>
                <a:lnTo>
                  <a:pt x="127881" y="208224"/>
                </a:lnTo>
                <a:lnTo>
                  <a:pt x="115982" y="196305"/>
                </a:lnTo>
                <a:cubicBezTo>
                  <a:pt x="89221" y="175473"/>
                  <a:pt x="74347" y="145728"/>
                  <a:pt x="74347" y="110068"/>
                </a:cubicBezTo>
                <a:cubicBezTo>
                  <a:pt x="74347" y="50577"/>
                  <a:pt x="121932" y="0"/>
                  <a:pt x="178441" y="0"/>
                </a:cubicBezTo>
                <a:cubicBezTo>
                  <a:pt x="234940" y="0"/>
                  <a:pt x="282525" y="50577"/>
                  <a:pt x="282525" y="110068"/>
                </a:cubicBezTo>
                <a:cubicBezTo>
                  <a:pt x="282525" y="142819"/>
                  <a:pt x="267660" y="175473"/>
                  <a:pt x="243865" y="196305"/>
                </a:cubicBezTo>
                <a:lnTo>
                  <a:pt x="229000" y="208224"/>
                </a:lnTo>
                <a:lnTo>
                  <a:pt x="243865" y="214135"/>
                </a:lnTo>
                <a:cubicBezTo>
                  <a:pt x="312272" y="243880"/>
                  <a:pt x="356881" y="312287"/>
                  <a:pt x="356881" y="392613"/>
                </a:cubicBezTo>
                <a:lnTo>
                  <a:pt x="356881" y="431275"/>
                </a:lnTo>
                <a:cubicBezTo>
                  <a:pt x="356881" y="437186"/>
                  <a:pt x="353908" y="440188"/>
                  <a:pt x="347959" y="440188"/>
                </a:cubicBezTo>
                <a:lnTo>
                  <a:pt x="8915" y="440188"/>
                </a:lnTo>
                <a:lnTo>
                  <a:pt x="8915" y="443191"/>
                </a:lnTo>
                <a:moveTo>
                  <a:pt x="178441" y="220140"/>
                </a:moveTo>
                <a:cubicBezTo>
                  <a:pt x="89221" y="220140"/>
                  <a:pt x="17839" y="297463"/>
                  <a:pt x="17839" y="389611"/>
                </a:cubicBezTo>
                <a:lnTo>
                  <a:pt x="17839" y="419356"/>
                </a:lnTo>
                <a:lnTo>
                  <a:pt x="336060" y="419356"/>
                </a:lnTo>
                <a:lnTo>
                  <a:pt x="336060" y="389611"/>
                </a:lnTo>
                <a:cubicBezTo>
                  <a:pt x="339033" y="297463"/>
                  <a:pt x="267660" y="220140"/>
                  <a:pt x="178441" y="220140"/>
                </a:cubicBezTo>
                <a:moveTo>
                  <a:pt x="178441" y="20829"/>
                </a:moveTo>
                <a:cubicBezTo>
                  <a:pt x="130855" y="20829"/>
                  <a:pt x="95170" y="62493"/>
                  <a:pt x="95170" y="110068"/>
                </a:cubicBezTo>
                <a:cubicBezTo>
                  <a:pt x="95170" y="160646"/>
                  <a:pt x="133830" y="199307"/>
                  <a:pt x="178441" y="199307"/>
                </a:cubicBezTo>
                <a:cubicBezTo>
                  <a:pt x="226026" y="199307"/>
                  <a:pt x="261711" y="157643"/>
                  <a:pt x="261711" y="110068"/>
                </a:cubicBezTo>
                <a:cubicBezTo>
                  <a:pt x="261711" y="62493"/>
                  <a:pt x="226026" y="20829"/>
                  <a:pt x="178441" y="208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103" name="path-1057">
            <a:extLst xmlns:a="http://schemas.openxmlformats.org/drawingml/2006/main">
              <a:ext uri="{FF2B5EF4-FFF2-40B4-BE49-F238E27FC236}">
                <a16:creationId xmlns:a16="http://schemas.microsoft.com/office/drawing/2014/main" id="{E619AF8F-12FC-4AB2-A1DA-5DC4CFD0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086" y="3829307"/>
            <a:ext cx="552115" cy="373488"/>
          </a:xfrm>
          <a:custGeom xmlns:a="http://schemas.openxmlformats.org/drawingml/2006/main">
            <a:pathLst>
              <a:path w="505595" h="342018">
                <a:moveTo>
                  <a:pt x="8915" y="342018"/>
                </a:moveTo>
                <a:cubicBezTo>
                  <a:pt x="3002" y="342018"/>
                  <a:pt x="0" y="336069"/>
                  <a:pt x="0" y="333094"/>
                </a:cubicBezTo>
                <a:lnTo>
                  <a:pt x="0" y="303357"/>
                </a:lnTo>
                <a:cubicBezTo>
                  <a:pt x="0" y="246848"/>
                  <a:pt x="29747" y="193314"/>
                  <a:pt x="74321" y="169526"/>
                </a:cubicBezTo>
                <a:lnTo>
                  <a:pt x="86237" y="163577"/>
                </a:lnTo>
                <a:lnTo>
                  <a:pt x="77323" y="151678"/>
                </a:lnTo>
                <a:cubicBezTo>
                  <a:pt x="62495" y="133831"/>
                  <a:pt x="56491" y="113017"/>
                  <a:pt x="56491" y="92195"/>
                </a:cubicBezTo>
                <a:cubicBezTo>
                  <a:pt x="56491" y="50560"/>
                  <a:pt x="83235" y="14873"/>
                  <a:pt x="121896" y="2975"/>
                </a:cubicBezTo>
                <a:lnTo>
                  <a:pt x="124898" y="2975"/>
                </a:lnTo>
                <a:cubicBezTo>
                  <a:pt x="127901" y="2975"/>
                  <a:pt x="133813" y="5950"/>
                  <a:pt x="133813" y="11899"/>
                </a:cubicBezTo>
                <a:cubicBezTo>
                  <a:pt x="133813" y="17848"/>
                  <a:pt x="130811" y="23797"/>
                  <a:pt x="127901" y="23797"/>
                </a:cubicBezTo>
                <a:cubicBezTo>
                  <a:pt x="98154" y="32721"/>
                  <a:pt x="77323" y="59483"/>
                  <a:pt x="77323" y="92195"/>
                </a:cubicBezTo>
                <a:cubicBezTo>
                  <a:pt x="77323" y="118966"/>
                  <a:pt x="92150" y="145729"/>
                  <a:pt x="115984" y="157628"/>
                </a:cubicBezTo>
                <a:cubicBezTo>
                  <a:pt x="115984" y="157628"/>
                  <a:pt x="118985" y="157628"/>
                  <a:pt x="118985" y="160603"/>
                </a:cubicBezTo>
                <a:lnTo>
                  <a:pt x="118985" y="169526"/>
                </a:lnTo>
                <a:cubicBezTo>
                  <a:pt x="118985" y="172501"/>
                  <a:pt x="115984" y="175466"/>
                  <a:pt x="112982" y="175466"/>
                </a:cubicBezTo>
                <a:cubicBezTo>
                  <a:pt x="59493" y="190340"/>
                  <a:pt x="20832" y="240899"/>
                  <a:pt x="20832" y="303357"/>
                </a:cubicBezTo>
                <a:lnTo>
                  <a:pt x="20832" y="333094"/>
                </a:lnTo>
                <a:cubicBezTo>
                  <a:pt x="17830" y="339043"/>
                  <a:pt x="14828" y="342018"/>
                  <a:pt x="8915" y="342018"/>
                </a:cubicBezTo>
                <a:moveTo>
                  <a:pt x="496680" y="342018"/>
                </a:moveTo>
                <a:cubicBezTo>
                  <a:pt x="490676" y="342018"/>
                  <a:pt x="487765" y="336069"/>
                  <a:pt x="487765" y="333094"/>
                </a:cubicBezTo>
                <a:lnTo>
                  <a:pt x="487765" y="303357"/>
                </a:lnTo>
                <a:cubicBezTo>
                  <a:pt x="487765" y="243874"/>
                  <a:pt x="449105" y="190340"/>
                  <a:pt x="395525" y="175466"/>
                </a:cubicBezTo>
                <a:cubicBezTo>
                  <a:pt x="389612" y="175466"/>
                  <a:pt x="386610" y="172501"/>
                  <a:pt x="386610" y="169526"/>
                </a:cubicBezTo>
                <a:lnTo>
                  <a:pt x="386610" y="166552"/>
                </a:lnTo>
                <a:lnTo>
                  <a:pt x="386610" y="163577"/>
                </a:lnTo>
                <a:lnTo>
                  <a:pt x="386610" y="160603"/>
                </a:lnTo>
                <a:cubicBezTo>
                  <a:pt x="386610" y="157628"/>
                  <a:pt x="389612" y="157628"/>
                  <a:pt x="389612" y="157628"/>
                </a:cubicBezTo>
                <a:lnTo>
                  <a:pt x="392615" y="154653"/>
                </a:lnTo>
                <a:cubicBezTo>
                  <a:pt x="416357" y="142755"/>
                  <a:pt x="431275" y="118966"/>
                  <a:pt x="431275" y="89221"/>
                </a:cubicBezTo>
                <a:cubicBezTo>
                  <a:pt x="431275" y="56509"/>
                  <a:pt x="410443" y="29746"/>
                  <a:pt x="383609" y="20822"/>
                </a:cubicBezTo>
                <a:cubicBezTo>
                  <a:pt x="380697" y="20822"/>
                  <a:pt x="380697" y="17848"/>
                  <a:pt x="377695" y="14873"/>
                </a:cubicBezTo>
                <a:cubicBezTo>
                  <a:pt x="377695" y="11899"/>
                  <a:pt x="374694" y="8924"/>
                  <a:pt x="377695" y="5950"/>
                </a:cubicBezTo>
                <a:cubicBezTo>
                  <a:pt x="377695" y="2975"/>
                  <a:pt x="383609" y="0"/>
                  <a:pt x="386610" y="0"/>
                </a:cubicBezTo>
                <a:lnTo>
                  <a:pt x="389612" y="0"/>
                </a:lnTo>
                <a:cubicBezTo>
                  <a:pt x="425272" y="11899"/>
                  <a:pt x="452016" y="47585"/>
                  <a:pt x="452016" y="86246"/>
                </a:cubicBezTo>
                <a:cubicBezTo>
                  <a:pt x="452016" y="110043"/>
                  <a:pt x="443100" y="130856"/>
                  <a:pt x="431275" y="145729"/>
                </a:cubicBezTo>
                <a:lnTo>
                  <a:pt x="422269" y="154653"/>
                </a:lnTo>
                <a:lnTo>
                  <a:pt x="431275" y="169526"/>
                </a:lnTo>
                <a:cubicBezTo>
                  <a:pt x="475849" y="193314"/>
                  <a:pt x="505595" y="246848"/>
                  <a:pt x="505595" y="303357"/>
                </a:cubicBezTo>
                <a:lnTo>
                  <a:pt x="505595" y="333094"/>
                </a:lnTo>
                <a:cubicBezTo>
                  <a:pt x="505595" y="339043"/>
                  <a:pt x="502594" y="342018"/>
                  <a:pt x="496680" y="3420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4" name="path-1058">
            <a:extLst xmlns:a="http://schemas.openxmlformats.org/drawingml/2006/main">
              <a:ext uri="{FF2B5EF4-FFF2-40B4-BE49-F238E27FC236}">
                <a16:creationId xmlns:a16="http://schemas.microsoft.com/office/drawing/2014/main" id="{AB3BB969-DD39-4A88-8AAD-88A85B71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077" y="3829280"/>
            <a:ext cx="552106" cy="373507"/>
          </a:xfrm>
          <a:custGeom xmlns:a="http://schemas.openxmlformats.org/drawingml/2006/main">
            <a:pathLst>
              <a:path w="505586" h="342036">
                <a:moveTo>
                  <a:pt x="8923" y="342036"/>
                </a:moveTo>
                <a:cubicBezTo>
                  <a:pt x="2974" y="342036"/>
                  <a:pt x="0" y="336122"/>
                  <a:pt x="0" y="333119"/>
                </a:cubicBezTo>
                <a:lnTo>
                  <a:pt x="0" y="303374"/>
                </a:lnTo>
                <a:cubicBezTo>
                  <a:pt x="0" y="246883"/>
                  <a:pt x="29746" y="193306"/>
                  <a:pt x="74357" y="169562"/>
                </a:cubicBezTo>
                <a:lnTo>
                  <a:pt x="86245" y="163648"/>
                </a:lnTo>
                <a:lnTo>
                  <a:pt x="77330" y="151732"/>
                </a:lnTo>
                <a:cubicBezTo>
                  <a:pt x="62458" y="133903"/>
                  <a:pt x="56509" y="113071"/>
                  <a:pt x="56509" y="92239"/>
                </a:cubicBezTo>
                <a:cubicBezTo>
                  <a:pt x="56509" y="50574"/>
                  <a:pt x="83272" y="14918"/>
                  <a:pt x="121941" y="2999"/>
                </a:cubicBezTo>
                <a:lnTo>
                  <a:pt x="124916" y="2999"/>
                </a:lnTo>
                <a:cubicBezTo>
                  <a:pt x="127881" y="2999"/>
                  <a:pt x="133831" y="6002"/>
                  <a:pt x="133831" y="11916"/>
                </a:cubicBezTo>
                <a:cubicBezTo>
                  <a:pt x="133831" y="17921"/>
                  <a:pt x="130856" y="23831"/>
                  <a:pt x="127881" y="23831"/>
                </a:cubicBezTo>
                <a:cubicBezTo>
                  <a:pt x="98144" y="32745"/>
                  <a:pt x="77330" y="59491"/>
                  <a:pt x="77330" y="92239"/>
                </a:cubicBezTo>
                <a:cubicBezTo>
                  <a:pt x="77330" y="118982"/>
                  <a:pt x="92195" y="145728"/>
                  <a:pt x="115992" y="157643"/>
                </a:cubicBezTo>
                <a:cubicBezTo>
                  <a:pt x="115992" y="157643"/>
                  <a:pt x="118967" y="157643"/>
                  <a:pt x="118967" y="160646"/>
                </a:cubicBezTo>
                <a:lnTo>
                  <a:pt x="118967" y="169562"/>
                </a:lnTo>
                <a:cubicBezTo>
                  <a:pt x="118967" y="172565"/>
                  <a:pt x="115992" y="175473"/>
                  <a:pt x="113017" y="175473"/>
                </a:cubicBezTo>
                <a:cubicBezTo>
                  <a:pt x="59483" y="190394"/>
                  <a:pt x="20822" y="240972"/>
                  <a:pt x="20822" y="303374"/>
                </a:cubicBezTo>
                <a:lnTo>
                  <a:pt x="20822" y="333119"/>
                </a:lnTo>
                <a:cubicBezTo>
                  <a:pt x="17847" y="339030"/>
                  <a:pt x="14873" y="342036"/>
                  <a:pt x="8923" y="342036"/>
                </a:cubicBezTo>
                <a:moveTo>
                  <a:pt x="496661" y="342036"/>
                </a:moveTo>
                <a:cubicBezTo>
                  <a:pt x="490712" y="342036"/>
                  <a:pt x="487747" y="336122"/>
                  <a:pt x="487747" y="333119"/>
                </a:cubicBezTo>
                <a:lnTo>
                  <a:pt x="487747" y="303374"/>
                </a:lnTo>
                <a:cubicBezTo>
                  <a:pt x="487747" y="243880"/>
                  <a:pt x="449077" y="190394"/>
                  <a:pt x="395551" y="175473"/>
                </a:cubicBezTo>
                <a:cubicBezTo>
                  <a:pt x="389602" y="175473"/>
                  <a:pt x="386629" y="172565"/>
                  <a:pt x="386629" y="169562"/>
                </a:cubicBezTo>
                <a:lnTo>
                  <a:pt x="386629" y="166560"/>
                </a:lnTo>
                <a:lnTo>
                  <a:pt x="386629" y="163648"/>
                </a:lnTo>
                <a:lnTo>
                  <a:pt x="386629" y="160646"/>
                </a:lnTo>
                <a:cubicBezTo>
                  <a:pt x="386629" y="157643"/>
                  <a:pt x="389602" y="157643"/>
                  <a:pt x="389602" y="157643"/>
                </a:cubicBezTo>
                <a:lnTo>
                  <a:pt x="392578" y="154644"/>
                </a:lnTo>
                <a:cubicBezTo>
                  <a:pt x="416365" y="142816"/>
                  <a:pt x="431238" y="118982"/>
                  <a:pt x="431238" y="89236"/>
                </a:cubicBezTo>
                <a:cubicBezTo>
                  <a:pt x="431238" y="56579"/>
                  <a:pt x="410416" y="29742"/>
                  <a:pt x="383654" y="20829"/>
                </a:cubicBezTo>
                <a:cubicBezTo>
                  <a:pt x="380679" y="20829"/>
                  <a:pt x="380679" y="17921"/>
                  <a:pt x="377703" y="14918"/>
                </a:cubicBezTo>
                <a:cubicBezTo>
                  <a:pt x="377703" y="11916"/>
                  <a:pt x="374730" y="8913"/>
                  <a:pt x="377703" y="6002"/>
                </a:cubicBezTo>
                <a:cubicBezTo>
                  <a:pt x="377703" y="2999"/>
                  <a:pt x="383654" y="0"/>
                  <a:pt x="386629" y="0"/>
                </a:cubicBezTo>
                <a:lnTo>
                  <a:pt x="389602" y="0"/>
                </a:lnTo>
                <a:cubicBezTo>
                  <a:pt x="425289" y="11916"/>
                  <a:pt x="452052" y="47575"/>
                  <a:pt x="452052" y="86237"/>
                </a:cubicBezTo>
                <a:cubicBezTo>
                  <a:pt x="452052" y="110068"/>
                  <a:pt x="443137" y="130900"/>
                  <a:pt x="431238" y="145728"/>
                </a:cubicBezTo>
                <a:lnTo>
                  <a:pt x="422315" y="154644"/>
                </a:lnTo>
                <a:lnTo>
                  <a:pt x="431238" y="169562"/>
                </a:lnTo>
                <a:cubicBezTo>
                  <a:pt x="475848" y="193306"/>
                  <a:pt x="505586" y="246883"/>
                  <a:pt x="505586" y="303374"/>
                </a:cubicBezTo>
                <a:lnTo>
                  <a:pt x="505586" y="333119"/>
                </a:lnTo>
                <a:cubicBezTo>
                  <a:pt x="505586" y="339030"/>
                  <a:pt x="502611" y="342036"/>
                  <a:pt x="496661" y="3420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solid"/>
          </a:ln>
        </p:spPr>
      </p:sp>
      <p:sp>
        <p:nvSpPr>
          <p:cNvPr id="1105" name="path-1059">
            <a:extLst xmlns:a="http://schemas.openxmlformats.org/drawingml/2006/main">
              <a:ext uri="{FF2B5EF4-FFF2-40B4-BE49-F238E27FC236}">
                <a16:creationId xmlns:a16="http://schemas.microsoft.com/office/drawing/2014/main" id="{B0EFE24D-82D5-48C0-8216-6D8AF836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252" y="3610933"/>
            <a:ext cx="154936" cy="174537"/>
          </a:xfrm>
          <a:custGeom xmlns:a="http://schemas.openxmlformats.org/drawingml/2006/main">
            <a:pathLst>
              <a:path w="141881" h="159831">
                <a:moveTo>
                  <a:pt x="141881" y="0"/>
                </a:moveTo>
                <a:lnTo>
                  <a:pt x="0" y="159831"/>
                </a:lnTo>
              </a:path>
            </a:pathLst>
          </a:custGeom>
          <a:noFill xmlns:a="http://schemas.openxmlformats.org/drawingml/2006/main"/>
          <a:ln xmlns:a="http://schemas.openxmlformats.org/drawingml/2006/main" w="9934">
            <a:solidFill>
              <a:srgbClr val="000000"/>
            </a:solidFill>
            <a:prstDash val="dash"/>
          </a:ln>
        </p:spPr>
      </p:sp>
      <p:sp>
        <p:nvSpPr>
          <p:cNvPr id="1106" name="path-1060">
            <a:extLst xmlns:a="http://schemas.openxmlformats.org/drawingml/2006/main">
              <a:ext uri="{FF2B5EF4-FFF2-40B4-BE49-F238E27FC236}">
                <a16:creationId xmlns:a16="http://schemas.microsoft.com/office/drawing/2014/main" id="{183BA6E0-1F37-48C2-A885-CE21F5A7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543" y="3776767"/>
            <a:ext cx="54536" cy="54517"/>
          </a:xfrm>
          <a:custGeom xmlns:a="http://schemas.openxmlformats.org/drawingml/2006/main">
            <a:pathLst>
              <a:path w="49941" h="49923">
                <a:moveTo>
                  <a:pt x="41026" y="8878"/>
                </a:moveTo>
                <a:cubicBezTo>
                  <a:pt x="49941" y="17766"/>
                  <a:pt x="49941" y="32166"/>
                  <a:pt x="41026" y="41045"/>
                </a:cubicBezTo>
                <a:cubicBezTo>
                  <a:pt x="32112" y="49923"/>
                  <a:pt x="17740" y="49923"/>
                  <a:pt x="8824" y="41045"/>
                </a:cubicBezTo>
                <a:cubicBezTo>
                  <a:pt x="0" y="32166"/>
                  <a:pt x="0" y="17766"/>
                  <a:pt x="8824" y="8878"/>
                </a:cubicBezTo>
                <a:cubicBezTo>
                  <a:pt x="17740" y="0"/>
                  <a:pt x="32112" y="0"/>
                  <a:pt x="41026" y="88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07" name="">
            <a:extLst xmlns:a="http://schemas.openxmlformats.org/drawingml/2006/main">
              <a:ext uri="{FF2B5EF4-FFF2-40B4-BE49-F238E27FC236}">
                <a16:creationId xmlns:a16="http://schemas.microsoft.com/office/drawing/2014/main" id="{B1A1E717-1726-4E2F-87A9-62ED3536C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8038ea41c4060"/>
          <a:stretch xmlns:a="http://schemas.openxmlformats.org/drawingml/2006/main"/>
        </p:blipFill>
        <p:spPr>
          <a:xfrm xmlns:a="http://schemas.openxmlformats.org/drawingml/2006/main">
            <a:off x="13223905" y="2609213"/>
            <a:ext cx="748902" cy="416057"/>
          </a:xfrm>
          <a:prstGeom xmlns:a="http://schemas.openxmlformats.org/drawingml/2006/main" prst="rect">
            <a:avLst/>
          </a:prstGeom>
        </p:spPr>
      </p:pic>
      <p:pic>
        <p:nvPicPr>
          <p:cNvPr id="1108" name="">
            <a:extLst xmlns:a="http://schemas.openxmlformats.org/drawingml/2006/main">
              <a:ext uri="{FF2B5EF4-FFF2-40B4-BE49-F238E27FC236}">
                <a16:creationId xmlns:a16="http://schemas.microsoft.com/office/drawing/2014/main" id="{6BA8B262-3691-488B-8967-335348F97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3cc46541d4ea2"/>
          <a:stretch xmlns:a="http://schemas.openxmlformats.org/drawingml/2006/main"/>
        </p:blipFill>
        <p:spPr>
          <a:xfrm xmlns:a="http://schemas.openxmlformats.org/drawingml/2006/main">
            <a:off x="14648899" y="2609213"/>
            <a:ext cx="728099" cy="416057"/>
          </a:xfrm>
          <a:prstGeom xmlns:a="http://schemas.openxmlformats.org/drawingml/2006/main" prst="rect">
            <a:avLst/>
          </a:prstGeom>
        </p:spPr>
      </p:pic>
      <p:pic>
        <p:nvPicPr>
          <p:cNvPr id="1109" name="">
            <a:extLst xmlns:a="http://schemas.openxmlformats.org/drawingml/2006/main">
              <a:ext uri="{FF2B5EF4-FFF2-40B4-BE49-F238E27FC236}">
                <a16:creationId xmlns:a16="http://schemas.microsoft.com/office/drawing/2014/main" id="{0046E017-4B19-4089-A89B-64E1484869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988037f814709"/>
          <a:stretch xmlns:a="http://schemas.openxmlformats.org/drawingml/2006/main"/>
        </p:blipFill>
        <p:spPr>
          <a:xfrm xmlns:a="http://schemas.openxmlformats.org/drawingml/2006/main">
            <a:off x="14721709" y="3066875"/>
            <a:ext cx="582479" cy="426458"/>
          </a:xfrm>
          <a:prstGeom xmlns:a="http://schemas.openxmlformats.org/drawingml/2006/main" prst="rect">
            <a:avLst/>
          </a:prstGeom>
        </p:spPr>
      </p:pic>
      <p:pic>
        <p:nvPicPr>
          <p:cNvPr id="1110" name="">
            <a:extLst xmlns:a="http://schemas.openxmlformats.org/drawingml/2006/main">
              <a:ext uri="{FF2B5EF4-FFF2-40B4-BE49-F238E27FC236}">
                <a16:creationId xmlns:a16="http://schemas.microsoft.com/office/drawing/2014/main" id="{3E6DD02D-4F01-4991-9E4F-74E677E071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64e2b3a244c84"/>
          <a:stretch xmlns:a="http://schemas.openxmlformats.org/drawingml/2006/main"/>
        </p:blipFill>
        <p:spPr>
          <a:xfrm xmlns:a="http://schemas.openxmlformats.org/drawingml/2006/main">
            <a:off x="13993610" y="2609213"/>
            <a:ext cx="634486" cy="416057"/>
          </a:xfrm>
          <a:prstGeom xmlns:a="http://schemas.openxmlformats.org/drawingml/2006/main" prst="rect">
            <a:avLst/>
          </a:prstGeom>
        </p:spPr>
      </p:pic>
      <p:pic>
        <p:nvPicPr>
          <p:cNvPr id="1111" name="">
            <a:extLst xmlns:a="http://schemas.openxmlformats.org/drawingml/2006/main">
              <a:ext uri="{FF2B5EF4-FFF2-40B4-BE49-F238E27FC236}">
                <a16:creationId xmlns:a16="http://schemas.microsoft.com/office/drawing/2014/main" id="{4A86F8FE-5510-44BB-B59A-B18D6721E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b551e7b804d84"/>
          <a:stretch xmlns:a="http://schemas.openxmlformats.org/drawingml/2006/main"/>
        </p:blipFill>
        <p:spPr>
          <a:xfrm xmlns:a="http://schemas.openxmlformats.org/drawingml/2006/main">
            <a:off x="13223905" y="3066875"/>
            <a:ext cx="624085" cy="426458"/>
          </a:xfrm>
          <a:prstGeom xmlns:a="http://schemas.openxmlformats.org/drawingml/2006/main" prst="rect">
            <a:avLst/>
          </a:prstGeom>
        </p:spPr>
      </p:pic>
      <p:pic>
        <p:nvPicPr>
          <p:cNvPr id="1112" name="">
            <a:extLst xmlns:a="http://schemas.openxmlformats.org/drawingml/2006/main">
              <a:ext uri="{FF2B5EF4-FFF2-40B4-BE49-F238E27FC236}">
                <a16:creationId xmlns:a16="http://schemas.microsoft.com/office/drawing/2014/main" id="{6C63D99F-3DA2-4E49-9F1B-BD477ED71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f4ed6783a47c4"/>
          <a:stretch xmlns:a="http://schemas.openxmlformats.org/drawingml/2006/main"/>
        </p:blipFill>
        <p:spPr>
          <a:xfrm xmlns:a="http://schemas.openxmlformats.org/drawingml/2006/main">
            <a:off x="13868793" y="3066875"/>
            <a:ext cx="780106" cy="426458"/>
          </a:xfrm>
          <a:prstGeom xmlns:a="http://schemas.openxmlformats.org/drawingml/2006/main" prst="rect">
            <a:avLst/>
          </a:prstGeom>
        </p:spPr>
      </p:pic>
      <p:sp>
        <p:nvSpPr>
          <p:cNvPr id="1113" name="text-1067 …">
            <a:extLst xmlns:a="http://schemas.openxmlformats.org/drawingml/2006/main">
              <a:ext uri="{FF2B5EF4-FFF2-40B4-BE49-F238E27FC236}">
                <a16:creationId xmlns:a16="http://schemas.microsoft.com/office/drawing/2014/main" id="{33825E0D-ECB6-408F-8007-5EFE35CE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2801" y="3430435"/>
            <a:ext cx="164124" cy="19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14" name="text-1068 …">
            <a:extLst xmlns:a="http://schemas.openxmlformats.org/drawingml/2006/main">
              <a:ext uri="{FF2B5EF4-FFF2-40B4-BE49-F238E27FC236}">
                <a16:creationId xmlns:a16="http://schemas.microsoft.com/office/drawing/2014/main" id="{8127B2F5-301F-47F6-9AC7-8761BB90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9950" y="3430435"/>
            <a:ext cx="164124" cy="19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15" name="text-1069 …">
            <a:extLst xmlns:a="http://schemas.openxmlformats.org/drawingml/2006/main">
              <a:ext uri="{FF2B5EF4-FFF2-40B4-BE49-F238E27FC236}">
                <a16:creationId xmlns:a16="http://schemas.microsoft.com/office/drawing/2014/main" id="{1D35B1AC-AB8E-4DB5-966F-31C1011F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5653" y="3430435"/>
            <a:ext cx="164124" cy="19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16" name="path-1070">
            <a:extLst xmlns:a="http://schemas.openxmlformats.org/drawingml/2006/main">
              <a:ext uri="{FF2B5EF4-FFF2-40B4-BE49-F238E27FC236}">
                <a16:creationId xmlns:a16="http://schemas.microsoft.com/office/drawing/2014/main" id="{1C894216-7E8C-49FB-A237-6B2FF5F1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261" y="5638607"/>
            <a:ext cx="211052" cy="191"/>
          </a:xfrm>
          <a:custGeom xmlns:a="http://schemas.openxmlformats.org/drawingml/2006/main">
            <a:pathLst>
              <a:path w="193269" h="191">
                <a:moveTo>
                  <a:pt x="0" y="0"/>
                </a:moveTo>
                <a:lnTo>
                  <a:pt x="193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1117" name="text-1071 #3">
            <a:extLst xmlns:a="http://schemas.openxmlformats.org/drawingml/2006/main">
              <a:ext uri="{FF2B5EF4-FFF2-40B4-BE49-F238E27FC236}">
                <a16:creationId xmlns:a16="http://schemas.microsoft.com/office/drawing/2014/main" id="{836367B9-EA2C-4CE6-AFB9-01578DA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6261" y="5413223"/>
            <a:ext cx="256791" cy="278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#3</a:t>
            </a:r>
          </a:p>
        </p:txBody>
      </p:sp>
      <p:sp>
        <p:nvSpPr>
          <p:cNvPr id="1118" name="text-1073 Efficiency">
            <a:extLst xmlns:a="http://schemas.openxmlformats.org/drawingml/2006/main">
              <a:ext uri="{FF2B5EF4-FFF2-40B4-BE49-F238E27FC236}">
                <a16:creationId xmlns:a16="http://schemas.microsoft.com/office/drawing/2014/main" id="{F1EDF054-DC4A-4D3F-B835-A748AD8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2448" y="5413267"/>
            <a:ext cx="970759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1119" name="path-1074">
            <a:extLst xmlns:a="http://schemas.openxmlformats.org/drawingml/2006/main">
              <a:ext uri="{FF2B5EF4-FFF2-40B4-BE49-F238E27FC236}">
                <a16:creationId xmlns:a16="http://schemas.microsoft.com/office/drawing/2014/main" id="{D4554A30-E4A4-47E5-A532-B1F22B9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7969" y="2179784"/>
            <a:ext cx="59631" cy="282217"/>
          </a:xfrm>
          <a:custGeom xmlns:a="http://schemas.openxmlformats.org/drawingml/2006/main">
            <a:pathLst>
              <a:path w="54607" h="258438">
                <a:moveTo>
                  <a:pt x="0" y="258438"/>
                </a:moveTo>
                <a:lnTo>
                  <a:pt x="546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1120" name="path-1075">
            <a:extLst xmlns:a="http://schemas.openxmlformats.org/drawingml/2006/main">
              <a:ext uri="{FF2B5EF4-FFF2-40B4-BE49-F238E27FC236}">
                <a16:creationId xmlns:a16="http://schemas.microsoft.com/office/drawing/2014/main" id="{524EA04A-567A-4DC3-9B26-BD5A33E4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3356" y="2076611"/>
            <a:ext cx="109072" cy="109033"/>
          </a:xfrm>
          <a:custGeom xmlns:a="http://schemas.openxmlformats.org/drawingml/2006/main">
            <a:pathLst>
              <a:path w="99882" h="99846">
                <a:moveTo>
                  <a:pt x="82052" y="17766"/>
                </a:moveTo>
                <a:cubicBezTo>
                  <a:pt x="99882" y="35523"/>
                  <a:pt x="99882" y="64323"/>
                  <a:pt x="82052" y="82089"/>
                </a:cubicBezTo>
                <a:cubicBezTo>
                  <a:pt x="64313" y="99846"/>
                  <a:pt x="35477" y="99846"/>
                  <a:pt x="17738" y="82089"/>
                </a:cubicBezTo>
                <a:cubicBezTo>
                  <a:pt x="0" y="64323"/>
                  <a:pt x="0" y="35523"/>
                  <a:pt x="17738" y="17766"/>
                </a:cubicBezTo>
                <a:cubicBezTo>
                  <a:pt x="35477" y="0"/>
                  <a:pt x="64313" y="0"/>
                  <a:pt x="82052" y="17766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1" name="path-1076">
            <a:extLst xmlns:a="http://schemas.openxmlformats.org/drawingml/2006/main">
              <a:ext uri="{FF2B5EF4-FFF2-40B4-BE49-F238E27FC236}">
                <a16:creationId xmlns:a16="http://schemas.microsoft.com/office/drawing/2014/main" id="{D7A58FDA-B1A2-4FAB-9E59-49C43839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722" y="6052959"/>
            <a:ext cx="12280460" cy="1095123"/>
          </a:xfrm>
          <a:custGeom xmlns:a="http://schemas.openxmlformats.org/drawingml/2006/main">
            <a:pathLst>
              <a:path w="11245717" h="1002849">
                <a:moveTo>
                  <a:pt x="0" y="0"/>
                </a:moveTo>
                <a:lnTo>
                  <a:pt x="11245717" y="0"/>
                </a:lnTo>
                <a:lnTo>
                  <a:pt x="11245717" y="1002849"/>
                </a:lnTo>
                <a:lnTo>
                  <a:pt x="0" y="100284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2" name="path-1077">
            <a:extLst xmlns:a="http://schemas.openxmlformats.org/drawingml/2006/main">
              <a:ext uri="{FF2B5EF4-FFF2-40B4-BE49-F238E27FC236}">
                <a16:creationId xmlns:a16="http://schemas.microsoft.com/office/drawing/2014/main" id="{4DB6F348-F5AF-41E4-8B69-EFDD589C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260" y="6582309"/>
            <a:ext cx="314869" cy="191"/>
          </a:xfrm>
          <a:custGeom xmlns:a="http://schemas.openxmlformats.org/drawingml/2006/main">
            <a:pathLst>
              <a:path w="288339" h="191">
                <a:moveTo>
                  <a:pt x="0" y="0"/>
                </a:moveTo>
                <a:lnTo>
                  <a:pt x="2883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1123" name="path-1078">
            <a:extLst xmlns:a="http://schemas.openxmlformats.org/drawingml/2006/main">
              <a:ext uri="{FF2B5EF4-FFF2-40B4-BE49-F238E27FC236}">
                <a16:creationId xmlns:a16="http://schemas.microsoft.com/office/drawing/2014/main" id="{B47C543A-4DAB-48DE-93CB-787BF91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989" y="6582309"/>
            <a:ext cx="1248668" cy="191"/>
          </a:xfrm>
          <a:custGeom xmlns:a="http://schemas.openxmlformats.org/drawingml/2006/main">
            <a:pathLst>
              <a:path w="1143457" h="191">
                <a:moveTo>
                  <a:pt x="0" y="0"/>
                </a:moveTo>
                <a:lnTo>
                  <a:pt x="1143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1124" name="path-1079">
            <a:extLst xmlns:a="http://schemas.openxmlformats.org/drawingml/2006/main">
              <a:ext uri="{FF2B5EF4-FFF2-40B4-BE49-F238E27FC236}">
                <a16:creationId xmlns:a16="http://schemas.microsoft.com/office/drawing/2014/main" id="{1E403BB2-4D2E-4BED-A5D9-BF12F344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190" y="6582309"/>
            <a:ext cx="250548" cy="191"/>
          </a:xfrm>
          <a:custGeom xmlns:a="http://schemas.openxmlformats.org/drawingml/2006/main">
            <a:pathLst>
              <a:path w="229437" h="191">
                <a:moveTo>
                  <a:pt x="0" y="0"/>
                </a:moveTo>
                <a:lnTo>
                  <a:pt x="22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01">
            <a:solidFill>
              <a:srgbClr val="000000"/>
            </a:solidFill>
            <a:prstDash val="solid"/>
          </a:ln>
        </p:spPr>
      </p:sp>
      <p:sp>
        <p:nvSpPr>
          <p:cNvPr id="1125" name="text-1080 “Impossible">
            <a:extLst xmlns:a="http://schemas.openxmlformats.org/drawingml/2006/main">
              <a:ext uri="{FF2B5EF4-FFF2-40B4-BE49-F238E27FC236}">
                <a16:creationId xmlns:a16="http://schemas.microsoft.com/office/drawing/2014/main" id="{886A4EEE-1801-4F86-B6C9-6FEC500B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260" y="6355483"/>
            <a:ext cx="1172909" cy="278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“Impossible</a:t>
            </a:r>
          </a:p>
        </p:txBody>
      </p:sp>
      <p:sp>
        <p:nvSpPr>
          <p:cNvPr id="1126" name="text-1080 Triangle”">
            <a:extLst xmlns:a="http://schemas.openxmlformats.org/drawingml/2006/main">
              <a:ext uri="{FF2B5EF4-FFF2-40B4-BE49-F238E27FC236}">
                <a16:creationId xmlns:a16="http://schemas.microsoft.com/office/drawing/2014/main" id="{8739C174-EA2C-413A-B772-7F461C1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584" y="6355490"/>
            <a:ext cx="896940" cy="278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Triangle”</a:t>
            </a:r>
          </a:p>
        </p:txBody>
      </p:sp>
      <p:sp>
        <p:nvSpPr>
          <p:cNvPr id="1127" name="text-1082 of">
            <a:extLst xmlns:a="http://schemas.openxmlformats.org/drawingml/2006/main">
              <a:ext uri="{FF2B5EF4-FFF2-40B4-BE49-F238E27FC236}">
                <a16:creationId xmlns:a16="http://schemas.microsoft.com/office/drawing/2014/main" id="{F0D25AA9-624F-4E85-AEF6-2471F58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5774" y="6580435"/>
            <a:ext cx="201496" cy="27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128" name="text-1082 the">
            <a:extLst xmlns:a="http://schemas.openxmlformats.org/drawingml/2006/main">
              <a:ext uri="{FF2B5EF4-FFF2-40B4-BE49-F238E27FC236}">
                <a16:creationId xmlns:a16="http://schemas.microsoft.com/office/drawing/2014/main" id="{50BB608E-CEA7-47F4-AB15-7A710615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6660" y="6580512"/>
            <a:ext cx="311969" cy="27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29" name="text-1082 Current">
            <a:extLst xmlns:a="http://schemas.openxmlformats.org/drawingml/2006/main">
              <a:ext uri="{FF2B5EF4-FFF2-40B4-BE49-F238E27FC236}">
                <a16:creationId xmlns:a16="http://schemas.microsoft.com/office/drawing/2014/main" id="{9E028844-C2DD-464B-B0AD-680E3BF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8049" y="6580467"/>
            <a:ext cx="698295" cy="278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130" name="text-1082 Computer">
            <a:extLst xmlns:a="http://schemas.openxmlformats.org/drawingml/2006/main">
              <a:ext uri="{FF2B5EF4-FFF2-40B4-BE49-F238E27FC236}">
                <a16:creationId xmlns:a16="http://schemas.microsoft.com/office/drawing/2014/main" id="{FF5B1E49-5DF7-49C5-9394-8B8AFF67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5740" y="6580483"/>
            <a:ext cx="908127" cy="27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</a:p>
        </p:txBody>
      </p:sp>
      <p:sp>
        <p:nvSpPr>
          <p:cNvPr id="1131" name="text-1082 Vision">
            <a:extLst xmlns:a="http://schemas.openxmlformats.org/drawingml/2006/main">
              <a:ext uri="{FF2B5EF4-FFF2-40B4-BE49-F238E27FC236}">
                <a16:creationId xmlns:a16="http://schemas.microsoft.com/office/drawing/2014/main" id="{865654E0-CEC6-43AA-A57F-AB92D3B1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3271" y="6580464"/>
            <a:ext cx="573334" cy="278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132" name="text-1082 Paradigm">
            <a:extLst xmlns:a="http://schemas.openxmlformats.org/drawingml/2006/main">
              <a:ext uri="{FF2B5EF4-FFF2-40B4-BE49-F238E27FC236}">
                <a16:creationId xmlns:a16="http://schemas.microsoft.com/office/drawing/2014/main" id="{2295B202-C71F-49ED-BA68-784A61AB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6016" y="6580482"/>
            <a:ext cx="886114" cy="278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Paradigm</a:t>
            </a:r>
          </a:p>
        </p:txBody>
      </p:sp>
      <p:sp>
        <p:nvSpPr>
          <p:cNvPr id="1133" name="path-1083">
            <a:extLst xmlns:a="http://schemas.openxmlformats.org/drawingml/2006/main">
              <a:ext uri="{FF2B5EF4-FFF2-40B4-BE49-F238E27FC236}">
                <a16:creationId xmlns:a16="http://schemas.microsoft.com/office/drawing/2014/main" id="{F47B7DDA-AE30-45ED-B7E5-941F08F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51" y="6309130"/>
            <a:ext cx="188949" cy="191"/>
          </a:xfrm>
          <a:custGeom xmlns:a="http://schemas.openxmlformats.org/drawingml/2006/main">
            <a:pathLst>
              <a:path w="173028" h="191">
                <a:moveTo>
                  <a:pt x="0" y="0"/>
                </a:moveTo>
                <a:lnTo>
                  <a:pt x="173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1134" name="text-1084 #1">
            <a:extLst xmlns:a="http://schemas.openxmlformats.org/drawingml/2006/main">
              <a:ext uri="{FF2B5EF4-FFF2-40B4-BE49-F238E27FC236}">
                <a16:creationId xmlns:a16="http://schemas.microsoft.com/office/drawing/2014/main" id="{02BF03DF-AC61-43B4-A7F2-49B3250C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4551" y="6103704"/>
            <a:ext cx="231099" cy="250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35" name="text-1085 +">
            <a:extLst xmlns:a="http://schemas.openxmlformats.org/drawingml/2006/main">
              <a:ext uri="{FF2B5EF4-FFF2-40B4-BE49-F238E27FC236}">
                <a16:creationId xmlns:a16="http://schemas.microsoft.com/office/drawing/2014/main" id="{B0BAF2BB-07E0-41F0-A17E-EC392D6A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107" y="6103757"/>
            <a:ext cx="136614" cy="250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36" name="path-1086">
            <a:extLst xmlns:a="http://schemas.openxmlformats.org/drawingml/2006/main">
              <a:ext uri="{FF2B5EF4-FFF2-40B4-BE49-F238E27FC236}">
                <a16:creationId xmlns:a16="http://schemas.microsoft.com/office/drawing/2014/main" id="{0878841B-F916-448B-B374-CFB9BDC2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214" y="6309130"/>
            <a:ext cx="188950" cy="191"/>
          </a:xfrm>
          <a:custGeom xmlns:a="http://schemas.openxmlformats.org/drawingml/2006/main">
            <a:pathLst>
              <a:path w="173029" h="191">
                <a:moveTo>
                  <a:pt x="0" y="0"/>
                </a:moveTo>
                <a:lnTo>
                  <a:pt x="1730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1137" name="text-1087 #2">
            <a:extLst xmlns:a="http://schemas.openxmlformats.org/drawingml/2006/main">
              <a:ext uri="{FF2B5EF4-FFF2-40B4-BE49-F238E27FC236}">
                <a16:creationId xmlns:a16="http://schemas.microsoft.com/office/drawing/2014/main" id="{23958E8B-95A5-4C60-9FFE-2BC98D5D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7214" y="6103704"/>
            <a:ext cx="231099" cy="250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138" name="text-1088 =">
            <a:extLst xmlns:a="http://schemas.openxmlformats.org/drawingml/2006/main">
              <a:ext uri="{FF2B5EF4-FFF2-40B4-BE49-F238E27FC236}">
                <a16:creationId xmlns:a16="http://schemas.microsoft.com/office/drawing/2014/main" id="{029D1F88-9A9F-4E9D-A47D-D0A4CBB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5769" y="6103757"/>
            <a:ext cx="136614" cy="250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39" name="text-1089 Strong">
            <a:extLst xmlns:a="http://schemas.openxmlformats.org/drawingml/2006/main">
              <a:ext uri="{FF2B5EF4-FFF2-40B4-BE49-F238E27FC236}">
                <a16:creationId xmlns:a16="http://schemas.microsoft.com/office/drawing/2014/main" id="{BB530065-17A0-4EE6-B8F9-0E8E18D8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9556" y="6103750"/>
            <a:ext cx="608247" cy="250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1140" name="text-1090 ,">
            <a:extLst xmlns:a="http://schemas.openxmlformats.org/drawingml/2006/main">
              <a:ext uri="{FF2B5EF4-FFF2-40B4-BE49-F238E27FC236}">
                <a16:creationId xmlns:a16="http://schemas.microsoft.com/office/drawing/2014/main" id="{8E63A024-588D-4020-B612-2CA8582F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5613" y="6103613"/>
            <a:ext cx="81897" cy="250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41" name="text-1091 generalizable">
            <a:extLst xmlns:a="http://schemas.openxmlformats.org/drawingml/2006/main">
              <a:ext uri="{FF2B5EF4-FFF2-40B4-BE49-F238E27FC236}">
                <a16:creationId xmlns:a16="http://schemas.microsoft.com/office/drawing/2014/main" id="{4223853B-C1A2-4330-9C4E-A12706AB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4970" y="6103741"/>
            <a:ext cx="1165108" cy="25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generalizable</a:t>
            </a:r>
          </a:p>
        </p:txBody>
      </p:sp>
      <p:sp>
        <p:nvSpPr>
          <p:cNvPr id="1142" name="text-1091 performance">
            <a:extLst xmlns:a="http://schemas.openxmlformats.org/drawingml/2006/main">
              <a:ext uri="{FF2B5EF4-FFF2-40B4-BE49-F238E27FC236}">
                <a16:creationId xmlns:a16="http://schemas.microsoft.com/office/drawing/2014/main" id="{CF26DD62-4225-4154-ABF2-9D53E95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563" y="6103742"/>
            <a:ext cx="1115364" cy="250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143" name="text-1092 for">
            <a:extLst xmlns:a="http://schemas.openxmlformats.org/drawingml/2006/main">
              <a:ext uri="{FF2B5EF4-FFF2-40B4-BE49-F238E27FC236}">
                <a16:creationId xmlns:a16="http://schemas.microsoft.com/office/drawing/2014/main" id="{7C7B7D45-8EC0-485A-8446-3D91E40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0374" y="6103710"/>
            <a:ext cx="270545" cy="250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1144" name="path-1093">
            <a:extLst xmlns:a="http://schemas.openxmlformats.org/drawingml/2006/main">
              <a:ext uri="{FF2B5EF4-FFF2-40B4-BE49-F238E27FC236}">
                <a16:creationId xmlns:a16="http://schemas.microsoft.com/office/drawing/2014/main" id="{0706A820-C04C-4281-AF00-A7B06B65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969" y="6805817"/>
            <a:ext cx="188959" cy="191"/>
          </a:xfrm>
          <a:custGeom xmlns:a="http://schemas.openxmlformats.org/drawingml/2006/main">
            <a:pathLst>
              <a:path w="173038" h="191">
                <a:moveTo>
                  <a:pt x="0" y="0"/>
                </a:moveTo>
                <a:lnTo>
                  <a:pt x="173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000000"/>
            </a:solidFill>
            <a:prstDash val="solid"/>
          </a:ln>
        </p:spPr>
      </p:sp>
      <p:sp>
        <p:nvSpPr>
          <p:cNvPr id="1145" name="text-1094 #3">
            <a:extLst xmlns:a="http://schemas.openxmlformats.org/drawingml/2006/main">
              <a:ext uri="{FF2B5EF4-FFF2-40B4-BE49-F238E27FC236}">
                <a16:creationId xmlns:a16="http://schemas.microsoft.com/office/drawing/2014/main" id="{52F58846-8CAF-404D-AC06-B880319B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1931" y="6600456"/>
            <a:ext cx="231016" cy="250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#3</a:t>
            </a:r>
          </a:p>
        </p:txBody>
      </p:sp>
      <p:sp>
        <p:nvSpPr>
          <p:cNvPr id="1146" name="text-1095 =">
            <a:extLst xmlns:a="http://schemas.openxmlformats.org/drawingml/2006/main">
              <a:ext uri="{FF2B5EF4-FFF2-40B4-BE49-F238E27FC236}">
                <a16:creationId xmlns:a16="http://schemas.microsoft.com/office/drawing/2014/main" id="{54FBC330-6B2C-42A5-8F6D-CC0B257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535" y="6600445"/>
            <a:ext cx="136614" cy="250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47" name="text-1096 Safe">
            <a:extLst xmlns:a="http://schemas.openxmlformats.org/drawingml/2006/main">
              <a:ext uri="{FF2B5EF4-FFF2-40B4-BE49-F238E27FC236}">
                <a16:creationId xmlns:a16="http://schemas.microsoft.com/office/drawing/2014/main" id="{B1DCA798-8E5D-4EE9-99CB-4838CADB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311" y="6600427"/>
            <a:ext cx="409900" cy="25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48" name="text-1097 ,">
            <a:extLst xmlns:a="http://schemas.openxmlformats.org/drawingml/2006/main">
              <a:ext uri="{FF2B5EF4-FFF2-40B4-BE49-F238E27FC236}">
                <a16:creationId xmlns:a16="http://schemas.microsoft.com/office/drawing/2014/main" id="{29718852-4FE9-4328-94AB-28D90661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11" y="6600300"/>
            <a:ext cx="81897" cy="250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49" name="text-1098 flexible">
            <a:extLst xmlns:a="http://schemas.openxmlformats.org/drawingml/2006/main">
              <a:ext uri="{FF2B5EF4-FFF2-40B4-BE49-F238E27FC236}">
                <a16:creationId xmlns:a16="http://schemas.microsoft.com/office/drawing/2014/main" id="{54A8B680-03BC-4310-87C1-A3DA1EBC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368" y="6600421"/>
            <a:ext cx="648322" cy="25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flexible</a:t>
            </a:r>
          </a:p>
        </p:txBody>
      </p:sp>
      <p:sp>
        <p:nvSpPr>
          <p:cNvPr id="1150" name="text-1099 ,">
            <a:extLst xmlns:a="http://schemas.openxmlformats.org/drawingml/2006/main">
              <a:ext uri="{FF2B5EF4-FFF2-40B4-BE49-F238E27FC236}">
                <a16:creationId xmlns:a16="http://schemas.microsoft.com/office/drawing/2014/main" id="{4082F2A4-0D51-4193-838F-F54F49A2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7500" y="6600300"/>
            <a:ext cx="81897" cy="250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51" name="text-1100 user-">
            <a:extLst xmlns:a="http://schemas.openxmlformats.org/drawingml/2006/main">
              <a:ext uri="{FF2B5EF4-FFF2-40B4-BE49-F238E27FC236}">
                <a16:creationId xmlns:a16="http://schemas.microsoft.com/office/drawing/2014/main" id="{AC6D63C2-9DF6-4931-8296-5350842A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857" y="6600427"/>
            <a:ext cx="469452" cy="25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user-</a:t>
            </a:r>
          </a:p>
        </p:txBody>
      </p:sp>
      <p:sp>
        <p:nvSpPr>
          <p:cNvPr id="1152" name="text-1100 and">
            <a:extLst xmlns:a="http://schemas.openxmlformats.org/drawingml/2006/main">
              <a:ext uri="{FF2B5EF4-FFF2-40B4-BE49-F238E27FC236}">
                <a16:creationId xmlns:a16="http://schemas.microsoft.com/office/drawing/2014/main" id="{831F8550-8342-49B3-9750-14E69C47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3784" y="6600413"/>
            <a:ext cx="350090" cy="250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153" name="text-1100 environmentally">
            <a:extLst xmlns:a="http://schemas.openxmlformats.org/drawingml/2006/main">
              <a:ext uri="{FF2B5EF4-FFF2-40B4-BE49-F238E27FC236}">
                <a16:creationId xmlns:a16="http://schemas.microsoft.com/office/drawing/2014/main" id="{1B1E1490-7A0C-40C9-A637-5F27C88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1340" y="6600422"/>
            <a:ext cx="1403459" cy="250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environmentally</a:t>
            </a:r>
          </a:p>
        </p:txBody>
      </p:sp>
      <p:sp>
        <p:nvSpPr>
          <p:cNvPr id="1154" name="text-1101 challenging">
            <a:extLst xmlns:a="http://schemas.openxmlformats.org/drawingml/2006/main">
              <a:ext uri="{FF2B5EF4-FFF2-40B4-BE49-F238E27FC236}">
                <a16:creationId xmlns:a16="http://schemas.microsoft.com/office/drawing/2014/main" id="{A8B46651-1490-47C4-8F3F-0BD0D744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5054" y="6310353"/>
            <a:ext cx="1025656" cy="25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challenging</a:t>
            </a:r>
          </a:p>
        </p:txBody>
      </p:sp>
      <p:sp>
        <p:nvSpPr>
          <p:cNvPr id="1155" name="text-1101 vision">
            <a:extLst xmlns:a="http://schemas.openxmlformats.org/drawingml/2006/main">
              <a:ext uri="{FF2B5EF4-FFF2-40B4-BE49-F238E27FC236}">
                <a16:creationId xmlns:a16="http://schemas.microsoft.com/office/drawing/2014/main" id="{CC061D67-7A7E-4EE3-810F-AE5ABB0C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177" y="6310371"/>
            <a:ext cx="548882" cy="250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156" name="text-1101 tasks,">
            <a:extLst xmlns:a="http://schemas.openxmlformats.org/drawingml/2006/main">
              <a:ext uri="{FF2B5EF4-FFF2-40B4-BE49-F238E27FC236}">
                <a16:creationId xmlns:a16="http://schemas.microsoft.com/office/drawing/2014/main" id="{195DC4A1-4218-4C07-9EAB-AEA01C84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4531" y="6310349"/>
            <a:ext cx="539229" cy="250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tasks,</a:t>
            </a:r>
          </a:p>
        </p:txBody>
      </p:sp>
      <p:sp>
        <p:nvSpPr>
          <p:cNvPr id="1157" name="text-1101 but">
            <a:extLst xmlns:a="http://schemas.openxmlformats.org/drawingml/2006/main">
              <a:ext uri="{FF2B5EF4-FFF2-40B4-BE49-F238E27FC236}">
                <a16:creationId xmlns:a16="http://schemas.microsoft.com/office/drawing/2014/main" id="{43823A99-E452-42E3-BC30-958ADA6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1228" y="6310338"/>
            <a:ext cx="310174" cy="250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</a:t>
            </a:r>
          </a:p>
        </p:txBody>
      </p:sp>
      <p:sp>
        <p:nvSpPr>
          <p:cNvPr id="1158" name="text-1102 inefficient">
            <a:extLst xmlns:a="http://schemas.openxmlformats.org/drawingml/2006/main">
              <a:ext uri="{FF2B5EF4-FFF2-40B4-BE49-F238E27FC236}">
                <a16:creationId xmlns:a16="http://schemas.microsoft.com/office/drawing/2014/main" id="{8D79BFDF-B3F3-4FEF-8EF9-35D1CEB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015" y="6310352"/>
            <a:ext cx="876633" cy="25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inefficient</a:t>
            </a:r>
          </a:p>
        </p:txBody>
      </p:sp>
      <p:sp>
        <p:nvSpPr>
          <p:cNvPr id="1159" name="text-1103 .">
            <a:extLst xmlns:a="http://schemas.openxmlformats.org/drawingml/2006/main">
              <a:ext uri="{FF2B5EF4-FFF2-40B4-BE49-F238E27FC236}">
                <a16:creationId xmlns:a16="http://schemas.microsoft.com/office/drawing/2014/main" id="{45855321-4496-4395-AB5F-A6783124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3461" y="6310232"/>
            <a:ext cx="81897" cy="250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60" name="text-1104 friendly">
            <a:extLst xmlns:a="http://schemas.openxmlformats.org/drawingml/2006/main">
              <a:ext uri="{FF2B5EF4-FFF2-40B4-BE49-F238E27FC236}">
                <a16:creationId xmlns:a16="http://schemas.microsoft.com/office/drawing/2014/main" id="{F41A90BC-CD5A-4F17-95B3-38A11B5D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6937" y="6811027"/>
            <a:ext cx="678001" cy="250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friendly</a:t>
            </a:r>
          </a:p>
        </p:txBody>
      </p:sp>
      <p:sp>
        <p:nvSpPr>
          <p:cNvPr id="1161" name="text-1105 ,">
            <a:extLst xmlns:a="http://schemas.openxmlformats.org/drawingml/2006/main">
              <a:ext uri="{FF2B5EF4-FFF2-40B4-BE49-F238E27FC236}">
                <a16:creationId xmlns:a16="http://schemas.microsoft.com/office/drawing/2014/main" id="{B6892734-7565-492A-BD35-5A8D9240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9586" y="6810892"/>
            <a:ext cx="81897" cy="250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62" name="text-1106 but">
            <a:extLst xmlns:a="http://schemas.openxmlformats.org/drawingml/2006/main">
              <a:ext uri="{FF2B5EF4-FFF2-40B4-BE49-F238E27FC236}">
                <a16:creationId xmlns:a16="http://schemas.microsoft.com/office/drawing/2014/main" id="{38A950C6-9739-48F7-87B2-C99C832D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8943" y="6810999"/>
            <a:ext cx="310174" cy="250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</a:t>
            </a:r>
          </a:p>
        </p:txBody>
      </p:sp>
      <p:sp>
        <p:nvSpPr>
          <p:cNvPr id="1163" name="text-1106 with">
            <a:extLst xmlns:a="http://schemas.openxmlformats.org/drawingml/2006/main">
              <a:ext uri="{FF2B5EF4-FFF2-40B4-BE49-F238E27FC236}">
                <a16:creationId xmlns:a16="http://schemas.microsoft.com/office/drawing/2014/main" id="{8E303490-F2E1-4D78-A27E-A539B982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588" y="6811014"/>
            <a:ext cx="389712" cy="25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164" name="text-1107 limited">
            <a:extLst xmlns:a="http://schemas.openxmlformats.org/drawingml/2006/main">
              <a:ext uri="{FF2B5EF4-FFF2-40B4-BE49-F238E27FC236}">
                <a16:creationId xmlns:a16="http://schemas.microsoft.com/office/drawing/2014/main" id="{FE5B3706-219A-49F9-9E12-CEDBB325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3815" y="6811033"/>
            <a:ext cx="608425" cy="25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limited</a:t>
            </a:r>
          </a:p>
        </p:txBody>
      </p:sp>
      <p:sp>
        <p:nvSpPr>
          <p:cNvPr id="1165" name="text-1107 performance">
            <a:extLst xmlns:a="http://schemas.openxmlformats.org/drawingml/2006/main">
              <a:ext uri="{FF2B5EF4-FFF2-40B4-BE49-F238E27FC236}">
                <a16:creationId xmlns:a16="http://schemas.microsoft.com/office/drawing/2014/main" id="{F71A3DF0-2D4D-4E7D-AC86-2814C8EB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9711" y="6811022"/>
            <a:ext cx="1115364" cy="250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166" name="text-1108 .">
            <a:extLst xmlns:a="http://schemas.openxmlformats.org/drawingml/2006/main">
              <a:ext uri="{FF2B5EF4-FFF2-40B4-BE49-F238E27FC236}">
                <a16:creationId xmlns:a16="http://schemas.microsoft.com/office/drawing/2014/main" id="{3433F950-D83E-4020-B22F-A91F8FFB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2869" y="6810892"/>
            <a:ext cx="81897" cy="250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67" name="path-1109">
            <a:extLst xmlns:a="http://schemas.openxmlformats.org/drawingml/2006/main">
              <a:ext uri="{FF2B5EF4-FFF2-40B4-BE49-F238E27FC236}">
                <a16:creationId xmlns:a16="http://schemas.microsoft.com/office/drawing/2014/main" id="{5F32FD95-90B4-4AC7-A780-D8E6FB93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060" y="6363369"/>
            <a:ext cx="855412" cy="237120"/>
          </a:xfrm>
          <a:custGeom xmlns:a="http://schemas.openxmlformats.org/drawingml/2006/main">
            <a:pathLst>
              <a:path w="783336" h="217140">
                <a:moveTo>
                  <a:pt x="0" y="217140"/>
                </a:moveTo>
                <a:lnTo>
                  <a:pt x="604194" y="217140"/>
                </a:lnTo>
                <a:lnTo>
                  <a:pt x="604194" y="0"/>
                </a:lnTo>
                <a:lnTo>
                  <a:pt x="7833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1168" name="path-1110">
            <a:extLst xmlns:a="http://schemas.openxmlformats.org/drawingml/2006/main">
              <a:ext uri="{FF2B5EF4-FFF2-40B4-BE49-F238E27FC236}">
                <a16:creationId xmlns:a16="http://schemas.microsoft.com/office/drawing/2014/main" id="{93040668-7FF7-4878-BD70-74A896B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060" y="6600488"/>
            <a:ext cx="855412" cy="237216"/>
          </a:xfrm>
          <a:custGeom xmlns:a="http://schemas.openxmlformats.org/drawingml/2006/main">
            <a:pathLst>
              <a:path w="783336" h="217228">
                <a:moveTo>
                  <a:pt x="0" y="0"/>
                </a:moveTo>
                <a:lnTo>
                  <a:pt x="604594" y="0"/>
                </a:lnTo>
                <a:lnTo>
                  <a:pt x="604594" y="217228"/>
                </a:lnTo>
                <a:lnTo>
                  <a:pt x="783336" y="217228"/>
                </a:lnTo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pic>
        <p:nvPicPr>
          <p:cNvPr id="1169" name="">
            <a:extLst xmlns:a="http://schemas.openxmlformats.org/drawingml/2006/main">
              <a:ext uri="{FF2B5EF4-FFF2-40B4-BE49-F238E27FC236}">
                <a16:creationId xmlns:a16="http://schemas.microsoft.com/office/drawing/2014/main" id="{2FB16B52-6116-4B7B-9871-7CE7361B8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e277ef3ce464d"/>
          <a:stretch xmlns:a="http://schemas.openxmlformats.org/drawingml/2006/main"/>
        </p:blipFill>
        <p:spPr>
          <a:xfrm xmlns:a="http://schemas.openxmlformats.org/drawingml/2006/main">
            <a:off x="11549277" y="5979271"/>
            <a:ext cx="1248170" cy="1248170"/>
          </a:xfrm>
          <a:prstGeom xmlns:a="http://schemas.openxmlformats.org/drawingml/2006/main" prst="rect">
            <a:avLst/>
          </a:prstGeom>
        </p:spPr>
      </p:pic>
      <p:sp>
        <p:nvSpPr>
          <p:cNvPr id="1170" name="path-1112">
            <a:extLst xmlns:a="http://schemas.openxmlformats.org/drawingml/2006/main">
              <a:ext uri="{FF2B5EF4-FFF2-40B4-BE49-F238E27FC236}">
                <a16:creationId xmlns:a16="http://schemas.microsoft.com/office/drawing/2014/main" id="{14A8D545-CC22-45D9-958E-5CF8DADD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9386" y="6150591"/>
            <a:ext cx="1773167" cy="425528"/>
          </a:xfrm>
          <a:custGeom xmlns:a="http://schemas.openxmlformats.org/drawingml/2006/main">
            <a:pathLst>
              <a:path w="1623762" h="389673">
                <a:moveTo>
                  <a:pt x="0" y="0"/>
                </a:moveTo>
                <a:lnTo>
                  <a:pt x="1623762" y="0"/>
                </a:lnTo>
                <a:lnTo>
                  <a:pt x="1623762" y="389673"/>
                </a:lnTo>
                <a:lnTo>
                  <a:pt x="0" y="3896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1" name="path-1113">
            <a:extLst xmlns:a="http://schemas.openxmlformats.org/drawingml/2006/main">
              <a:ext uri="{FF2B5EF4-FFF2-40B4-BE49-F238E27FC236}">
                <a16:creationId xmlns:a16="http://schemas.microsoft.com/office/drawing/2014/main" id="{4073705D-4522-40FF-8EBD-23EB3D8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9405" y="6150589"/>
            <a:ext cx="1773167" cy="425559"/>
          </a:xfrm>
          <a:custGeom xmlns:a="http://schemas.openxmlformats.org/drawingml/2006/main">
            <a:pathLst>
              <a:path w="1623762" h="389702">
                <a:moveTo>
                  <a:pt x="0" y="0"/>
                </a:moveTo>
                <a:lnTo>
                  <a:pt x="0" y="389702"/>
                </a:lnTo>
                <a:lnTo>
                  <a:pt x="1623762" y="389702"/>
                </a:lnTo>
                <a:lnTo>
                  <a:pt x="16237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1172" name="text-1114 Real-world">
            <a:extLst xmlns:a="http://schemas.openxmlformats.org/drawingml/2006/main">
              <a:ext uri="{FF2B5EF4-FFF2-40B4-BE49-F238E27FC236}">
                <a16:creationId xmlns:a16="http://schemas.microsoft.com/office/drawing/2014/main" id="{19116A09-8AB2-4479-9727-37027024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8969" y="6138910"/>
            <a:ext cx="946228" cy="250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Real-world</a:t>
            </a:r>
          </a:p>
        </p:txBody>
      </p:sp>
      <p:sp>
        <p:nvSpPr>
          <p:cNvPr id="1173" name="text-1115 Applications">
            <a:extLst xmlns:a="http://schemas.openxmlformats.org/drawingml/2006/main">
              <a:ext uri="{FF2B5EF4-FFF2-40B4-BE49-F238E27FC236}">
                <a16:creationId xmlns:a16="http://schemas.microsoft.com/office/drawing/2014/main" id="{6FEA72DA-FAD8-46C8-8B0A-6CB20293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9519" y="6343438"/>
            <a:ext cx="1105102" cy="25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1174" name="path-1116">
            <a:extLst xmlns:a="http://schemas.openxmlformats.org/drawingml/2006/main">
              <a:ext uri="{FF2B5EF4-FFF2-40B4-BE49-F238E27FC236}">
                <a16:creationId xmlns:a16="http://schemas.microsoft.com/office/drawing/2014/main" id="{9F52E630-4DA5-4146-B5B9-2BCEAB4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9386" y="6624936"/>
            <a:ext cx="1773167" cy="425528"/>
          </a:xfrm>
          <a:custGeom xmlns:a="http://schemas.openxmlformats.org/drawingml/2006/main">
            <a:pathLst>
              <a:path w="1623762" h="389673">
                <a:moveTo>
                  <a:pt x="0" y="0"/>
                </a:moveTo>
                <a:lnTo>
                  <a:pt x="1623762" y="0"/>
                </a:lnTo>
                <a:lnTo>
                  <a:pt x="1623762" y="389673"/>
                </a:lnTo>
                <a:lnTo>
                  <a:pt x="0" y="3896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5" name="path-1117">
            <a:extLst xmlns:a="http://schemas.openxmlformats.org/drawingml/2006/main">
              <a:ext uri="{FF2B5EF4-FFF2-40B4-BE49-F238E27FC236}">
                <a16:creationId xmlns:a16="http://schemas.microsoft.com/office/drawing/2014/main" id="{239C02D2-DBA3-47B3-9733-298B2333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9405" y="6624925"/>
            <a:ext cx="1773167" cy="425559"/>
          </a:xfrm>
          <a:custGeom xmlns:a="http://schemas.openxmlformats.org/drawingml/2006/main">
            <a:pathLst>
              <a:path w="1623762" h="389702">
                <a:moveTo>
                  <a:pt x="0" y="0"/>
                </a:moveTo>
                <a:lnTo>
                  <a:pt x="0" y="389702"/>
                </a:lnTo>
                <a:lnTo>
                  <a:pt x="1623762" y="389702"/>
                </a:lnTo>
                <a:lnTo>
                  <a:pt x="16237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867">
            <a:solidFill>
              <a:srgbClr val="666666"/>
            </a:solidFill>
            <a:prstDash val="solid"/>
          </a:ln>
        </p:spPr>
      </p:sp>
      <p:sp>
        <p:nvSpPr>
          <p:cNvPr id="1176" name="text-1118 Future">
            <a:extLst xmlns:a="http://schemas.openxmlformats.org/drawingml/2006/main">
              <a:ext uri="{FF2B5EF4-FFF2-40B4-BE49-F238E27FC236}">
                <a16:creationId xmlns:a16="http://schemas.microsoft.com/office/drawing/2014/main" id="{316ED30E-6AC0-4496-A998-5A03EF1C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7865" y="6613254"/>
            <a:ext cx="588418" cy="25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Future</a:t>
            </a:r>
          </a:p>
        </p:txBody>
      </p:sp>
      <p:sp>
        <p:nvSpPr>
          <p:cNvPr id="1177" name="text-1119 Advancements">
            <a:extLst xmlns:a="http://schemas.openxmlformats.org/drawingml/2006/main">
              <a:ext uri="{FF2B5EF4-FFF2-40B4-BE49-F238E27FC236}">
                <a16:creationId xmlns:a16="http://schemas.microsoft.com/office/drawing/2014/main" id="{027A244F-1878-4A87-AA30-BF9789C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993" y="6817764"/>
            <a:ext cx="1304221" cy="250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Advancements</a:t>
            </a:r>
          </a:p>
        </p:txBody>
      </p:sp>
      <p:sp>
        <p:nvSpPr>
          <p:cNvPr id="1178" name="path-1120">
            <a:extLst xmlns:a="http://schemas.openxmlformats.org/drawingml/2006/main">
              <a:ext uri="{FF2B5EF4-FFF2-40B4-BE49-F238E27FC236}">
                <a16:creationId xmlns:a16="http://schemas.microsoft.com/office/drawing/2014/main" id="{93F2A87F-EF0B-4BCC-9877-20B8A0C7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1740" y="6366984"/>
            <a:ext cx="467084" cy="467073"/>
          </a:xfrm>
          <a:custGeom xmlns:a="http://schemas.openxmlformats.org/drawingml/2006/main">
            <a:pathLst>
              <a:path w="427728" h="427718">
                <a:moveTo>
                  <a:pt x="351588" y="76094"/>
                </a:moveTo>
                <a:cubicBezTo>
                  <a:pt x="427728" y="152179"/>
                  <a:pt x="427728" y="275540"/>
                  <a:pt x="351588" y="351633"/>
                </a:cubicBezTo>
                <a:cubicBezTo>
                  <a:pt x="275540" y="427718"/>
                  <a:pt x="152188" y="427718"/>
                  <a:pt x="76049" y="351633"/>
                </a:cubicBezTo>
                <a:cubicBezTo>
                  <a:pt x="0" y="275540"/>
                  <a:pt x="0" y="152179"/>
                  <a:pt x="76049" y="76094"/>
                </a:cubicBezTo>
                <a:cubicBezTo>
                  <a:pt x="152188" y="0"/>
                  <a:pt x="275540" y="0"/>
                  <a:pt x="351588" y="76094"/>
                </a:cubicBezTo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9" name="path-1121">
            <a:extLst xmlns:a="http://schemas.openxmlformats.org/drawingml/2006/main">
              <a:ext uri="{FF2B5EF4-FFF2-40B4-BE49-F238E27FC236}">
                <a16:creationId xmlns:a16="http://schemas.microsoft.com/office/drawing/2014/main" id="{214C432D-B2DE-4FC0-B398-D819627D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024" y="6453319"/>
            <a:ext cx="222416" cy="268229"/>
          </a:xfrm>
          <a:custGeom xmlns:a="http://schemas.openxmlformats.org/drawingml/2006/main">
            <a:pathLst>
              <a:path w="203676" h="245628">
                <a:moveTo>
                  <a:pt x="187302" y="94250"/>
                </a:moveTo>
                <a:lnTo>
                  <a:pt x="168199" y="94250"/>
                </a:lnTo>
                <a:lnTo>
                  <a:pt x="168199" y="60674"/>
                </a:lnTo>
                <a:cubicBezTo>
                  <a:pt x="168381" y="24315"/>
                  <a:pt x="138543" y="0"/>
                  <a:pt x="101884" y="0"/>
                </a:cubicBezTo>
                <a:cubicBezTo>
                  <a:pt x="65224" y="0"/>
                  <a:pt x="35295" y="24624"/>
                  <a:pt x="35295" y="60993"/>
                </a:cubicBezTo>
                <a:lnTo>
                  <a:pt x="35295" y="94250"/>
                </a:lnTo>
                <a:lnTo>
                  <a:pt x="16284" y="94250"/>
                </a:lnTo>
                <a:cubicBezTo>
                  <a:pt x="7278" y="94323"/>
                  <a:pt x="91" y="101591"/>
                  <a:pt x="0" y="110561"/>
                </a:cubicBezTo>
                <a:lnTo>
                  <a:pt x="0" y="229300"/>
                </a:lnTo>
                <a:cubicBezTo>
                  <a:pt x="91" y="233649"/>
                  <a:pt x="1820" y="237806"/>
                  <a:pt x="4913" y="240863"/>
                </a:cubicBezTo>
                <a:cubicBezTo>
                  <a:pt x="8005" y="243919"/>
                  <a:pt x="12099" y="245628"/>
                  <a:pt x="16466" y="245610"/>
                </a:cubicBezTo>
                <a:lnTo>
                  <a:pt x="187302" y="245610"/>
                </a:lnTo>
                <a:cubicBezTo>
                  <a:pt x="191577" y="245628"/>
                  <a:pt x="195761" y="243919"/>
                  <a:pt x="198855" y="240863"/>
                </a:cubicBezTo>
                <a:cubicBezTo>
                  <a:pt x="201948" y="237806"/>
                  <a:pt x="203676" y="233649"/>
                  <a:pt x="203676" y="229300"/>
                </a:cubicBezTo>
                <a:lnTo>
                  <a:pt x="203676" y="110561"/>
                </a:lnTo>
                <a:cubicBezTo>
                  <a:pt x="203676" y="106221"/>
                  <a:pt x="201948" y="102056"/>
                  <a:pt x="198855" y="98999"/>
                </a:cubicBezTo>
                <a:cubicBezTo>
                  <a:pt x="195761" y="95942"/>
                  <a:pt x="191577" y="94232"/>
                  <a:pt x="187302" y="94250"/>
                </a:cubicBezTo>
                <a:moveTo>
                  <a:pt x="111072" y="173010"/>
                </a:moveTo>
                <a:lnTo>
                  <a:pt x="111072" y="198971"/>
                </a:lnTo>
                <a:cubicBezTo>
                  <a:pt x="111072" y="199536"/>
                  <a:pt x="110889" y="200091"/>
                  <a:pt x="110434" y="200491"/>
                </a:cubicBezTo>
                <a:cubicBezTo>
                  <a:pt x="110071" y="200900"/>
                  <a:pt x="109524" y="201128"/>
                  <a:pt x="108980" y="201128"/>
                </a:cubicBezTo>
                <a:lnTo>
                  <a:pt x="94788" y="201128"/>
                </a:lnTo>
                <a:cubicBezTo>
                  <a:pt x="93606" y="201128"/>
                  <a:pt x="92605" y="200163"/>
                  <a:pt x="92605" y="198971"/>
                </a:cubicBezTo>
                <a:lnTo>
                  <a:pt x="92605" y="173010"/>
                </a:lnTo>
                <a:cubicBezTo>
                  <a:pt x="85782" y="169617"/>
                  <a:pt x="81507" y="162676"/>
                  <a:pt x="81417" y="155053"/>
                </a:cubicBezTo>
                <a:cubicBezTo>
                  <a:pt x="82053" y="144192"/>
                  <a:pt x="90967" y="135686"/>
                  <a:pt x="101884" y="135686"/>
                </a:cubicBezTo>
                <a:cubicBezTo>
                  <a:pt x="112709" y="135686"/>
                  <a:pt x="121714" y="144192"/>
                  <a:pt x="122351" y="155053"/>
                </a:cubicBezTo>
                <a:cubicBezTo>
                  <a:pt x="122351" y="162685"/>
                  <a:pt x="117985" y="169635"/>
                  <a:pt x="111072" y="173010"/>
                </a:cubicBezTo>
                <a:moveTo>
                  <a:pt x="142819" y="94696"/>
                </a:moveTo>
                <a:lnTo>
                  <a:pt x="60949" y="94696"/>
                </a:lnTo>
                <a:lnTo>
                  <a:pt x="60949" y="58455"/>
                </a:lnTo>
                <a:cubicBezTo>
                  <a:pt x="60949" y="39415"/>
                  <a:pt x="79324" y="23742"/>
                  <a:pt x="101884" y="23742"/>
                </a:cubicBezTo>
                <a:cubicBezTo>
                  <a:pt x="124534" y="23742"/>
                  <a:pt x="142910" y="39352"/>
                  <a:pt x="142910" y="58455"/>
                </a:cubicBezTo>
                <a:lnTo>
                  <a:pt x="142819" y="946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0" name="Warning 1 white stem">
            <a:extLst xmlns:a="http://schemas.openxmlformats.org/drawingml/2006/main">
              <a:ext uri="{FF2B5EF4-FFF2-40B4-BE49-F238E27FC236}">
                <a16:creationId xmlns:a16="http://schemas.microsoft.com/office/drawing/2014/main" id="{C9066275-4100-4CF7-9742-4E3F2AF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7429" y="5159102"/>
            <a:ext cx="31204" cy="104014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1" name="Warning 1 white dot">
            <a:extLst xmlns:a="http://schemas.openxmlformats.org/drawingml/2006/main">
              <a:ext uri="{FF2B5EF4-FFF2-40B4-BE49-F238E27FC236}">
                <a16:creationId xmlns:a16="http://schemas.microsoft.com/office/drawing/2014/main" id="{5D6DE342-2D61-4547-8D3C-75DD7963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7429" y="5294321"/>
            <a:ext cx="31204" cy="31204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2" name="Warning 2 white stem">
            <a:extLst xmlns:a="http://schemas.openxmlformats.org/drawingml/2006/main">
              <a:ext uri="{FF2B5EF4-FFF2-40B4-BE49-F238E27FC236}">
                <a16:creationId xmlns:a16="http://schemas.microsoft.com/office/drawing/2014/main" id="{F4864832-5467-46BF-AAC9-04960AA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2718" y="5159102"/>
            <a:ext cx="31204" cy="104014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3" name="Warning 2 white dot">
            <a:extLst xmlns:a="http://schemas.openxmlformats.org/drawingml/2006/main">
              <a:ext uri="{FF2B5EF4-FFF2-40B4-BE49-F238E27FC236}">
                <a16:creationId xmlns:a16="http://schemas.microsoft.com/office/drawing/2014/main" id="{5837AD5F-0A6B-4D64-A507-09181B20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2718" y="5294321"/>
            <a:ext cx="31204" cy="31204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4" name="Warning 3 white stem">
            <a:extLst xmlns:a="http://schemas.openxmlformats.org/drawingml/2006/main">
              <a:ext uri="{FF2B5EF4-FFF2-40B4-BE49-F238E27FC236}">
                <a16:creationId xmlns:a16="http://schemas.microsoft.com/office/drawing/2014/main" id="{D2A38418-9C75-4CCF-B866-22C4423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1620" y="5159102"/>
            <a:ext cx="31204" cy="104014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5" name="Warning 3 white dot">
            <a:extLst xmlns:a="http://schemas.openxmlformats.org/drawingml/2006/main">
              <a:ext uri="{FF2B5EF4-FFF2-40B4-BE49-F238E27FC236}">
                <a16:creationId xmlns:a16="http://schemas.microsoft.com/office/drawing/2014/main" id="{B589CC51-B716-4F49-ADEC-A58F4F9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1620" y="5294321"/>
            <a:ext cx="31204" cy="31204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1862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0" name="path-1">
            <a:extLst xmlns:a="http://schemas.openxmlformats.org/drawingml/2006/main">
              <a:ext uri="{FF2B5EF4-FFF2-40B4-BE49-F238E27FC236}">
                <a16:creationId xmlns:a16="http://schemas.microsoft.com/office/drawing/2014/main" id="{9523570B-D684-46DE-930D-2D3532A1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51" y="426043"/>
            <a:ext cx="203783" cy="220341"/>
          </a:xfrm>
          <a:custGeom xmlns:a="http://schemas.openxmlformats.org/drawingml/2006/main">
            <a:pathLst>
              <a:path w="139063" h="150362">
                <a:moveTo>
                  <a:pt x="139063" y="104070"/>
                </a:moveTo>
                <a:lnTo>
                  <a:pt x="132833" y="104070"/>
                </a:lnTo>
                <a:cubicBezTo>
                  <a:pt x="126159" y="118537"/>
                  <a:pt x="121708" y="124770"/>
                  <a:pt x="114143" y="131224"/>
                </a:cubicBezTo>
                <a:cubicBezTo>
                  <a:pt x="103686" y="139681"/>
                  <a:pt x="91447" y="143467"/>
                  <a:pt x="74095" y="143467"/>
                </a:cubicBezTo>
                <a:cubicBezTo>
                  <a:pt x="59632" y="143467"/>
                  <a:pt x="55625" y="140574"/>
                  <a:pt x="55625" y="131003"/>
                </a:cubicBezTo>
                <a:lnTo>
                  <a:pt x="55625" y="77137"/>
                </a:lnTo>
                <a:cubicBezTo>
                  <a:pt x="79880" y="77137"/>
                  <a:pt x="89003" y="85818"/>
                  <a:pt x="91671" y="111638"/>
                </a:cubicBezTo>
                <a:lnTo>
                  <a:pt x="97456" y="111638"/>
                </a:lnTo>
                <a:lnTo>
                  <a:pt x="97456" y="36521"/>
                </a:lnTo>
                <a:lnTo>
                  <a:pt x="91671" y="36521"/>
                </a:lnTo>
                <a:cubicBezTo>
                  <a:pt x="88334" y="61821"/>
                  <a:pt x="79656" y="69797"/>
                  <a:pt x="55625" y="69572"/>
                </a:cubicBezTo>
                <a:lnTo>
                  <a:pt x="55625" y="18035"/>
                </a:lnTo>
                <a:cubicBezTo>
                  <a:pt x="55625" y="9571"/>
                  <a:pt x="58518" y="7568"/>
                  <a:pt x="70088" y="7568"/>
                </a:cubicBezTo>
                <a:cubicBezTo>
                  <a:pt x="106355" y="7568"/>
                  <a:pt x="117260" y="15139"/>
                  <a:pt x="122821" y="44761"/>
                </a:cubicBezTo>
                <a:lnTo>
                  <a:pt x="128382" y="44761"/>
                </a:lnTo>
                <a:lnTo>
                  <a:pt x="128382" y="0"/>
                </a:lnTo>
                <a:lnTo>
                  <a:pt x="0" y="0"/>
                </a:lnTo>
                <a:lnTo>
                  <a:pt x="0" y="5565"/>
                </a:lnTo>
                <a:cubicBezTo>
                  <a:pt x="15353" y="6454"/>
                  <a:pt x="19580" y="10019"/>
                  <a:pt x="19580" y="21379"/>
                </a:cubicBezTo>
                <a:lnTo>
                  <a:pt x="19580" y="129000"/>
                </a:lnTo>
                <a:cubicBezTo>
                  <a:pt x="19580" y="140574"/>
                  <a:pt x="16466" y="143022"/>
                  <a:pt x="0" y="144801"/>
                </a:cubicBezTo>
                <a:lnTo>
                  <a:pt x="0" y="150362"/>
                </a:lnTo>
                <a:lnTo>
                  <a:pt x="130165" y="150362"/>
                </a:lnTo>
                <a:lnTo>
                  <a:pt x="139063" y="1040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9626C84F-828B-420D-86F7-DF1CE531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829" y="492273"/>
            <a:ext cx="260192" cy="154111"/>
          </a:xfrm>
          <a:custGeom xmlns:a="http://schemas.openxmlformats.org/drawingml/2006/main">
            <a:pathLst>
              <a:path w="177557" h="105167">
                <a:moveTo>
                  <a:pt x="177557" y="105167"/>
                </a:moveTo>
                <a:lnTo>
                  <a:pt x="177557" y="99830"/>
                </a:lnTo>
                <a:cubicBezTo>
                  <a:pt x="168879" y="99385"/>
                  <a:pt x="166431" y="96716"/>
                  <a:pt x="166431" y="87156"/>
                </a:cubicBezTo>
                <a:lnTo>
                  <a:pt x="166431" y="31361"/>
                </a:lnTo>
                <a:cubicBezTo>
                  <a:pt x="166431" y="12239"/>
                  <a:pt x="154640" y="0"/>
                  <a:pt x="136395" y="0"/>
                </a:cubicBezTo>
                <a:cubicBezTo>
                  <a:pt x="123711" y="0"/>
                  <a:pt x="115257" y="5120"/>
                  <a:pt x="103686" y="19355"/>
                </a:cubicBezTo>
                <a:cubicBezTo>
                  <a:pt x="97012" y="5340"/>
                  <a:pt x="89223" y="0"/>
                  <a:pt x="75205" y="0"/>
                </a:cubicBezTo>
                <a:cubicBezTo>
                  <a:pt x="61190" y="0"/>
                  <a:pt x="50954" y="6009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91" y="9282"/>
                  <a:pt x="12239" y="11954"/>
                  <a:pt x="12239" y="21073"/>
                </a:cubicBezTo>
                <a:lnTo>
                  <a:pt x="12239" y="86480"/>
                </a:lnTo>
                <a:cubicBezTo>
                  <a:pt x="12239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3402" y="105167"/>
                </a:lnTo>
                <a:lnTo>
                  <a:pt x="53402" y="99830"/>
                </a:lnTo>
                <a:cubicBezTo>
                  <a:pt x="45613" y="98716"/>
                  <a:pt x="43165" y="95603"/>
                  <a:pt x="43165" y="87149"/>
                </a:cubicBezTo>
                <a:lnTo>
                  <a:pt x="43165" y="27748"/>
                </a:lnTo>
                <a:cubicBezTo>
                  <a:pt x="43165" y="26414"/>
                  <a:pt x="46727" y="22187"/>
                  <a:pt x="49619" y="19963"/>
                </a:cubicBezTo>
                <a:cubicBezTo>
                  <a:pt x="54291" y="16466"/>
                  <a:pt x="58073" y="14908"/>
                  <a:pt x="61855" y="14908"/>
                </a:cubicBezTo>
                <a:cubicBezTo>
                  <a:pt x="70533" y="14908"/>
                  <a:pt x="73871" y="20024"/>
                  <a:pt x="73871" y="33360"/>
                </a:cubicBezTo>
                <a:lnTo>
                  <a:pt x="73871" y="87156"/>
                </a:lnTo>
                <a:cubicBezTo>
                  <a:pt x="73871" y="96272"/>
                  <a:pt x="71423" y="99161"/>
                  <a:pt x="63190" y="99830"/>
                </a:cubicBezTo>
                <a:lnTo>
                  <a:pt x="63190" y="105167"/>
                </a:lnTo>
                <a:lnTo>
                  <a:pt x="115257" y="105167"/>
                </a:lnTo>
                <a:lnTo>
                  <a:pt x="115257" y="99830"/>
                </a:lnTo>
                <a:cubicBezTo>
                  <a:pt x="107469" y="98940"/>
                  <a:pt x="104800" y="95606"/>
                  <a:pt x="104800" y="87156"/>
                </a:cubicBezTo>
                <a:lnTo>
                  <a:pt x="104800" y="27802"/>
                </a:lnTo>
                <a:cubicBezTo>
                  <a:pt x="104800" y="26692"/>
                  <a:pt x="108358" y="22469"/>
                  <a:pt x="111251" y="20245"/>
                </a:cubicBezTo>
                <a:cubicBezTo>
                  <a:pt x="116146" y="16466"/>
                  <a:pt x="119929" y="14908"/>
                  <a:pt x="123711" y="14908"/>
                </a:cubicBezTo>
                <a:cubicBezTo>
                  <a:pt x="132168" y="14908"/>
                  <a:pt x="135505" y="20245"/>
                  <a:pt x="135505" y="33360"/>
                </a:cubicBezTo>
                <a:lnTo>
                  <a:pt x="135505" y="87156"/>
                </a:lnTo>
                <a:cubicBezTo>
                  <a:pt x="135505" y="96492"/>
                  <a:pt x="133057" y="99161"/>
                  <a:pt x="124600" y="99830"/>
                </a:cubicBezTo>
                <a:lnTo>
                  <a:pt x="124600" y="105167"/>
                </a:lnTo>
                <a:lnTo>
                  <a:pt x="177557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B2651780-0966-4AAC-B3C7-FA7A301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432" y="496094"/>
            <a:ext cx="169873" cy="154748"/>
          </a:xfrm>
          <a:custGeom xmlns:a="http://schemas.openxmlformats.org/drawingml/2006/main">
            <a:pathLst>
              <a:path w="115922" h="105601">
                <a:moveTo>
                  <a:pt x="115922" y="97996"/>
                </a:moveTo>
                <a:lnTo>
                  <a:pt x="115922" y="92880"/>
                </a:lnTo>
                <a:cubicBezTo>
                  <a:pt x="106134" y="92435"/>
                  <a:pt x="103462" y="89549"/>
                  <a:pt x="103462" y="79995"/>
                </a:cubicBezTo>
                <a:lnTo>
                  <a:pt x="103462" y="0"/>
                </a:lnTo>
                <a:lnTo>
                  <a:pt x="58742" y="0"/>
                </a:lnTo>
                <a:lnTo>
                  <a:pt x="58742" y="5340"/>
                </a:lnTo>
                <a:cubicBezTo>
                  <a:pt x="69864" y="6230"/>
                  <a:pt x="72536" y="8895"/>
                  <a:pt x="72536" y="18449"/>
                </a:cubicBezTo>
                <a:lnTo>
                  <a:pt x="72536" y="81326"/>
                </a:lnTo>
                <a:cubicBezTo>
                  <a:pt x="65193" y="88694"/>
                  <a:pt x="60742" y="91142"/>
                  <a:pt x="54291" y="91142"/>
                </a:cubicBezTo>
                <a:cubicBezTo>
                  <a:pt x="45168" y="91142"/>
                  <a:pt x="41831" y="86694"/>
                  <a:pt x="41831" y="75358"/>
                </a:cubicBezTo>
                <a:lnTo>
                  <a:pt x="41831" y="0"/>
                </a:lnTo>
                <a:lnTo>
                  <a:pt x="0" y="0"/>
                </a:lnTo>
                <a:lnTo>
                  <a:pt x="0" y="5340"/>
                </a:lnTo>
                <a:cubicBezTo>
                  <a:pt x="9123" y="7120"/>
                  <a:pt x="10902" y="9119"/>
                  <a:pt x="10902" y="18456"/>
                </a:cubicBezTo>
                <a:lnTo>
                  <a:pt x="10902" y="74468"/>
                </a:lnTo>
                <a:cubicBezTo>
                  <a:pt x="10902" y="94034"/>
                  <a:pt x="22027" y="105601"/>
                  <a:pt x="40497" y="105601"/>
                </a:cubicBezTo>
                <a:cubicBezTo>
                  <a:pt x="52067" y="105601"/>
                  <a:pt x="59852" y="102043"/>
                  <a:pt x="72757" y="90917"/>
                </a:cubicBezTo>
                <a:lnTo>
                  <a:pt x="72757" y="105381"/>
                </a:lnTo>
                <a:cubicBezTo>
                  <a:pt x="82324" y="102043"/>
                  <a:pt x="87665" y="101154"/>
                  <a:pt x="102128" y="99595"/>
                </a:cubicBezTo>
                <a:lnTo>
                  <a:pt x="115922" y="979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75DB1D70-C2AF-4744-9632-4991EB35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718" y="426043"/>
            <a:ext cx="77926" cy="220341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6F59D95C-B05C-47B1-B89D-048BFEE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296" y="492273"/>
            <a:ext cx="150962" cy="15856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4CEFEB14-E393-47CA-B710-B977C3B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691" y="440994"/>
            <a:ext cx="101728" cy="209211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79A0E543-51B9-4DFB-B336-681BE2C5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963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5651D17B-C365-4C49-87B3-04888E0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38" y="492273"/>
            <a:ext cx="168893" cy="154111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3057A67B-DC50-4F12-BF79-EC8C9AB4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808" y="492273"/>
            <a:ext cx="148350" cy="221296"/>
          </a:xfrm>
          <a:custGeom xmlns:a="http://schemas.openxmlformats.org/drawingml/2006/main">
            <a:pathLst>
              <a:path w="101235" h="151014">
                <a:moveTo>
                  <a:pt x="101235" y="117355"/>
                </a:moveTo>
                <a:cubicBezTo>
                  <a:pt x="101235" y="100220"/>
                  <a:pt x="87441" y="89984"/>
                  <a:pt x="64748" y="89984"/>
                </a:cubicBezTo>
                <a:lnTo>
                  <a:pt x="50285" y="89984"/>
                </a:lnTo>
                <a:cubicBezTo>
                  <a:pt x="32484" y="89984"/>
                  <a:pt x="28033" y="88439"/>
                  <a:pt x="28033" y="82250"/>
                </a:cubicBezTo>
                <a:cubicBezTo>
                  <a:pt x="28033" y="75623"/>
                  <a:pt x="34263" y="70761"/>
                  <a:pt x="43165" y="70761"/>
                </a:cubicBezTo>
                <a:lnTo>
                  <a:pt x="53177" y="70981"/>
                </a:lnTo>
                <a:cubicBezTo>
                  <a:pt x="63634" y="70981"/>
                  <a:pt x="69196" y="69647"/>
                  <a:pt x="76760" y="65200"/>
                </a:cubicBezTo>
                <a:cubicBezTo>
                  <a:pt x="86775" y="59418"/>
                  <a:pt x="91892" y="50302"/>
                  <a:pt x="91892" y="38521"/>
                </a:cubicBezTo>
                <a:cubicBezTo>
                  <a:pt x="91892" y="29626"/>
                  <a:pt x="89223" y="22958"/>
                  <a:pt x="82990" y="16731"/>
                </a:cubicBezTo>
                <a:lnTo>
                  <a:pt x="101014" y="16731"/>
                </a:lnTo>
                <a:lnTo>
                  <a:pt x="101014" y="4940"/>
                </a:lnTo>
                <a:lnTo>
                  <a:pt x="72088" y="4940"/>
                </a:lnTo>
                <a:cubicBezTo>
                  <a:pt x="62300" y="1338"/>
                  <a:pt x="56070" y="0"/>
                  <a:pt x="47168" y="0"/>
                </a:cubicBezTo>
                <a:cubicBezTo>
                  <a:pt x="20690" y="0"/>
                  <a:pt x="2000" y="14687"/>
                  <a:pt x="2000" y="35825"/>
                </a:cubicBezTo>
                <a:cubicBezTo>
                  <a:pt x="2000" y="43393"/>
                  <a:pt x="4892" y="50733"/>
                  <a:pt x="10012" y="56966"/>
                </a:cubicBezTo>
                <a:cubicBezTo>
                  <a:pt x="14904" y="62307"/>
                  <a:pt x="19135" y="65200"/>
                  <a:pt x="29592" y="69647"/>
                </a:cubicBezTo>
                <a:cubicBezTo>
                  <a:pt x="12012" y="75623"/>
                  <a:pt x="3113" y="84019"/>
                  <a:pt x="3113" y="95548"/>
                </a:cubicBezTo>
                <a:cubicBezTo>
                  <a:pt x="3113" y="104671"/>
                  <a:pt x="7120" y="108674"/>
                  <a:pt x="21359" y="113794"/>
                </a:cubicBezTo>
                <a:cubicBezTo>
                  <a:pt x="7340" y="115793"/>
                  <a:pt x="0" y="121368"/>
                  <a:pt x="0" y="130515"/>
                </a:cubicBezTo>
                <a:cubicBezTo>
                  <a:pt x="0" y="143450"/>
                  <a:pt x="16687" y="151014"/>
                  <a:pt x="44720" y="151014"/>
                </a:cubicBezTo>
                <a:cubicBezTo>
                  <a:pt x="81656" y="151014"/>
                  <a:pt x="101235" y="139433"/>
                  <a:pt x="101235" y="117355"/>
                </a:cubicBezTo>
                <a:moveTo>
                  <a:pt x="83659" y="127836"/>
                </a:moveTo>
                <a:cubicBezTo>
                  <a:pt x="83659" y="138096"/>
                  <a:pt x="71423" y="143895"/>
                  <a:pt x="49395" y="143895"/>
                </a:cubicBezTo>
                <a:cubicBezTo>
                  <a:pt x="29812" y="143895"/>
                  <a:pt x="19580" y="138765"/>
                  <a:pt x="19580" y="128953"/>
                </a:cubicBezTo>
                <a:cubicBezTo>
                  <a:pt x="19580" y="124268"/>
                  <a:pt x="21135" y="121816"/>
                  <a:pt x="27365" y="116683"/>
                </a:cubicBezTo>
                <a:lnTo>
                  <a:pt x="65858" y="116683"/>
                </a:lnTo>
                <a:cubicBezTo>
                  <a:pt x="77873" y="116683"/>
                  <a:pt x="83659" y="120475"/>
                  <a:pt x="83659" y="127836"/>
                </a:cubicBezTo>
                <a:moveTo>
                  <a:pt x="61855" y="36049"/>
                </a:moveTo>
                <a:cubicBezTo>
                  <a:pt x="61855" y="56742"/>
                  <a:pt x="57625" y="64751"/>
                  <a:pt x="47168" y="64751"/>
                </a:cubicBezTo>
                <a:cubicBezTo>
                  <a:pt x="36487" y="64751"/>
                  <a:pt x="32484" y="56742"/>
                  <a:pt x="32484" y="36049"/>
                </a:cubicBezTo>
                <a:cubicBezTo>
                  <a:pt x="32484" y="15132"/>
                  <a:pt x="36711" y="6899"/>
                  <a:pt x="47168" y="6899"/>
                </a:cubicBezTo>
                <a:cubicBezTo>
                  <a:pt x="57625" y="6899"/>
                  <a:pt x="61855" y="15356"/>
                  <a:pt x="61855" y="360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011FCE99-FF02-427C-A8C3-940FB17A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065" y="426043"/>
            <a:ext cx="240625" cy="220341"/>
          </a:xfrm>
          <a:custGeom xmlns:a="http://schemas.openxmlformats.org/drawingml/2006/main">
            <a:pathLst>
              <a:path w="164204" h="150362">
                <a:moveTo>
                  <a:pt x="164204" y="150362"/>
                </a:moveTo>
                <a:lnTo>
                  <a:pt x="164204" y="144801"/>
                </a:lnTo>
                <a:cubicBezTo>
                  <a:pt x="148186" y="142798"/>
                  <a:pt x="144625" y="139905"/>
                  <a:pt x="144625" y="129000"/>
                </a:cubicBezTo>
                <a:lnTo>
                  <a:pt x="144625" y="21345"/>
                </a:lnTo>
                <a:cubicBezTo>
                  <a:pt x="144625" y="10233"/>
                  <a:pt x="149076" y="6675"/>
                  <a:pt x="164204" y="5565"/>
                </a:cubicBezTo>
                <a:lnTo>
                  <a:pt x="164204" y="0"/>
                </a:lnTo>
                <a:lnTo>
                  <a:pt x="88554" y="0"/>
                </a:lnTo>
                <a:lnTo>
                  <a:pt x="88554" y="5565"/>
                </a:lnTo>
                <a:cubicBezTo>
                  <a:pt x="104131" y="6675"/>
                  <a:pt x="108579" y="10233"/>
                  <a:pt x="108579" y="21345"/>
                </a:cubicBezTo>
                <a:lnTo>
                  <a:pt x="108579" y="67359"/>
                </a:lnTo>
                <a:lnTo>
                  <a:pt x="54957" y="67359"/>
                </a:lnTo>
                <a:lnTo>
                  <a:pt x="54957" y="21345"/>
                </a:lnTo>
                <a:cubicBezTo>
                  <a:pt x="54957" y="10233"/>
                  <a:pt x="59407" y="6675"/>
                  <a:pt x="74981" y="5565"/>
                </a:cubicBezTo>
                <a:lnTo>
                  <a:pt x="74981" y="0"/>
                </a:lnTo>
                <a:lnTo>
                  <a:pt x="0" y="0"/>
                </a:lnTo>
                <a:lnTo>
                  <a:pt x="0" y="5565"/>
                </a:lnTo>
                <a:cubicBezTo>
                  <a:pt x="14908" y="6899"/>
                  <a:pt x="18911" y="10233"/>
                  <a:pt x="18911" y="21345"/>
                </a:cubicBezTo>
                <a:lnTo>
                  <a:pt x="18911" y="129000"/>
                </a:lnTo>
                <a:cubicBezTo>
                  <a:pt x="18911" y="139905"/>
                  <a:pt x="15573" y="142798"/>
                  <a:pt x="0" y="144801"/>
                </a:cubicBezTo>
                <a:lnTo>
                  <a:pt x="0" y="150362"/>
                </a:lnTo>
                <a:lnTo>
                  <a:pt x="74981" y="150362"/>
                </a:lnTo>
                <a:lnTo>
                  <a:pt x="74981" y="144801"/>
                </a:lnTo>
                <a:cubicBezTo>
                  <a:pt x="58739" y="143022"/>
                  <a:pt x="54957" y="139905"/>
                  <a:pt x="54957" y="129000"/>
                </a:cubicBezTo>
                <a:lnTo>
                  <a:pt x="54957" y="77819"/>
                </a:lnTo>
                <a:lnTo>
                  <a:pt x="108579" y="77819"/>
                </a:lnTo>
                <a:lnTo>
                  <a:pt x="108579" y="129000"/>
                </a:lnTo>
                <a:cubicBezTo>
                  <a:pt x="108579" y="139905"/>
                  <a:pt x="104797" y="143022"/>
                  <a:pt x="88554" y="144801"/>
                </a:cubicBezTo>
                <a:lnTo>
                  <a:pt x="88554" y="150362"/>
                </a:lnTo>
                <a:lnTo>
                  <a:pt x="164204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6BC47BA5-04B1-4244-BA74-85898EBD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102" y="496094"/>
            <a:ext cx="169873" cy="154748"/>
          </a:xfrm>
          <a:custGeom xmlns:a="http://schemas.openxmlformats.org/drawingml/2006/main">
            <a:pathLst>
              <a:path w="115922" h="105601">
                <a:moveTo>
                  <a:pt x="115922" y="97996"/>
                </a:moveTo>
                <a:lnTo>
                  <a:pt x="115922" y="92880"/>
                </a:lnTo>
                <a:cubicBezTo>
                  <a:pt x="106134" y="92435"/>
                  <a:pt x="103462" y="89549"/>
                  <a:pt x="103462" y="79995"/>
                </a:cubicBezTo>
                <a:lnTo>
                  <a:pt x="103462" y="0"/>
                </a:lnTo>
                <a:lnTo>
                  <a:pt x="58742" y="0"/>
                </a:lnTo>
                <a:lnTo>
                  <a:pt x="58742" y="5340"/>
                </a:lnTo>
                <a:cubicBezTo>
                  <a:pt x="69864" y="6230"/>
                  <a:pt x="72536" y="8895"/>
                  <a:pt x="72536" y="18449"/>
                </a:cubicBezTo>
                <a:lnTo>
                  <a:pt x="72536" y="81326"/>
                </a:lnTo>
                <a:cubicBezTo>
                  <a:pt x="65193" y="88694"/>
                  <a:pt x="60742" y="91142"/>
                  <a:pt x="54291" y="91142"/>
                </a:cubicBezTo>
                <a:cubicBezTo>
                  <a:pt x="45168" y="91142"/>
                  <a:pt x="41831" y="86694"/>
                  <a:pt x="41831" y="75358"/>
                </a:cubicBezTo>
                <a:lnTo>
                  <a:pt x="41831" y="0"/>
                </a:lnTo>
                <a:lnTo>
                  <a:pt x="0" y="0"/>
                </a:lnTo>
                <a:lnTo>
                  <a:pt x="0" y="5340"/>
                </a:lnTo>
                <a:cubicBezTo>
                  <a:pt x="9123" y="7120"/>
                  <a:pt x="10902" y="9119"/>
                  <a:pt x="10902" y="18456"/>
                </a:cubicBezTo>
                <a:lnTo>
                  <a:pt x="10902" y="74468"/>
                </a:lnTo>
                <a:cubicBezTo>
                  <a:pt x="10902" y="94034"/>
                  <a:pt x="22027" y="105601"/>
                  <a:pt x="40497" y="105601"/>
                </a:cubicBezTo>
                <a:cubicBezTo>
                  <a:pt x="52067" y="105601"/>
                  <a:pt x="59852" y="102043"/>
                  <a:pt x="72757" y="90917"/>
                </a:cubicBezTo>
                <a:lnTo>
                  <a:pt x="72757" y="105381"/>
                </a:lnTo>
                <a:cubicBezTo>
                  <a:pt x="82324" y="102043"/>
                  <a:pt x="87665" y="101154"/>
                  <a:pt x="102128" y="99595"/>
                </a:cubicBezTo>
                <a:lnTo>
                  <a:pt x="115922" y="979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F5AD4EAF-3980-413E-8E0F-B59FE423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88" y="492273"/>
            <a:ext cx="260192" cy="154111"/>
          </a:xfrm>
          <a:custGeom xmlns:a="http://schemas.openxmlformats.org/drawingml/2006/main">
            <a:pathLst>
              <a:path w="177557" h="105167">
                <a:moveTo>
                  <a:pt x="177557" y="105167"/>
                </a:moveTo>
                <a:lnTo>
                  <a:pt x="177557" y="99830"/>
                </a:lnTo>
                <a:cubicBezTo>
                  <a:pt x="168879" y="99385"/>
                  <a:pt x="166431" y="96716"/>
                  <a:pt x="166431" y="87156"/>
                </a:cubicBezTo>
                <a:lnTo>
                  <a:pt x="166431" y="31361"/>
                </a:lnTo>
                <a:cubicBezTo>
                  <a:pt x="166431" y="12239"/>
                  <a:pt x="154640" y="0"/>
                  <a:pt x="136395" y="0"/>
                </a:cubicBezTo>
                <a:cubicBezTo>
                  <a:pt x="123711" y="0"/>
                  <a:pt x="115257" y="5120"/>
                  <a:pt x="103686" y="19355"/>
                </a:cubicBezTo>
                <a:cubicBezTo>
                  <a:pt x="97012" y="5340"/>
                  <a:pt x="89223" y="0"/>
                  <a:pt x="75205" y="0"/>
                </a:cubicBezTo>
                <a:cubicBezTo>
                  <a:pt x="61190" y="0"/>
                  <a:pt x="50954" y="6009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91" y="9282"/>
                  <a:pt x="12239" y="11954"/>
                  <a:pt x="12239" y="21073"/>
                </a:cubicBezTo>
                <a:lnTo>
                  <a:pt x="12239" y="86480"/>
                </a:lnTo>
                <a:cubicBezTo>
                  <a:pt x="12239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3402" y="105167"/>
                </a:lnTo>
                <a:lnTo>
                  <a:pt x="53402" y="99830"/>
                </a:lnTo>
                <a:cubicBezTo>
                  <a:pt x="45613" y="98716"/>
                  <a:pt x="43165" y="95603"/>
                  <a:pt x="43165" y="87149"/>
                </a:cubicBezTo>
                <a:lnTo>
                  <a:pt x="43165" y="27748"/>
                </a:lnTo>
                <a:cubicBezTo>
                  <a:pt x="43165" y="26414"/>
                  <a:pt x="46727" y="22187"/>
                  <a:pt x="49619" y="19963"/>
                </a:cubicBezTo>
                <a:cubicBezTo>
                  <a:pt x="54291" y="16466"/>
                  <a:pt x="58073" y="14908"/>
                  <a:pt x="61855" y="14908"/>
                </a:cubicBezTo>
                <a:cubicBezTo>
                  <a:pt x="70533" y="14908"/>
                  <a:pt x="73871" y="20024"/>
                  <a:pt x="73871" y="33360"/>
                </a:cubicBezTo>
                <a:lnTo>
                  <a:pt x="73871" y="87156"/>
                </a:lnTo>
                <a:cubicBezTo>
                  <a:pt x="73871" y="96272"/>
                  <a:pt x="71423" y="99161"/>
                  <a:pt x="63190" y="99830"/>
                </a:cubicBezTo>
                <a:lnTo>
                  <a:pt x="63190" y="105167"/>
                </a:lnTo>
                <a:lnTo>
                  <a:pt x="115257" y="105167"/>
                </a:lnTo>
                <a:lnTo>
                  <a:pt x="115257" y="99830"/>
                </a:lnTo>
                <a:cubicBezTo>
                  <a:pt x="107469" y="98940"/>
                  <a:pt x="104800" y="95606"/>
                  <a:pt x="104800" y="87156"/>
                </a:cubicBezTo>
                <a:lnTo>
                  <a:pt x="104800" y="27802"/>
                </a:lnTo>
                <a:cubicBezTo>
                  <a:pt x="104800" y="26692"/>
                  <a:pt x="108358" y="22469"/>
                  <a:pt x="111251" y="20245"/>
                </a:cubicBezTo>
                <a:cubicBezTo>
                  <a:pt x="116146" y="16466"/>
                  <a:pt x="119929" y="14908"/>
                  <a:pt x="123711" y="14908"/>
                </a:cubicBezTo>
                <a:cubicBezTo>
                  <a:pt x="132168" y="14908"/>
                  <a:pt x="135505" y="20245"/>
                  <a:pt x="135505" y="33360"/>
                </a:cubicBezTo>
                <a:lnTo>
                  <a:pt x="135505" y="87156"/>
                </a:lnTo>
                <a:cubicBezTo>
                  <a:pt x="135505" y="96492"/>
                  <a:pt x="133057" y="99161"/>
                  <a:pt x="124600" y="99830"/>
                </a:cubicBezTo>
                <a:lnTo>
                  <a:pt x="124600" y="105167"/>
                </a:lnTo>
                <a:lnTo>
                  <a:pt x="177557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534D1DB4-3FAE-411C-95E8-4C777797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926" y="492273"/>
            <a:ext cx="150962" cy="15856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16570E4C-8273-43D8-8185-55690AAE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650" y="492273"/>
            <a:ext cx="168893" cy="154111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299890F1-2DAE-45A1-86F1-1FED13E9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433" y="552841"/>
            <a:ext cx="79230" cy="37821"/>
          </a:xfrm>
          <a:custGeom xmlns:a="http://schemas.openxmlformats.org/drawingml/2006/main">
            <a:pathLst>
              <a:path w="54067" h="25810">
                <a:moveTo>
                  <a:pt x="54067" y="25810"/>
                </a:moveTo>
                <a:lnTo>
                  <a:pt x="54067" y="0"/>
                </a:lnTo>
                <a:lnTo>
                  <a:pt x="0" y="0"/>
                </a:lnTo>
                <a:lnTo>
                  <a:pt x="0" y="25810"/>
                </a:lnTo>
                <a:lnTo>
                  <a:pt x="54067" y="25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056F5950-A045-4CF3-8DDE-EE67EDF4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879" y="426043"/>
            <a:ext cx="77926" cy="220341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567125BC-EA73-4824-B4E4-D8D7E86F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522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8ADE7C61-C32B-496C-8325-B5A54FC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121" y="426043"/>
            <a:ext cx="169878" cy="220341"/>
          </a:xfrm>
          <a:custGeom xmlns:a="http://schemas.openxmlformats.org/drawingml/2006/main">
            <a:pathLst>
              <a:path w="115926" h="150362">
                <a:moveTo>
                  <a:pt x="115926" y="150362"/>
                </a:moveTo>
                <a:lnTo>
                  <a:pt x="115926" y="145025"/>
                </a:lnTo>
                <a:cubicBezTo>
                  <a:pt x="113478" y="145025"/>
                  <a:pt x="112364" y="144356"/>
                  <a:pt x="110361" y="141688"/>
                </a:cubicBezTo>
                <a:lnTo>
                  <a:pt x="67196" y="82066"/>
                </a:lnTo>
                <a:cubicBezTo>
                  <a:pt x="89447" y="58705"/>
                  <a:pt x="95233" y="54702"/>
                  <a:pt x="109251" y="52923"/>
                </a:cubicBezTo>
                <a:lnTo>
                  <a:pt x="109251" y="47803"/>
                </a:lnTo>
                <a:lnTo>
                  <a:pt x="61635" y="47803"/>
                </a:lnTo>
                <a:lnTo>
                  <a:pt x="61635" y="52923"/>
                </a:lnTo>
                <a:cubicBezTo>
                  <a:pt x="64083" y="53368"/>
                  <a:pt x="66306" y="53588"/>
                  <a:pt x="66975" y="53812"/>
                </a:cubicBezTo>
                <a:cubicBezTo>
                  <a:pt x="72316" y="54478"/>
                  <a:pt x="74760" y="56036"/>
                  <a:pt x="74760" y="58929"/>
                </a:cubicBezTo>
                <a:cubicBezTo>
                  <a:pt x="74760" y="60932"/>
                  <a:pt x="72536" y="64935"/>
                  <a:pt x="70088" y="67383"/>
                </a:cubicBezTo>
                <a:lnTo>
                  <a:pt x="41610" y="95857"/>
                </a:lnTo>
                <a:lnTo>
                  <a:pt x="41610" y="0"/>
                </a:lnTo>
                <a:lnTo>
                  <a:pt x="0" y="0"/>
                </a:lnTo>
                <a:lnTo>
                  <a:pt x="0" y="5340"/>
                </a:lnTo>
                <a:cubicBezTo>
                  <a:pt x="7568" y="6009"/>
                  <a:pt x="10681" y="9788"/>
                  <a:pt x="10681" y="18235"/>
                </a:cubicBezTo>
                <a:lnTo>
                  <a:pt x="10681" y="131676"/>
                </a:lnTo>
                <a:cubicBezTo>
                  <a:pt x="10681" y="140354"/>
                  <a:pt x="734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lnTo>
                  <a:pt x="53177" y="145025"/>
                </a:lnTo>
                <a:cubicBezTo>
                  <a:pt x="42721" y="143467"/>
                  <a:pt x="41610" y="142133"/>
                  <a:pt x="41610" y="131676"/>
                </a:cubicBezTo>
                <a:lnTo>
                  <a:pt x="41610" y="106314"/>
                </a:lnTo>
                <a:lnTo>
                  <a:pt x="46727" y="100974"/>
                </a:lnTo>
                <a:lnTo>
                  <a:pt x="67865" y="130786"/>
                </a:lnTo>
                <a:cubicBezTo>
                  <a:pt x="71647" y="136347"/>
                  <a:pt x="73205" y="139016"/>
                  <a:pt x="73205" y="140798"/>
                </a:cubicBezTo>
                <a:cubicBezTo>
                  <a:pt x="73205" y="143467"/>
                  <a:pt x="70088" y="144801"/>
                  <a:pt x="63858" y="145025"/>
                </a:cubicBezTo>
                <a:lnTo>
                  <a:pt x="63858" y="150362"/>
                </a:lnTo>
                <a:lnTo>
                  <a:pt x="115926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353912E8-70BF-40D0-B0C0-44A8B4D0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975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D7F0854D-1C27-4EFD-8698-E5CF3A4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037" y="421267"/>
            <a:ext cx="221719" cy="225117"/>
          </a:xfrm>
          <a:custGeom xmlns:a="http://schemas.openxmlformats.org/drawingml/2006/main">
            <a:pathLst>
              <a:path w="151303" h="153622">
                <a:moveTo>
                  <a:pt x="151303" y="153622"/>
                </a:moveTo>
                <a:lnTo>
                  <a:pt x="151303" y="148060"/>
                </a:lnTo>
                <a:cubicBezTo>
                  <a:pt x="141511" y="148060"/>
                  <a:pt x="139063" y="144940"/>
                  <a:pt x="127048" y="117087"/>
                </a:cubicBezTo>
                <a:lnTo>
                  <a:pt x="77432" y="0"/>
                </a:lnTo>
                <a:lnTo>
                  <a:pt x="71202" y="0"/>
                </a:lnTo>
                <a:lnTo>
                  <a:pt x="21807" y="121989"/>
                </a:lnTo>
                <a:cubicBezTo>
                  <a:pt x="13350" y="142934"/>
                  <a:pt x="10681" y="146054"/>
                  <a:pt x="0" y="148060"/>
                </a:cubicBezTo>
                <a:lnTo>
                  <a:pt x="0" y="153622"/>
                </a:lnTo>
                <a:lnTo>
                  <a:pt x="45168" y="153622"/>
                </a:lnTo>
                <a:lnTo>
                  <a:pt x="45168" y="148060"/>
                </a:lnTo>
                <a:cubicBezTo>
                  <a:pt x="32043" y="147171"/>
                  <a:pt x="26923" y="144720"/>
                  <a:pt x="26923" y="138924"/>
                </a:cubicBezTo>
                <a:cubicBezTo>
                  <a:pt x="26923" y="136028"/>
                  <a:pt x="28482" y="130902"/>
                  <a:pt x="33377" y="118645"/>
                </a:cubicBezTo>
                <a:lnTo>
                  <a:pt x="36715" y="109730"/>
                </a:lnTo>
                <a:lnTo>
                  <a:pt x="86775" y="109730"/>
                </a:lnTo>
                <a:cubicBezTo>
                  <a:pt x="94343" y="127337"/>
                  <a:pt x="97012" y="135135"/>
                  <a:pt x="97012" y="140038"/>
                </a:cubicBezTo>
                <a:cubicBezTo>
                  <a:pt x="97012" y="144940"/>
                  <a:pt x="94119" y="146947"/>
                  <a:pt x="86331" y="147392"/>
                </a:cubicBezTo>
                <a:lnTo>
                  <a:pt x="79211" y="148060"/>
                </a:lnTo>
                <a:lnTo>
                  <a:pt x="79211" y="153622"/>
                </a:lnTo>
                <a:lnTo>
                  <a:pt x="151303" y="153622"/>
                </a:lnTo>
                <a:moveTo>
                  <a:pt x="83438" y="101055"/>
                </a:moveTo>
                <a:lnTo>
                  <a:pt x="40052" y="101055"/>
                </a:lnTo>
                <a:lnTo>
                  <a:pt x="60966" y="46968"/>
                </a:lnTo>
                <a:lnTo>
                  <a:pt x="83438" y="1010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4C5201EC-A917-46F8-9139-92D2407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885" y="426043"/>
            <a:ext cx="165962" cy="224799"/>
          </a:xfrm>
          <a:custGeom xmlns:a="http://schemas.openxmlformats.org/drawingml/2006/main">
            <a:pathLst>
              <a:path w="113254" h="153404">
                <a:moveTo>
                  <a:pt x="113254" y="145799"/>
                </a:moveTo>
                <a:lnTo>
                  <a:pt x="113254" y="140683"/>
                </a:lnTo>
                <a:cubicBezTo>
                  <a:pt x="103018" y="140017"/>
                  <a:pt x="100125" y="137132"/>
                  <a:pt x="100125" y="127809"/>
                </a:cubicBezTo>
                <a:lnTo>
                  <a:pt x="100125" y="0"/>
                </a:lnTo>
                <a:lnTo>
                  <a:pt x="52288" y="0"/>
                </a:lnTo>
                <a:lnTo>
                  <a:pt x="52288" y="5340"/>
                </a:lnTo>
                <a:cubicBezTo>
                  <a:pt x="67196" y="6454"/>
                  <a:pt x="69199" y="8012"/>
                  <a:pt x="69199" y="18255"/>
                </a:cubicBezTo>
                <a:lnTo>
                  <a:pt x="69199" y="58990"/>
                </a:lnTo>
                <a:cubicBezTo>
                  <a:pt x="59632" y="48757"/>
                  <a:pt x="52957" y="45196"/>
                  <a:pt x="42721" y="45196"/>
                </a:cubicBezTo>
                <a:cubicBezTo>
                  <a:pt x="18245" y="45196"/>
                  <a:pt x="0" y="68978"/>
                  <a:pt x="0" y="101167"/>
                </a:cubicBezTo>
                <a:cubicBezTo>
                  <a:pt x="0" y="131394"/>
                  <a:pt x="16911" y="153404"/>
                  <a:pt x="40273" y="153404"/>
                </a:cubicBezTo>
                <a:cubicBezTo>
                  <a:pt x="52064" y="153404"/>
                  <a:pt x="59407" y="149846"/>
                  <a:pt x="69864" y="138724"/>
                </a:cubicBezTo>
                <a:lnTo>
                  <a:pt x="69864" y="153184"/>
                </a:lnTo>
                <a:cubicBezTo>
                  <a:pt x="80101" y="150291"/>
                  <a:pt x="85662" y="149177"/>
                  <a:pt x="99460" y="147622"/>
                </a:cubicBezTo>
                <a:lnTo>
                  <a:pt x="113254" y="145799"/>
                </a:lnTo>
                <a:moveTo>
                  <a:pt x="69199" y="125398"/>
                </a:moveTo>
                <a:cubicBezTo>
                  <a:pt x="69199" y="126732"/>
                  <a:pt x="66972" y="130508"/>
                  <a:pt x="64303" y="133394"/>
                </a:cubicBezTo>
                <a:cubicBezTo>
                  <a:pt x="59852" y="138503"/>
                  <a:pt x="55181" y="140944"/>
                  <a:pt x="50285" y="140944"/>
                </a:cubicBezTo>
                <a:cubicBezTo>
                  <a:pt x="38494" y="140944"/>
                  <a:pt x="32929" y="127618"/>
                  <a:pt x="32929" y="99412"/>
                </a:cubicBezTo>
                <a:cubicBezTo>
                  <a:pt x="32929" y="70761"/>
                  <a:pt x="38938" y="57659"/>
                  <a:pt x="51843" y="57659"/>
                </a:cubicBezTo>
                <a:cubicBezTo>
                  <a:pt x="59187" y="57659"/>
                  <a:pt x="66082" y="62986"/>
                  <a:pt x="69199" y="71426"/>
                </a:cubicBezTo>
                <a:lnTo>
                  <a:pt x="69199" y="125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62F1FD0E-2ADA-4D93-82CC-4CB1CA26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171" y="492273"/>
            <a:ext cx="150962" cy="15856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186DD9AC-4082-4A56-B521-69774F05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2" y="492273"/>
            <a:ext cx="164654" cy="220824"/>
          </a:xfrm>
          <a:custGeom xmlns:a="http://schemas.openxmlformats.org/drawingml/2006/main">
            <a:pathLst>
              <a:path w="112361" h="150692">
                <a:moveTo>
                  <a:pt x="112361" y="51999"/>
                </a:moveTo>
                <a:cubicBezTo>
                  <a:pt x="112361" y="21124"/>
                  <a:pt x="95674" y="0"/>
                  <a:pt x="70978" y="0"/>
                </a:cubicBezTo>
                <a:cubicBezTo>
                  <a:pt x="57849" y="0"/>
                  <a:pt x="49840" y="5120"/>
                  <a:pt x="42941" y="18014"/>
                </a:cubicBezTo>
                <a:lnTo>
                  <a:pt x="42941" y="2607"/>
                </a:lnTo>
                <a:lnTo>
                  <a:pt x="445" y="2607"/>
                </a:lnTo>
                <a:lnTo>
                  <a:pt x="445" y="7948"/>
                </a:lnTo>
                <a:cubicBezTo>
                  <a:pt x="10233" y="9506"/>
                  <a:pt x="12460" y="11730"/>
                  <a:pt x="12460" y="21067"/>
                </a:cubicBezTo>
                <a:lnTo>
                  <a:pt x="12460" y="132453"/>
                </a:lnTo>
                <a:cubicBezTo>
                  <a:pt x="12460" y="141572"/>
                  <a:pt x="10678" y="143572"/>
                  <a:pt x="0" y="145351"/>
                </a:cubicBezTo>
                <a:lnTo>
                  <a:pt x="0" y="150692"/>
                </a:lnTo>
                <a:lnTo>
                  <a:pt x="60742" y="150692"/>
                </a:lnTo>
                <a:lnTo>
                  <a:pt x="60742" y="146017"/>
                </a:lnTo>
                <a:cubicBezTo>
                  <a:pt x="47168" y="145351"/>
                  <a:pt x="43386" y="140904"/>
                  <a:pt x="43386" y="126006"/>
                </a:cubicBezTo>
                <a:lnTo>
                  <a:pt x="43386" y="94645"/>
                </a:lnTo>
                <a:cubicBezTo>
                  <a:pt x="54067" y="105102"/>
                  <a:pt x="59852" y="107991"/>
                  <a:pt x="69640" y="107991"/>
                </a:cubicBezTo>
                <a:cubicBezTo>
                  <a:pt x="94564" y="107991"/>
                  <a:pt x="112361" y="84864"/>
                  <a:pt x="112361" y="51965"/>
                </a:cubicBezTo>
                <a:lnTo>
                  <a:pt x="112361" y="51999"/>
                </a:lnTo>
                <a:moveTo>
                  <a:pt x="79432" y="55075"/>
                </a:moveTo>
                <a:cubicBezTo>
                  <a:pt x="79432" y="82640"/>
                  <a:pt x="73202" y="95755"/>
                  <a:pt x="60521" y="95755"/>
                </a:cubicBezTo>
                <a:cubicBezTo>
                  <a:pt x="53177" y="95755"/>
                  <a:pt x="46723" y="90642"/>
                  <a:pt x="43386" y="82195"/>
                </a:cubicBezTo>
                <a:lnTo>
                  <a:pt x="43386" y="28179"/>
                </a:lnTo>
                <a:cubicBezTo>
                  <a:pt x="43386" y="26621"/>
                  <a:pt x="45389" y="23066"/>
                  <a:pt x="48058" y="20177"/>
                </a:cubicBezTo>
                <a:cubicBezTo>
                  <a:pt x="52509" y="15349"/>
                  <a:pt x="57628" y="12684"/>
                  <a:pt x="62521" y="12684"/>
                </a:cubicBezTo>
                <a:cubicBezTo>
                  <a:pt x="74091" y="12684"/>
                  <a:pt x="79432" y="26013"/>
                  <a:pt x="79432" y="55109"/>
                </a:cubicBezTo>
                <a:lnTo>
                  <a:pt x="79432" y="55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37F757C1-5A42-4AB9-8DB1-5B0242EB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91" y="440994"/>
            <a:ext cx="101728" cy="209211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DB0BE83E-6D3D-42D7-906C-F946AB5E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864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F561E0F9-6A55-426C-8D00-96361913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138" y="496094"/>
            <a:ext cx="151290" cy="154748"/>
          </a:xfrm>
          <a:custGeom xmlns:a="http://schemas.openxmlformats.org/drawingml/2006/main">
            <a:pathLst>
              <a:path w="103242" h="105601">
                <a:moveTo>
                  <a:pt x="103242" y="5340"/>
                </a:moveTo>
                <a:lnTo>
                  <a:pt x="103242" y="0"/>
                </a:lnTo>
                <a:lnTo>
                  <a:pt x="69644" y="0"/>
                </a:lnTo>
                <a:lnTo>
                  <a:pt x="69644" y="5340"/>
                </a:lnTo>
                <a:cubicBezTo>
                  <a:pt x="79211" y="5785"/>
                  <a:pt x="81880" y="7344"/>
                  <a:pt x="81880" y="12677"/>
                </a:cubicBezTo>
                <a:cubicBezTo>
                  <a:pt x="81880" y="15122"/>
                  <a:pt x="80990" y="18680"/>
                  <a:pt x="79432" y="22683"/>
                </a:cubicBezTo>
                <a:lnTo>
                  <a:pt x="63414" y="63142"/>
                </a:lnTo>
                <a:lnTo>
                  <a:pt x="45834" y="18014"/>
                </a:lnTo>
                <a:cubicBezTo>
                  <a:pt x="44276" y="13788"/>
                  <a:pt x="43831" y="12457"/>
                  <a:pt x="43831" y="11122"/>
                </a:cubicBezTo>
                <a:cubicBezTo>
                  <a:pt x="43831" y="7788"/>
                  <a:pt x="46058" y="6230"/>
                  <a:pt x="51619" y="5785"/>
                </a:cubicBezTo>
                <a:lnTo>
                  <a:pt x="55625" y="5340"/>
                </a:lnTo>
                <a:lnTo>
                  <a:pt x="55625" y="0"/>
                </a:lnTo>
                <a:lnTo>
                  <a:pt x="0" y="0"/>
                </a:lnTo>
                <a:lnTo>
                  <a:pt x="0" y="5340"/>
                </a:lnTo>
                <a:cubicBezTo>
                  <a:pt x="5116" y="6009"/>
                  <a:pt x="6451" y="6675"/>
                  <a:pt x="7788" y="8674"/>
                </a:cubicBezTo>
                <a:cubicBezTo>
                  <a:pt x="8233" y="8454"/>
                  <a:pt x="18690" y="30685"/>
                  <a:pt x="22248" y="39801"/>
                </a:cubicBezTo>
                <a:lnTo>
                  <a:pt x="48951" y="105601"/>
                </a:lnTo>
                <a:lnTo>
                  <a:pt x="54736" y="105601"/>
                </a:lnTo>
                <a:lnTo>
                  <a:pt x="90333" y="17570"/>
                </a:lnTo>
                <a:cubicBezTo>
                  <a:pt x="94564" y="7788"/>
                  <a:pt x="96343" y="6009"/>
                  <a:pt x="103242" y="5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5F90B9A6-B819-4963-96CF-65932E1F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057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9DA1F099-7552-4768-A2CA-E577F589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403" y="426043"/>
            <a:ext cx="223346" cy="226072"/>
          </a:xfrm>
          <a:custGeom xmlns:a="http://schemas.openxmlformats.org/drawingml/2006/main">
            <a:pathLst>
              <a:path w="152413" h="154273">
                <a:moveTo>
                  <a:pt x="152413" y="5565"/>
                </a:moveTo>
                <a:lnTo>
                  <a:pt x="152413" y="0"/>
                </a:lnTo>
                <a:lnTo>
                  <a:pt x="105021" y="0"/>
                </a:lnTo>
                <a:lnTo>
                  <a:pt x="105021" y="5565"/>
                </a:lnTo>
                <a:cubicBezTo>
                  <a:pt x="120818" y="6675"/>
                  <a:pt x="124155" y="8230"/>
                  <a:pt x="124155" y="15342"/>
                </a:cubicBezTo>
                <a:cubicBezTo>
                  <a:pt x="124155" y="18901"/>
                  <a:pt x="123490" y="21569"/>
                  <a:pt x="119708" y="31126"/>
                </a:cubicBezTo>
                <a:lnTo>
                  <a:pt x="91447" y="104260"/>
                </a:lnTo>
                <a:lnTo>
                  <a:pt x="60742" y="30016"/>
                </a:lnTo>
                <a:cubicBezTo>
                  <a:pt x="56515" y="20011"/>
                  <a:pt x="55625" y="17346"/>
                  <a:pt x="55625" y="14012"/>
                </a:cubicBezTo>
                <a:cubicBezTo>
                  <a:pt x="55625" y="8899"/>
                  <a:pt x="58963" y="6454"/>
                  <a:pt x="67420" y="6009"/>
                </a:cubicBezTo>
                <a:cubicBezTo>
                  <a:pt x="68530" y="6009"/>
                  <a:pt x="71423" y="5785"/>
                  <a:pt x="74760" y="5565"/>
                </a:cubicBezTo>
                <a:lnTo>
                  <a:pt x="74760" y="0"/>
                </a:lnTo>
                <a:lnTo>
                  <a:pt x="0" y="0"/>
                </a:lnTo>
                <a:lnTo>
                  <a:pt x="0" y="5565"/>
                </a:lnTo>
                <a:cubicBezTo>
                  <a:pt x="11126" y="7120"/>
                  <a:pt x="13129" y="8899"/>
                  <a:pt x="18690" y="21124"/>
                </a:cubicBezTo>
                <a:lnTo>
                  <a:pt x="75650" y="154273"/>
                </a:lnTo>
                <a:lnTo>
                  <a:pt x="81659" y="154273"/>
                </a:lnTo>
                <a:lnTo>
                  <a:pt x="132389" y="23789"/>
                </a:lnTo>
                <a:cubicBezTo>
                  <a:pt x="137729" y="10009"/>
                  <a:pt x="140842" y="7120"/>
                  <a:pt x="152413" y="5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C44DA166-E5AE-4CB1-8DEB-83BFBF20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553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53B6086C-A2AD-41D5-AA3E-A145C43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31" y="492273"/>
            <a:ext cx="109554" cy="158569"/>
          </a:xfrm>
          <a:custGeom xmlns:a="http://schemas.openxmlformats.org/drawingml/2006/main">
            <a:pathLst>
              <a:path w="74760" h="108209">
                <a:moveTo>
                  <a:pt x="74760" y="74431"/>
                </a:moveTo>
                <a:cubicBezTo>
                  <a:pt x="74760" y="58661"/>
                  <a:pt x="66306" y="48886"/>
                  <a:pt x="44055" y="39777"/>
                </a:cubicBezTo>
                <a:cubicBezTo>
                  <a:pt x="28926" y="33337"/>
                  <a:pt x="22696" y="27782"/>
                  <a:pt x="22696" y="20228"/>
                </a:cubicBezTo>
                <a:cubicBezTo>
                  <a:pt x="22696" y="12898"/>
                  <a:pt x="28926" y="7344"/>
                  <a:pt x="37380" y="7344"/>
                </a:cubicBezTo>
                <a:cubicBezTo>
                  <a:pt x="43386" y="7344"/>
                  <a:pt x="49171" y="9788"/>
                  <a:pt x="54067" y="14453"/>
                </a:cubicBezTo>
                <a:cubicBezTo>
                  <a:pt x="58739" y="18897"/>
                  <a:pt x="61187" y="23117"/>
                  <a:pt x="64524" y="32668"/>
                </a:cubicBezTo>
                <a:lnTo>
                  <a:pt x="70088" y="32668"/>
                </a:lnTo>
                <a:lnTo>
                  <a:pt x="70088" y="448"/>
                </a:lnTo>
                <a:lnTo>
                  <a:pt x="65193" y="448"/>
                </a:lnTo>
                <a:cubicBezTo>
                  <a:pt x="63858" y="3786"/>
                  <a:pt x="62524" y="4896"/>
                  <a:pt x="59632" y="4896"/>
                </a:cubicBezTo>
                <a:cubicBezTo>
                  <a:pt x="58294" y="4896"/>
                  <a:pt x="56294" y="4451"/>
                  <a:pt x="52733" y="3341"/>
                </a:cubicBezTo>
                <a:cubicBezTo>
                  <a:pt x="45613" y="893"/>
                  <a:pt x="40493" y="0"/>
                  <a:pt x="35377" y="0"/>
                </a:cubicBezTo>
                <a:cubicBezTo>
                  <a:pt x="15129" y="0"/>
                  <a:pt x="445" y="13788"/>
                  <a:pt x="445" y="32447"/>
                </a:cubicBezTo>
                <a:cubicBezTo>
                  <a:pt x="445" y="47107"/>
                  <a:pt x="9567" y="57326"/>
                  <a:pt x="32040" y="66880"/>
                </a:cubicBezTo>
                <a:cubicBezTo>
                  <a:pt x="47392" y="73545"/>
                  <a:pt x="53402" y="79096"/>
                  <a:pt x="53402" y="86205"/>
                </a:cubicBezTo>
                <a:cubicBezTo>
                  <a:pt x="53402" y="94869"/>
                  <a:pt x="46723" y="100644"/>
                  <a:pt x="36711" y="100644"/>
                </a:cubicBezTo>
                <a:cubicBezTo>
                  <a:pt x="21138" y="100644"/>
                  <a:pt x="10902" y="90649"/>
                  <a:pt x="6230" y="71321"/>
                </a:cubicBezTo>
                <a:lnTo>
                  <a:pt x="0" y="71321"/>
                </a:lnTo>
                <a:lnTo>
                  <a:pt x="0" y="107988"/>
                </a:lnTo>
                <a:lnTo>
                  <a:pt x="5561" y="107988"/>
                </a:lnTo>
                <a:cubicBezTo>
                  <a:pt x="8009" y="103316"/>
                  <a:pt x="9343" y="101758"/>
                  <a:pt x="11346" y="101758"/>
                </a:cubicBezTo>
                <a:cubicBezTo>
                  <a:pt x="12460" y="101758"/>
                  <a:pt x="14239" y="102203"/>
                  <a:pt x="16466" y="103092"/>
                </a:cubicBezTo>
                <a:cubicBezTo>
                  <a:pt x="22917" y="105764"/>
                  <a:pt x="34263" y="108209"/>
                  <a:pt x="40493" y="108209"/>
                </a:cubicBezTo>
                <a:cubicBezTo>
                  <a:pt x="60742" y="108209"/>
                  <a:pt x="74760" y="94425"/>
                  <a:pt x="74760" y="744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2837C95F-8F8B-4D0A-A415-943998BE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029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9677352C-E007-469B-A286-711AE9F3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608" y="492273"/>
            <a:ext cx="147051" cy="158569"/>
          </a:xfrm>
          <a:custGeom xmlns:a="http://schemas.openxmlformats.org/drawingml/2006/main">
            <a:pathLst>
              <a:path w="100349" h="108209">
                <a:moveTo>
                  <a:pt x="100349" y="54216"/>
                </a:moveTo>
                <a:cubicBezTo>
                  <a:pt x="100349" y="23117"/>
                  <a:pt x="78987" y="0"/>
                  <a:pt x="50285" y="0"/>
                </a:cubicBezTo>
                <a:cubicBezTo>
                  <a:pt x="22027" y="0"/>
                  <a:pt x="0" y="23338"/>
                  <a:pt x="0" y="53551"/>
                </a:cubicBezTo>
                <a:cubicBezTo>
                  <a:pt x="0" y="85319"/>
                  <a:pt x="21138" y="108209"/>
                  <a:pt x="50285" y="108209"/>
                </a:cubicBezTo>
                <a:cubicBezTo>
                  <a:pt x="78987" y="108209"/>
                  <a:pt x="100349" y="85095"/>
                  <a:pt x="100349" y="54216"/>
                </a:cubicBezTo>
                <a:moveTo>
                  <a:pt x="67641" y="55551"/>
                </a:moveTo>
                <a:cubicBezTo>
                  <a:pt x="67641" y="89760"/>
                  <a:pt x="63190" y="101313"/>
                  <a:pt x="50285" y="101313"/>
                </a:cubicBezTo>
                <a:cubicBezTo>
                  <a:pt x="37156" y="101313"/>
                  <a:pt x="32708" y="89984"/>
                  <a:pt x="32708" y="57550"/>
                </a:cubicBezTo>
                <a:cubicBezTo>
                  <a:pt x="32708" y="18452"/>
                  <a:pt x="36711" y="6899"/>
                  <a:pt x="50509" y="6899"/>
                </a:cubicBezTo>
                <a:cubicBezTo>
                  <a:pt x="63414" y="6899"/>
                  <a:pt x="67641" y="19118"/>
                  <a:pt x="67641" y="55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E4A448D1-3373-4D30-A3FD-05D0AF5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332" y="492273"/>
            <a:ext cx="168893" cy="154111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44AF0B8D-4D29-46B1-9144-9A18BA6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47" y="420949"/>
            <a:ext cx="122270" cy="225436"/>
          </a:xfrm>
          <a:custGeom xmlns:a="http://schemas.openxmlformats.org/drawingml/2006/main">
            <a:pathLst>
              <a:path w="83438" h="153839">
                <a:moveTo>
                  <a:pt x="83438" y="22289"/>
                </a:moveTo>
                <a:cubicBezTo>
                  <a:pt x="83438" y="9129"/>
                  <a:pt x="70533" y="0"/>
                  <a:pt x="51619" y="0"/>
                </a:cubicBezTo>
                <a:cubicBezTo>
                  <a:pt x="36711" y="0"/>
                  <a:pt x="25144" y="5340"/>
                  <a:pt x="19135" y="15152"/>
                </a:cubicBezTo>
                <a:cubicBezTo>
                  <a:pt x="14239" y="22958"/>
                  <a:pt x="12684" y="32101"/>
                  <a:pt x="12684" y="51280"/>
                </a:cubicBezTo>
                <a:lnTo>
                  <a:pt x="0" y="51280"/>
                </a:lnTo>
                <a:lnTo>
                  <a:pt x="0" y="61071"/>
                </a:lnTo>
                <a:lnTo>
                  <a:pt x="12684" y="61071"/>
                </a:lnTo>
                <a:lnTo>
                  <a:pt x="12684" y="135152"/>
                </a:lnTo>
                <a:cubicBezTo>
                  <a:pt x="12684" y="144720"/>
                  <a:pt x="10236" y="147388"/>
                  <a:pt x="0" y="148502"/>
                </a:cubicBezTo>
                <a:lnTo>
                  <a:pt x="0" y="153839"/>
                </a:lnTo>
                <a:lnTo>
                  <a:pt x="61855" y="153839"/>
                </a:lnTo>
                <a:lnTo>
                  <a:pt x="61855" y="148502"/>
                </a:lnTo>
                <a:cubicBezTo>
                  <a:pt x="46282" y="148057"/>
                  <a:pt x="43610" y="145385"/>
                  <a:pt x="43610" y="130925"/>
                </a:cubicBezTo>
                <a:lnTo>
                  <a:pt x="43610" y="61071"/>
                </a:lnTo>
                <a:lnTo>
                  <a:pt x="62969" y="61071"/>
                </a:lnTo>
                <a:lnTo>
                  <a:pt x="62969" y="51280"/>
                </a:lnTo>
                <a:lnTo>
                  <a:pt x="43610" y="51280"/>
                </a:lnTo>
                <a:lnTo>
                  <a:pt x="43610" y="24071"/>
                </a:lnTo>
                <a:cubicBezTo>
                  <a:pt x="43610" y="11805"/>
                  <a:pt x="46727" y="6899"/>
                  <a:pt x="54736" y="6899"/>
                </a:cubicBezTo>
                <a:cubicBezTo>
                  <a:pt x="58742" y="6899"/>
                  <a:pt x="61187" y="8461"/>
                  <a:pt x="61187" y="11136"/>
                </a:cubicBezTo>
                <a:cubicBezTo>
                  <a:pt x="61187" y="12253"/>
                  <a:pt x="60742" y="13591"/>
                  <a:pt x="59187" y="15821"/>
                </a:cubicBezTo>
                <a:cubicBezTo>
                  <a:pt x="57184" y="19165"/>
                  <a:pt x="56294" y="21396"/>
                  <a:pt x="56294" y="23851"/>
                </a:cubicBezTo>
                <a:cubicBezTo>
                  <a:pt x="56294" y="30763"/>
                  <a:pt x="62079" y="36117"/>
                  <a:pt x="69644" y="36117"/>
                </a:cubicBezTo>
                <a:cubicBezTo>
                  <a:pt x="77877" y="36117"/>
                  <a:pt x="83438" y="30539"/>
                  <a:pt x="83438" y="222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0984411C-6A6A-491E-A1F6-69ED1456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229" y="492273"/>
            <a:ext cx="147051" cy="158569"/>
          </a:xfrm>
          <a:custGeom xmlns:a="http://schemas.openxmlformats.org/drawingml/2006/main">
            <a:pathLst>
              <a:path w="100349" h="108209">
                <a:moveTo>
                  <a:pt x="100349" y="54216"/>
                </a:moveTo>
                <a:cubicBezTo>
                  <a:pt x="100349" y="23117"/>
                  <a:pt x="78987" y="0"/>
                  <a:pt x="50285" y="0"/>
                </a:cubicBezTo>
                <a:cubicBezTo>
                  <a:pt x="22027" y="0"/>
                  <a:pt x="0" y="23338"/>
                  <a:pt x="0" y="53551"/>
                </a:cubicBezTo>
                <a:cubicBezTo>
                  <a:pt x="0" y="85319"/>
                  <a:pt x="21138" y="108209"/>
                  <a:pt x="50285" y="108209"/>
                </a:cubicBezTo>
                <a:cubicBezTo>
                  <a:pt x="78987" y="108209"/>
                  <a:pt x="100349" y="85095"/>
                  <a:pt x="100349" y="54216"/>
                </a:cubicBezTo>
                <a:moveTo>
                  <a:pt x="67641" y="55551"/>
                </a:moveTo>
                <a:cubicBezTo>
                  <a:pt x="67641" y="89760"/>
                  <a:pt x="63190" y="101313"/>
                  <a:pt x="50285" y="101313"/>
                </a:cubicBezTo>
                <a:cubicBezTo>
                  <a:pt x="37156" y="101313"/>
                  <a:pt x="32708" y="89984"/>
                  <a:pt x="32708" y="57550"/>
                </a:cubicBezTo>
                <a:cubicBezTo>
                  <a:pt x="32708" y="18452"/>
                  <a:pt x="36711" y="6899"/>
                  <a:pt x="50509" y="6899"/>
                </a:cubicBezTo>
                <a:cubicBezTo>
                  <a:pt x="63414" y="6899"/>
                  <a:pt x="67641" y="19118"/>
                  <a:pt x="67641" y="55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7C6ABD4E-F6FD-41CE-8DA1-6299F711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558" y="492273"/>
            <a:ext cx="132051" cy="154111"/>
          </a:xfrm>
          <a:custGeom xmlns:a="http://schemas.openxmlformats.org/drawingml/2006/main">
            <a:pathLst>
              <a:path w="90113" h="105167">
                <a:moveTo>
                  <a:pt x="90113" y="17356"/>
                </a:moveTo>
                <a:cubicBezTo>
                  <a:pt x="90113" y="7344"/>
                  <a:pt x="82549" y="0"/>
                  <a:pt x="72092" y="0"/>
                </a:cubicBezTo>
                <a:cubicBezTo>
                  <a:pt x="60966" y="0"/>
                  <a:pt x="52512" y="6009"/>
                  <a:pt x="42052" y="20914"/>
                </a:cubicBezTo>
                <a:lnTo>
                  <a:pt x="42052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567" y="9282"/>
                  <a:pt x="12015" y="12175"/>
                  <a:pt x="12015" y="21073"/>
                </a:cubicBezTo>
                <a:lnTo>
                  <a:pt x="12015" y="86480"/>
                </a:lnTo>
                <a:cubicBezTo>
                  <a:pt x="12015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9187" y="105167"/>
                </a:lnTo>
                <a:lnTo>
                  <a:pt x="59187" y="99830"/>
                </a:lnTo>
                <a:cubicBezTo>
                  <a:pt x="45613" y="98940"/>
                  <a:pt x="42945" y="96047"/>
                  <a:pt x="42945" y="82253"/>
                </a:cubicBezTo>
                <a:lnTo>
                  <a:pt x="42945" y="40208"/>
                </a:lnTo>
                <a:cubicBezTo>
                  <a:pt x="42945" y="28695"/>
                  <a:pt x="49175" y="19138"/>
                  <a:pt x="56515" y="19138"/>
                </a:cubicBezTo>
                <a:cubicBezTo>
                  <a:pt x="58297" y="19138"/>
                  <a:pt x="60297" y="20693"/>
                  <a:pt x="62745" y="24251"/>
                </a:cubicBezTo>
                <a:cubicBezTo>
                  <a:pt x="66972" y="30250"/>
                  <a:pt x="70309" y="32253"/>
                  <a:pt x="76094" y="32253"/>
                </a:cubicBezTo>
                <a:cubicBezTo>
                  <a:pt x="84328" y="32253"/>
                  <a:pt x="90113" y="26027"/>
                  <a:pt x="90113" y="173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0CBB071E-D9B3-4441-B654-C0DEEC38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601" y="426043"/>
            <a:ext cx="203783" cy="220341"/>
          </a:xfrm>
          <a:custGeom xmlns:a="http://schemas.openxmlformats.org/drawingml/2006/main">
            <a:pathLst>
              <a:path w="139063" h="150362">
                <a:moveTo>
                  <a:pt x="139063" y="104070"/>
                </a:moveTo>
                <a:lnTo>
                  <a:pt x="132833" y="104070"/>
                </a:lnTo>
                <a:cubicBezTo>
                  <a:pt x="126159" y="118537"/>
                  <a:pt x="121708" y="124770"/>
                  <a:pt x="114143" y="131224"/>
                </a:cubicBezTo>
                <a:cubicBezTo>
                  <a:pt x="103686" y="139681"/>
                  <a:pt x="91447" y="143467"/>
                  <a:pt x="74095" y="143467"/>
                </a:cubicBezTo>
                <a:cubicBezTo>
                  <a:pt x="59632" y="143467"/>
                  <a:pt x="55625" y="140574"/>
                  <a:pt x="55625" y="131003"/>
                </a:cubicBezTo>
                <a:lnTo>
                  <a:pt x="55625" y="77137"/>
                </a:lnTo>
                <a:cubicBezTo>
                  <a:pt x="79880" y="77137"/>
                  <a:pt x="89003" y="85818"/>
                  <a:pt x="91671" y="111638"/>
                </a:cubicBezTo>
                <a:lnTo>
                  <a:pt x="97456" y="111638"/>
                </a:lnTo>
                <a:lnTo>
                  <a:pt x="97456" y="36521"/>
                </a:lnTo>
                <a:lnTo>
                  <a:pt x="91671" y="36521"/>
                </a:lnTo>
                <a:cubicBezTo>
                  <a:pt x="88334" y="61821"/>
                  <a:pt x="79656" y="69797"/>
                  <a:pt x="55625" y="69572"/>
                </a:cubicBezTo>
                <a:lnTo>
                  <a:pt x="55625" y="18035"/>
                </a:lnTo>
                <a:cubicBezTo>
                  <a:pt x="55625" y="9571"/>
                  <a:pt x="58518" y="7568"/>
                  <a:pt x="70088" y="7568"/>
                </a:cubicBezTo>
                <a:cubicBezTo>
                  <a:pt x="106355" y="7568"/>
                  <a:pt x="117260" y="15139"/>
                  <a:pt x="122821" y="44761"/>
                </a:cubicBezTo>
                <a:lnTo>
                  <a:pt x="128382" y="44761"/>
                </a:lnTo>
                <a:lnTo>
                  <a:pt x="128382" y="0"/>
                </a:lnTo>
                <a:lnTo>
                  <a:pt x="0" y="0"/>
                </a:lnTo>
                <a:lnTo>
                  <a:pt x="0" y="5565"/>
                </a:lnTo>
                <a:cubicBezTo>
                  <a:pt x="15353" y="6454"/>
                  <a:pt x="19580" y="10019"/>
                  <a:pt x="19580" y="21379"/>
                </a:cubicBezTo>
                <a:lnTo>
                  <a:pt x="19580" y="129000"/>
                </a:lnTo>
                <a:cubicBezTo>
                  <a:pt x="19580" y="140574"/>
                  <a:pt x="16466" y="143022"/>
                  <a:pt x="0" y="144801"/>
                </a:cubicBezTo>
                <a:lnTo>
                  <a:pt x="0" y="150362"/>
                </a:lnTo>
                <a:lnTo>
                  <a:pt x="130165" y="150362"/>
                </a:lnTo>
                <a:lnTo>
                  <a:pt x="139063" y="1040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7C5249A7-81AA-4258-AD7C-31E15F0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427" y="420949"/>
            <a:ext cx="260516" cy="225436"/>
          </a:xfrm>
          <a:custGeom xmlns:a="http://schemas.openxmlformats.org/drawingml/2006/main">
            <a:pathLst>
              <a:path w="177778" h="153839">
                <a:moveTo>
                  <a:pt x="177778" y="153839"/>
                </a:moveTo>
                <a:lnTo>
                  <a:pt x="177778" y="148502"/>
                </a:lnTo>
                <a:cubicBezTo>
                  <a:pt x="169769" y="148057"/>
                  <a:pt x="166876" y="144720"/>
                  <a:pt x="166876" y="135828"/>
                </a:cubicBezTo>
                <a:lnTo>
                  <a:pt x="166876" y="48672"/>
                </a:lnTo>
                <a:cubicBezTo>
                  <a:pt x="146628" y="50611"/>
                  <a:pt x="136615" y="51280"/>
                  <a:pt x="128827" y="51280"/>
                </a:cubicBezTo>
                <a:lnTo>
                  <a:pt x="105245" y="51280"/>
                </a:lnTo>
                <a:cubicBezTo>
                  <a:pt x="105245" y="14259"/>
                  <a:pt x="108803" y="6678"/>
                  <a:pt x="124824" y="6678"/>
                </a:cubicBezTo>
                <a:cubicBezTo>
                  <a:pt x="131499" y="6678"/>
                  <a:pt x="136840" y="9354"/>
                  <a:pt x="136840" y="12698"/>
                </a:cubicBezTo>
                <a:cubicBezTo>
                  <a:pt x="136840" y="12698"/>
                  <a:pt x="136615" y="13591"/>
                  <a:pt x="136395" y="14259"/>
                </a:cubicBezTo>
                <a:cubicBezTo>
                  <a:pt x="135505" y="16714"/>
                  <a:pt x="134836" y="19389"/>
                  <a:pt x="134836" y="22065"/>
                </a:cubicBezTo>
                <a:cubicBezTo>
                  <a:pt x="134836" y="28981"/>
                  <a:pt x="140622" y="33887"/>
                  <a:pt x="149076" y="33887"/>
                </a:cubicBezTo>
                <a:cubicBezTo>
                  <a:pt x="157533" y="33887"/>
                  <a:pt x="163539" y="28532"/>
                  <a:pt x="163539" y="20503"/>
                </a:cubicBezTo>
                <a:cubicBezTo>
                  <a:pt x="163539" y="7792"/>
                  <a:pt x="148410" y="0"/>
                  <a:pt x="123935" y="0"/>
                </a:cubicBezTo>
                <a:cubicBezTo>
                  <a:pt x="111030" y="0"/>
                  <a:pt x="100570" y="2448"/>
                  <a:pt x="92785" y="7568"/>
                </a:cubicBezTo>
                <a:cubicBezTo>
                  <a:pt x="91892" y="6899"/>
                  <a:pt x="91002" y="6233"/>
                  <a:pt x="90113" y="5785"/>
                </a:cubicBezTo>
                <a:cubicBezTo>
                  <a:pt x="82993" y="1782"/>
                  <a:pt x="74315" y="0"/>
                  <a:pt x="62300" y="0"/>
                </a:cubicBezTo>
                <a:cubicBezTo>
                  <a:pt x="45834" y="0"/>
                  <a:pt x="33598" y="4006"/>
                  <a:pt x="25365" y="12029"/>
                </a:cubicBezTo>
                <a:cubicBezTo>
                  <a:pt x="16466" y="20951"/>
                  <a:pt x="13129" y="31208"/>
                  <a:pt x="12684" y="51280"/>
                </a:cubicBezTo>
                <a:lnTo>
                  <a:pt x="0" y="51280"/>
                </a:lnTo>
                <a:lnTo>
                  <a:pt x="0" y="61071"/>
                </a:lnTo>
                <a:lnTo>
                  <a:pt x="12684" y="61071"/>
                </a:lnTo>
                <a:lnTo>
                  <a:pt x="12684" y="135152"/>
                </a:lnTo>
                <a:cubicBezTo>
                  <a:pt x="12684" y="144720"/>
                  <a:pt x="10457" y="147164"/>
                  <a:pt x="0" y="148502"/>
                </a:cubicBezTo>
                <a:lnTo>
                  <a:pt x="0" y="153839"/>
                </a:lnTo>
                <a:lnTo>
                  <a:pt x="54067" y="153839"/>
                </a:lnTo>
                <a:lnTo>
                  <a:pt x="54067" y="148502"/>
                </a:lnTo>
                <a:cubicBezTo>
                  <a:pt x="46058" y="147388"/>
                  <a:pt x="43610" y="144496"/>
                  <a:pt x="43610" y="135821"/>
                </a:cubicBezTo>
                <a:lnTo>
                  <a:pt x="43610" y="61071"/>
                </a:lnTo>
                <a:lnTo>
                  <a:pt x="74315" y="61071"/>
                </a:lnTo>
                <a:lnTo>
                  <a:pt x="74315" y="135152"/>
                </a:lnTo>
                <a:cubicBezTo>
                  <a:pt x="74315" y="144720"/>
                  <a:pt x="72092" y="147164"/>
                  <a:pt x="61635" y="148502"/>
                </a:cubicBezTo>
                <a:lnTo>
                  <a:pt x="61635" y="153839"/>
                </a:lnTo>
                <a:lnTo>
                  <a:pt x="115702" y="153839"/>
                </a:lnTo>
                <a:lnTo>
                  <a:pt x="115702" y="148502"/>
                </a:lnTo>
                <a:cubicBezTo>
                  <a:pt x="107689" y="147388"/>
                  <a:pt x="105245" y="144496"/>
                  <a:pt x="105245" y="135821"/>
                </a:cubicBezTo>
                <a:lnTo>
                  <a:pt x="105245" y="61071"/>
                </a:lnTo>
                <a:lnTo>
                  <a:pt x="128382" y="61071"/>
                </a:lnTo>
                <a:cubicBezTo>
                  <a:pt x="134168" y="61071"/>
                  <a:pt x="135950" y="62850"/>
                  <a:pt x="135950" y="68635"/>
                </a:cubicBezTo>
                <a:lnTo>
                  <a:pt x="135950" y="135821"/>
                </a:lnTo>
                <a:cubicBezTo>
                  <a:pt x="135950" y="144720"/>
                  <a:pt x="133723" y="147612"/>
                  <a:pt x="125490" y="148502"/>
                </a:cubicBezTo>
                <a:lnTo>
                  <a:pt x="125490" y="153839"/>
                </a:lnTo>
                <a:lnTo>
                  <a:pt x="177778" y="153839"/>
                </a:lnTo>
                <a:moveTo>
                  <a:pt x="76094" y="32994"/>
                </a:moveTo>
                <a:cubicBezTo>
                  <a:pt x="74984" y="38124"/>
                  <a:pt x="74539" y="44143"/>
                  <a:pt x="74315" y="51280"/>
                </a:cubicBezTo>
                <a:lnTo>
                  <a:pt x="43610" y="51280"/>
                </a:lnTo>
                <a:cubicBezTo>
                  <a:pt x="43610" y="14259"/>
                  <a:pt x="47172" y="6678"/>
                  <a:pt x="63190" y="6678"/>
                </a:cubicBezTo>
                <a:cubicBezTo>
                  <a:pt x="69644" y="6678"/>
                  <a:pt x="73202" y="9798"/>
                  <a:pt x="73202" y="10915"/>
                </a:cubicBezTo>
                <a:cubicBezTo>
                  <a:pt x="73202" y="12477"/>
                  <a:pt x="72981" y="14704"/>
                  <a:pt x="72092" y="16935"/>
                </a:cubicBezTo>
                <a:cubicBezTo>
                  <a:pt x="71202" y="18721"/>
                  <a:pt x="70533" y="20951"/>
                  <a:pt x="70533" y="22958"/>
                </a:cubicBezTo>
                <a:cubicBezTo>
                  <a:pt x="70754" y="27195"/>
                  <a:pt x="72757" y="30318"/>
                  <a:pt x="76094" y="329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E45A23E6-BC7D-44C9-B4D6-94828B2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617" y="492273"/>
            <a:ext cx="132051" cy="158569"/>
          </a:xfrm>
          <a:custGeom xmlns:a="http://schemas.openxmlformats.org/drawingml/2006/main">
            <a:pathLst>
              <a:path w="90113" h="108209">
                <a:moveTo>
                  <a:pt x="90113" y="84864"/>
                </a:moveTo>
                <a:lnTo>
                  <a:pt x="86107" y="80865"/>
                </a:lnTo>
                <a:cubicBezTo>
                  <a:pt x="77877" y="90194"/>
                  <a:pt x="72092" y="93304"/>
                  <a:pt x="62969" y="93304"/>
                </a:cubicBezTo>
                <a:cubicBezTo>
                  <a:pt x="43610" y="93304"/>
                  <a:pt x="31371" y="73979"/>
                  <a:pt x="31371" y="43770"/>
                </a:cubicBezTo>
                <a:cubicBezTo>
                  <a:pt x="31371" y="20893"/>
                  <a:pt x="38494" y="6899"/>
                  <a:pt x="50064" y="6899"/>
                </a:cubicBezTo>
                <a:cubicBezTo>
                  <a:pt x="53622" y="6899"/>
                  <a:pt x="56960" y="8674"/>
                  <a:pt x="58294" y="11119"/>
                </a:cubicBezTo>
                <a:cubicBezTo>
                  <a:pt x="59407" y="13119"/>
                  <a:pt x="59407" y="13119"/>
                  <a:pt x="59407" y="22448"/>
                </a:cubicBezTo>
                <a:cubicBezTo>
                  <a:pt x="59632" y="33554"/>
                  <a:pt x="63414" y="38439"/>
                  <a:pt x="71868" y="38439"/>
                </a:cubicBezTo>
                <a:cubicBezTo>
                  <a:pt x="81214" y="38439"/>
                  <a:pt x="86999" y="33109"/>
                  <a:pt x="86999" y="24445"/>
                </a:cubicBezTo>
                <a:cubicBezTo>
                  <a:pt x="86999" y="10674"/>
                  <a:pt x="72092" y="0"/>
                  <a:pt x="52733" y="0"/>
                </a:cubicBezTo>
                <a:cubicBezTo>
                  <a:pt x="22251" y="0"/>
                  <a:pt x="0" y="23335"/>
                  <a:pt x="0" y="55544"/>
                </a:cubicBezTo>
                <a:cubicBezTo>
                  <a:pt x="0" y="86416"/>
                  <a:pt x="19804" y="108209"/>
                  <a:pt x="47616" y="108209"/>
                </a:cubicBezTo>
                <a:cubicBezTo>
                  <a:pt x="64748" y="108209"/>
                  <a:pt x="77208" y="101313"/>
                  <a:pt x="90113" y="84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146937E2-47FC-4A5F-B555-5E549EC5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450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03E9EFCC-C7CA-43B3-82A8-4B371BF4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028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D4BE49D2-CF42-4519-AE27-BB371352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91" y="492273"/>
            <a:ext cx="168893" cy="154111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DA2E41E8-283E-4FD8-A0B3-9D8D5B41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449" y="440994"/>
            <a:ext cx="101728" cy="209211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BF607382-8563-484E-9EB6-802C708A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171" y="492273"/>
            <a:ext cx="150962" cy="15856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4031776D-C908-4289-BD4B-F23C411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895" y="492273"/>
            <a:ext cx="168893" cy="154111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63A3E9AB-435E-4848-AED8-58C22481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484" y="426043"/>
            <a:ext cx="165962" cy="224799"/>
          </a:xfrm>
          <a:custGeom xmlns:a="http://schemas.openxmlformats.org/drawingml/2006/main">
            <a:pathLst>
              <a:path w="113254" h="153404">
                <a:moveTo>
                  <a:pt x="113254" y="145799"/>
                </a:moveTo>
                <a:lnTo>
                  <a:pt x="113254" y="140683"/>
                </a:lnTo>
                <a:cubicBezTo>
                  <a:pt x="103018" y="140017"/>
                  <a:pt x="100125" y="137132"/>
                  <a:pt x="100125" y="127809"/>
                </a:cubicBezTo>
                <a:lnTo>
                  <a:pt x="100125" y="0"/>
                </a:lnTo>
                <a:lnTo>
                  <a:pt x="52288" y="0"/>
                </a:lnTo>
                <a:lnTo>
                  <a:pt x="52288" y="5340"/>
                </a:lnTo>
                <a:cubicBezTo>
                  <a:pt x="67196" y="6454"/>
                  <a:pt x="69199" y="8012"/>
                  <a:pt x="69199" y="18255"/>
                </a:cubicBezTo>
                <a:lnTo>
                  <a:pt x="69199" y="58990"/>
                </a:lnTo>
                <a:cubicBezTo>
                  <a:pt x="59632" y="48757"/>
                  <a:pt x="52957" y="45196"/>
                  <a:pt x="42721" y="45196"/>
                </a:cubicBezTo>
                <a:cubicBezTo>
                  <a:pt x="18245" y="45196"/>
                  <a:pt x="0" y="68978"/>
                  <a:pt x="0" y="101167"/>
                </a:cubicBezTo>
                <a:cubicBezTo>
                  <a:pt x="0" y="131394"/>
                  <a:pt x="16911" y="153404"/>
                  <a:pt x="40273" y="153404"/>
                </a:cubicBezTo>
                <a:cubicBezTo>
                  <a:pt x="52064" y="153404"/>
                  <a:pt x="59407" y="149846"/>
                  <a:pt x="69864" y="138724"/>
                </a:cubicBezTo>
                <a:lnTo>
                  <a:pt x="69864" y="153184"/>
                </a:lnTo>
                <a:cubicBezTo>
                  <a:pt x="80101" y="150291"/>
                  <a:pt x="85662" y="149177"/>
                  <a:pt x="99460" y="147622"/>
                </a:cubicBezTo>
                <a:lnTo>
                  <a:pt x="113254" y="145799"/>
                </a:lnTo>
                <a:moveTo>
                  <a:pt x="69199" y="125398"/>
                </a:moveTo>
                <a:cubicBezTo>
                  <a:pt x="69199" y="126732"/>
                  <a:pt x="66972" y="130508"/>
                  <a:pt x="64303" y="133394"/>
                </a:cubicBezTo>
                <a:cubicBezTo>
                  <a:pt x="59852" y="138503"/>
                  <a:pt x="55181" y="140944"/>
                  <a:pt x="50285" y="140944"/>
                </a:cubicBezTo>
                <a:cubicBezTo>
                  <a:pt x="38494" y="140944"/>
                  <a:pt x="32929" y="127618"/>
                  <a:pt x="32929" y="99412"/>
                </a:cubicBezTo>
                <a:cubicBezTo>
                  <a:pt x="32929" y="70761"/>
                  <a:pt x="38938" y="57659"/>
                  <a:pt x="51843" y="57659"/>
                </a:cubicBezTo>
                <a:cubicBezTo>
                  <a:pt x="59187" y="57659"/>
                  <a:pt x="66082" y="62986"/>
                  <a:pt x="69199" y="71426"/>
                </a:cubicBezTo>
                <a:lnTo>
                  <a:pt x="69199" y="125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9CDD5B6B-167F-4A8E-ADEC-8F6F50A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49" y="426043"/>
            <a:ext cx="184873" cy="220341"/>
          </a:xfrm>
          <a:custGeom xmlns:a="http://schemas.openxmlformats.org/drawingml/2006/main">
            <a:pathLst>
              <a:path w="126159" h="150362">
                <a:moveTo>
                  <a:pt x="126159" y="44761"/>
                </a:moveTo>
                <a:lnTo>
                  <a:pt x="126159" y="0"/>
                </a:lnTo>
                <a:lnTo>
                  <a:pt x="0" y="0"/>
                </a:lnTo>
                <a:lnTo>
                  <a:pt x="0" y="5565"/>
                </a:lnTo>
                <a:cubicBezTo>
                  <a:pt x="15353" y="6454"/>
                  <a:pt x="19580" y="9795"/>
                  <a:pt x="19580" y="21379"/>
                </a:cubicBezTo>
                <a:lnTo>
                  <a:pt x="19580" y="129000"/>
                </a:lnTo>
                <a:cubicBezTo>
                  <a:pt x="19580" y="140574"/>
                  <a:pt x="16466" y="143022"/>
                  <a:pt x="0" y="144801"/>
                </a:cubicBezTo>
                <a:lnTo>
                  <a:pt x="0" y="150362"/>
                </a:lnTo>
                <a:lnTo>
                  <a:pt x="80101" y="150362"/>
                </a:lnTo>
                <a:lnTo>
                  <a:pt x="80101" y="144801"/>
                </a:lnTo>
                <a:cubicBezTo>
                  <a:pt x="59632" y="143912"/>
                  <a:pt x="55625" y="141240"/>
                  <a:pt x="55625" y="129000"/>
                </a:cubicBezTo>
                <a:lnTo>
                  <a:pt x="55625" y="77137"/>
                </a:lnTo>
                <a:cubicBezTo>
                  <a:pt x="78322" y="77585"/>
                  <a:pt x="86555" y="85818"/>
                  <a:pt x="89668" y="111638"/>
                </a:cubicBezTo>
                <a:lnTo>
                  <a:pt x="95233" y="111638"/>
                </a:lnTo>
                <a:lnTo>
                  <a:pt x="95233" y="36521"/>
                </a:lnTo>
                <a:lnTo>
                  <a:pt x="89668" y="36521"/>
                </a:lnTo>
                <a:cubicBezTo>
                  <a:pt x="85662" y="61821"/>
                  <a:pt x="77877" y="69572"/>
                  <a:pt x="55625" y="69572"/>
                </a:cubicBezTo>
                <a:lnTo>
                  <a:pt x="55625" y="18038"/>
                </a:lnTo>
                <a:cubicBezTo>
                  <a:pt x="55625" y="9795"/>
                  <a:pt x="58518" y="7568"/>
                  <a:pt x="69864" y="7568"/>
                </a:cubicBezTo>
                <a:cubicBezTo>
                  <a:pt x="90337" y="7568"/>
                  <a:pt x="103462" y="11353"/>
                  <a:pt x="110361" y="19148"/>
                </a:cubicBezTo>
                <a:cubicBezTo>
                  <a:pt x="115257" y="24716"/>
                  <a:pt x="117705" y="30729"/>
                  <a:pt x="120818" y="44761"/>
                </a:cubicBezTo>
                <a:lnTo>
                  <a:pt x="126159" y="447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309E62E6-415B-42C8-8E5B-95559AF1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567" y="426043"/>
            <a:ext cx="77926" cy="220341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8ADA9A32-FD5D-46D6-BDEF-91B4AFAB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146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27533F1A-6469-4538-80E8-A32BECB1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153" y="496094"/>
            <a:ext cx="153897" cy="150290"/>
          </a:xfrm>
          <a:custGeom xmlns:a="http://schemas.openxmlformats.org/drawingml/2006/main">
            <a:pathLst>
              <a:path w="105021" h="102559">
                <a:moveTo>
                  <a:pt x="105021" y="102559"/>
                </a:moveTo>
                <a:lnTo>
                  <a:pt x="105021" y="97222"/>
                </a:lnTo>
                <a:cubicBezTo>
                  <a:pt x="101459" y="96109"/>
                  <a:pt x="99904" y="95219"/>
                  <a:pt x="98346" y="92771"/>
                </a:cubicBezTo>
                <a:lnTo>
                  <a:pt x="65417" y="42048"/>
                </a:lnTo>
                <a:lnTo>
                  <a:pt x="87889" y="14018"/>
                </a:lnTo>
                <a:cubicBezTo>
                  <a:pt x="92116" y="8902"/>
                  <a:pt x="96567" y="6454"/>
                  <a:pt x="103462" y="5340"/>
                </a:cubicBezTo>
                <a:lnTo>
                  <a:pt x="103462" y="0"/>
                </a:lnTo>
                <a:lnTo>
                  <a:pt x="66082" y="0"/>
                </a:lnTo>
                <a:lnTo>
                  <a:pt x="66082" y="5340"/>
                </a:lnTo>
                <a:cubicBezTo>
                  <a:pt x="68085" y="5565"/>
                  <a:pt x="69864" y="5785"/>
                  <a:pt x="70533" y="5785"/>
                </a:cubicBezTo>
                <a:cubicBezTo>
                  <a:pt x="75650" y="6009"/>
                  <a:pt x="77432" y="7344"/>
                  <a:pt x="77432" y="10681"/>
                </a:cubicBezTo>
                <a:cubicBezTo>
                  <a:pt x="77432" y="14018"/>
                  <a:pt x="75205" y="17801"/>
                  <a:pt x="68975" y="24920"/>
                </a:cubicBezTo>
                <a:cubicBezTo>
                  <a:pt x="67641" y="26254"/>
                  <a:pt x="64303" y="30481"/>
                  <a:pt x="60966" y="35153"/>
                </a:cubicBezTo>
                <a:cubicBezTo>
                  <a:pt x="59632" y="33595"/>
                  <a:pt x="58739" y="32260"/>
                  <a:pt x="58073" y="31371"/>
                </a:cubicBezTo>
                <a:cubicBezTo>
                  <a:pt x="50954" y="22027"/>
                  <a:pt x="45168" y="12460"/>
                  <a:pt x="45168" y="9567"/>
                </a:cubicBezTo>
                <a:cubicBezTo>
                  <a:pt x="45168" y="6899"/>
                  <a:pt x="48282" y="5565"/>
                  <a:pt x="55625" y="5340"/>
                </a:cubicBezTo>
                <a:lnTo>
                  <a:pt x="55625" y="0"/>
                </a:lnTo>
                <a:lnTo>
                  <a:pt x="0" y="0"/>
                </a:lnTo>
                <a:lnTo>
                  <a:pt x="0" y="5340"/>
                </a:lnTo>
                <a:cubicBezTo>
                  <a:pt x="5785" y="6230"/>
                  <a:pt x="7120" y="7344"/>
                  <a:pt x="11571" y="14018"/>
                </a:cubicBezTo>
                <a:lnTo>
                  <a:pt x="40049" y="57842"/>
                </a:lnTo>
                <a:cubicBezTo>
                  <a:pt x="33598" y="66075"/>
                  <a:pt x="27589" y="73416"/>
                  <a:pt x="25589" y="76532"/>
                </a:cubicBezTo>
                <a:cubicBezTo>
                  <a:pt x="13129" y="92995"/>
                  <a:pt x="8678" y="96777"/>
                  <a:pt x="445" y="97222"/>
                </a:cubicBezTo>
                <a:lnTo>
                  <a:pt x="445" y="102559"/>
                </a:lnTo>
                <a:lnTo>
                  <a:pt x="38049" y="102559"/>
                </a:lnTo>
                <a:lnTo>
                  <a:pt x="38049" y="97222"/>
                </a:lnTo>
                <a:cubicBezTo>
                  <a:pt x="30036" y="96777"/>
                  <a:pt x="26923" y="95219"/>
                  <a:pt x="26923" y="91882"/>
                </a:cubicBezTo>
                <a:cubicBezTo>
                  <a:pt x="26923" y="88544"/>
                  <a:pt x="32708" y="79201"/>
                  <a:pt x="41162" y="68968"/>
                </a:cubicBezTo>
                <a:cubicBezTo>
                  <a:pt x="41607" y="68299"/>
                  <a:pt x="43165" y="66520"/>
                  <a:pt x="44724" y="64517"/>
                </a:cubicBezTo>
                <a:lnTo>
                  <a:pt x="54067" y="78532"/>
                </a:lnTo>
                <a:cubicBezTo>
                  <a:pt x="59187" y="85876"/>
                  <a:pt x="61411" y="90103"/>
                  <a:pt x="61411" y="92771"/>
                </a:cubicBezTo>
                <a:cubicBezTo>
                  <a:pt x="61411" y="95440"/>
                  <a:pt x="58294" y="96777"/>
                  <a:pt x="51398" y="97222"/>
                </a:cubicBezTo>
                <a:lnTo>
                  <a:pt x="51398" y="102559"/>
                </a:lnTo>
                <a:lnTo>
                  <a:pt x="105021" y="102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C9F5110C-5196-4E79-B03A-8142CB84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483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44B22590-661D-4584-8C57-ECA1F31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2454" y="426043"/>
            <a:ext cx="164330" cy="224799"/>
          </a:xfrm>
          <a:custGeom xmlns:a="http://schemas.openxmlformats.org/drawingml/2006/main">
            <a:pathLst>
              <a:path w="112140" h="153404">
                <a:moveTo>
                  <a:pt x="112140" y="97195"/>
                </a:moveTo>
                <a:cubicBezTo>
                  <a:pt x="112140" y="66541"/>
                  <a:pt x="95009" y="45196"/>
                  <a:pt x="70309" y="45196"/>
                </a:cubicBezTo>
                <a:cubicBezTo>
                  <a:pt x="59628" y="45196"/>
                  <a:pt x="51395" y="48981"/>
                  <a:pt x="43165" y="57656"/>
                </a:cubicBezTo>
                <a:lnTo>
                  <a:pt x="43165" y="0"/>
                </a:lnTo>
                <a:lnTo>
                  <a:pt x="0" y="0"/>
                </a:lnTo>
                <a:lnTo>
                  <a:pt x="0" y="5340"/>
                </a:lnTo>
                <a:cubicBezTo>
                  <a:pt x="10233" y="7347"/>
                  <a:pt x="12236" y="9350"/>
                  <a:pt x="12236" y="18255"/>
                </a:cubicBezTo>
                <a:lnTo>
                  <a:pt x="12236" y="153184"/>
                </a:lnTo>
                <a:lnTo>
                  <a:pt x="14908" y="153184"/>
                </a:lnTo>
                <a:lnTo>
                  <a:pt x="32484" y="140734"/>
                </a:lnTo>
                <a:cubicBezTo>
                  <a:pt x="42721" y="149846"/>
                  <a:pt x="50730" y="153404"/>
                  <a:pt x="61855" y="153404"/>
                </a:cubicBezTo>
                <a:cubicBezTo>
                  <a:pt x="91447" y="153404"/>
                  <a:pt x="112140" y="130294"/>
                  <a:pt x="112140" y="97195"/>
                </a:cubicBezTo>
                <a:moveTo>
                  <a:pt x="79432" y="101194"/>
                </a:moveTo>
                <a:cubicBezTo>
                  <a:pt x="79432" y="131849"/>
                  <a:pt x="72757" y="146285"/>
                  <a:pt x="58518" y="146285"/>
                </a:cubicBezTo>
                <a:cubicBezTo>
                  <a:pt x="49171" y="146285"/>
                  <a:pt x="43165" y="139399"/>
                  <a:pt x="43165" y="128739"/>
                </a:cubicBezTo>
                <a:lnTo>
                  <a:pt x="43165" y="70319"/>
                </a:lnTo>
                <a:cubicBezTo>
                  <a:pt x="46947" y="60766"/>
                  <a:pt x="51395" y="57211"/>
                  <a:pt x="58739" y="57211"/>
                </a:cubicBezTo>
                <a:cubicBezTo>
                  <a:pt x="72533" y="57211"/>
                  <a:pt x="79432" y="72095"/>
                  <a:pt x="79432" y="101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193C159A-4C22-4F96-A08B-87B7E36D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3412" y="426043"/>
            <a:ext cx="77926" cy="220341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80472FA3-D429-4B56-8AD6-4300A402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989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C160E0EF-ACEC-40BA-A356-BC6D96C8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9684" y="426043"/>
            <a:ext cx="295730" cy="220341"/>
          </a:xfrm>
          <a:custGeom xmlns:a="http://schemas.openxmlformats.org/drawingml/2006/main">
            <a:pathLst>
              <a:path w="201808" h="150362">
                <a:moveTo>
                  <a:pt x="201808" y="150362"/>
                </a:moveTo>
                <a:lnTo>
                  <a:pt x="201808" y="144801"/>
                </a:lnTo>
                <a:cubicBezTo>
                  <a:pt x="184452" y="142577"/>
                  <a:pt x="182229" y="140129"/>
                  <a:pt x="182229" y="124339"/>
                </a:cubicBezTo>
                <a:lnTo>
                  <a:pt x="182229" y="26027"/>
                </a:lnTo>
                <a:cubicBezTo>
                  <a:pt x="182229" y="10012"/>
                  <a:pt x="185566" y="6678"/>
                  <a:pt x="201808" y="5565"/>
                </a:cubicBezTo>
                <a:lnTo>
                  <a:pt x="201808" y="0"/>
                </a:lnTo>
                <a:lnTo>
                  <a:pt x="145738" y="0"/>
                </a:lnTo>
                <a:lnTo>
                  <a:pt x="101239" y="104987"/>
                </a:lnTo>
                <a:lnTo>
                  <a:pt x="56739" y="0"/>
                </a:lnTo>
                <a:lnTo>
                  <a:pt x="445" y="0"/>
                </a:lnTo>
                <a:lnTo>
                  <a:pt x="445" y="5565"/>
                </a:lnTo>
                <a:cubicBezTo>
                  <a:pt x="16687" y="6899"/>
                  <a:pt x="20248" y="9791"/>
                  <a:pt x="20248" y="21359"/>
                </a:cubicBezTo>
                <a:lnTo>
                  <a:pt x="20248" y="127007"/>
                </a:lnTo>
                <a:cubicBezTo>
                  <a:pt x="20248" y="140354"/>
                  <a:pt x="17356" y="143022"/>
                  <a:pt x="0" y="144801"/>
                </a:cubicBezTo>
                <a:lnTo>
                  <a:pt x="0" y="150362"/>
                </a:lnTo>
                <a:lnTo>
                  <a:pt x="52064" y="150362"/>
                </a:lnTo>
                <a:lnTo>
                  <a:pt x="52064" y="144801"/>
                </a:lnTo>
                <a:cubicBezTo>
                  <a:pt x="33819" y="143467"/>
                  <a:pt x="29592" y="139240"/>
                  <a:pt x="29592" y="122780"/>
                </a:cubicBezTo>
                <a:lnTo>
                  <a:pt x="29592" y="18242"/>
                </a:lnTo>
                <a:lnTo>
                  <a:pt x="85662" y="150362"/>
                </a:lnTo>
                <a:lnTo>
                  <a:pt x="91671" y="150362"/>
                </a:lnTo>
                <a:lnTo>
                  <a:pt x="147741" y="14908"/>
                </a:lnTo>
                <a:lnTo>
                  <a:pt x="147741" y="128121"/>
                </a:lnTo>
                <a:cubicBezTo>
                  <a:pt x="147741" y="140574"/>
                  <a:pt x="144625" y="143246"/>
                  <a:pt x="127938" y="144801"/>
                </a:cubicBezTo>
                <a:lnTo>
                  <a:pt x="127938" y="150362"/>
                </a:lnTo>
                <a:lnTo>
                  <a:pt x="201808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8300FFDE-4E44-4FF7-AAB2-AC97AF5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066" y="492273"/>
            <a:ext cx="150962" cy="15856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C38C4FAE-7C48-4A3F-8025-C8FE5745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093" y="492273"/>
            <a:ext cx="132051" cy="158569"/>
          </a:xfrm>
          <a:custGeom xmlns:a="http://schemas.openxmlformats.org/drawingml/2006/main">
            <a:pathLst>
              <a:path w="90113" h="108209">
                <a:moveTo>
                  <a:pt x="90113" y="84864"/>
                </a:moveTo>
                <a:lnTo>
                  <a:pt x="86107" y="80865"/>
                </a:lnTo>
                <a:cubicBezTo>
                  <a:pt x="77877" y="90194"/>
                  <a:pt x="72092" y="93304"/>
                  <a:pt x="62969" y="93304"/>
                </a:cubicBezTo>
                <a:cubicBezTo>
                  <a:pt x="43610" y="93304"/>
                  <a:pt x="31371" y="73979"/>
                  <a:pt x="31371" y="43770"/>
                </a:cubicBezTo>
                <a:cubicBezTo>
                  <a:pt x="31371" y="20893"/>
                  <a:pt x="38494" y="6899"/>
                  <a:pt x="50064" y="6899"/>
                </a:cubicBezTo>
                <a:cubicBezTo>
                  <a:pt x="53622" y="6899"/>
                  <a:pt x="56960" y="8674"/>
                  <a:pt x="58294" y="11119"/>
                </a:cubicBezTo>
                <a:cubicBezTo>
                  <a:pt x="59407" y="13119"/>
                  <a:pt x="59407" y="13119"/>
                  <a:pt x="59407" y="22448"/>
                </a:cubicBezTo>
                <a:cubicBezTo>
                  <a:pt x="59632" y="33554"/>
                  <a:pt x="63414" y="38439"/>
                  <a:pt x="71868" y="38439"/>
                </a:cubicBezTo>
                <a:cubicBezTo>
                  <a:pt x="81214" y="38439"/>
                  <a:pt x="86999" y="33109"/>
                  <a:pt x="86999" y="24445"/>
                </a:cubicBezTo>
                <a:cubicBezTo>
                  <a:pt x="86999" y="10674"/>
                  <a:pt x="72092" y="0"/>
                  <a:pt x="52733" y="0"/>
                </a:cubicBezTo>
                <a:cubicBezTo>
                  <a:pt x="22251" y="0"/>
                  <a:pt x="0" y="23335"/>
                  <a:pt x="0" y="55544"/>
                </a:cubicBezTo>
                <a:cubicBezTo>
                  <a:pt x="0" y="86416"/>
                  <a:pt x="19804" y="108209"/>
                  <a:pt x="47616" y="108209"/>
                </a:cubicBezTo>
                <a:cubicBezTo>
                  <a:pt x="64748" y="108209"/>
                  <a:pt x="77208" y="101313"/>
                  <a:pt x="90113" y="84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26CD5B88-9149-4D3A-848D-A8670D80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1035" y="426043"/>
            <a:ext cx="168898" cy="220341"/>
          </a:xfrm>
          <a:custGeom xmlns:a="http://schemas.openxmlformats.org/drawingml/2006/main">
            <a:pathLst>
              <a:path w="115257" h="150362">
                <a:moveTo>
                  <a:pt x="115257" y="150362"/>
                </a:moveTo>
                <a:lnTo>
                  <a:pt x="115257" y="145025"/>
                </a:lnTo>
                <a:cubicBezTo>
                  <a:pt x="107244" y="144356"/>
                  <a:pt x="104355" y="141022"/>
                  <a:pt x="104355" y="131686"/>
                </a:cubicBezTo>
                <a:lnTo>
                  <a:pt x="104355" y="76556"/>
                </a:lnTo>
                <a:cubicBezTo>
                  <a:pt x="104355" y="57435"/>
                  <a:pt x="92561" y="45196"/>
                  <a:pt x="74315" y="45196"/>
                </a:cubicBezTo>
                <a:cubicBezTo>
                  <a:pt x="62524" y="45196"/>
                  <a:pt x="54291" y="49647"/>
                  <a:pt x="42721" y="62551"/>
                </a:cubicBezTo>
                <a:lnTo>
                  <a:pt x="42721" y="0"/>
                </a:lnTo>
                <a:lnTo>
                  <a:pt x="0" y="0"/>
                </a:lnTo>
                <a:lnTo>
                  <a:pt x="0" y="5340"/>
                </a:lnTo>
                <a:cubicBezTo>
                  <a:pt x="10236" y="7347"/>
                  <a:pt x="11791" y="9126"/>
                  <a:pt x="11791" y="18255"/>
                </a:cubicBezTo>
                <a:lnTo>
                  <a:pt x="11791" y="131686"/>
                </a:lnTo>
                <a:cubicBezTo>
                  <a:pt x="11791" y="141022"/>
                  <a:pt x="10012" y="143022"/>
                  <a:pt x="0" y="145025"/>
                </a:cubicBezTo>
                <a:lnTo>
                  <a:pt x="0" y="150362"/>
                </a:lnTo>
                <a:lnTo>
                  <a:pt x="53622" y="150362"/>
                </a:lnTo>
                <a:lnTo>
                  <a:pt x="53622" y="145025"/>
                </a:lnTo>
                <a:cubicBezTo>
                  <a:pt x="45389" y="143912"/>
                  <a:pt x="42721" y="140578"/>
                  <a:pt x="42721" y="132351"/>
                </a:cubicBezTo>
                <a:lnTo>
                  <a:pt x="42721" y="72998"/>
                </a:lnTo>
                <a:cubicBezTo>
                  <a:pt x="42721" y="72109"/>
                  <a:pt x="44279" y="69888"/>
                  <a:pt x="46503" y="67885"/>
                </a:cubicBezTo>
                <a:cubicBezTo>
                  <a:pt x="51398" y="62772"/>
                  <a:pt x="56739" y="60103"/>
                  <a:pt x="61855" y="60103"/>
                </a:cubicBezTo>
                <a:cubicBezTo>
                  <a:pt x="69644" y="60103"/>
                  <a:pt x="73426" y="66106"/>
                  <a:pt x="73426" y="78556"/>
                </a:cubicBezTo>
                <a:lnTo>
                  <a:pt x="73426" y="132351"/>
                </a:lnTo>
                <a:cubicBezTo>
                  <a:pt x="73426" y="140578"/>
                  <a:pt x="70533" y="144136"/>
                  <a:pt x="62969" y="145025"/>
                </a:cubicBezTo>
                <a:lnTo>
                  <a:pt x="62969" y="150362"/>
                </a:lnTo>
                <a:lnTo>
                  <a:pt x="11525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9E8A9101-C70B-46C4-AABF-C6F212CA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2320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EFD6FD79-1637-4BA7-86AD-C00A20C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595" y="492273"/>
            <a:ext cx="168893" cy="154111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F37E5A8B-0887-4D08-96BB-3FC98598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184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0828DBDA-1B6E-4532-9A18-35B27470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0530" y="426043"/>
            <a:ext cx="223346" cy="226072"/>
          </a:xfrm>
          <a:custGeom xmlns:a="http://schemas.openxmlformats.org/drawingml/2006/main">
            <a:pathLst>
              <a:path w="152413" h="154273">
                <a:moveTo>
                  <a:pt x="152413" y="5565"/>
                </a:moveTo>
                <a:lnTo>
                  <a:pt x="152413" y="0"/>
                </a:lnTo>
                <a:lnTo>
                  <a:pt x="105021" y="0"/>
                </a:lnTo>
                <a:lnTo>
                  <a:pt x="105021" y="5565"/>
                </a:lnTo>
                <a:cubicBezTo>
                  <a:pt x="120818" y="6675"/>
                  <a:pt x="124155" y="8230"/>
                  <a:pt x="124155" y="15342"/>
                </a:cubicBezTo>
                <a:cubicBezTo>
                  <a:pt x="124155" y="18901"/>
                  <a:pt x="123490" y="21569"/>
                  <a:pt x="119708" y="31126"/>
                </a:cubicBezTo>
                <a:lnTo>
                  <a:pt x="91447" y="104260"/>
                </a:lnTo>
                <a:lnTo>
                  <a:pt x="60742" y="30016"/>
                </a:lnTo>
                <a:cubicBezTo>
                  <a:pt x="56515" y="20011"/>
                  <a:pt x="55625" y="17346"/>
                  <a:pt x="55625" y="14012"/>
                </a:cubicBezTo>
                <a:cubicBezTo>
                  <a:pt x="55625" y="8899"/>
                  <a:pt x="58963" y="6454"/>
                  <a:pt x="67420" y="6009"/>
                </a:cubicBezTo>
                <a:cubicBezTo>
                  <a:pt x="68530" y="6009"/>
                  <a:pt x="71423" y="5785"/>
                  <a:pt x="74760" y="5565"/>
                </a:cubicBezTo>
                <a:lnTo>
                  <a:pt x="74760" y="0"/>
                </a:lnTo>
                <a:lnTo>
                  <a:pt x="0" y="0"/>
                </a:lnTo>
                <a:lnTo>
                  <a:pt x="0" y="5565"/>
                </a:lnTo>
                <a:cubicBezTo>
                  <a:pt x="11126" y="7120"/>
                  <a:pt x="13129" y="8899"/>
                  <a:pt x="18690" y="21124"/>
                </a:cubicBezTo>
                <a:lnTo>
                  <a:pt x="75650" y="154273"/>
                </a:lnTo>
                <a:lnTo>
                  <a:pt x="81659" y="154273"/>
                </a:lnTo>
                <a:lnTo>
                  <a:pt x="132389" y="23789"/>
                </a:lnTo>
                <a:cubicBezTo>
                  <a:pt x="137729" y="10009"/>
                  <a:pt x="140842" y="7120"/>
                  <a:pt x="152413" y="5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92DDDBBA-F2F7-4022-8F2C-53E8450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681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8763669C-80A9-46D1-99E8-7AC2CE63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259" y="492273"/>
            <a:ext cx="109554" cy="158569"/>
          </a:xfrm>
          <a:custGeom xmlns:a="http://schemas.openxmlformats.org/drawingml/2006/main">
            <a:pathLst>
              <a:path w="74760" h="108209">
                <a:moveTo>
                  <a:pt x="74760" y="74431"/>
                </a:moveTo>
                <a:cubicBezTo>
                  <a:pt x="74760" y="58661"/>
                  <a:pt x="66306" y="48886"/>
                  <a:pt x="44055" y="39777"/>
                </a:cubicBezTo>
                <a:cubicBezTo>
                  <a:pt x="28926" y="33337"/>
                  <a:pt x="22696" y="27782"/>
                  <a:pt x="22696" y="20228"/>
                </a:cubicBezTo>
                <a:cubicBezTo>
                  <a:pt x="22696" y="12898"/>
                  <a:pt x="28926" y="7344"/>
                  <a:pt x="37380" y="7344"/>
                </a:cubicBezTo>
                <a:cubicBezTo>
                  <a:pt x="43386" y="7344"/>
                  <a:pt x="49171" y="9788"/>
                  <a:pt x="54067" y="14453"/>
                </a:cubicBezTo>
                <a:cubicBezTo>
                  <a:pt x="58739" y="18897"/>
                  <a:pt x="61187" y="23117"/>
                  <a:pt x="64524" y="32668"/>
                </a:cubicBezTo>
                <a:lnTo>
                  <a:pt x="70088" y="32668"/>
                </a:lnTo>
                <a:lnTo>
                  <a:pt x="70088" y="448"/>
                </a:lnTo>
                <a:lnTo>
                  <a:pt x="65193" y="448"/>
                </a:lnTo>
                <a:cubicBezTo>
                  <a:pt x="63858" y="3786"/>
                  <a:pt x="62524" y="4896"/>
                  <a:pt x="59632" y="4896"/>
                </a:cubicBezTo>
                <a:cubicBezTo>
                  <a:pt x="58294" y="4896"/>
                  <a:pt x="56294" y="4451"/>
                  <a:pt x="52733" y="3341"/>
                </a:cubicBezTo>
                <a:cubicBezTo>
                  <a:pt x="45613" y="893"/>
                  <a:pt x="40493" y="0"/>
                  <a:pt x="35377" y="0"/>
                </a:cubicBezTo>
                <a:cubicBezTo>
                  <a:pt x="15129" y="0"/>
                  <a:pt x="445" y="13788"/>
                  <a:pt x="445" y="32447"/>
                </a:cubicBezTo>
                <a:cubicBezTo>
                  <a:pt x="445" y="47107"/>
                  <a:pt x="9567" y="57326"/>
                  <a:pt x="32040" y="66880"/>
                </a:cubicBezTo>
                <a:cubicBezTo>
                  <a:pt x="47392" y="73545"/>
                  <a:pt x="53402" y="79096"/>
                  <a:pt x="53402" y="86205"/>
                </a:cubicBezTo>
                <a:cubicBezTo>
                  <a:pt x="53402" y="94869"/>
                  <a:pt x="46723" y="100644"/>
                  <a:pt x="36711" y="100644"/>
                </a:cubicBezTo>
                <a:cubicBezTo>
                  <a:pt x="21138" y="100644"/>
                  <a:pt x="10902" y="90649"/>
                  <a:pt x="6230" y="71321"/>
                </a:cubicBezTo>
                <a:lnTo>
                  <a:pt x="0" y="71321"/>
                </a:lnTo>
                <a:lnTo>
                  <a:pt x="0" y="107988"/>
                </a:lnTo>
                <a:lnTo>
                  <a:pt x="5561" y="107988"/>
                </a:lnTo>
                <a:cubicBezTo>
                  <a:pt x="8009" y="103316"/>
                  <a:pt x="9343" y="101758"/>
                  <a:pt x="11346" y="101758"/>
                </a:cubicBezTo>
                <a:cubicBezTo>
                  <a:pt x="12460" y="101758"/>
                  <a:pt x="14239" y="102203"/>
                  <a:pt x="16466" y="103092"/>
                </a:cubicBezTo>
                <a:cubicBezTo>
                  <a:pt x="22917" y="105764"/>
                  <a:pt x="34263" y="108209"/>
                  <a:pt x="40493" y="108209"/>
                </a:cubicBezTo>
                <a:cubicBezTo>
                  <a:pt x="60742" y="108209"/>
                  <a:pt x="74760" y="94425"/>
                  <a:pt x="74760" y="744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4969EB98-BBF1-4DF2-B017-F92BF78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157" y="496094"/>
            <a:ext cx="169873" cy="154748"/>
          </a:xfrm>
          <a:custGeom xmlns:a="http://schemas.openxmlformats.org/drawingml/2006/main">
            <a:pathLst>
              <a:path w="115922" h="105601">
                <a:moveTo>
                  <a:pt x="115922" y="97996"/>
                </a:moveTo>
                <a:lnTo>
                  <a:pt x="115922" y="92880"/>
                </a:lnTo>
                <a:cubicBezTo>
                  <a:pt x="106134" y="92435"/>
                  <a:pt x="103462" y="89549"/>
                  <a:pt x="103462" y="79995"/>
                </a:cubicBezTo>
                <a:lnTo>
                  <a:pt x="103462" y="0"/>
                </a:lnTo>
                <a:lnTo>
                  <a:pt x="58742" y="0"/>
                </a:lnTo>
                <a:lnTo>
                  <a:pt x="58742" y="5340"/>
                </a:lnTo>
                <a:cubicBezTo>
                  <a:pt x="69864" y="6230"/>
                  <a:pt x="72536" y="8895"/>
                  <a:pt x="72536" y="18449"/>
                </a:cubicBezTo>
                <a:lnTo>
                  <a:pt x="72536" y="81326"/>
                </a:lnTo>
                <a:cubicBezTo>
                  <a:pt x="65193" y="88694"/>
                  <a:pt x="60742" y="91142"/>
                  <a:pt x="54291" y="91142"/>
                </a:cubicBezTo>
                <a:cubicBezTo>
                  <a:pt x="45168" y="91142"/>
                  <a:pt x="41831" y="86694"/>
                  <a:pt x="41831" y="75358"/>
                </a:cubicBezTo>
                <a:lnTo>
                  <a:pt x="41831" y="0"/>
                </a:lnTo>
                <a:lnTo>
                  <a:pt x="0" y="0"/>
                </a:lnTo>
                <a:lnTo>
                  <a:pt x="0" y="5340"/>
                </a:lnTo>
                <a:cubicBezTo>
                  <a:pt x="9123" y="7120"/>
                  <a:pt x="10902" y="9119"/>
                  <a:pt x="10902" y="18456"/>
                </a:cubicBezTo>
                <a:lnTo>
                  <a:pt x="10902" y="74468"/>
                </a:lnTo>
                <a:cubicBezTo>
                  <a:pt x="10902" y="94034"/>
                  <a:pt x="22027" y="105601"/>
                  <a:pt x="40497" y="105601"/>
                </a:cubicBezTo>
                <a:cubicBezTo>
                  <a:pt x="52067" y="105601"/>
                  <a:pt x="59852" y="102043"/>
                  <a:pt x="72757" y="90917"/>
                </a:cubicBezTo>
                <a:lnTo>
                  <a:pt x="72757" y="105381"/>
                </a:lnTo>
                <a:cubicBezTo>
                  <a:pt x="82324" y="102043"/>
                  <a:pt x="87665" y="101154"/>
                  <a:pt x="102128" y="99595"/>
                </a:cubicBezTo>
                <a:lnTo>
                  <a:pt x="115922" y="979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BDEF2C4D-5E8D-4490-864F-E7F6174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379" y="492273"/>
            <a:ext cx="150962" cy="15856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F9E1FF23-F0A2-46B3-9AF5-F02ABD77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470" y="426043"/>
            <a:ext cx="77926" cy="220341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45B6286B-0B96-40F4-A0D6-FECE0BCB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6626" y="426043"/>
            <a:ext cx="190415" cy="220341"/>
          </a:xfrm>
          <a:custGeom xmlns:a="http://schemas.openxmlformats.org/drawingml/2006/main">
            <a:pathLst>
              <a:path w="129941" h="150362">
                <a:moveTo>
                  <a:pt x="129941" y="40487"/>
                </a:moveTo>
                <a:cubicBezTo>
                  <a:pt x="129941" y="14684"/>
                  <a:pt x="108803" y="0"/>
                  <a:pt x="71647" y="0"/>
                </a:cubicBezTo>
                <a:lnTo>
                  <a:pt x="0" y="0"/>
                </a:lnTo>
                <a:lnTo>
                  <a:pt x="0" y="5565"/>
                </a:lnTo>
                <a:cubicBezTo>
                  <a:pt x="15577" y="6899"/>
                  <a:pt x="18690" y="10457"/>
                  <a:pt x="18690" y="26027"/>
                </a:cubicBezTo>
                <a:lnTo>
                  <a:pt x="18690" y="124339"/>
                </a:lnTo>
                <a:cubicBezTo>
                  <a:pt x="18690" y="138130"/>
                  <a:pt x="15797" y="142577"/>
                  <a:pt x="5340" y="143912"/>
                </a:cubicBezTo>
                <a:cubicBezTo>
                  <a:pt x="4672" y="143912"/>
                  <a:pt x="2448" y="144356"/>
                  <a:pt x="0" y="144801"/>
                </a:cubicBezTo>
                <a:lnTo>
                  <a:pt x="0" y="150362"/>
                </a:lnTo>
                <a:lnTo>
                  <a:pt x="74315" y="150362"/>
                </a:lnTo>
                <a:lnTo>
                  <a:pt x="74315" y="144801"/>
                </a:lnTo>
                <a:cubicBezTo>
                  <a:pt x="56739" y="142577"/>
                  <a:pt x="54736" y="140574"/>
                  <a:pt x="54736" y="124339"/>
                </a:cubicBezTo>
                <a:lnTo>
                  <a:pt x="54736" y="82970"/>
                </a:lnTo>
                <a:cubicBezTo>
                  <a:pt x="84772" y="82749"/>
                  <a:pt x="92340" y="82080"/>
                  <a:pt x="102128" y="78074"/>
                </a:cubicBezTo>
                <a:cubicBezTo>
                  <a:pt x="120153" y="71178"/>
                  <a:pt x="129941" y="57611"/>
                  <a:pt x="129941" y="40487"/>
                </a:cubicBezTo>
                <a:moveTo>
                  <a:pt x="91671" y="41597"/>
                </a:moveTo>
                <a:cubicBezTo>
                  <a:pt x="91671" y="55608"/>
                  <a:pt x="89003" y="64062"/>
                  <a:pt x="83217" y="69179"/>
                </a:cubicBezTo>
                <a:cubicBezTo>
                  <a:pt x="77877" y="73626"/>
                  <a:pt x="70533" y="75181"/>
                  <a:pt x="54736" y="75181"/>
                </a:cubicBezTo>
                <a:lnTo>
                  <a:pt x="54736" y="15573"/>
                </a:lnTo>
                <a:cubicBezTo>
                  <a:pt x="54736" y="10457"/>
                  <a:pt x="58518" y="7788"/>
                  <a:pt x="65862" y="7788"/>
                </a:cubicBezTo>
                <a:cubicBezTo>
                  <a:pt x="84328" y="7788"/>
                  <a:pt x="91671" y="17576"/>
                  <a:pt x="91671" y="415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E972390F-753B-45C8-B0DD-C051DC93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000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F2F34C37-A0AC-4F65-8AA9-C592E1E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071" y="492273"/>
            <a:ext cx="132051" cy="154111"/>
          </a:xfrm>
          <a:custGeom xmlns:a="http://schemas.openxmlformats.org/drawingml/2006/main">
            <a:pathLst>
              <a:path w="90113" h="105167">
                <a:moveTo>
                  <a:pt x="90113" y="17356"/>
                </a:moveTo>
                <a:cubicBezTo>
                  <a:pt x="90113" y="7344"/>
                  <a:pt x="82549" y="0"/>
                  <a:pt x="72092" y="0"/>
                </a:cubicBezTo>
                <a:cubicBezTo>
                  <a:pt x="60966" y="0"/>
                  <a:pt x="52512" y="6009"/>
                  <a:pt x="42052" y="20914"/>
                </a:cubicBezTo>
                <a:lnTo>
                  <a:pt x="42052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567" y="9282"/>
                  <a:pt x="12015" y="12175"/>
                  <a:pt x="12015" y="21073"/>
                </a:cubicBezTo>
                <a:lnTo>
                  <a:pt x="12015" y="86480"/>
                </a:lnTo>
                <a:cubicBezTo>
                  <a:pt x="12015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9187" y="105167"/>
                </a:lnTo>
                <a:lnTo>
                  <a:pt x="59187" y="99830"/>
                </a:lnTo>
                <a:cubicBezTo>
                  <a:pt x="45613" y="98940"/>
                  <a:pt x="42945" y="96047"/>
                  <a:pt x="42945" y="82253"/>
                </a:cubicBezTo>
                <a:lnTo>
                  <a:pt x="42945" y="40208"/>
                </a:lnTo>
                <a:cubicBezTo>
                  <a:pt x="42945" y="28695"/>
                  <a:pt x="49175" y="19138"/>
                  <a:pt x="56515" y="19138"/>
                </a:cubicBezTo>
                <a:cubicBezTo>
                  <a:pt x="58297" y="19138"/>
                  <a:pt x="60297" y="20693"/>
                  <a:pt x="62745" y="24251"/>
                </a:cubicBezTo>
                <a:cubicBezTo>
                  <a:pt x="66972" y="30250"/>
                  <a:pt x="70309" y="32253"/>
                  <a:pt x="76094" y="32253"/>
                </a:cubicBezTo>
                <a:cubicBezTo>
                  <a:pt x="84328" y="32253"/>
                  <a:pt x="90113" y="26027"/>
                  <a:pt x="90113" y="173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743FDD40-947B-4126-9A01-4C15756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644" y="492273"/>
            <a:ext cx="132051" cy="158569"/>
          </a:xfrm>
          <a:custGeom xmlns:a="http://schemas.openxmlformats.org/drawingml/2006/main">
            <a:pathLst>
              <a:path w="90113" h="108209">
                <a:moveTo>
                  <a:pt x="90113" y="84864"/>
                </a:moveTo>
                <a:lnTo>
                  <a:pt x="86107" y="80865"/>
                </a:lnTo>
                <a:cubicBezTo>
                  <a:pt x="77877" y="90194"/>
                  <a:pt x="72092" y="93304"/>
                  <a:pt x="62969" y="93304"/>
                </a:cubicBezTo>
                <a:cubicBezTo>
                  <a:pt x="43610" y="93304"/>
                  <a:pt x="31371" y="73979"/>
                  <a:pt x="31371" y="43770"/>
                </a:cubicBezTo>
                <a:cubicBezTo>
                  <a:pt x="31371" y="20893"/>
                  <a:pt x="38494" y="6899"/>
                  <a:pt x="50064" y="6899"/>
                </a:cubicBezTo>
                <a:cubicBezTo>
                  <a:pt x="53622" y="6899"/>
                  <a:pt x="56960" y="8674"/>
                  <a:pt x="58294" y="11119"/>
                </a:cubicBezTo>
                <a:cubicBezTo>
                  <a:pt x="59407" y="13119"/>
                  <a:pt x="59407" y="13119"/>
                  <a:pt x="59407" y="22448"/>
                </a:cubicBezTo>
                <a:cubicBezTo>
                  <a:pt x="59632" y="33554"/>
                  <a:pt x="63414" y="38439"/>
                  <a:pt x="71868" y="38439"/>
                </a:cubicBezTo>
                <a:cubicBezTo>
                  <a:pt x="81214" y="38439"/>
                  <a:pt x="86999" y="33109"/>
                  <a:pt x="86999" y="24445"/>
                </a:cubicBezTo>
                <a:cubicBezTo>
                  <a:pt x="86999" y="10674"/>
                  <a:pt x="72092" y="0"/>
                  <a:pt x="52733" y="0"/>
                </a:cubicBezTo>
                <a:cubicBezTo>
                  <a:pt x="22251" y="0"/>
                  <a:pt x="0" y="23335"/>
                  <a:pt x="0" y="55544"/>
                </a:cubicBezTo>
                <a:cubicBezTo>
                  <a:pt x="0" y="86416"/>
                  <a:pt x="19804" y="108209"/>
                  <a:pt x="47616" y="108209"/>
                </a:cubicBezTo>
                <a:cubicBezTo>
                  <a:pt x="64748" y="108209"/>
                  <a:pt x="77208" y="101313"/>
                  <a:pt x="90113" y="84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2E87244A-628D-427D-92AC-0DDE9FF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412" y="492273"/>
            <a:ext cx="130748" cy="15856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88FB144E-8491-4A13-96DF-101610DA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224" y="492273"/>
            <a:ext cx="164654" cy="220824"/>
          </a:xfrm>
          <a:custGeom xmlns:a="http://schemas.openxmlformats.org/drawingml/2006/main">
            <a:pathLst>
              <a:path w="112361" h="150692">
                <a:moveTo>
                  <a:pt x="112361" y="51999"/>
                </a:moveTo>
                <a:cubicBezTo>
                  <a:pt x="112361" y="21124"/>
                  <a:pt x="95674" y="0"/>
                  <a:pt x="70978" y="0"/>
                </a:cubicBezTo>
                <a:cubicBezTo>
                  <a:pt x="57849" y="0"/>
                  <a:pt x="49840" y="5120"/>
                  <a:pt x="42941" y="18014"/>
                </a:cubicBezTo>
                <a:lnTo>
                  <a:pt x="42941" y="2607"/>
                </a:lnTo>
                <a:lnTo>
                  <a:pt x="445" y="2607"/>
                </a:lnTo>
                <a:lnTo>
                  <a:pt x="445" y="7948"/>
                </a:lnTo>
                <a:cubicBezTo>
                  <a:pt x="10233" y="9506"/>
                  <a:pt x="12460" y="11730"/>
                  <a:pt x="12460" y="21067"/>
                </a:cubicBezTo>
                <a:lnTo>
                  <a:pt x="12460" y="132453"/>
                </a:lnTo>
                <a:cubicBezTo>
                  <a:pt x="12460" y="141572"/>
                  <a:pt x="10678" y="143572"/>
                  <a:pt x="0" y="145351"/>
                </a:cubicBezTo>
                <a:lnTo>
                  <a:pt x="0" y="150692"/>
                </a:lnTo>
                <a:lnTo>
                  <a:pt x="60742" y="150692"/>
                </a:lnTo>
                <a:lnTo>
                  <a:pt x="60742" y="146017"/>
                </a:lnTo>
                <a:cubicBezTo>
                  <a:pt x="47168" y="145351"/>
                  <a:pt x="43386" y="140904"/>
                  <a:pt x="43386" y="126006"/>
                </a:cubicBezTo>
                <a:lnTo>
                  <a:pt x="43386" y="94645"/>
                </a:lnTo>
                <a:cubicBezTo>
                  <a:pt x="54067" y="105102"/>
                  <a:pt x="59852" y="107991"/>
                  <a:pt x="69640" y="107991"/>
                </a:cubicBezTo>
                <a:cubicBezTo>
                  <a:pt x="94564" y="107991"/>
                  <a:pt x="112361" y="84864"/>
                  <a:pt x="112361" y="51965"/>
                </a:cubicBezTo>
                <a:lnTo>
                  <a:pt x="112361" y="51999"/>
                </a:lnTo>
                <a:moveTo>
                  <a:pt x="79432" y="55075"/>
                </a:moveTo>
                <a:cubicBezTo>
                  <a:pt x="79432" y="82640"/>
                  <a:pt x="73202" y="95755"/>
                  <a:pt x="60521" y="95755"/>
                </a:cubicBezTo>
                <a:cubicBezTo>
                  <a:pt x="53177" y="95755"/>
                  <a:pt x="46723" y="90642"/>
                  <a:pt x="43386" y="82195"/>
                </a:cubicBezTo>
                <a:lnTo>
                  <a:pt x="43386" y="28179"/>
                </a:lnTo>
                <a:cubicBezTo>
                  <a:pt x="43386" y="26621"/>
                  <a:pt x="45389" y="23066"/>
                  <a:pt x="48058" y="20177"/>
                </a:cubicBezTo>
                <a:cubicBezTo>
                  <a:pt x="52509" y="15349"/>
                  <a:pt x="57628" y="12684"/>
                  <a:pt x="62521" y="12684"/>
                </a:cubicBezTo>
                <a:cubicBezTo>
                  <a:pt x="74091" y="12684"/>
                  <a:pt x="79432" y="26013"/>
                  <a:pt x="79432" y="55109"/>
                </a:cubicBezTo>
                <a:lnTo>
                  <a:pt x="79432" y="55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BCAC4630-7C33-4C57-874B-45297BEC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573" y="440994"/>
            <a:ext cx="101728" cy="209211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B94E4EBA-0308-4AED-80D2-CB7E0A5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846" y="421237"/>
            <a:ext cx="77926" cy="225147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F96B7950-7C75-40C3-9116-8617C1E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423" y="492273"/>
            <a:ext cx="147051" cy="158569"/>
          </a:xfrm>
          <a:custGeom xmlns:a="http://schemas.openxmlformats.org/drawingml/2006/main">
            <a:pathLst>
              <a:path w="100349" h="108209">
                <a:moveTo>
                  <a:pt x="100349" y="54216"/>
                </a:moveTo>
                <a:cubicBezTo>
                  <a:pt x="100349" y="23117"/>
                  <a:pt x="78987" y="0"/>
                  <a:pt x="50285" y="0"/>
                </a:cubicBezTo>
                <a:cubicBezTo>
                  <a:pt x="22027" y="0"/>
                  <a:pt x="0" y="23338"/>
                  <a:pt x="0" y="53551"/>
                </a:cubicBezTo>
                <a:cubicBezTo>
                  <a:pt x="0" y="85319"/>
                  <a:pt x="21138" y="108209"/>
                  <a:pt x="50285" y="108209"/>
                </a:cubicBezTo>
                <a:cubicBezTo>
                  <a:pt x="78987" y="108209"/>
                  <a:pt x="100349" y="85095"/>
                  <a:pt x="100349" y="54216"/>
                </a:cubicBezTo>
                <a:moveTo>
                  <a:pt x="67641" y="55551"/>
                </a:moveTo>
                <a:cubicBezTo>
                  <a:pt x="67641" y="89760"/>
                  <a:pt x="63190" y="101313"/>
                  <a:pt x="50285" y="101313"/>
                </a:cubicBezTo>
                <a:cubicBezTo>
                  <a:pt x="37156" y="101313"/>
                  <a:pt x="32708" y="89984"/>
                  <a:pt x="32708" y="57550"/>
                </a:cubicBezTo>
                <a:cubicBezTo>
                  <a:pt x="32708" y="18452"/>
                  <a:pt x="36711" y="6899"/>
                  <a:pt x="50509" y="6899"/>
                </a:cubicBezTo>
                <a:cubicBezTo>
                  <a:pt x="63414" y="6899"/>
                  <a:pt x="67641" y="19118"/>
                  <a:pt x="67641" y="55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12E1CBF8-B965-4E31-AB0A-D4D5438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146" y="492273"/>
            <a:ext cx="168893" cy="154111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ext-78 fi">
            <a:extLst xmlns:a="http://schemas.openxmlformats.org/drawingml/2006/main">
              <a:ext uri="{FF2B5EF4-FFF2-40B4-BE49-F238E27FC236}">
                <a16:creationId xmlns:a16="http://schemas.microsoft.com/office/drawing/2014/main" id="{34D4CC01-6B40-4008-955D-DB87B0D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4865" y="320331"/>
            <a:ext cx="225157" cy="45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</a:t>
            </a:r>
          </a:p>
        </p:txBody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1EB9A44A-CC28-49E1-810B-E204A460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1" y="773185"/>
            <a:ext cx="17672873" cy="191"/>
          </a:xfrm>
          <a:custGeom xmlns:a="http://schemas.openxmlformats.org/drawingml/2006/main">
            <a:pathLst>
              <a:path w="12060100" h="191">
                <a:moveTo>
                  <a:pt x="0" y="0"/>
                </a:moveTo>
                <a:lnTo>
                  <a:pt x="1206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18">
            <a:solidFill>
              <a:srgbClr val="000000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82CF157E-B895-4F3C-8FDC-B0A00DFD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1" y="69839"/>
            <a:ext cx="17672585" cy="10217161"/>
          </a:xfrm>
          <a:custGeom xmlns:a="http://schemas.openxmlformats.org/drawingml/2006/main">
            <a:pathLst>
              <a:path w="12059903" h="6972266">
                <a:moveTo>
                  <a:pt x="0" y="0"/>
                </a:moveTo>
                <a:lnTo>
                  <a:pt x="0" y="6972266"/>
                </a:lnTo>
                <a:lnTo>
                  <a:pt x="12059903" y="6972266"/>
                </a:lnTo>
                <a:lnTo>
                  <a:pt x="120599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D5FCC46C-51CE-49DA-8AD4-4113DF64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1" y="69839"/>
            <a:ext cx="17672585" cy="10217161"/>
          </a:xfrm>
          <a:custGeom xmlns:a="http://schemas.openxmlformats.org/drawingml/2006/main">
            <a:pathLst>
              <a:path w="12059903" h="6972266">
                <a:moveTo>
                  <a:pt x="0" y="0"/>
                </a:moveTo>
                <a:lnTo>
                  <a:pt x="0" y="6972266"/>
                </a:lnTo>
                <a:lnTo>
                  <a:pt x="12059903" y="6972266"/>
                </a:lnTo>
                <a:lnTo>
                  <a:pt x="120599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ext-82 a">
            <a:extLst xmlns:a="http://schemas.openxmlformats.org/drawingml/2006/main">
              <a:ext uri="{FF2B5EF4-FFF2-40B4-BE49-F238E27FC236}">
                <a16:creationId xmlns:a16="http://schemas.microsoft.com/office/drawing/2014/main" id="{093D10A2-65B9-4B15-9398-077D11CD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332" y="95549"/>
            <a:ext cx="265711" cy="505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4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4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4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3" name="path-84">
            <a:extLst xmlns:a="http://schemas.openxmlformats.org/drawingml/2006/main">
              <a:ext uri="{FF2B5EF4-FFF2-40B4-BE49-F238E27FC236}">
                <a16:creationId xmlns:a16="http://schemas.microsoft.com/office/drawing/2014/main" id="{55C2ADAE-0A9C-4C88-8696-66D72371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382" y="6400647"/>
            <a:ext cx="147479" cy="179889"/>
          </a:xfrm>
          <a:custGeom xmlns:a="http://schemas.openxmlformats.org/drawingml/2006/main">
            <a:pathLst>
              <a:path w="100641" h="122758">
                <a:moveTo>
                  <a:pt x="14848" y="108846"/>
                </a:moveTo>
                <a:cubicBezTo>
                  <a:pt x="13303" y="115427"/>
                  <a:pt x="12918" y="116783"/>
                  <a:pt x="4436" y="116783"/>
                </a:cubicBezTo>
                <a:cubicBezTo>
                  <a:pt x="2121" y="116783"/>
                  <a:pt x="0" y="116783"/>
                  <a:pt x="0" y="120446"/>
                </a:cubicBezTo>
                <a:cubicBezTo>
                  <a:pt x="0" y="121987"/>
                  <a:pt x="965" y="122758"/>
                  <a:pt x="2506" y="122758"/>
                </a:cubicBezTo>
                <a:cubicBezTo>
                  <a:pt x="7714" y="122758"/>
                  <a:pt x="13303" y="122181"/>
                  <a:pt x="18701" y="122181"/>
                </a:cubicBezTo>
                <a:cubicBezTo>
                  <a:pt x="25065" y="122181"/>
                  <a:pt x="31619" y="122758"/>
                  <a:pt x="37788" y="122758"/>
                </a:cubicBezTo>
                <a:cubicBezTo>
                  <a:pt x="38753" y="122758"/>
                  <a:pt x="41260" y="122758"/>
                  <a:pt x="41260" y="118904"/>
                </a:cubicBezTo>
                <a:cubicBezTo>
                  <a:pt x="41260" y="116783"/>
                  <a:pt x="39333" y="116783"/>
                  <a:pt x="36632" y="116783"/>
                </a:cubicBezTo>
                <a:cubicBezTo>
                  <a:pt x="26992" y="116783"/>
                  <a:pt x="26992" y="115427"/>
                  <a:pt x="26992" y="113685"/>
                </a:cubicBezTo>
                <a:cubicBezTo>
                  <a:pt x="26992" y="111364"/>
                  <a:pt x="35090" y="79842"/>
                  <a:pt x="36441" y="75020"/>
                </a:cubicBezTo>
                <a:cubicBezTo>
                  <a:pt x="38947" y="80613"/>
                  <a:pt x="44346" y="87361"/>
                  <a:pt x="54177" y="87361"/>
                </a:cubicBezTo>
                <a:cubicBezTo>
                  <a:pt x="76541" y="87361"/>
                  <a:pt x="100641" y="59208"/>
                  <a:pt x="100641" y="30857"/>
                </a:cubicBezTo>
                <a:cubicBezTo>
                  <a:pt x="100641" y="12729"/>
                  <a:pt x="89653" y="0"/>
                  <a:pt x="75000" y="0"/>
                </a:cubicBezTo>
                <a:cubicBezTo>
                  <a:pt x="65359" y="0"/>
                  <a:pt x="56104" y="6943"/>
                  <a:pt x="49744" y="14465"/>
                </a:cubicBezTo>
                <a:cubicBezTo>
                  <a:pt x="47814" y="4051"/>
                  <a:pt x="39524" y="0"/>
                  <a:pt x="32390" y="0"/>
                </a:cubicBezTo>
                <a:cubicBezTo>
                  <a:pt x="23523" y="0"/>
                  <a:pt x="19860" y="7522"/>
                  <a:pt x="18125" y="10994"/>
                </a:cubicBezTo>
                <a:cubicBezTo>
                  <a:pt x="14653" y="17551"/>
                  <a:pt x="12147" y="29121"/>
                  <a:pt x="12147" y="29701"/>
                </a:cubicBezTo>
                <a:cubicBezTo>
                  <a:pt x="12147" y="31628"/>
                  <a:pt x="14074" y="31628"/>
                  <a:pt x="14462" y="31628"/>
                </a:cubicBezTo>
                <a:cubicBezTo>
                  <a:pt x="16389" y="31628"/>
                  <a:pt x="16580" y="31437"/>
                  <a:pt x="17739" y="27195"/>
                </a:cubicBezTo>
                <a:cubicBezTo>
                  <a:pt x="21017" y="13500"/>
                  <a:pt x="24873" y="4242"/>
                  <a:pt x="31813" y="4242"/>
                </a:cubicBezTo>
                <a:cubicBezTo>
                  <a:pt x="35090" y="4242"/>
                  <a:pt x="37788" y="5787"/>
                  <a:pt x="37788" y="13115"/>
                </a:cubicBezTo>
                <a:cubicBezTo>
                  <a:pt x="37788" y="17551"/>
                  <a:pt x="37212" y="19672"/>
                  <a:pt x="36441" y="22949"/>
                </a:cubicBezTo>
                <a:lnTo>
                  <a:pt x="14848" y="108846"/>
                </a:lnTo>
                <a:moveTo>
                  <a:pt x="48779" y="25071"/>
                </a:moveTo>
                <a:cubicBezTo>
                  <a:pt x="50129" y="19863"/>
                  <a:pt x="55333" y="14465"/>
                  <a:pt x="58805" y="11573"/>
                </a:cubicBezTo>
                <a:cubicBezTo>
                  <a:pt x="65553" y="5592"/>
                  <a:pt x="71143" y="4242"/>
                  <a:pt x="74420" y="4242"/>
                </a:cubicBezTo>
                <a:cubicBezTo>
                  <a:pt x="82134" y="4242"/>
                  <a:pt x="86761" y="10994"/>
                  <a:pt x="86761" y="22373"/>
                </a:cubicBezTo>
                <a:cubicBezTo>
                  <a:pt x="86761" y="33749"/>
                  <a:pt x="80398" y="55928"/>
                  <a:pt x="76927" y="63256"/>
                </a:cubicBezTo>
                <a:cubicBezTo>
                  <a:pt x="70372" y="76756"/>
                  <a:pt x="61117" y="83122"/>
                  <a:pt x="53983" y="83122"/>
                </a:cubicBezTo>
                <a:cubicBezTo>
                  <a:pt x="41260" y="83122"/>
                  <a:pt x="38753" y="67116"/>
                  <a:pt x="38753" y="65956"/>
                </a:cubicBezTo>
                <a:cubicBezTo>
                  <a:pt x="38753" y="65571"/>
                  <a:pt x="38753" y="65186"/>
                  <a:pt x="39333" y="62870"/>
                </a:cubicBezTo>
                <a:lnTo>
                  <a:pt x="48779" y="250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5">
            <a:extLst xmlns:a="http://schemas.openxmlformats.org/drawingml/2006/main">
              <a:ext uri="{FF2B5EF4-FFF2-40B4-BE49-F238E27FC236}">
                <a16:creationId xmlns:a16="http://schemas.microsoft.com/office/drawing/2014/main" id="{346C06DA-551E-45AB-89B5-B9B2A8CB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0893" y="6480152"/>
            <a:ext cx="140416" cy="89613"/>
          </a:xfrm>
          <a:custGeom xmlns:a="http://schemas.openxmlformats.org/drawingml/2006/main">
            <a:pathLst>
              <a:path w="95821" h="61153">
                <a:moveTo>
                  <a:pt x="43052" y="14576"/>
                </a:moveTo>
                <a:lnTo>
                  <a:pt x="58437" y="14576"/>
                </a:lnTo>
                <a:cubicBezTo>
                  <a:pt x="57358" y="19166"/>
                  <a:pt x="54794" y="29833"/>
                  <a:pt x="54794" y="38744"/>
                </a:cubicBezTo>
                <a:cubicBezTo>
                  <a:pt x="54794" y="48463"/>
                  <a:pt x="58437" y="61153"/>
                  <a:pt x="65994" y="61153"/>
                </a:cubicBezTo>
                <a:cubicBezTo>
                  <a:pt x="70718" y="61153"/>
                  <a:pt x="76116" y="56295"/>
                  <a:pt x="76116" y="51435"/>
                </a:cubicBezTo>
                <a:cubicBezTo>
                  <a:pt x="76116" y="49275"/>
                  <a:pt x="75173" y="47924"/>
                  <a:pt x="73958" y="46033"/>
                </a:cubicBezTo>
                <a:cubicBezTo>
                  <a:pt x="66939" y="36044"/>
                  <a:pt x="66939" y="25377"/>
                  <a:pt x="66939" y="21868"/>
                </a:cubicBezTo>
                <a:cubicBezTo>
                  <a:pt x="66939" y="21732"/>
                  <a:pt x="66939" y="17411"/>
                  <a:pt x="67345" y="14576"/>
                </a:cubicBezTo>
                <a:lnTo>
                  <a:pt x="85564" y="14576"/>
                </a:lnTo>
                <a:cubicBezTo>
                  <a:pt x="88397" y="14576"/>
                  <a:pt x="90288" y="14576"/>
                  <a:pt x="92852" y="12418"/>
                </a:cubicBezTo>
                <a:cubicBezTo>
                  <a:pt x="93797" y="11608"/>
                  <a:pt x="95821" y="9448"/>
                  <a:pt x="95821" y="6075"/>
                </a:cubicBezTo>
                <a:cubicBezTo>
                  <a:pt x="95821" y="0"/>
                  <a:pt x="90422" y="0"/>
                  <a:pt x="87994" y="0"/>
                </a:cubicBezTo>
                <a:lnTo>
                  <a:pt x="28476" y="0"/>
                </a:lnTo>
                <a:cubicBezTo>
                  <a:pt x="25237" y="0"/>
                  <a:pt x="18894" y="0"/>
                  <a:pt x="9988" y="7424"/>
                </a:cubicBezTo>
                <a:cubicBezTo>
                  <a:pt x="6748" y="10123"/>
                  <a:pt x="0" y="16872"/>
                  <a:pt x="0" y="19032"/>
                </a:cubicBezTo>
                <a:cubicBezTo>
                  <a:pt x="0" y="21462"/>
                  <a:pt x="2024" y="21462"/>
                  <a:pt x="4184" y="21462"/>
                </a:cubicBezTo>
                <a:cubicBezTo>
                  <a:pt x="6882" y="21462"/>
                  <a:pt x="7152" y="21462"/>
                  <a:pt x="8097" y="20381"/>
                </a:cubicBezTo>
                <a:cubicBezTo>
                  <a:pt x="10257" y="17951"/>
                  <a:pt x="13361" y="14576"/>
                  <a:pt x="25103" y="14576"/>
                </a:cubicBezTo>
                <a:lnTo>
                  <a:pt x="34009" y="14576"/>
                </a:lnTo>
                <a:cubicBezTo>
                  <a:pt x="30230" y="26592"/>
                  <a:pt x="22267" y="41038"/>
                  <a:pt x="18219" y="47924"/>
                </a:cubicBezTo>
                <a:cubicBezTo>
                  <a:pt x="16870" y="50220"/>
                  <a:pt x="15791" y="52108"/>
                  <a:pt x="15791" y="54269"/>
                </a:cubicBezTo>
                <a:cubicBezTo>
                  <a:pt x="15791" y="57374"/>
                  <a:pt x="18219" y="61019"/>
                  <a:pt x="23212" y="61019"/>
                </a:cubicBezTo>
                <a:cubicBezTo>
                  <a:pt x="27261" y="61019"/>
                  <a:pt x="30636" y="58049"/>
                  <a:pt x="31985" y="55080"/>
                </a:cubicBezTo>
                <a:cubicBezTo>
                  <a:pt x="32525" y="53865"/>
                  <a:pt x="34145" y="48869"/>
                  <a:pt x="35494" y="43739"/>
                </a:cubicBezTo>
                <a:lnTo>
                  <a:pt x="43052" y="14576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6">
            <a:extLst xmlns:a="http://schemas.openxmlformats.org/drawingml/2006/main">
              <a:ext uri="{FF2B5EF4-FFF2-40B4-BE49-F238E27FC236}">
                <a16:creationId xmlns:a16="http://schemas.microsoft.com/office/drawing/2014/main" id="{5F92E4EC-E054-4010-9F46-AFF787C8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6240" y="6313737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7">
            <a:extLst xmlns:a="http://schemas.openxmlformats.org/drawingml/2006/main">
              <a:ext uri="{FF2B5EF4-FFF2-40B4-BE49-F238E27FC236}">
                <a16:creationId xmlns:a16="http://schemas.microsoft.com/office/drawing/2014/main" id="{B3B98D7F-8A5C-4815-89F7-58FFC170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7452" y="6329463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8">
            <a:extLst xmlns:a="http://schemas.openxmlformats.org/drawingml/2006/main">
              <a:ext uri="{FF2B5EF4-FFF2-40B4-BE49-F238E27FC236}">
                <a16:creationId xmlns:a16="http://schemas.microsoft.com/office/drawing/2014/main" id="{3894B08B-9CB2-47B4-BB85-B9F5CA65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8936" y="6436697"/>
            <a:ext cx="87413" cy="131330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9">
            <a:extLst xmlns:a="http://schemas.openxmlformats.org/drawingml/2006/main">
              <a:ext uri="{FF2B5EF4-FFF2-40B4-BE49-F238E27FC236}">
                <a16:creationId xmlns:a16="http://schemas.microsoft.com/office/drawing/2014/main" id="{B32B2752-F12A-4006-A8F0-CD15EC2F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860" y="6313737"/>
            <a:ext cx="11303" cy="282526"/>
          </a:xfrm>
          <a:custGeom xmlns:a="http://schemas.openxmlformats.org/drawingml/2006/main">
            <a:pathLst>
              <a:path w="7714" h="192798">
                <a:moveTo>
                  <a:pt x="7714" y="6943"/>
                </a:moveTo>
                <a:cubicBezTo>
                  <a:pt x="7714" y="3471"/>
                  <a:pt x="7714" y="0"/>
                  <a:pt x="3857" y="0"/>
                </a:cubicBezTo>
                <a:cubicBezTo>
                  <a:pt x="0" y="0"/>
                  <a:pt x="0" y="3471"/>
                  <a:pt x="0" y="6943"/>
                </a:cubicBezTo>
                <a:lnTo>
                  <a:pt x="0" y="185858"/>
                </a:lnTo>
                <a:cubicBezTo>
                  <a:pt x="0" y="189329"/>
                  <a:pt x="0" y="192798"/>
                  <a:pt x="3857" y="192798"/>
                </a:cubicBezTo>
                <a:cubicBezTo>
                  <a:pt x="7714" y="192798"/>
                  <a:pt x="7714" y="189329"/>
                  <a:pt x="7714" y="185858"/>
                </a:cubicBezTo>
                <a:lnTo>
                  <a:pt x="7714" y="694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90">
            <a:extLst xmlns:a="http://schemas.openxmlformats.org/drawingml/2006/main">
              <a:ext uri="{FF2B5EF4-FFF2-40B4-BE49-F238E27FC236}">
                <a16:creationId xmlns:a16="http://schemas.microsoft.com/office/drawing/2014/main" id="{2BD30F24-F397-427D-B0BC-1FB14489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7814" y="6397888"/>
            <a:ext cx="118380" cy="129951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1">
            <a:extLst xmlns:a="http://schemas.openxmlformats.org/drawingml/2006/main">
              <a:ext uri="{FF2B5EF4-FFF2-40B4-BE49-F238E27FC236}">
                <a16:creationId xmlns:a16="http://schemas.microsoft.com/office/drawing/2014/main" id="{D38E964B-4D5E-4649-A904-0715AE88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3368" y="6436697"/>
            <a:ext cx="71987" cy="131330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2">
            <a:extLst xmlns:a="http://schemas.openxmlformats.org/drawingml/2006/main">
              <a:ext uri="{FF2B5EF4-FFF2-40B4-BE49-F238E27FC236}">
                <a16:creationId xmlns:a16="http://schemas.microsoft.com/office/drawing/2014/main" id="{CC3E558F-3461-41E4-BBF0-F242E126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4650" y="6313737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E899A74-98F4-40A4-A3F3-0449A41684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7471d5a6448f9"/>
          <a:stretch xmlns:a="http://schemas.openxmlformats.org/drawingml/2006/main"/>
        </p:blipFill>
        <p:spPr>
          <a:xfrm xmlns:a="http://schemas.openxmlformats.org/drawingml/2006/main">
            <a:off x="14459946" y="5699610"/>
            <a:ext cx="1395794" cy="1298088"/>
          </a:xfrm>
          <a:prstGeom xmlns:a="http://schemas.openxmlformats.org/drawingml/2006/main" prst="rect">
            <a:avLst/>
          </a:prstGeom>
        </p:spPr>
      </p:pic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47DF938-52EE-4F8B-973D-9124BCFB2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1bacea59047e1"/>
          <a:stretch xmlns:a="http://schemas.openxmlformats.org/drawingml/2006/main"/>
        </p:blipFill>
        <p:spPr>
          <a:xfrm xmlns:a="http://schemas.openxmlformats.org/drawingml/2006/main">
            <a:off x="14459946" y="2698654"/>
            <a:ext cx="1395794" cy="1298088"/>
          </a:xfrm>
          <a:prstGeom xmlns:a="http://schemas.openxmlformats.org/drawingml/2006/main" prst="rect">
            <a:avLst/>
          </a:prstGeom>
        </p:spPr>
      </p:pic>
      <p:sp>
        <p:nvSpPr>
          <p:cNvPr id="94" name="path-95">
            <a:extLst xmlns:a="http://schemas.openxmlformats.org/drawingml/2006/main">
              <a:ext uri="{FF2B5EF4-FFF2-40B4-BE49-F238E27FC236}">
                <a16:creationId xmlns:a16="http://schemas.microsoft.com/office/drawing/2014/main" id="{7C09D49A-9AA0-4F3F-A1ED-1FAA7E38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887" y="69839"/>
            <a:ext cx="2666189" cy="10093095"/>
          </a:xfrm>
          <a:custGeom xmlns:a="http://schemas.openxmlformats.org/drawingml/2006/main">
            <a:pathLst>
              <a:path w="1819427" h="6887603">
                <a:moveTo>
                  <a:pt x="131946" y="0"/>
                </a:moveTo>
                <a:lnTo>
                  <a:pt x="1687480" y="0"/>
                </a:lnTo>
                <a:cubicBezTo>
                  <a:pt x="1760315" y="0"/>
                  <a:pt x="1819427" y="59111"/>
                  <a:pt x="1819427" y="131946"/>
                </a:cubicBezTo>
                <a:lnTo>
                  <a:pt x="1819427" y="6755657"/>
                </a:lnTo>
                <a:cubicBezTo>
                  <a:pt x="1819427" y="6828492"/>
                  <a:pt x="1760315" y="6887603"/>
                  <a:pt x="1687480" y="6887603"/>
                </a:cubicBezTo>
                <a:lnTo>
                  <a:pt x="131946" y="6887603"/>
                </a:lnTo>
                <a:cubicBezTo>
                  <a:pt x="59077" y="6887603"/>
                  <a:pt x="0" y="6828492"/>
                  <a:pt x="0" y="6755657"/>
                </a:cubicBezTo>
                <a:lnTo>
                  <a:pt x="0" y="131946"/>
                </a:lnTo>
                <a:cubicBezTo>
                  <a:pt x="0" y="59111"/>
                  <a:pt x="59077" y="0"/>
                  <a:pt x="131946" y="0"/>
                </a:cubicBezTo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6">
            <a:extLst xmlns:a="http://schemas.openxmlformats.org/drawingml/2006/main">
              <a:ext uri="{FF2B5EF4-FFF2-40B4-BE49-F238E27FC236}">
                <a16:creationId xmlns:a16="http://schemas.microsoft.com/office/drawing/2014/main" id="{E0587EB5-E859-4DA0-B41A-C97FB18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018" y="69839"/>
            <a:ext cx="2546707" cy="10093095"/>
          </a:xfrm>
          <a:custGeom xmlns:a="http://schemas.openxmlformats.org/drawingml/2006/main">
            <a:pathLst>
              <a:path w="1737892" h="6887603">
                <a:moveTo>
                  <a:pt x="131946" y="0"/>
                </a:moveTo>
                <a:lnTo>
                  <a:pt x="1605946" y="0"/>
                </a:lnTo>
                <a:cubicBezTo>
                  <a:pt x="1678815" y="0"/>
                  <a:pt x="1737892" y="59111"/>
                  <a:pt x="1737892" y="131946"/>
                </a:cubicBezTo>
                <a:lnTo>
                  <a:pt x="1737892" y="6755657"/>
                </a:lnTo>
                <a:cubicBezTo>
                  <a:pt x="1737892" y="6828492"/>
                  <a:pt x="1678815" y="6887603"/>
                  <a:pt x="1605946" y="6887603"/>
                </a:cubicBezTo>
                <a:lnTo>
                  <a:pt x="131946" y="6887603"/>
                </a:lnTo>
                <a:cubicBezTo>
                  <a:pt x="59068" y="6887603"/>
                  <a:pt x="0" y="6828492"/>
                  <a:pt x="0" y="6755657"/>
                </a:cubicBezTo>
                <a:lnTo>
                  <a:pt x="0" y="131946"/>
                </a:lnTo>
                <a:cubicBezTo>
                  <a:pt x="0" y="59111"/>
                  <a:pt x="59068" y="0"/>
                  <a:pt x="131946" y="0"/>
                </a:cubicBezTo>
              </a:path>
            </a:pathLst>
          </a:custGeom>
          <a:solidFill xmlns:a="http://schemas.openxmlformats.org/drawingml/2006/main">
            <a:srgbClr val="5A1599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2DBF666-2961-4095-8C65-013DEBEA9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512c968e24f45"/>
          <a:stretch xmlns:a="http://schemas.openxmlformats.org/drawingml/2006/main"/>
        </p:blipFill>
        <p:spPr>
          <a:xfrm xmlns:a="http://schemas.openxmlformats.org/drawingml/2006/main">
            <a:off x="878872" y="1805346"/>
            <a:ext cx="3084704" cy="2205354"/>
          </a:xfrm>
          <a:prstGeom xmlns:a="http://schemas.openxmlformats.org/drawingml/2006/main" prst="rect">
            <a:avLst/>
          </a:prstGeom>
        </p:spPr>
      </p:pic>
      <p:sp>
        <p:nvSpPr>
          <p:cNvPr id="97" name="path-98">
            <a:extLst xmlns:a="http://schemas.openxmlformats.org/drawingml/2006/main">
              <a:ext uri="{FF2B5EF4-FFF2-40B4-BE49-F238E27FC236}">
                <a16:creationId xmlns:a16="http://schemas.microsoft.com/office/drawing/2014/main" id="{8402D4B3-6AEA-4923-AB69-E47D80B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869" y="1807447"/>
            <a:ext cx="2108345" cy="2191349"/>
          </a:xfrm>
          <a:custGeom xmlns:a="http://schemas.openxmlformats.org/drawingml/2006/main">
            <a:pathLst>
              <a:path w="1438750" h="1495393">
                <a:moveTo>
                  <a:pt x="0" y="0"/>
                </a:moveTo>
                <a:lnTo>
                  <a:pt x="0" y="1495393"/>
                </a:lnTo>
                <a:lnTo>
                  <a:pt x="1438750" y="1495393"/>
                </a:lnTo>
                <a:lnTo>
                  <a:pt x="14387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0000"/>
            </a:solidFill>
            <a:prstDash val="solid"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FB7D92-480B-436C-8C22-D9C764A2F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33ea5be64482e"/>
          <a:stretch xmlns:a="http://schemas.openxmlformats.org/drawingml/2006/main"/>
        </p:blipFill>
        <p:spPr>
          <a:xfrm xmlns:a="http://schemas.openxmlformats.org/drawingml/2006/main">
            <a:off x="3893787" y="2252000"/>
            <a:ext cx="1004972" cy="711855"/>
          </a:xfrm>
          <a:prstGeom xmlns:a="http://schemas.openxmlformats.org/drawingml/2006/main" prst="rect">
            <a:avLst/>
          </a:prstGeom>
        </p:spPr>
      </p:pic>
      <p:sp>
        <p:nvSpPr>
          <p:cNvPr id="99" name="path-100">
            <a:extLst xmlns:a="http://schemas.openxmlformats.org/drawingml/2006/main">
              <a:ext uri="{FF2B5EF4-FFF2-40B4-BE49-F238E27FC236}">
                <a16:creationId xmlns:a16="http://schemas.microsoft.com/office/drawing/2014/main" id="{EB5D4694-B8FC-4CB4-BCD8-48DA034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401" y="2253966"/>
            <a:ext cx="682028" cy="708968"/>
          </a:xfrm>
          <a:custGeom xmlns:a="http://schemas.openxmlformats.org/drawingml/2006/main">
            <a:pathLst>
              <a:path w="465421" h="483805">
                <a:moveTo>
                  <a:pt x="0" y="0"/>
                </a:moveTo>
                <a:lnTo>
                  <a:pt x="0" y="483805"/>
                </a:lnTo>
                <a:lnTo>
                  <a:pt x="465421" y="483805"/>
                </a:lnTo>
                <a:lnTo>
                  <a:pt x="46542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00" name="path-101">
            <a:extLst xmlns:a="http://schemas.openxmlformats.org/drawingml/2006/main">
              <a:ext uri="{FF2B5EF4-FFF2-40B4-BE49-F238E27FC236}">
                <a16:creationId xmlns:a16="http://schemas.microsoft.com/office/drawing/2014/main" id="{F3412112-6F89-4401-9314-5F9FDEDE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17" y="2602007"/>
            <a:ext cx="419197" cy="191"/>
          </a:xfrm>
          <a:custGeom xmlns:a="http://schemas.openxmlformats.org/drawingml/2006/main">
            <a:pathLst>
              <a:path w="286063" h="191">
                <a:moveTo>
                  <a:pt x="0" y="0"/>
                </a:moveTo>
                <a:lnTo>
                  <a:pt x="2860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01" name="path-102">
            <a:extLst xmlns:a="http://schemas.openxmlformats.org/drawingml/2006/main">
              <a:ext uri="{FF2B5EF4-FFF2-40B4-BE49-F238E27FC236}">
                <a16:creationId xmlns:a16="http://schemas.microsoft.com/office/drawing/2014/main" id="{B6762786-1767-4C19-A790-DF4D3BB6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715" y="2559470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9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3">
            <a:extLst xmlns:a="http://schemas.openxmlformats.org/drawingml/2006/main">
              <a:ext uri="{FF2B5EF4-FFF2-40B4-BE49-F238E27FC236}">
                <a16:creationId xmlns:a16="http://schemas.microsoft.com/office/drawing/2014/main" id="{1B8EA3B9-A6BE-4A6F-9D87-3470AD2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671" y="2559468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D9AD5C3-44B1-421D-84AC-4C70447D3E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fe6092fc04f7e"/>
          <a:stretch xmlns:a="http://schemas.openxmlformats.org/drawingml/2006/main"/>
        </p:blipFill>
        <p:spPr>
          <a:xfrm xmlns:a="http://schemas.openxmlformats.org/drawingml/2006/main">
            <a:off x="2358414" y="4261943"/>
            <a:ext cx="3070746" cy="2205354"/>
          </a:xfrm>
          <a:prstGeom xmlns:a="http://schemas.openxmlformats.org/drawingml/2006/main" prst="rect">
            <a:avLst/>
          </a:prstGeom>
        </p:spPr>
      </p:pic>
      <p:sp>
        <p:nvSpPr>
          <p:cNvPr id="104" name="path-105">
            <a:extLst xmlns:a="http://schemas.openxmlformats.org/drawingml/2006/main">
              <a:ext uri="{FF2B5EF4-FFF2-40B4-BE49-F238E27FC236}">
                <a16:creationId xmlns:a16="http://schemas.microsoft.com/office/drawing/2014/main" id="{19D38194-42B2-461E-8341-3AC532A5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814" y="4270784"/>
            <a:ext cx="2108212" cy="2191349"/>
          </a:xfrm>
          <a:custGeom xmlns:a="http://schemas.openxmlformats.org/drawingml/2006/main">
            <a:pathLst>
              <a:path w="1438659" h="1495393">
                <a:moveTo>
                  <a:pt x="0" y="0"/>
                </a:moveTo>
                <a:lnTo>
                  <a:pt x="0" y="1495393"/>
                </a:lnTo>
                <a:lnTo>
                  <a:pt x="1438659" y="1495393"/>
                </a:lnTo>
                <a:lnTo>
                  <a:pt x="143865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0000"/>
            </a:solidFill>
            <a:prstDash val="dash"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2FDFF04-9559-4598-A7AB-97D8B902C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9fc33bf0e49e2"/>
          <a:stretch xmlns:a="http://schemas.openxmlformats.org/drawingml/2006/main"/>
        </p:blipFill>
        <p:spPr>
          <a:xfrm xmlns:a="http://schemas.openxmlformats.org/drawingml/2006/main">
            <a:off x="3307553" y="4596933"/>
            <a:ext cx="823518" cy="823518"/>
          </a:xfrm>
          <a:prstGeom xmlns:a="http://schemas.openxmlformats.org/drawingml/2006/main" prst="rect">
            <a:avLst/>
          </a:prstGeom>
        </p:spPr>
      </p:pic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76776DF-D652-4E81-B0D3-B8E02EFBEF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bd0fab5f44c66"/>
          <a:stretch xmlns:a="http://schemas.openxmlformats.org/drawingml/2006/main"/>
        </p:blipFill>
        <p:spPr>
          <a:xfrm xmlns:a="http://schemas.openxmlformats.org/drawingml/2006/main">
            <a:off x="2358414" y="4261943"/>
            <a:ext cx="3070746" cy="2205354"/>
          </a:xfrm>
          <a:prstGeom xmlns:a="http://schemas.openxmlformats.org/drawingml/2006/main" prst="rect">
            <a:avLst/>
          </a:prstGeom>
        </p:spPr>
      </p:pic>
      <p:sp>
        <p:nvSpPr>
          <p:cNvPr id="107" name="path-108">
            <a:extLst xmlns:a="http://schemas.openxmlformats.org/drawingml/2006/main">
              <a:ext uri="{FF2B5EF4-FFF2-40B4-BE49-F238E27FC236}">
                <a16:creationId xmlns:a16="http://schemas.microsoft.com/office/drawing/2014/main" id="{6FD017B7-4E9B-493C-B524-AFD7C1ED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8002" y="4629136"/>
            <a:ext cx="708964" cy="708964"/>
          </a:xfrm>
          <a:custGeom xmlns:a="http://schemas.openxmlformats.org/drawingml/2006/main">
            <a:pathLst>
              <a:path w="483802" h="483802">
                <a:moveTo>
                  <a:pt x="0" y="0"/>
                </a:moveTo>
                <a:lnTo>
                  <a:pt x="0" y="483802"/>
                </a:lnTo>
                <a:lnTo>
                  <a:pt x="483802" y="483802"/>
                </a:lnTo>
                <a:lnTo>
                  <a:pt x="4838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0000"/>
            </a:solidFill>
            <a:prstDash val="solid"/>
          </a:ln>
        </p:spPr>
      </p:sp>
      <p:sp>
        <p:nvSpPr>
          <p:cNvPr id="108" name="text-109 1">
            <a:extLst xmlns:a="http://schemas.openxmlformats.org/drawingml/2006/main">
              <a:ext uri="{FF2B5EF4-FFF2-40B4-BE49-F238E27FC236}">
                <a16:creationId xmlns:a16="http://schemas.microsoft.com/office/drawing/2014/main" id="{115C26D2-3FD6-4859-8C00-AC7DA017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952" y="4844877"/>
            <a:ext cx="151834" cy="28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path-110">
            <a:extLst xmlns:a="http://schemas.openxmlformats.org/drawingml/2006/main">
              <a:ext uri="{FF2B5EF4-FFF2-40B4-BE49-F238E27FC236}">
                <a16:creationId xmlns:a16="http://schemas.microsoft.com/office/drawing/2014/main" id="{468C9C69-D281-4F46-988D-BEC342CD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417" y="4133243"/>
            <a:ext cx="506458" cy="1233213"/>
          </a:xfrm>
          <a:custGeom xmlns:a="http://schemas.openxmlformats.org/drawingml/2006/main">
            <a:pathLst>
              <a:path w="345611" h="841554">
                <a:moveTo>
                  <a:pt x="0" y="0"/>
                </a:moveTo>
                <a:lnTo>
                  <a:pt x="0" y="771183"/>
                </a:lnTo>
                <a:cubicBezTo>
                  <a:pt x="0" y="810063"/>
                  <a:pt x="31491" y="841554"/>
                  <a:pt x="70368" y="841554"/>
                </a:cubicBezTo>
                <a:lnTo>
                  <a:pt x="345611" y="841554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666666"/>
            </a:solidFill>
            <a:prstDash val="dash"/>
          </a:ln>
        </p:spPr>
      </p:sp>
      <p:sp>
        <p:nvSpPr>
          <p:cNvPr id="110" name="path-111">
            <a:extLst xmlns:a="http://schemas.openxmlformats.org/drawingml/2006/main">
              <a:ext uri="{FF2B5EF4-FFF2-40B4-BE49-F238E27FC236}">
                <a16:creationId xmlns:a16="http://schemas.microsoft.com/office/drawing/2014/main" id="{89989F97-CA1C-474C-850E-7EF77C0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56" y="5327788"/>
            <a:ext cx="103122" cy="77342"/>
          </a:xfrm>
          <a:custGeom xmlns:a="http://schemas.openxmlformats.org/drawingml/2006/main">
            <a:pathLst>
              <a:path w="70371" h="52779">
                <a:moveTo>
                  <a:pt x="70371" y="26389"/>
                </a:moveTo>
                <a:lnTo>
                  <a:pt x="0" y="0"/>
                </a:lnTo>
                <a:lnTo>
                  <a:pt x="26389" y="26389"/>
                </a:lnTo>
                <a:lnTo>
                  <a:pt x="0" y="52779"/>
                </a:lnTo>
                <a:lnTo>
                  <a:pt x="70371" y="26389"/>
                </a:ln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2">
            <a:extLst xmlns:a="http://schemas.openxmlformats.org/drawingml/2006/main">
              <a:ext uri="{FF2B5EF4-FFF2-40B4-BE49-F238E27FC236}">
                <a16:creationId xmlns:a16="http://schemas.microsoft.com/office/drawing/2014/main" id="{B06CB536-A2DA-41B4-9021-BDB98F40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203" y="5327784"/>
            <a:ext cx="103126" cy="77344"/>
          </a:xfrm>
          <a:custGeom xmlns:a="http://schemas.openxmlformats.org/drawingml/2006/main">
            <a:pathLst>
              <a:path w="70374" h="52780">
                <a:moveTo>
                  <a:pt x="70374" y="26390"/>
                </a:moveTo>
                <a:lnTo>
                  <a:pt x="0" y="0"/>
                </a:lnTo>
                <a:lnTo>
                  <a:pt x="26390" y="26390"/>
                </a:lnTo>
                <a:lnTo>
                  <a:pt x="0" y="52780"/>
                </a:lnTo>
                <a:lnTo>
                  <a:pt x="70374" y="26390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666666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292FDA2-6827-4E06-A8D9-235DDCE3A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a28d2ec9547ed"/>
          <a:stretch xmlns:a="http://schemas.openxmlformats.org/drawingml/2006/main"/>
        </p:blipFill>
        <p:spPr>
          <a:xfrm xmlns:a="http://schemas.openxmlformats.org/drawingml/2006/main">
            <a:off x="2358414" y="7262899"/>
            <a:ext cx="3070746" cy="2205354"/>
          </a:xfrm>
          <a:prstGeom xmlns:a="http://schemas.openxmlformats.org/drawingml/2006/main" prst="rect">
            <a:avLst/>
          </a:prstGeom>
        </p:spPr>
      </p:pic>
      <p:sp>
        <p:nvSpPr>
          <p:cNvPr id="113" name="path-114">
            <a:extLst xmlns:a="http://schemas.openxmlformats.org/drawingml/2006/main">
              <a:ext uri="{FF2B5EF4-FFF2-40B4-BE49-F238E27FC236}">
                <a16:creationId xmlns:a16="http://schemas.microsoft.com/office/drawing/2014/main" id="{79238C0E-880C-4FBE-8FE6-447E934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814" y="7270223"/>
            <a:ext cx="2108212" cy="2191349"/>
          </a:xfrm>
          <a:custGeom xmlns:a="http://schemas.openxmlformats.org/drawingml/2006/main">
            <a:pathLst>
              <a:path w="1438659" h="1495393">
                <a:moveTo>
                  <a:pt x="0" y="0"/>
                </a:moveTo>
                <a:lnTo>
                  <a:pt x="0" y="1495393"/>
                </a:lnTo>
                <a:lnTo>
                  <a:pt x="1438659" y="1495393"/>
                </a:lnTo>
                <a:lnTo>
                  <a:pt x="143865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0000"/>
            </a:solidFill>
            <a:prstDash val="dash"/>
          </a:ln>
        </p:spPr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88F92B-FB1B-4041-B3A4-3886B6FD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3813542144426"/>
          <a:stretch xmlns:a="http://schemas.openxmlformats.org/drawingml/2006/main"/>
        </p:blipFill>
        <p:spPr>
          <a:xfrm xmlns:a="http://schemas.openxmlformats.org/drawingml/2006/main">
            <a:off x="3586712" y="8463282"/>
            <a:ext cx="823518" cy="823518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41E05A-3FC9-441C-B073-6CB89D214F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62215796f4c95"/>
          <a:stretch xmlns:a="http://schemas.openxmlformats.org/drawingml/2006/main"/>
        </p:blipFill>
        <p:spPr>
          <a:xfrm xmlns:a="http://schemas.openxmlformats.org/drawingml/2006/main">
            <a:off x="2358414" y="7262899"/>
            <a:ext cx="3070746" cy="2205354"/>
          </a:xfrm>
          <a:prstGeom xmlns:a="http://schemas.openxmlformats.org/drawingml/2006/main" prst="rect">
            <a:avLst/>
          </a:prstGeom>
        </p:spPr>
      </p:pic>
      <p:sp>
        <p:nvSpPr>
          <p:cNvPr id="116" name="path-117">
            <a:extLst xmlns:a="http://schemas.openxmlformats.org/drawingml/2006/main">
              <a:ext uri="{FF2B5EF4-FFF2-40B4-BE49-F238E27FC236}">
                <a16:creationId xmlns:a16="http://schemas.microsoft.com/office/drawing/2014/main" id="{AB371D33-80D6-416D-8761-CA1B884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589" y="8498797"/>
            <a:ext cx="708964" cy="708964"/>
          </a:xfrm>
          <a:custGeom xmlns:a="http://schemas.openxmlformats.org/drawingml/2006/main">
            <a:pathLst>
              <a:path w="483802" h="483802">
                <a:moveTo>
                  <a:pt x="0" y="0"/>
                </a:moveTo>
                <a:lnTo>
                  <a:pt x="0" y="483802"/>
                </a:lnTo>
                <a:lnTo>
                  <a:pt x="483802" y="483802"/>
                </a:lnTo>
                <a:lnTo>
                  <a:pt x="4838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0000"/>
            </a:solidFill>
            <a:prstDash val="solid"/>
          </a:ln>
        </p:spPr>
      </p:sp>
      <p:sp>
        <p:nvSpPr>
          <p:cNvPr id="117" name="text-118 2">
            <a:extLst xmlns:a="http://schemas.openxmlformats.org/drawingml/2006/main">
              <a:ext uri="{FF2B5EF4-FFF2-40B4-BE49-F238E27FC236}">
                <a16:creationId xmlns:a16="http://schemas.microsoft.com/office/drawing/2014/main" id="{6663787E-1234-4707-AF10-20B26CE9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2540" y="8714542"/>
            <a:ext cx="151834" cy="28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8" name="path-119">
            <a:extLst xmlns:a="http://schemas.openxmlformats.org/drawingml/2006/main">
              <a:ext uri="{FF2B5EF4-FFF2-40B4-BE49-F238E27FC236}">
                <a16:creationId xmlns:a16="http://schemas.microsoft.com/office/drawing/2014/main" id="{9B41631B-663A-4D22-870F-9399D122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417" y="4133243"/>
            <a:ext cx="506458" cy="4232652"/>
          </a:xfrm>
          <a:custGeom xmlns:a="http://schemas.openxmlformats.org/drawingml/2006/main">
            <a:pathLst>
              <a:path w="345611" h="2888393">
                <a:moveTo>
                  <a:pt x="0" y="0"/>
                </a:moveTo>
                <a:lnTo>
                  <a:pt x="0" y="2818022"/>
                </a:lnTo>
                <a:cubicBezTo>
                  <a:pt x="0" y="2856902"/>
                  <a:pt x="31491" y="2888393"/>
                  <a:pt x="70368" y="2888393"/>
                </a:cubicBezTo>
                <a:lnTo>
                  <a:pt x="345611" y="2888393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666666"/>
            </a:solidFill>
            <a:prstDash val="dash"/>
          </a:ln>
        </p:spPr>
      </p:sp>
      <p:sp>
        <p:nvSpPr>
          <p:cNvPr id="119" name="path-120">
            <a:extLst xmlns:a="http://schemas.openxmlformats.org/drawingml/2006/main">
              <a:ext uri="{FF2B5EF4-FFF2-40B4-BE49-F238E27FC236}">
                <a16:creationId xmlns:a16="http://schemas.microsoft.com/office/drawing/2014/main" id="{64738380-5E9B-44CD-82E2-D971F8F2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56" y="8327228"/>
            <a:ext cx="103122" cy="77342"/>
          </a:xfrm>
          <a:custGeom xmlns:a="http://schemas.openxmlformats.org/drawingml/2006/main">
            <a:pathLst>
              <a:path w="70371" h="52779">
                <a:moveTo>
                  <a:pt x="70371" y="26389"/>
                </a:moveTo>
                <a:lnTo>
                  <a:pt x="0" y="0"/>
                </a:lnTo>
                <a:lnTo>
                  <a:pt x="26389" y="26389"/>
                </a:lnTo>
                <a:lnTo>
                  <a:pt x="0" y="52779"/>
                </a:lnTo>
                <a:lnTo>
                  <a:pt x="70371" y="26389"/>
                </a:ln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1">
            <a:extLst xmlns:a="http://schemas.openxmlformats.org/drawingml/2006/main">
              <a:ext uri="{FF2B5EF4-FFF2-40B4-BE49-F238E27FC236}">
                <a16:creationId xmlns:a16="http://schemas.microsoft.com/office/drawing/2014/main" id="{0CAC9FA2-31CE-4655-8CD5-CFAD9C3E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203" y="8327227"/>
            <a:ext cx="103126" cy="77340"/>
          </a:xfrm>
          <a:custGeom xmlns:a="http://schemas.openxmlformats.org/drawingml/2006/main">
            <a:pathLst>
              <a:path w="70374" h="52777">
                <a:moveTo>
                  <a:pt x="70374" y="26387"/>
                </a:moveTo>
                <a:lnTo>
                  <a:pt x="0" y="0"/>
                </a:lnTo>
                <a:lnTo>
                  <a:pt x="26390" y="26387"/>
                </a:lnTo>
                <a:lnTo>
                  <a:pt x="0" y="52777"/>
                </a:lnTo>
                <a:lnTo>
                  <a:pt x="70374" y="26387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666666"/>
            </a:solidFill>
            <a:prstDash val="solid"/>
          </a:ln>
        </p:spPr>
      </p:sp>
      <p:sp>
        <p:nvSpPr>
          <p:cNvPr id="121" name="text-122 Glance">
            <a:extLst xmlns:a="http://schemas.openxmlformats.org/drawingml/2006/main">
              <a:ext uri="{FF2B5EF4-FFF2-40B4-BE49-F238E27FC236}">
                <a16:creationId xmlns:a16="http://schemas.microsoft.com/office/drawing/2014/main" id="{ED25E7F2-B8C6-4CF6-B1FB-9765AB5E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1166" y="3001611"/>
            <a:ext cx="815555" cy="324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Glance</a:t>
            </a:r>
          </a:p>
        </p:txBody>
      </p:sp>
      <p:sp>
        <p:nvSpPr>
          <p:cNvPr id="122" name="text-122 Input">
            <a:extLst xmlns:a="http://schemas.openxmlformats.org/drawingml/2006/main">
              <a:ext uri="{FF2B5EF4-FFF2-40B4-BE49-F238E27FC236}">
                <a16:creationId xmlns:a16="http://schemas.microsoft.com/office/drawing/2014/main" id="{CBD51FE1-573E-4398-99C4-4BE16EDC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419" y="3001616"/>
            <a:ext cx="608663" cy="32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3" name="text-124 (down-sampled">
            <a:extLst xmlns:a="http://schemas.openxmlformats.org/drawingml/2006/main">
              <a:ext uri="{FF2B5EF4-FFF2-40B4-BE49-F238E27FC236}">
                <a16:creationId xmlns:a16="http://schemas.microsoft.com/office/drawing/2014/main" id="{B3FADE16-6AEB-4B04-B628-AB24F1B5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7605" y="3280283"/>
            <a:ext cx="1447211" cy="288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(down-sampled</a:t>
            </a:r>
          </a:p>
        </p:txBody>
      </p:sp>
      <p:sp>
        <p:nvSpPr>
          <p:cNvPr id="124" name="text-124 to">
            <a:extLst xmlns:a="http://schemas.openxmlformats.org/drawingml/2006/main">
              <a:ext uri="{FF2B5EF4-FFF2-40B4-BE49-F238E27FC236}">
                <a16:creationId xmlns:a16="http://schemas.microsoft.com/office/drawing/2014/main" id="{27C334B8-CBB5-43BD-A59E-D5C38DB1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4973" y="3280330"/>
            <a:ext cx="209141" cy="288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25" name="text-125 the">
            <a:extLst xmlns:a="http://schemas.openxmlformats.org/drawingml/2006/main">
              <a:ext uri="{FF2B5EF4-FFF2-40B4-BE49-F238E27FC236}">
                <a16:creationId xmlns:a16="http://schemas.microsoft.com/office/drawing/2014/main" id="{E6DAD296-8346-41FB-AA5C-4D7EED3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2117" y="3506112"/>
            <a:ext cx="323863" cy="288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6" name="text-125 fixation">
            <a:extLst xmlns:a="http://schemas.openxmlformats.org/drawingml/2006/main">
              <a:ext uri="{FF2B5EF4-FFF2-40B4-BE49-F238E27FC236}">
                <a16:creationId xmlns:a16="http://schemas.microsoft.com/office/drawing/2014/main" id="{303833FE-7D13-4B46-8246-97D7A0ED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6137" y="3506138"/>
            <a:ext cx="690649" cy="288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27" name="text-125 size)">
            <a:extLst xmlns:a="http://schemas.openxmlformats.org/drawingml/2006/main">
              <a:ext uri="{FF2B5EF4-FFF2-40B4-BE49-F238E27FC236}">
                <a16:creationId xmlns:a16="http://schemas.microsoft.com/office/drawing/2014/main" id="{E79085D3-17EF-40C2-A895-54C7BA60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6947" y="3506126"/>
            <a:ext cx="472620" cy="28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size)</a:t>
            </a:r>
          </a:p>
        </p:txBody>
      </p:sp>
      <p:sp>
        <p:nvSpPr>
          <p:cNvPr id="128" name="path-127">
            <a:extLst xmlns:a="http://schemas.openxmlformats.org/drawingml/2006/main">
              <a:ext uri="{FF2B5EF4-FFF2-40B4-BE49-F238E27FC236}">
                <a16:creationId xmlns:a16="http://schemas.microsoft.com/office/drawing/2014/main" id="{0D27AB00-14B9-4035-9740-37C37E5E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664" y="3042753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8">
            <a:extLst xmlns:a="http://schemas.openxmlformats.org/drawingml/2006/main">
              <a:ext uri="{FF2B5EF4-FFF2-40B4-BE49-F238E27FC236}">
                <a16:creationId xmlns:a16="http://schemas.microsoft.com/office/drawing/2014/main" id="{7A4F32C6-C053-411F-9D99-DBE21C5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973" y="3149987"/>
            <a:ext cx="91765" cy="135193"/>
          </a:xfrm>
          <a:custGeom xmlns:a="http://schemas.openxmlformats.org/drawingml/2006/main">
            <a:pathLst>
              <a:path w="62621" h="92256">
                <a:moveTo>
                  <a:pt x="62621" y="46534"/>
                </a:moveTo>
                <a:cubicBezTo>
                  <a:pt x="62621" y="31699"/>
                  <a:pt x="60867" y="21044"/>
                  <a:pt x="54660" y="11602"/>
                </a:cubicBezTo>
                <a:cubicBezTo>
                  <a:pt x="50475" y="5399"/>
                  <a:pt x="42108" y="0"/>
                  <a:pt x="31312" y="0"/>
                </a:cubicBezTo>
                <a:cubicBezTo>
                  <a:pt x="0" y="0"/>
                  <a:pt x="0" y="36824"/>
                  <a:pt x="0" y="46534"/>
                </a:cubicBezTo>
                <a:cubicBezTo>
                  <a:pt x="0" y="56246"/>
                  <a:pt x="0" y="92256"/>
                  <a:pt x="31312" y="92256"/>
                </a:cubicBezTo>
                <a:cubicBezTo>
                  <a:pt x="62621" y="92256"/>
                  <a:pt x="62621" y="56246"/>
                  <a:pt x="62621" y="46534"/>
                </a:cubicBezTo>
                <a:moveTo>
                  <a:pt x="31312" y="88478"/>
                </a:moveTo>
                <a:cubicBezTo>
                  <a:pt x="25103" y="88478"/>
                  <a:pt x="16870" y="84837"/>
                  <a:pt x="14172" y="73778"/>
                </a:cubicBezTo>
                <a:cubicBezTo>
                  <a:pt x="12282" y="65821"/>
                  <a:pt x="12282" y="54761"/>
                  <a:pt x="12282" y="44781"/>
                </a:cubicBezTo>
                <a:cubicBezTo>
                  <a:pt x="12282" y="34936"/>
                  <a:pt x="12282" y="24685"/>
                  <a:pt x="14306" y="17267"/>
                </a:cubicBezTo>
                <a:cubicBezTo>
                  <a:pt x="17140" y="6612"/>
                  <a:pt x="25778" y="3781"/>
                  <a:pt x="31312" y="3781"/>
                </a:cubicBezTo>
                <a:cubicBezTo>
                  <a:pt x="38599" y="3781"/>
                  <a:pt x="45618" y="8231"/>
                  <a:pt x="48045" y="16054"/>
                </a:cubicBezTo>
                <a:cubicBezTo>
                  <a:pt x="50206" y="23336"/>
                  <a:pt x="50339" y="33048"/>
                  <a:pt x="50339" y="44781"/>
                </a:cubicBezTo>
                <a:cubicBezTo>
                  <a:pt x="50339" y="54761"/>
                  <a:pt x="50339" y="64742"/>
                  <a:pt x="48585" y="73239"/>
                </a:cubicBezTo>
                <a:cubicBezTo>
                  <a:pt x="45887" y="85512"/>
                  <a:pt x="36709" y="88478"/>
                  <a:pt x="31312" y="88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ext-129 Visual">
            <a:extLst xmlns:a="http://schemas.openxmlformats.org/drawingml/2006/main">
              <a:ext uri="{FF2B5EF4-FFF2-40B4-BE49-F238E27FC236}">
                <a16:creationId xmlns:a16="http://schemas.microsoft.com/office/drawing/2014/main" id="{A0D6D85D-5495-423D-AE48-F72F1424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0894" y="6508289"/>
            <a:ext cx="721058" cy="324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31" name="text-129 Fixation">
            <a:extLst xmlns:a="http://schemas.openxmlformats.org/drawingml/2006/main">
              <a:ext uri="{FF2B5EF4-FFF2-40B4-BE49-F238E27FC236}">
                <a16:creationId xmlns:a16="http://schemas.microsoft.com/office/drawing/2014/main" id="{D7A57B0D-5B42-4FEC-B652-F29B6CCD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4642" y="6508277"/>
            <a:ext cx="931220" cy="324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32" name="path-131">
            <a:extLst xmlns:a="http://schemas.openxmlformats.org/drawingml/2006/main">
              <a:ext uri="{FF2B5EF4-FFF2-40B4-BE49-F238E27FC236}">
                <a16:creationId xmlns:a16="http://schemas.microsoft.com/office/drawing/2014/main" id="{2ABCB1A2-9090-438A-8777-A349723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543" y="6546626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2">
            <a:extLst xmlns:a="http://schemas.openxmlformats.org/drawingml/2006/main">
              <a:ext uri="{FF2B5EF4-FFF2-40B4-BE49-F238E27FC236}">
                <a16:creationId xmlns:a16="http://schemas.microsoft.com/office/drawing/2014/main" id="{6251CA41-29C5-432B-ABD8-43FD393D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26" y="6653860"/>
            <a:ext cx="71987" cy="131330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3FD9DFA8-4088-4C19-B908-C6D396C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771" y="9538865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5A389103-E77F-49AB-8E37-818C7D0B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255" y="9646099"/>
            <a:ext cx="87413" cy="131330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text-136 Visual">
            <a:extLst xmlns:a="http://schemas.openxmlformats.org/drawingml/2006/main">
              <a:ext uri="{FF2B5EF4-FFF2-40B4-BE49-F238E27FC236}">
                <a16:creationId xmlns:a16="http://schemas.microsoft.com/office/drawing/2014/main" id="{B26D819A-366C-47D2-A4A2-CD776A8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1186" y="9500507"/>
            <a:ext cx="721068" cy="32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37" name="text-136 Fixation">
            <a:extLst xmlns:a="http://schemas.openxmlformats.org/drawingml/2006/main">
              <a:ext uri="{FF2B5EF4-FFF2-40B4-BE49-F238E27FC236}">
                <a16:creationId xmlns:a16="http://schemas.microsoft.com/office/drawing/2014/main" id="{C36EB819-7B58-4709-8657-DC8D284C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4942" y="9500498"/>
            <a:ext cx="931220" cy="324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38" name="path-137">
            <a:extLst xmlns:a="http://schemas.openxmlformats.org/drawingml/2006/main">
              <a:ext uri="{FF2B5EF4-FFF2-40B4-BE49-F238E27FC236}">
                <a16:creationId xmlns:a16="http://schemas.microsoft.com/office/drawing/2014/main" id="{531AA0D1-57A4-46C2-9B4A-415FD6AB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702" y="1439368"/>
            <a:ext cx="327628" cy="2047686"/>
          </a:xfrm>
          <a:custGeom xmlns:a="http://schemas.openxmlformats.org/drawingml/2006/main">
            <a:pathLst>
              <a:path w="223576" h="1397356">
                <a:moveTo>
                  <a:pt x="0" y="0"/>
                </a:moveTo>
                <a:lnTo>
                  <a:pt x="223576" y="0"/>
                </a:lnTo>
                <a:lnTo>
                  <a:pt x="223576" y="1397356"/>
                </a:lnTo>
                <a:lnTo>
                  <a:pt x="0" y="139735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8">
            <a:extLst xmlns:a="http://schemas.openxmlformats.org/drawingml/2006/main">
              <a:ext uri="{FF2B5EF4-FFF2-40B4-BE49-F238E27FC236}">
                <a16:creationId xmlns:a16="http://schemas.microsoft.com/office/drawing/2014/main" id="{21E26CF3-7719-4C33-A083-CCDCF843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651" y="1439306"/>
            <a:ext cx="327666" cy="2047749"/>
          </a:xfrm>
          <a:custGeom xmlns:a="http://schemas.openxmlformats.org/drawingml/2006/main">
            <a:pathLst>
              <a:path w="223602" h="1397399">
                <a:moveTo>
                  <a:pt x="0" y="0"/>
                </a:moveTo>
                <a:lnTo>
                  <a:pt x="0" y="1397399"/>
                </a:lnTo>
                <a:lnTo>
                  <a:pt x="223602" y="1397399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140" name="path-139">
            <a:extLst xmlns:a="http://schemas.openxmlformats.org/drawingml/2006/main">
              <a:ext uri="{FF2B5EF4-FFF2-40B4-BE49-F238E27FC236}">
                <a16:creationId xmlns:a16="http://schemas.microsoft.com/office/drawing/2014/main" id="{7AC62872-7E5F-4D33-B145-94B67DF9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74" y="1644078"/>
            <a:ext cx="327628" cy="1638151"/>
          </a:xfrm>
          <a:custGeom xmlns:a="http://schemas.openxmlformats.org/drawingml/2006/main">
            <a:pathLst>
              <a:path w="223576" h="1117886">
                <a:moveTo>
                  <a:pt x="0" y="0"/>
                </a:moveTo>
                <a:lnTo>
                  <a:pt x="223576" y="0"/>
                </a:lnTo>
                <a:lnTo>
                  <a:pt x="223576" y="1117886"/>
                </a:lnTo>
                <a:lnTo>
                  <a:pt x="0" y="111788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40">
            <a:extLst xmlns:a="http://schemas.openxmlformats.org/drawingml/2006/main">
              <a:ext uri="{FF2B5EF4-FFF2-40B4-BE49-F238E27FC236}">
                <a16:creationId xmlns:a16="http://schemas.microsoft.com/office/drawing/2014/main" id="{A6C5D9EF-937D-4487-839E-91422792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17" y="1644129"/>
            <a:ext cx="327675" cy="1638099"/>
          </a:xfrm>
          <a:custGeom xmlns:a="http://schemas.openxmlformats.org/drawingml/2006/main">
            <a:pathLst>
              <a:path w="223608" h="1117851">
                <a:moveTo>
                  <a:pt x="0" y="0"/>
                </a:moveTo>
                <a:lnTo>
                  <a:pt x="0" y="1117851"/>
                </a:lnTo>
                <a:lnTo>
                  <a:pt x="223608" y="1117851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142" name="path-141">
            <a:extLst xmlns:a="http://schemas.openxmlformats.org/drawingml/2006/main">
              <a:ext uri="{FF2B5EF4-FFF2-40B4-BE49-F238E27FC236}">
                <a16:creationId xmlns:a16="http://schemas.microsoft.com/office/drawing/2014/main" id="{127516CE-912D-4EA2-8567-F4068FE9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432" y="1848920"/>
            <a:ext cx="327628" cy="1228610"/>
          </a:xfrm>
          <a:custGeom xmlns:a="http://schemas.openxmlformats.org/drawingml/2006/main">
            <a:pathLst>
              <a:path w="223576" h="838413">
                <a:moveTo>
                  <a:pt x="0" y="0"/>
                </a:moveTo>
                <a:lnTo>
                  <a:pt x="223576" y="0"/>
                </a:lnTo>
                <a:lnTo>
                  <a:pt x="223576" y="838413"/>
                </a:lnTo>
                <a:lnTo>
                  <a:pt x="0" y="838413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2">
            <a:extLst xmlns:a="http://schemas.openxmlformats.org/drawingml/2006/main">
              <a:ext uri="{FF2B5EF4-FFF2-40B4-BE49-F238E27FC236}">
                <a16:creationId xmlns:a16="http://schemas.microsoft.com/office/drawing/2014/main" id="{C760AD0D-E77A-4EEC-ADF8-D6888DB2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393" y="1848822"/>
            <a:ext cx="327666" cy="1228708"/>
          </a:xfrm>
          <a:custGeom xmlns:a="http://schemas.openxmlformats.org/drawingml/2006/main">
            <a:pathLst>
              <a:path w="223602" h="838479">
                <a:moveTo>
                  <a:pt x="0" y="0"/>
                </a:moveTo>
                <a:lnTo>
                  <a:pt x="0" y="838479"/>
                </a:lnTo>
                <a:lnTo>
                  <a:pt x="223602" y="838479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144" name="path-143">
            <a:extLst xmlns:a="http://schemas.openxmlformats.org/drawingml/2006/main">
              <a:ext uri="{FF2B5EF4-FFF2-40B4-BE49-F238E27FC236}">
                <a16:creationId xmlns:a16="http://schemas.microsoft.com/office/drawing/2014/main" id="{6D8741B0-9823-4C8D-8A11-FA539EB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91" y="2053629"/>
            <a:ext cx="327629" cy="819074"/>
          </a:xfrm>
          <a:custGeom xmlns:a="http://schemas.openxmlformats.org/drawingml/2006/main">
            <a:pathLst>
              <a:path w="223576" h="558942">
                <a:moveTo>
                  <a:pt x="0" y="0"/>
                </a:moveTo>
                <a:lnTo>
                  <a:pt x="223576" y="0"/>
                </a:lnTo>
                <a:lnTo>
                  <a:pt x="223576" y="558942"/>
                </a:lnTo>
                <a:lnTo>
                  <a:pt x="0" y="55894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4">
            <a:extLst xmlns:a="http://schemas.openxmlformats.org/drawingml/2006/main">
              <a:ext uri="{FF2B5EF4-FFF2-40B4-BE49-F238E27FC236}">
                <a16:creationId xmlns:a16="http://schemas.microsoft.com/office/drawing/2014/main" id="{8ECB26C8-EC2A-41DC-A49E-0ACE458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59" y="2053654"/>
            <a:ext cx="327675" cy="819050"/>
          </a:xfrm>
          <a:custGeom xmlns:a="http://schemas.openxmlformats.org/drawingml/2006/main">
            <a:pathLst>
              <a:path w="223608" h="558926">
                <a:moveTo>
                  <a:pt x="0" y="0"/>
                </a:moveTo>
                <a:lnTo>
                  <a:pt x="0" y="558926"/>
                </a:lnTo>
                <a:lnTo>
                  <a:pt x="223608" y="558926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146" name="path-145">
            <a:extLst xmlns:a="http://schemas.openxmlformats.org/drawingml/2006/main">
              <a:ext uri="{FF2B5EF4-FFF2-40B4-BE49-F238E27FC236}">
                <a16:creationId xmlns:a16="http://schemas.microsoft.com/office/drawing/2014/main" id="{3FFB41DD-C397-4F24-B26E-0D288D85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712" y="1235891"/>
            <a:ext cx="436074" cy="272246"/>
          </a:xfrm>
          <a:custGeom xmlns:a="http://schemas.openxmlformats.org/drawingml/2006/main">
            <a:pathLst>
              <a:path w="297580" h="185782">
                <a:moveTo>
                  <a:pt x="527" y="127816"/>
                </a:moveTo>
                <a:lnTo>
                  <a:pt x="527" y="51638"/>
                </a:lnTo>
                <a:lnTo>
                  <a:pt x="0" y="51638"/>
                </a:lnTo>
                <a:lnTo>
                  <a:pt x="0" y="0"/>
                </a:lnTo>
                <a:lnTo>
                  <a:pt x="297580" y="0"/>
                </a:lnTo>
                <a:lnTo>
                  <a:pt x="296266" y="144001"/>
                </a:lnTo>
                <a:lnTo>
                  <a:pt x="296266" y="185782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147" name="path-146">
            <a:extLst xmlns:a="http://schemas.openxmlformats.org/drawingml/2006/main">
              <a:ext uri="{FF2B5EF4-FFF2-40B4-BE49-F238E27FC236}">
                <a16:creationId xmlns:a16="http://schemas.microsoft.com/office/drawing/2014/main" id="{D364A0D5-E051-4577-8CF6-FBCC8B9C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79" y="1461732"/>
            <a:ext cx="92810" cy="123747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7">
            <a:extLst xmlns:a="http://schemas.openxmlformats.org/drawingml/2006/main">
              <a:ext uri="{FF2B5EF4-FFF2-40B4-BE49-F238E27FC236}">
                <a16:creationId xmlns:a16="http://schemas.microsoft.com/office/drawing/2014/main" id="{472BD39B-CDFA-49CA-B0BC-EC7E2B4D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54" y="1461732"/>
            <a:ext cx="92801" cy="123749"/>
          </a:xfrm>
          <a:custGeom xmlns:a="http://schemas.openxmlformats.org/drawingml/2006/main">
            <a:pathLst>
              <a:path w="63328" h="84447">
                <a:moveTo>
                  <a:pt x="31667" y="84447"/>
                </a:moveTo>
                <a:lnTo>
                  <a:pt x="63328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149" name="path-148">
            <a:extLst xmlns:a="http://schemas.openxmlformats.org/drawingml/2006/main">
              <a:ext uri="{FF2B5EF4-FFF2-40B4-BE49-F238E27FC236}">
                <a16:creationId xmlns:a16="http://schemas.microsoft.com/office/drawing/2014/main" id="{53A56B17-1DD7-4024-A36A-162FF19F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65" y="1386838"/>
            <a:ext cx="437504" cy="325997"/>
          </a:xfrm>
          <a:custGeom xmlns:a="http://schemas.openxmlformats.org/drawingml/2006/main">
            <a:pathLst>
              <a:path w="298556" h="222463">
                <a:moveTo>
                  <a:pt x="0" y="0"/>
                </a:moveTo>
                <a:lnTo>
                  <a:pt x="96764" y="0"/>
                </a:lnTo>
                <a:lnTo>
                  <a:pt x="298556" y="618"/>
                </a:lnTo>
                <a:lnTo>
                  <a:pt x="295387" y="180678"/>
                </a:lnTo>
                <a:lnTo>
                  <a:pt x="295387" y="222463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150" name="path-149">
            <a:extLst xmlns:a="http://schemas.openxmlformats.org/drawingml/2006/main">
              <a:ext uri="{FF2B5EF4-FFF2-40B4-BE49-F238E27FC236}">
                <a16:creationId xmlns:a16="http://schemas.microsoft.com/office/drawing/2014/main" id="{6A9C5A2D-7632-4DB8-BA81-76553E6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38" y="1666430"/>
            <a:ext cx="92809" cy="123747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0">
            <a:extLst xmlns:a="http://schemas.openxmlformats.org/drawingml/2006/main">
              <a:ext uri="{FF2B5EF4-FFF2-40B4-BE49-F238E27FC236}">
                <a16:creationId xmlns:a16="http://schemas.microsoft.com/office/drawing/2014/main" id="{E1453334-4AF4-41DF-A6CB-E0B9C8E0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21" y="1666426"/>
            <a:ext cx="92810" cy="123749"/>
          </a:xfrm>
          <a:custGeom xmlns:a="http://schemas.openxmlformats.org/drawingml/2006/main">
            <a:pathLst>
              <a:path w="63334" h="84447">
                <a:moveTo>
                  <a:pt x="31667" y="84447"/>
                </a:moveTo>
                <a:lnTo>
                  <a:pt x="63334" y="0"/>
                </a:lnTo>
                <a:lnTo>
                  <a:pt x="31667" y="31670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152" name="path-151">
            <a:extLst xmlns:a="http://schemas.openxmlformats.org/drawingml/2006/main">
              <a:ext uri="{FF2B5EF4-FFF2-40B4-BE49-F238E27FC236}">
                <a16:creationId xmlns:a16="http://schemas.microsoft.com/office/drawing/2014/main" id="{32613F13-763B-4302-B162-2A20DF29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389" y="1582258"/>
            <a:ext cx="432212" cy="335403"/>
          </a:xfrm>
          <a:custGeom xmlns:a="http://schemas.openxmlformats.org/drawingml/2006/main">
            <a:pathLst>
              <a:path w="294945" h="228882">
                <a:moveTo>
                  <a:pt x="0" y="351"/>
                </a:moveTo>
                <a:lnTo>
                  <a:pt x="96758" y="351"/>
                </a:lnTo>
                <a:lnTo>
                  <a:pt x="186131" y="0"/>
                </a:lnTo>
                <a:lnTo>
                  <a:pt x="294945" y="0"/>
                </a:lnTo>
                <a:lnTo>
                  <a:pt x="294945" y="228882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153" name="path-152">
            <a:extLst xmlns:a="http://schemas.openxmlformats.org/drawingml/2006/main">
              <a:ext uri="{FF2B5EF4-FFF2-40B4-BE49-F238E27FC236}">
                <a16:creationId xmlns:a16="http://schemas.microsoft.com/office/drawing/2014/main" id="{AFA405E8-A64E-41F4-8770-64F3E235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209" y="1871257"/>
            <a:ext cx="92809" cy="123747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3">
            <a:extLst xmlns:a="http://schemas.openxmlformats.org/drawingml/2006/main">
              <a:ext uri="{FF2B5EF4-FFF2-40B4-BE49-F238E27FC236}">
                <a16:creationId xmlns:a16="http://schemas.microsoft.com/office/drawing/2014/main" id="{A78B69D0-A76B-4A18-ADD8-CEF6DAF0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187" y="1871257"/>
            <a:ext cx="92819" cy="123749"/>
          </a:xfrm>
          <a:custGeom xmlns:a="http://schemas.openxmlformats.org/drawingml/2006/main">
            <a:pathLst>
              <a:path w="63340" h="84447">
                <a:moveTo>
                  <a:pt x="31673" y="84447"/>
                </a:moveTo>
                <a:lnTo>
                  <a:pt x="63340" y="0"/>
                </a:lnTo>
                <a:lnTo>
                  <a:pt x="31673" y="31667"/>
                </a:lnTo>
                <a:lnTo>
                  <a:pt x="0" y="0"/>
                </a:lnTo>
                <a:lnTo>
                  <a:pt x="31673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155" name="path-154">
            <a:extLst xmlns:a="http://schemas.openxmlformats.org/drawingml/2006/main">
              <a:ext uri="{FF2B5EF4-FFF2-40B4-BE49-F238E27FC236}">
                <a16:creationId xmlns:a16="http://schemas.microsoft.com/office/drawing/2014/main" id="{53D4F55F-70D7-4317-9DF7-10867EDE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947" y="2004949"/>
            <a:ext cx="1461230" cy="712943"/>
          </a:xfrm>
          <a:custGeom xmlns:a="http://schemas.openxmlformats.org/drawingml/2006/main">
            <a:pathLst>
              <a:path w="997154" h="486518">
                <a:moveTo>
                  <a:pt x="0" y="0"/>
                </a:moveTo>
                <a:lnTo>
                  <a:pt x="997154" y="0"/>
                </a:lnTo>
                <a:lnTo>
                  <a:pt x="997154" y="486518"/>
                </a:lnTo>
                <a:lnTo>
                  <a:pt x="0" y="4865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text-155 Perception">
            <a:extLst xmlns:a="http://schemas.openxmlformats.org/drawingml/2006/main">
              <a:ext uri="{FF2B5EF4-FFF2-40B4-BE49-F238E27FC236}">
                <a16:creationId xmlns:a16="http://schemas.microsoft.com/office/drawing/2014/main" id="{A25A55EA-806B-4980-8367-426D41C3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2370" y="2043692"/>
            <a:ext cx="1378766" cy="36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57" name="text-156 Net">
            <a:extLst xmlns:a="http://schemas.openxmlformats.org/drawingml/2006/main">
              <a:ext uri="{FF2B5EF4-FFF2-40B4-BE49-F238E27FC236}">
                <a16:creationId xmlns:a16="http://schemas.microsoft.com/office/drawing/2014/main" id="{E88513B0-32BC-4BAB-9310-124FB19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879" y="2335666"/>
            <a:ext cx="461835" cy="360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158" name="path-157">
            <a:extLst xmlns:a="http://schemas.openxmlformats.org/drawingml/2006/main">
              <a:ext uri="{FF2B5EF4-FFF2-40B4-BE49-F238E27FC236}">
                <a16:creationId xmlns:a16="http://schemas.microsoft.com/office/drawing/2014/main" id="{7074BD3F-210B-4AA2-9AFE-AA7995D8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313" y="5357179"/>
            <a:ext cx="1102761" cy="191"/>
          </a:xfrm>
          <a:custGeom xmlns:a="http://schemas.openxmlformats.org/drawingml/2006/main">
            <a:pathLst>
              <a:path w="752532" h="191">
                <a:moveTo>
                  <a:pt x="0" y="0"/>
                </a:moveTo>
                <a:lnTo>
                  <a:pt x="752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59" name="path-158">
            <a:extLst xmlns:a="http://schemas.openxmlformats.org/drawingml/2006/main">
              <a:ext uri="{FF2B5EF4-FFF2-40B4-BE49-F238E27FC236}">
                <a16:creationId xmlns:a16="http://schemas.microsoft.com/office/drawing/2014/main" id="{9994A0B7-E0B7-4589-ACEF-FFEBB8C7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529" y="5314640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8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59">
            <a:extLst xmlns:a="http://schemas.openxmlformats.org/drawingml/2006/main">
              <a:ext uri="{FF2B5EF4-FFF2-40B4-BE49-F238E27FC236}">
                <a16:creationId xmlns:a16="http://schemas.microsoft.com/office/drawing/2014/main" id="{E97DCCCC-DB9C-4BBE-B26D-9F6F223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540" y="5314636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32"/>
                </a:moveTo>
                <a:lnTo>
                  <a:pt x="0" y="0"/>
                </a:lnTo>
                <a:lnTo>
                  <a:pt x="29026" y="29032"/>
                </a:lnTo>
                <a:lnTo>
                  <a:pt x="0" y="58057"/>
                </a:lnTo>
                <a:lnTo>
                  <a:pt x="77408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61" name="path-160">
            <a:extLst xmlns:a="http://schemas.openxmlformats.org/drawingml/2006/main">
              <a:ext uri="{FF2B5EF4-FFF2-40B4-BE49-F238E27FC236}">
                <a16:creationId xmlns:a16="http://schemas.microsoft.com/office/drawing/2014/main" id="{A08A043C-4C2E-4291-BD15-E0816162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348" y="5184876"/>
            <a:ext cx="768979" cy="357665"/>
          </a:xfrm>
          <a:custGeom xmlns:a="http://schemas.openxmlformats.org/drawingml/2006/main">
            <a:pathLst>
              <a:path w="524757" h="244073">
                <a:moveTo>
                  <a:pt x="0" y="0"/>
                </a:moveTo>
                <a:lnTo>
                  <a:pt x="524757" y="0"/>
                </a:lnTo>
                <a:lnTo>
                  <a:pt x="524757" y="244073"/>
                </a:lnTo>
                <a:lnTo>
                  <a:pt x="0" y="2440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1">
            <a:extLst xmlns:a="http://schemas.openxmlformats.org/drawingml/2006/main">
              <a:ext uri="{FF2B5EF4-FFF2-40B4-BE49-F238E27FC236}">
                <a16:creationId xmlns:a16="http://schemas.microsoft.com/office/drawing/2014/main" id="{D854255E-43EB-475E-841A-FE71E04A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384" y="5184836"/>
            <a:ext cx="768898" cy="357704"/>
          </a:xfrm>
          <a:custGeom xmlns:a="http://schemas.openxmlformats.org/drawingml/2006/main">
            <a:pathLst>
              <a:path w="524702" h="244100">
                <a:moveTo>
                  <a:pt x="0" y="0"/>
                </a:moveTo>
                <a:lnTo>
                  <a:pt x="0" y="244100"/>
                </a:lnTo>
                <a:lnTo>
                  <a:pt x="524702" y="244100"/>
                </a:lnTo>
                <a:lnTo>
                  <a:pt x="5247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0000"/>
            </a:solidFill>
            <a:prstDash val="solid"/>
          </a:ln>
        </p:spPr>
      </p:sp>
      <p:sp>
        <p:nvSpPr>
          <p:cNvPr id="163" name="text-162 Crop">
            <a:extLst xmlns:a="http://schemas.openxmlformats.org/drawingml/2006/main">
              <a:ext uri="{FF2B5EF4-FFF2-40B4-BE49-F238E27FC236}">
                <a16:creationId xmlns:a16="http://schemas.microsoft.com/office/drawing/2014/main" id="{8A3D33A4-013D-4EAC-8C80-0AC00A9A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385" y="5224816"/>
            <a:ext cx="484191" cy="288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164" name="path-163">
            <a:extLst xmlns:a="http://schemas.openxmlformats.org/drawingml/2006/main">
              <a:ext uri="{FF2B5EF4-FFF2-40B4-BE49-F238E27FC236}">
                <a16:creationId xmlns:a16="http://schemas.microsoft.com/office/drawing/2014/main" id="{FDD2F2FE-224A-4E77-B5D8-D396B562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313" y="8359450"/>
            <a:ext cx="1102761" cy="191"/>
          </a:xfrm>
          <a:custGeom xmlns:a="http://schemas.openxmlformats.org/drawingml/2006/main">
            <a:pathLst>
              <a:path w="752532" h="191">
                <a:moveTo>
                  <a:pt x="0" y="0"/>
                </a:moveTo>
                <a:lnTo>
                  <a:pt x="752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65" name="path-164">
            <a:extLst xmlns:a="http://schemas.openxmlformats.org/drawingml/2006/main">
              <a:ext uri="{FF2B5EF4-FFF2-40B4-BE49-F238E27FC236}">
                <a16:creationId xmlns:a16="http://schemas.microsoft.com/office/drawing/2014/main" id="{75235E2F-4D51-49C5-AD6B-7A117A17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529" y="8316918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8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5">
            <a:extLst xmlns:a="http://schemas.openxmlformats.org/drawingml/2006/main">
              <a:ext uri="{FF2B5EF4-FFF2-40B4-BE49-F238E27FC236}">
                <a16:creationId xmlns:a16="http://schemas.microsoft.com/office/drawing/2014/main" id="{AA5B9B9A-6F10-47F8-B6D9-25F16884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540" y="8316916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26"/>
                </a:moveTo>
                <a:lnTo>
                  <a:pt x="0" y="0"/>
                </a:lnTo>
                <a:lnTo>
                  <a:pt x="29026" y="29026"/>
                </a:lnTo>
                <a:lnTo>
                  <a:pt x="0" y="58057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67" name="path-166">
            <a:extLst xmlns:a="http://schemas.openxmlformats.org/drawingml/2006/main">
              <a:ext uri="{FF2B5EF4-FFF2-40B4-BE49-F238E27FC236}">
                <a16:creationId xmlns:a16="http://schemas.microsoft.com/office/drawing/2014/main" id="{9124E087-6104-43C0-B7B3-9EBBFD85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348" y="8187023"/>
            <a:ext cx="768979" cy="357665"/>
          </a:xfrm>
          <a:custGeom xmlns:a="http://schemas.openxmlformats.org/drawingml/2006/main">
            <a:pathLst>
              <a:path w="524757" h="244073">
                <a:moveTo>
                  <a:pt x="0" y="0"/>
                </a:moveTo>
                <a:lnTo>
                  <a:pt x="524757" y="0"/>
                </a:lnTo>
                <a:lnTo>
                  <a:pt x="524757" y="244073"/>
                </a:lnTo>
                <a:lnTo>
                  <a:pt x="0" y="2440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7">
            <a:extLst xmlns:a="http://schemas.openxmlformats.org/drawingml/2006/main">
              <a:ext uri="{FF2B5EF4-FFF2-40B4-BE49-F238E27FC236}">
                <a16:creationId xmlns:a16="http://schemas.microsoft.com/office/drawing/2014/main" id="{578AEEF2-BDD7-48B6-9A04-788898C8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384" y="8187112"/>
            <a:ext cx="768898" cy="357576"/>
          </a:xfrm>
          <a:custGeom xmlns:a="http://schemas.openxmlformats.org/drawingml/2006/main">
            <a:pathLst>
              <a:path w="524702" h="244012">
                <a:moveTo>
                  <a:pt x="0" y="0"/>
                </a:moveTo>
                <a:lnTo>
                  <a:pt x="0" y="244012"/>
                </a:lnTo>
                <a:lnTo>
                  <a:pt x="524702" y="244012"/>
                </a:lnTo>
                <a:lnTo>
                  <a:pt x="5247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0000"/>
            </a:solidFill>
            <a:prstDash val="solid"/>
          </a:ln>
        </p:spPr>
      </p:sp>
      <p:sp>
        <p:nvSpPr>
          <p:cNvPr id="169" name="text-168 Crop">
            <a:extLst xmlns:a="http://schemas.openxmlformats.org/drawingml/2006/main">
              <a:ext uri="{FF2B5EF4-FFF2-40B4-BE49-F238E27FC236}">
                <a16:creationId xmlns:a16="http://schemas.microsoft.com/office/drawing/2014/main" id="{FD9C1A40-B2E9-4F64-9498-CAABD749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385" y="8227096"/>
            <a:ext cx="484191" cy="288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170" name="path-169">
            <a:extLst xmlns:a="http://schemas.openxmlformats.org/drawingml/2006/main">
              <a:ext uri="{FF2B5EF4-FFF2-40B4-BE49-F238E27FC236}">
                <a16:creationId xmlns:a16="http://schemas.microsoft.com/office/drawing/2014/main" id="{29C6B111-DBC5-4D9F-ACAE-E6F3515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854" y="2602007"/>
            <a:ext cx="933255" cy="191"/>
          </a:xfrm>
          <a:custGeom xmlns:a="http://schemas.openxmlformats.org/drawingml/2006/main">
            <a:pathLst>
              <a:path w="636860" h="191">
                <a:moveTo>
                  <a:pt x="0" y="0"/>
                </a:moveTo>
                <a:lnTo>
                  <a:pt x="636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71" name="path-170">
            <a:extLst xmlns:a="http://schemas.openxmlformats.org/drawingml/2006/main">
              <a:ext uri="{FF2B5EF4-FFF2-40B4-BE49-F238E27FC236}">
                <a16:creationId xmlns:a16="http://schemas.microsoft.com/office/drawing/2014/main" id="{FA46D3CB-25A2-46A2-86D5-200D6722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532" y="2559470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8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1">
            <a:extLst xmlns:a="http://schemas.openxmlformats.org/drawingml/2006/main">
              <a:ext uri="{FF2B5EF4-FFF2-40B4-BE49-F238E27FC236}">
                <a16:creationId xmlns:a16="http://schemas.microsoft.com/office/drawing/2014/main" id="{03943843-25CF-464E-A4F4-A77F2A76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566" y="2559468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73" name="text-172 Representation">
            <a:extLst xmlns:a="http://schemas.openxmlformats.org/drawingml/2006/main">
              <a:ext uri="{FF2B5EF4-FFF2-40B4-BE49-F238E27FC236}">
                <a16:creationId xmlns:a16="http://schemas.microsoft.com/office/drawing/2014/main" id="{C160472A-BC14-41CD-9169-72317D92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3878" y="163803"/>
            <a:ext cx="1730765" cy="32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74" name="text-173 Learning">
            <a:extLst xmlns:a="http://schemas.openxmlformats.org/drawingml/2006/main">
              <a:ext uri="{FF2B5EF4-FFF2-40B4-BE49-F238E27FC236}">
                <a16:creationId xmlns:a16="http://schemas.microsoft.com/office/drawing/2014/main" id="{623B1053-533C-4BEE-9339-CBECFE1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8480" y="429275"/>
            <a:ext cx="1021249" cy="324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75" name="text-174 Neural">
            <a:extLst xmlns:a="http://schemas.openxmlformats.org/drawingml/2006/main">
              <a:ext uri="{FF2B5EF4-FFF2-40B4-BE49-F238E27FC236}">
                <a16:creationId xmlns:a16="http://schemas.microsoft.com/office/drawing/2014/main" id="{DFA8BECC-2449-42E2-BBCC-122D873B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0855" y="694632"/>
            <a:ext cx="725288" cy="324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176" name="text-174 Networks">
            <a:extLst xmlns:a="http://schemas.openxmlformats.org/drawingml/2006/main">
              <a:ext uri="{FF2B5EF4-FFF2-40B4-BE49-F238E27FC236}">
                <a16:creationId xmlns:a16="http://schemas.microsoft.com/office/drawing/2014/main" id="{510B08DC-CF6E-4725-B532-49E0DDB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8845" y="694635"/>
            <a:ext cx="1008743" cy="324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177" name="text-175 Internal">
            <a:extLst xmlns:a="http://schemas.openxmlformats.org/drawingml/2006/main">
              <a:ext uri="{FF2B5EF4-FFF2-40B4-BE49-F238E27FC236}">
                <a16:creationId xmlns:a16="http://schemas.microsoft.com/office/drawing/2014/main" id="{2D0050A3-AA6A-4EF1-8F76-BD6EB34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5532" y="176953"/>
            <a:ext cx="879797" cy="32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178" name="text-175 Vision">
            <a:extLst xmlns:a="http://schemas.openxmlformats.org/drawingml/2006/main">
              <a:ext uri="{FF2B5EF4-FFF2-40B4-BE49-F238E27FC236}">
                <a16:creationId xmlns:a16="http://schemas.microsoft.com/office/drawing/2014/main" id="{101049E1-21AD-4C11-BF42-F551B7D7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8017" y="176965"/>
            <a:ext cx="733738" cy="324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79" name="text-176 Representation">
            <a:extLst xmlns:a="http://schemas.openxmlformats.org/drawingml/2006/main">
              <a:ext uri="{FF2B5EF4-FFF2-40B4-BE49-F238E27FC236}">
                <a16:creationId xmlns:a16="http://schemas.microsoft.com/office/drawing/2014/main" id="{66FFFACB-1EE5-4A38-B448-A0AED36C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355" y="442361"/>
            <a:ext cx="1730765" cy="32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80" name="text-178 (dynamic,">
            <a:extLst xmlns:a="http://schemas.openxmlformats.org/drawingml/2006/main">
              <a:ext uri="{FF2B5EF4-FFF2-40B4-BE49-F238E27FC236}">
                <a16:creationId xmlns:a16="http://schemas.microsoft.com/office/drawing/2014/main" id="{C1F3F9C9-B2C7-4DEA-B286-C7C8CEE7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4525" y="720924"/>
            <a:ext cx="931157" cy="28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(dynamic,</a:t>
            </a:r>
          </a:p>
        </p:txBody>
      </p:sp>
      <p:sp>
        <p:nvSpPr>
          <p:cNvPr id="181" name="text-178 evolving)">
            <a:extLst xmlns:a="http://schemas.openxmlformats.org/drawingml/2006/main">
              <a:ext uri="{FF2B5EF4-FFF2-40B4-BE49-F238E27FC236}">
                <a16:creationId xmlns:a16="http://schemas.microsoft.com/office/drawing/2014/main" id="{F5700EB6-9556-4D2C-B51C-12F0C1E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5820" y="720910"/>
            <a:ext cx="862593" cy="288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evolving)</a:t>
            </a:r>
          </a:p>
        </p:txBody>
      </p:sp>
      <p:sp>
        <p:nvSpPr>
          <p:cNvPr id="182" name="path-179">
            <a:extLst xmlns:a="http://schemas.openxmlformats.org/drawingml/2006/main">
              <a:ext uri="{FF2B5EF4-FFF2-40B4-BE49-F238E27FC236}">
                <a16:creationId xmlns:a16="http://schemas.microsoft.com/office/drawing/2014/main" id="{0E0DB0C0-0555-4CF9-897F-EC8DEE2D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59" y="2166960"/>
            <a:ext cx="389028" cy="389028"/>
          </a:xfrm>
          <a:custGeom xmlns:a="http://schemas.openxmlformats.org/drawingml/2006/main">
            <a:pathLst>
              <a:path w="265476" h="265476">
                <a:moveTo>
                  <a:pt x="218239" y="47237"/>
                </a:moveTo>
                <a:cubicBezTo>
                  <a:pt x="265476" y="94474"/>
                  <a:pt x="265476" y="171003"/>
                  <a:pt x="218239" y="218240"/>
                </a:cubicBezTo>
                <a:cubicBezTo>
                  <a:pt x="171002" y="265476"/>
                  <a:pt x="94474" y="265476"/>
                  <a:pt x="47237" y="218240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74" y="0"/>
                  <a:pt x="171002" y="0"/>
                  <a:pt x="218239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0">
            <a:extLst xmlns:a="http://schemas.openxmlformats.org/drawingml/2006/main">
              <a:ext uri="{FF2B5EF4-FFF2-40B4-BE49-F238E27FC236}">
                <a16:creationId xmlns:a16="http://schemas.microsoft.com/office/drawing/2014/main" id="{12CE27AE-11C8-4BDA-B28F-E740A814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51" y="2166958"/>
            <a:ext cx="389030" cy="389030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7"/>
                  <a:pt x="265477" y="171003"/>
                  <a:pt x="218240" y="218240"/>
                </a:cubicBezTo>
                <a:cubicBezTo>
                  <a:pt x="171009" y="265477"/>
                  <a:pt x="94474" y="265477"/>
                  <a:pt x="47237" y="218240"/>
                </a:cubicBezTo>
                <a:cubicBezTo>
                  <a:pt x="0" y="171003"/>
                  <a:pt x="0" y="94477"/>
                  <a:pt x="47237" y="47237"/>
                </a:cubicBezTo>
                <a:cubicBezTo>
                  <a:pt x="94474" y="0"/>
                  <a:pt x="171009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184" name="path-181">
            <a:extLst xmlns:a="http://schemas.openxmlformats.org/drawingml/2006/main">
              <a:ext uri="{FF2B5EF4-FFF2-40B4-BE49-F238E27FC236}">
                <a16:creationId xmlns:a16="http://schemas.microsoft.com/office/drawing/2014/main" id="{E1376E4B-D583-4AD5-9D87-34057D9D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1764527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85" name="path-182">
            <a:extLst xmlns:a="http://schemas.openxmlformats.org/drawingml/2006/main">
              <a:ext uri="{FF2B5EF4-FFF2-40B4-BE49-F238E27FC236}">
                <a16:creationId xmlns:a16="http://schemas.microsoft.com/office/drawing/2014/main" id="{9AC96E5B-FA44-4AC2-BC3D-490B037C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1742483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5190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1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83">
            <a:extLst xmlns:a="http://schemas.openxmlformats.org/drawingml/2006/main">
              <a:ext uri="{FF2B5EF4-FFF2-40B4-BE49-F238E27FC236}">
                <a16:creationId xmlns:a16="http://schemas.microsoft.com/office/drawing/2014/main" id="{73609950-CE6D-40BB-BC2D-C9DA6EAB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1742478"/>
            <a:ext cx="90617" cy="61360"/>
          </a:xfrm>
          <a:custGeom xmlns:a="http://schemas.openxmlformats.org/drawingml/2006/main">
            <a:pathLst>
              <a:path w="61838" h="41872">
                <a:moveTo>
                  <a:pt x="61838" y="5192"/>
                </a:moveTo>
                <a:lnTo>
                  <a:pt x="0" y="0"/>
                </a:lnTo>
                <a:lnTo>
                  <a:pt x="26917" y="15046"/>
                </a:lnTo>
                <a:lnTo>
                  <a:pt x="11783" y="41872"/>
                </a:lnTo>
                <a:lnTo>
                  <a:pt x="61838" y="519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87" name="path-184">
            <a:extLst xmlns:a="http://schemas.openxmlformats.org/drawingml/2006/main">
              <a:ext uri="{FF2B5EF4-FFF2-40B4-BE49-F238E27FC236}">
                <a16:creationId xmlns:a16="http://schemas.microsoft.com/office/drawing/2014/main" id="{183B655D-2144-4E78-A61C-C3A01AA7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1965354"/>
            <a:ext cx="340947" cy="95908"/>
          </a:xfrm>
          <a:custGeom xmlns:a="http://schemas.openxmlformats.org/drawingml/2006/main">
            <a:pathLst>
              <a:path w="232665" h="65448">
                <a:moveTo>
                  <a:pt x="0" y="0"/>
                </a:moveTo>
                <a:lnTo>
                  <a:pt x="232665" y="6544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88" name="path-185">
            <a:extLst xmlns:a="http://schemas.openxmlformats.org/drawingml/2006/main">
              <a:ext uri="{FF2B5EF4-FFF2-40B4-BE49-F238E27FC236}">
                <a16:creationId xmlns:a16="http://schemas.microsoft.com/office/drawing/2014/main" id="{0079E7CA-C0E2-4A1F-A9D2-07C25EB0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2021944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6">
            <a:extLst xmlns:a="http://schemas.openxmlformats.org/drawingml/2006/main">
              <a:ext uri="{FF2B5EF4-FFF2-40B4-BE49-F238E27FC236}">
                <a16:creationId xmlns:a16="http://schemas.microsoft.com/office/drawing/2014/main" id="{9A24F790-AB21-4DD9-9255-643B8B25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2021942"/>
            <a:ext cx="90617" cy="61364"/>
          </a:xfrm>
          <a:custGeom xmlns:a="http://schemas.openxmlformats.org/drawingml/2006/main">
            <a:pathLst>
              <a:path w="61838" h="41875">
                <a:moveTo>
                  <a:pt x="61838" y="36680"/>
                </a:moveTo>
                <a:lnTo>
                  <a:pt x="11783" y="0"/>
                </a:lnTo>
                <a:lnTo>
                  <a:pt x="26917" y="26832"/>
                </a:lnTo>
                <a:lnTo>
                  <a:pt x="0" y="41875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90" name="path-187">
            <a:extLst xmlns:a="http://schemas.openxmlformats.org/drawingml/2006/main">
              <a:ext uri="{FF2B5EF4-FFF2-40B4-BE49-F238E27FC236}">
                <a16:creationId xmlns:a16="http://schemas.microsoft.com/office/drawing/2014/main" id="{70F4CF0B-6661-4AB8-AF35-1D7E9177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2037673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91" name="path-188">
            <a:extLst xmlns:a="http://schemas.openxmlformats.org/drawingml/2006/main">
              <a:ext uri="{FF2B5EF4-FFF2-40B4-BE49-F238E27FC236}">
                <a16:creationId xmlns:a16="http://schemas.microsoft.com/office/drawing/2014/main" id="{3374C61A-5E31-4B3A-8EE0-4C4136A1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2360057"/>
            <a:ext cx="85580" cy="79275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0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89">
            <a:extLst xmlns:a="http://schemas.openxmlformats.org/drawingml/2006/main">
              <a:ext uri="{FF2B5EF4-FFF2-40B4-BE49-F238E27FC236}">
                <a16:creationId xmlns:a16="http://schemas.microsoft.com/office/drawing/2014/main" id="{93A3F2BB-29A1-418D-88BB-4BE6E1E6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2360053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704"/>
                </a:lnTo>
                <a:lnTo>
                  <a:pt x="0" y="33339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93" name="path-190">
            <a:extLst xmlns:a="http://schemas.openxmlformats.org/drawingml/2006/main">
              <a:ext uri="{FF2B5EF4-FFF2-40B4-BE49-F238E27FC236}">
                <a16:creationId xmlns:a16="http://schemas.microsoft.com/office/drawing/2014/main" id="{C173109F-C506-4C58-958A-0C416DB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48" y="2070539"/>
            <a:ext cx="522447" cy="735522"/>
          </a:xfrm>
          <a:custGeom xmlns:a="http://schemas.openxmlformats.org/drawingml/2006/main">
            <a:pathLst>
              <a:path w="356522" h="501926">
                <a:moveTo>
                  <a:pt x="0" y="0"/>
                </a:moveTo>
                <a:lnTo>
                  <a:pt x="356522" y="5019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94" name="path-191">
            <a:extLst xmlns:a="http://schemas.openxmlformats.org/drawingml/2006/main">
              <a:ext uri="{FF2B5EF4-FFF2-40B4-BE49-F238E27FC236}">
                <a16:creationId xmlns:a16="http://schemas.microsoft.com/office/drawing/2014/main" id="{1A0B24EB-5C14-47D0-8EA1-1CD59576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871" y="2761590"/>
            <a:ext cx="75279" cy="87783"/>
          </a:xfrm>
          <a:custGeom xmlns:a="http://schemas.openxmlformats.org/drawingml/2006/main">
            <a:pathLst>
              <a:path w="51371" h="59903">
                <a:moveTo>
                  <a:pt x="51371" y="59903"/>
                </a:moveTo>
                <a:lnTo>
                  <a:pt x="35494" y="0"/>
                </a:lnTo>
                <a:lnTo>
                  <a:pt x="30356" y="30348"/>
                </a:lnTo>
                <a:lnTo>
                  <a:pt x="0" y="25159"/>
                </a:lnTo>
                <a:lnTo>
                  <a:pt x="51371" y="59903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2">
            <a:extLst xmlns:a="http://schemas.openxmlformats.org/drawingml/2006/main">
              <a:ext uri="{FF2B5EF4-FFF2-40B4-BE49-F238E27FC236}">
                <a16:creationId xmlns:a16="http://schemas.microsoft.com/office/drawing/2014/main" id="{17C16C45-82FF-416D-B65B-85389883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917" y="2761587"/>
            <a:ext cx="75276" cy="87780"/>
          </a:xfrm>
          <a:custGeom xmlns:a="http://schemas.openxmlformats.org/drawingml/2006/main">
            <a:pathLst>
              <a:path w="51369" h="59902">
                <a:moveTo>
                  <a:pt x="51369" y="59902"/>
                </a:moveTo>
                <a:lnTo>
                  <a:pt x="35447" y="0"/>
                </a:lnTo>
                <a:lnTo>
                  <a:pt x="30352" y="30349"/>
                </a:lnTo>
                <a:lnTo>
                  <a:pt x="0" y="25160"/>
                </a:lnTo>
                <a:lnTo>
                  <a:pt x="51369" y="5990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96" name="path-193">
            <a:extLst xmlns:a="http://schemas.openxmlformats.org/drawingml/2006/main">
              <a:ext uri="{FF2B5EF4-FFF2-40B4-BE49-F238E27FC236}">
                <a16:creationId xmlns:a16="http://schemas.microsoft.com/office/drawing/2014/main" id="{39250ABC-6242-4126-B4B2-D8668C2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48" y="1916889"/>
            <a:ext cx="522447" cy="735517"/>
          </a:xfrm>
          <a:custGeom xmlns:a="http://schemas.openxmlformats.org/drawingml/2006/main">
            <a:pathLst>
              <a:path w="356522" h="501923">
                <a:moveTo>
                  <a:pt x="0" y="501923"/>
                </a:moveTo>
                <a:lnTo>
                  <a:pt x="356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97" name="path-194">
            <a:extLst xmlns:a="http://schemas.openxmlformats.org/drawingml/2006/main">
              <a:ext uri="{FF2B5EF4-FFF2-40B4-BE49-F238E27FC236}">
                <a16:creationId xmlns:a16="http://schemas.microsoft.com/office/drawing/2014/main" id="{C8BB5031-3EB2-4E71-8C41-4798E222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871" y="1873578"/>
            <a:ext cx="75279" cy="87783"/>
          </a:xfrm>
          <a:custGeom xmlns:a="http://schemas.openxmlformats.org/drawingml/2006/main">
            <a:pathLst>
              <a:path w="51371" h="59903">
                <a:moveTo>
                  <a:pt x="51371" y="0"/>
                </a:moveTo>
                <a:lnTo>
                  <a:pt x="0" y="34745"/>
                </a:lnTo>
                <a:lnTo>
                  <a:pt x="30356" y="29556"/>
                </a:lnTo>
                <a:lnTo>
                  <a:pt x="35494" y="59903"/>
                </a:lnTo>
                <a:lnTo>
                  <a:pt x="5137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5">
            <a:extLst xmlns:a="http://schemas.openxmlformats.org/drawingml/2006/main">
              <a:ext uri="{FF2B5EF4-FFF2-40B4-BE49-F238E27FC236}">
                <a16:creationId xmlns:a16="http://schemas.microsoft.com/office/drawing/2014/main" id="{5049F04A-0C78-4577-A84F-3CB8FB0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917" y="1873578"/>
            <a:ext cx="75276" cy="87785"/>
          </a:xfrm>
          <a:custGeom xmlns:a="http://schemas.openxmlformats.org/drawingml/2006/main">
            <a:pathLst>
              <a:path w="51369" h="59905">
                <a:moveTo>
                  <a:pt x="51369" y="0"/>
                </a:moveTo>
                <a:lnTo>
                  <a:pt x="0" y="34745"/>
                </a:lnTo>
                <a:lnTo>
                  <a:pt x="30352" y="29556"/>
                </a:lnTo>
                <a:lnTo>
                  <a:pt x="35447" y="59905"/>
                </a:lnTo>
                <a:lnTo>
                  <a:pt x="51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199" name="path-196">
            <a:extLst xmlns:a="http://schemas.openxmlformats.org/drawingml/2006/main">
              <a:ext uri="{FF2B5EF4-FFF2-40B4-BE49-F238E27FC236}">
                <a16:creationId xmlns:a16="http://schemas.microsoft.com/office/drawing/2014/main" id="{853C076D-8A8E-4D4E-8894-84855A8F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2317905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00" name="path-197">
            <a:extLst xmlns:a="http://schemas.openxmlformats.org/drawingml/2006/main">
              <a:ext uri="{FF2B5EF4-FFF2-40B4-BE49-F238E27FC236}">
                <a16:creationId xmlns:a16="http://schemas.microsoft.com/office/drawing/2014/main" id="{AD114C8E-5498-4CF9-98F2-96B66FA9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2283618"/>
            <a:ext cx="85580" cy="79275"/>
          </a:xfrm>
          <a:custGeom xmlns:a="http://schemas.openxmlformats.org/drawingml/2006/main">
            <a:pathLst>
              <a:path w="58400" h="54098">
                <a:moveTo>
                  <a:pt x="58400" y="0"/>
                </a:moveTo>
                <a:lnTo>
                  <a:pt x="0" y="20847"/>
                </a:lnTo>
                <a:lnTo>
                  <a:pt x="30683" y="23399"/>
                </a:lnTo>
                <a:lnTo>
                  <a:pt x="28096" y="54098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98">
            <a:extLst xmlns:a="http://schemas.openxmlformats.org/drawingml/2006/main">
              <a:ext uri="{FF2B5EF4-FFF2-40B4-BE49-F238E27FC236}">
                <a16:creationId xmlns:a16="http://schemas.microsoft.com/office/drawing/2014/main" id="{DBFAFCA4-7293-4343-AF91-9DED6AA3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2283618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844"/>
                </a:lnTo>
                <a:lnTo>
                  <a:pt x="30704" y="23397"/>
                </a:lnTo>
                <a:lnTo>
                  <a:pt x="28153" y="54098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02" name="path-199">
            <a:extLst xmlns:a="http://schemas.openxmlformats.org/drawingml/2006/main">
              <a:ext uri="{FF2B5EF4-FFF2-40B4-BE49-F238E27FC236}">
                <a16:creationId xmlns:a16="http://schemas.microsoft.com/office/drawing/2014/main" id="{F4451674-18A5-44C7-8B54-68D96FA4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2862516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03" name="path-200">
            <a:extLst xmlns:a="http://schemas.openxmlformats.org/drawingml/2006/main">
              <a:ext uri="{FF2B5EF4-FFF2-40B4-BE49-F238E27FC236}">
                <a16:creationId xmlns:a16="http://schemas.microsoft.com/office/drawing/2014/main" id="{385AF1FF-0DE0-4350-AFC4-BAA8B13F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2919108"/>
            <a:ext cx="90543" cy="61360"/>
          </a:xfrm>
          <a:custGeom xmlns:a="http://schemas.openxmlformats.org/drawingml/2006/main">
            <a:pathLst>
              <a:path w="61787" h="41872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2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1">
            <a:extLst xmlns:a="http://schemas.openxmlformats.org/drawingml/2006/main">
              <a:ext uri="{FF2B5EF4-FFF2-40B4-BE49-F238E27FC236}">
                <a16:creationId xmlns:a16="http://schemas.microsoft.com/office/drawing/2014/main" id="{89AF6CA0-D42E-418C-A796-E3B88A81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2919108"/>
            <a:ext cx="90617" cy="61355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05" name="path-202">
            <a:extLst xmlns:a="http://schemas.openxmlformats.org/drawingml/2006/main">
              <a:ext uri="{FF2B5EF4-FFF2-40B4-BE49-F238E27FC236}">
                <a16:creationId xmlns:a16="http://schemas.microsoft.com/office/drawing/2014/main" id="{1B5F5910-D9D8-4004-A92D-E46F77ED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2661684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06" name="path-203">
            <a:extLst xmlns:a="http://schemas.openxmlformats.org/drawingml/2006/main">
              <a:ext uri="{FF2B5EF4-FFF2-40B4-BE49-F238E27FC236}">
                <a16:creationId xmlns:a16="http://schemas.microsoft.com/office/drawing/2014/main" id="{08B5017F-0D7B-4074-8D20-88C74DDF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2639647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1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4">
            <a:extLst xmlns:a="http://schemas.openxmlformats.org/drawingml/2006/main">
              <a:ext uri="{FF2B5EF4-FFF2-40B4-BE49-F238E27FC236}">
                <a16:creationId xmlns:a16="http://schemas.microsoft.com/office/drawing/2014/main" id="{49B42A69-5B42-4F6D-9CDF-B24EDB0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2639645"/>
            <a:ext cx="90617" cy="61360"/>
          </a:xfrm>
          <a:custGeom xmlns:a="http://schemas.openxmlformats.org/drawingml/2006/main">
            <a:pathLst>
              <a:path w="61838" h="41872">
                <a:moveTo>
                  <a:pt x="61838" y="5192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72"/>
                </a:lnTo>
                <a:lnTo>
                  <a:pt x="61838" y="519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08" name="path-205">
            <a:extLst xmlns:a="http://schemas.openxmlformats.org/drawingml/2006/main">
              <a:ext uri="{FF2B5EF4-FFF2-40B4-BE49-F238E27FC236}">
                <a16:creationId xmlns:a16="http://schemas.microsoft.com/office/drawing/2014/main" id="{0EC64D5B-9738-4B29-9822-9C34CBA4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1718379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2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6" y="218239"/>
                </a:cubicBezTo>
                <a:cubicBezTo>
                  <a:pt x="0" y="171002"/>
                  <a:pt x="0" y="94472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6">
            <a:extLst xmlns:a="http://schemas.openxmlformats.org/drawingml/2006/main">
              <a:ext uri="{FF2B5EF4-FFF2-40B4-BE49-F238E27FC236}">
                <a16:creationId xmlns:a16="http://schemas.microsoft.com/office/drawing/2014/main" id="{21C8EF05-6313-41F7-B256-754A61CE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1718379"/>
            <a:ext cx="389021" cy="389026"/>
          </a:xfrm>
          <a:custGeom xmlns:a="http://schemas.openxmlformats.org/drawingml/2006/main">
            <a:pathLst>
              <a:path w="265471" h="265474">
                <a:moveTo>
                  <a:pt x="218240" y="47234"/>
                </a:moveTo>
                <a:cubicBezTo>
                  <a:pt x="265471" y="94471"/>
                  <a:pt x="265471" y="171003"/>
                  <a:pt x="218240" y="218240"/>
                </a:cubicBezTo>
                <a:cubicBezTo>
                  <a:pt x="171003" y="265474"/>
                  <a:pt x="94468" y="265474"/>
                  <a:pt x="47231" y="218240"/>
                </a:cubicBezTo>
                <a:cubicBezTo>
                  <a:pt x="0" y="171003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10" name="path-207">
            <a:extLst xmlns:a="http://schemas.openxmlformats.org/drawingml/2006/main">
              <a:ext uri="{FF2B5EF4-FFF2-40B4-BE49-F238E27FC236}">
                <a16:creationId xmlns:a16="http://schemas.microsoft.com/office/drawing/2014/main" id="{5175E47A-8BA2-4C5F-B185-A2D221BC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2166960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6"/>
                  <a:pt x="94465" y="265476"/>
                  <a:pt x="47236" y="218240"/>
                </a:cubicBezTo>
                <a:cubicBezTo>
                  <a:pt x="0" y="171003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8">
            <a:extLst xmlns:a="http://schemas.openxmlformats.org/drawingml/2006/main">
              <a:ext uri="{FF2B5EF4-FFF2-40B4-BE49-F238E27FC236}">
                <a16:creationId xmlns:a16="http://schemas.microsoft.com/office/drawing/2014/main" id="{4B390822-9517-4448-83B9-D2EE60BC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2166958"/>
            <a:ext cx="389021" cy="389030"/>
          </a:xfrm>
          <a:custGeom xmlns:a="http://schemas.openxmlformats.org/drawingml/2006/main">
            <a:pathLst>
              <a:path w="265471" h="265477">
                <a:moveTo>
                  <a:pt x="218240" y="47237"/>
                </a:moveTo>
                <a:cubicBezTo>
                  <a:pt x="265471" y="94477"/>
                  <a:pt x="265471" y="171003"/>
                  <a:pt x="218240" y="218240"/>
                </a:cubicBezTo>
                <a:cubicBezTo>
                  <a:pt x="171003" y="265477"/>
                  <a:pt x="94468" y="265477"/>
                  <a:pt x="47231" y="218240"/>
                </a:cubicBezTo>
                <a:cubicBezTo>
                  <a:pt x="0" y="171003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12" name="path-209">
            <a:extLst xmlns:a="http://schemas.openxmlformats.org/drawingml/2006/main">
              <a:ext uri="{FF2B5EF4-FFF2-40B4-BE49-F238E27FC236}">
                <a16:creationId xmlns:a16="http://schemas.microsoft.com/office/drawing/2014/main" id="{CDEDC419-A74F-4492-A0AF-F407DBB4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2615541"/>
            <a:ext cx="389093" cy="389030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7"/>
                  <a:pt x="94465" y="265477"/>
                  <a:pt x="47236" y="218240"/>
                </a:cubicBezTo>
                <a:cubicBezTo>
                  <a:pt x="0" y="171003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0">
            <a:extLst xmlns:a="http://schemas.openxmlformats.org/drawingml/2006/main">
              <a:ext uri="{FF2B5EF4-FFF2-40B4-BE49-F238E27FC236}">
                <a16:creationId xmlns:a16="http://schemas.microsoft.com/office/drawing/2014/main" id="{89451C39-951B-49F8-B2BB-EC8E69CD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2615546"/>
            <a:ext cx="389021" cy="389021"/>
          </a:xfrm>
          <a:custGeom xmlns:a="http://schemas.openxmlformats.org/drawingml/2006/main">
            <a:pathLst>
              <a:path w="265471" h="265471">
                <a:moveTo>
                  <a:pt x="218240" y="47234"/>
                </a:moveTo>
                <a:cubicBezTo>
                  <a:pt x="265471" y="94471"/>
                  <a:pt x="265471" y="171000"/>
                  <a:pt x="218240" y="218234"/>
                </a:cubicBezTo>
                <a:cubicBezTo>
                  <a:pt x="171003" y="265471"/>
                  <a:pt x="94468" y="265471"/>
                  <a:pt x="47231" y="218234"/>
                </a:cubicBezTo>
                <a:cubicBezTo>
                  <a:pt x="0" y="171000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14" name="path-211">
            <a:extLst xmlns:a="http://schemas.openxmlformats.org/drawingml/2006/main">
              <a:ext uri="{FF2B5EF4-FFF2-40B4-BE49-F238E27FC236}">
                <a16:creationId xmlns:a16="http://schemas.microsoft.com/office/drawing/2014/main" id="{A68571C5-9C76-4F5B-9B6B-F17CB89F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1494087"/>
            <a:ext cx="389093" cy="389030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7"/>
                  <a:pt x="94465" y="265477"/>
                  <a:pt x="47237" y="218240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2">
            <a:extLst xmlns:a="http://schemas.openxmlformats.org/drawingml/2006/main">
              <a:ext uri="{FF2B5EF4-FFF2-40B4-BE49-F238E27FC236}">
                <a16:creationId xmlns:a16="http://schemas.microsoft.com/office/drawing/2014/main" id="{CDBACC27-A76C-4B77-A3BA-97B91603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1494087"/>
            <a:ext cx="389030" cy="389026"/>
          </a:xfrm>
          <a:custGeom xmlns:a="http://schemas.openxmlformats.org/drawingml/2006/main">
            <a:pathLst>
              <a:path w="265477" h="265474">
                <a:moveTo>
                  <a:pt x="218240" y="47234"/>
                </a:moveTo>
                <a:cubicBezTo>
                  <a:pt x="265477" y="94474"/>
                  <a:pt x="265477" y="171003"/>
                  <a:pt x="218240" y="218237"/>
                </a:cubicBezTo>
                <a:cubicBezTo>
                  <a:pt x="171003" y="265474"/>
                  <a:pt x="94474" y="265474"/>
                  <a:pt x="47237" y="218237"/>
                </a:cubicBezTo>
                <a:cubicBezTo>
                  <a:pt x="0" y="171003"/>
                  <a:pt x="0" y="94474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16" name="path-213">
            <a:extLst xmlns:a="http://schemas.openxmlformats.org/drawingml/2006/main">
              <a:ext uri="{FF2B5EF4-FFF2-40B4-BE49-F238E27FC236}">
                <a16:creationId xmlns:a16="http://schemas.microsoft.com/office/drawing/2014/main" id="{15223A64-0CC9-45A6-8AD3-FBF3BBA7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1942671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5"/>
                </a:moveTo>
                <a:cubicBezTo>
                  <a:pt x="265520" y="94472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2"/>
                  <a:pt x="0" y="94472"/>
                  <a:pt x="47237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4">
            <a:extLst xmlns:a="http://schemas.openxmlformats.org/drawingml/2006/main">
              <a:ext uri="{FF2B5EF4-FFF2-40B4-BE49-F238E27FC236}">
                <a16:creationId xmlns:a16="http://schemas.microsoft.com/office/drawing/2014/main" id="{C5496140-30D0-4F8E-A420-A50A3E4D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1942671"/>
            <a:ext cx="389030" cy="389030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1"/>
                  <a:pt x="265477" y="171000"/>
                  <a:pt x="218240" y="218237"/>
                </a:cubicBezTo>
                <a:cubicBezTo>
                  <a:pt x="171003" y="265477"/>
                  <a:pt x="94474" y="265477"/>
                  <a:pt x="47237" y="218237"/>
                </a:cubicBezTo>
                <a:cubicBezTo>
                  <a:pt x="0" y="171000"/>
                  <a:pt x="0" y="94471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18" name="path-215">
            <a:extLst xmlns:a="http://schemas.openxmlformats.org/drawingml/2006/main">
              <a:ext uri="{FF2B5EF4-FFF2-40B4-BE49-F238E27FC236}">
                <a16:creationId xmlns:a16="http://schemas.microsoft.com/office/drawing/2014/main" id="{0F4330F2-E3A3-4177-98C6-A764A17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2391252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5"/>
                </a:moveTo>
                <a:cubicBezTo>
                  <a:pt x="265520" y="94472"/>
                  <a:pt x="265520" y="171003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3"/>
                  <a:pt x="0" y="94472"/>
                  <a:pt x="47237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6">
            <a:extLst xmlns:a="http://schemas.openxmlformats.org/drawingml/2006/main">
              <a:ext uri="{FF2B5EF4-FFF2-40B4-BE49-F238E27FC236}">
                <a16:creationId xmlns:a16="http://schemas.microsoft.com/office/drawing/2014/main" id="{AAA03AF7-F6F3-4304-99F0-398F795F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2391250"/>
            <a:ext cx="389030" cy="389030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4"/>
                  <a:pt x="265477" y="171000"/>
                  <a:pt x="218240" y="218240"/>
                </a:cubicBezTo>
                <a:cubicBezTo>
                  <a:pt x="171003" y="265477"/>
                  <a:pt x="94474" y="265477"/>
                  <a:pt x="47237" y="218240"/>
                </a:cubicBezTo>
                <a:cubicBezTo>
                  <a:pt x="0" y="171000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20" name="path-217">
            <a:extLst xmlns:a="http://schemas.openxmlformats.org/drawingml/2006/main">
              <a:ext uri="{FF2B5EF4-FFF2-40B4-BE49-F238E27FC236}">
                <a16:creationId xmlns:a16="http://schemas.microsoft.com/office/drawing/2014/main" id="{7F200C9B-7BD1-40A4-BA37-A0CA9FD9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2839833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4"/>
                  <a:pt x="265520" y="171003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8">
            <a:extLst xmlns:a="http://schemas.openxmlformats.org/drawingml/2006/main">
              <a:ext uri="{FF2B5EF4-FFF2-40B4-BE49-F238E27FC236}">
                <a16:creationId xmlns:a16="http://schemas.microsoft.com/office/drawing/2014/main" id="{F190E8D6-B777-4FBA-B06A-F7C1F422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2839833"/>
            <a:ext cx="389030" cy="389026"/>
          </a:xfrm>
          <a:custGeom xmlns:a="http://schemas.openxmlformats.org/drawingml/2006/main">
            <a:pathLst>
              <a:path w="265477" h="265474">
                <a:moveTo>
                  <a:pt x="218240" y="47234"/>
                </a:moveTo>
                <a:cubicBezTo>
                  <a:pt x="265477" y="94471"/>
                  <a:pt x="265477" y="171003"/>
                  <a:pt x="218240" y="218240"/>
                </a:cubicBezTo>
                <a:cubicBezTo>
                  <a:pt x="171003" y="265474"/>
                  <a:pt x="94474" y="265474"/>
                  <a:pt x="47237" y="218240"/>
                </a:cubicBezTo>
                <a:cubicBezTo>
                  <a:pt x="0" y="171003"/>
                  <a:pt x="0" y="94471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22" name="path-219">
            <a:extLst xmlns:a="http://schemas.openxmlformats.org/drawingml/2006/main">
              <a:ext uri="{FF2B5EF4-FFF2-40B4-BE49-F238E27FC236}">
                <a16:creationId xmlns:a16="http://schemas.microsoft.com/office/drawing/2014/main" id="{A2D10BAC-E766-4EC6-A276-98C45A75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1869321"/>
            <a:ext cx="434920" cy="367377"/>
          </a:xfrm>
          <a:custGeom xmlns:a="http://schemas.openxmlformats.org/drawingml/2006/main">
            <a:pathLst>
              <a:path w="296793" h="250701">
                <a:moveTo>
                  <a:pt x="0" y="250701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23" name="path-220">
            <a:extLst xmlns:a="http://schemas.openxmlformats.org/drawingml/2006/main">
              <a:ext uri="{FF2B5EF4-FFF2-40B4-BE49-F238E27FC236}">
                <a16:creationId xmlns:a16="http://schemas.microsoft.com/office/drawing/2014/main" id="{6D4743C6-9A22-4E25-8685-E8EB1196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1835035"/>
            <a:ext cx="85580" cy="79275"/>
          </a:xfrm>
          <a:custGeom xmlns:a="http://schemas.openxmlformats.org/drawingml/2006/main">
            <a:pathLst>
              <a:path w="58400" h="54098">
                <a:moveTo>
                  <a:pt x="58400" y="0"/>
                </a:moveTo>
                <a:lnTo>
                  <a:pt x="0" y="20848"/>
                </a:lnTo>
                <a:lnTo>
                  <a:pt x="30683" y="23399"/>
                </a:lnTo>
                <a:lnTo>
                  <a:pt x="28096" y="54098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1">
            <a:extLst xmlns:a="http://schemas.openxmlformats.org/drawingml/2006/main">
              <a:ext uri="{FF2B5EF4-FFF2-40B4-BE49-F238E27FC236}">
                <a16:creationId xmlns:a16="http://schemas.microsoft.com/office/drawing/2014/main" id="{294FB24B-58B6-4E47-BA1E-32F6BCA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1835035"/>
            <a:ext cx="85592" cy="79271"/>
          </a:xfrm>
          <a:custGeom xmlns:a="http://schemas.openxmlformats.org/drawingml/2006/main">
            <a:pathLst>
              <a:path w="58409" h="54095">
                <a:moveTo>
                  <a:pt x="58409" y="0"/>
                </a:moveTo>
                <a:lnTo>
                  <a:pt x="0" y="20847"/>
                </a:lnTo>
                <a:lnTo>
                  <a:pt x="30704" y="23397"/>
                </a:lnTo>
                <a:lnTo>
                  <a:pt x="28153" y="54095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25" name="path-222">
            <a:extLst xmlns:a="http://schemas.openxmlformats.org/drawingml/2006/main">
              <a:ext uri="{FF2B5EF4-FFF2-40B4-BE49-F238E27FC236}">
                <a16:creationId xmlns:a16="http://schemas.microsoft.com/office/drawing/2014/main" id="{32476665-EAFA-4FB5-9532-4828A409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2213105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26" name="path-223">
            <a:extLst xmlns:a="http://schemas.openxmlformats.org/drawingml/2006/main">
              <a:ext uri="{FF2B5EF4-FFF2-40B4-BE49-F238E27FC236}">
                <a16:creationId xmlns:a16="http://schemas.microsoft.com/office/drawing/2014/main" id="{BD531112-E915-462B-8EB9-E0367365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2191066"/>
            <a:ext cx="90543" cy="61355"/>
          </a:xfrm>
          <a:custGeom xmlns:a="http://schemas.openxmlformats.org/drawingml/2006/main">
            <a:pathLst>
              <a:path w="61787" h="41869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69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4">
            <a:extLst xmlns:a="http://schemas.openxmlformats.org/drawingml/2006/main">
              <a:ext uri="{FF2B5EF4-FFF2-40B4-BE49-F238E27FC236}">
                <a16:creationId xmlns:a16="http://schemas.microsoft.com/office/drawing/2014/main" id="{03824D1B-5DB2-40D4-955A-17791E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2191066"/>
            <a:ext cx="90617" cy="61355"/>
          </a:xfrm>
          <a:custGeom xmlns:a="http://schemas.openxmlformats.org/drawingml/2006/main">
            <a:pathLst>
              <a:path w="61838" h="41869">
                <a:moveTo>
                  <a:pt x="61838" y="5189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69"/>
                </a:lnTo>
                <a:lnTo>
                  <a:pt x="61838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28" name="path-225">
            <a:extLst xmlns:a="http://schemas.openxmlformats.org/drawingml/2006/main">
              <a:ext uri="{FF2B5EF4-FFF2-40B4-BE49-F238E27FC236}">
                <a16:creationId xmlns:a16="http://schemas.microsoft.com/office/drawing/2014/main" id="{E3CB4C0F-FD47-45E6-B662-C69E3513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2413937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29" name="path-226">
            <a:extLst xmlns:a="http://schemas.openxmlformats.org/drawingml/2006/main">
              <a:ext uri="{FF2B5EF4-FFF2-40B4-BE49-F238E27FC236}">
                <a16:creationId xmlns:a16="http://schemas.microsoft.com/office/drawing/2014/main" id="{2CDB39D3-8404-4457-8CC5-42714FA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2470527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27">
            <a:extLst xmlns:a="http://schemas.openxmlformats.org/drawingml/2006/main">
              <a:ext uri="{FF2B5EF4-FFF2-40B4-BE49-F238E27FC236}">
                <a16:creationId xmlns:a16="http://schemas.microsoft.com/office/drawing/2014/main" id="{1F05386F-3B15-4AA4-BD7B-7A918ECF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2470529"/>
            <a:ext cx="90617" cy="61355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31" name="path-228">
            <a:extLst xmlns:a="http://schemas.openxmlformats.org/drawingml/2006/main">
              <a:ext uri="{FF2B5EF4-FFF2-40B4-BE49-F238E27FC236}">
                <a16:creationId xmlns:a16="http://schemas.microsoft.com/office/drawing/2014/main" id="{349BE9E1-1C36-429D-8A94-500FF3D2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2486252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32" name="path-229">
            <a:extLst xmlns:a="http://schemas.openxmlformats.org/drawingml/2006/main">
              <a:ext uri="{FF2B5EF4-FFF2-40B4-BE49-F238E27FC236}">
                <a16:creationId xmlns:a16="http://schemas.microsoft.com/office/drawing/2014/main" id="{D0C17CF3-F24F-4959-8BB0-3D353FF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2808638"/>
            <a:ext cx="85580" cy="79275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1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0">
            <a:extLst xmlns:a="http://schemas.openxmlformats.org/drawingml/2006/main">
              <a:ext uri="{FF2B5EF4-FFF2-40B4-BE49-F238E27FC236}">
                <a16:creationId xmlns:a16="http://schemas.microsoft.com/office/drawing/2014/main" id="{53D97D6E-C29E-4790-B3BC-47105595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2808640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336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34" name="path-231">
            <a:extLst xmlns:a="http://schemas.openxmlformats.org/drawingml/2006/main">
              <a:ext uri="{FF2B5EF4-FFF2-40B4-BE49-F238E27FC236}">
                <a16:creationId xmlns:a16="http://schemas.microsoft.com/office/drawing/2014/main" id="{CCE08349-F547-4A5B-AC68-BA4C22C1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270" y="1813377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35" name="path-232">
            <a:extLst xmlns:a="http://schemas.openxmlformats.org/drawingml/2006/main">
              <a:ext uri="{FF2B5EF4-FFF2-40B4-BE49-F238E27FC236}">
                <a16:creationId xmlns:a16="http://schemas.microsoft.com/office/drawing/2014/main" id="{4D66D978-436D-4F5E-8989-B8376447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207" y="2135765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49" y="0"/>
                </a:lnTo>
                <a:lnTo>
                  <a:pt x="30699" y="30699"/>
                </a:lnTo>
                <a:lnTo>
                  <a:pt x="0" y="33251"/>
                </a:lnTo>
                <a:lnTo>
                  <a:pt x="58409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3">
            <a:extLst xmlns:a="http://schemas.openxmlformats.org/drawingml/2006/main">
              <a:ext uri="{FF2B5EF4-FFF2-40B4-BE49-F238E27FC236}">
                <a16:creationId xmlns:a16="http://schemas.microsoft.com/office/drawing/2014/main" id="{6704385C-59AA-4BD6-BC6C-58872C51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197" y="2135765"/>
            <a:ext cx="85601" cy="79275"/>
          </a:xfrm>
          <a:custGeom xmlns:a="http://schemas.openxmlformats.org/drawingml/2006/main">
            <a:pathLst>
              <a:path w="58415" h="54098">
                <a:moveTo>
                  <a:pt x="58415" y="54098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339"/>
                </a:lnTo>
                <a:lnTo>
                  <a:pt x="58415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37" name="path-234">
            <a:extLst xmlns:a="http://schemas.openxmlformats.org/drawingml/2006/main">
              <a:ext uri="{FF2B5EF4-FFF2-40B4-BE49-F238E27FC236}">
                <a16:creationId xmlns:a16="http://schemas.microsoft.com/office/drawing/2014/main" id="{41BAB1FA-6D4E-46B5-AFFB-1A8B46A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685" y="2189650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38" name="path-235">
            <a:extLst xmlns:a="http://schemas.openxmlformats.org/drawingml/2006/main">
              <a:ext uri="{FF2B5EF4-FFF2-40B4-BE49-F238E27FC236}">
                <a16:creationId xmlns:a16="http://schemas.microsoft.com/office/drawing/2014/main" id="{A063AA3A-980C-44EA-A410-D7D00A9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92" y="2246235"/>
            <a:ext cx="90619" cy="61357"/>
          </a:xfrm>
          <a:custGeom xmlns:a="http://schemas.openxmlformats.org/drawingml/2006/main">
            <a:pathLst>
              <a:path w="61839" h="41871">
                <a:moveTo>
                  <a:pt x="61839" y="36682"/>
                </a:moveTo>
                <a:lnTo>
                  <a:pt x="11787" y="0"/>
                </a:lnTo>
                <a:lnTo>
                  <a:pt x="26917" y="26829"/>
                </a:lnTo>
                <a:lnTo>
                  <a:pt x="0" y="41871"/>
                </a:lnTo>
                <a:lnTo>
                  <a:pt x="61839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6">
            <a:extLst xmlns:a="http://schemas.openxmlformats.org/drawingml/2006/main">
              <a:ext uri="{FF2B5EF4-FFF2-40B4-BE49-F238E27FC236}">
                <a16:creationId xmlns:a16="http://schemas.microsoft.com/office/drawing/2014/main" id="{633CFFBF-51F0-4ED0-A529-68A1D21B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88" y="2246233"/>
            <a:ext cx="90626" cy="61360"/>
          </a:xfrm>
          <a:custGeom xmlns:a="http://schemas.openxmlformats.org/drawingml/2006/main">
            <a:pathLst>
              <a:path w="61844" h="41872">
                <a:moveTo>
                  <a:pt x="61844" y="36680"/>
                </a:moveTo>
                <a:lnTo>
                  <a:pt x="11790" y="0"/>
                </a:lnTo>
                <a:lnTo>
                  <a:pt x="26917" y="26832"/>
                </a:lnTo>
                <a:lnTo>
                  <a:pt x="0" y="41872"/>
                </a:lnTo>
                <a:lnTo>
                  <a:pt x="61844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40" name="path-237">
            <a:extLst xmlns:a="http://schemas.openxmlformats.org/drawingml/2006/main">
              <a:ext uri="{FF2B5EF4-FFF2-40B4-BE49-F238E27FC236}">
                <a16:creationId xmlns:a16="http://schemas.microsoft.com/office/drawing/2014/main" id="{BCF4865E-0CAA-46D9-BFC1-B263298F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685" y="2437397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41" name="path-238">
            <a:extLst xmlns:a="http://schemas.openxmlformats.org/drawingml/2006/main">
              <a:ext uri="{FF2B5EF4-FFF2-40B4-BE49-F238E27FC236}">
                <a16:creationId xmlns:a16="http://schemas.microsoft.com/office/drawing/2014/main" id="{5DE1A986-45DE-4422-8E3B-943BC267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92" y="2415355"/>
            <a:ext cx="90619" cy="61357"/>
          </a:xfrm>
          <a:custGeom xmlns:a="http://schemas.openxmlformats.org/drawingml/2006/main">
            <a:pathLst>
              <a:path w="61839" h="41871">
                <a:moveTo>
                  <a:pt x="61839" y="5190"/>
                </a:moveTo>
                <a:lnTo>
                  <a:pt x="0" y="0"/>
                </a:lnTo>
                <a:lnTo>
                  <a:pt x="26917" y="15043"/>
                </a:lnTo>
                <a:lnTo>
                  <a:pt x="11787" y="41871"/>
                </a:lnTo>
                <a:lnTo>
                  <a:pt x="61839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39">
            <a:extLst xmlns:a="http://schemas.openxmlformats.org/drawingml/2006/main">
              <a:ext uri="{FF2B5EF4-FFF2-40B4-BE49-F238E27FC236}">
                <a16:creationId xmlns:a16="http://schemas.microsoft.com/office/drawing/2014/main" id="{2AD835BC-24D5-4999-B334-36D875C8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88" y="2415353"/>
            <a:ext cx="90626" cy="61364"/>
          </a:xfrm>
          <a:custGeom xmlns:a="http://schemas.openxmlformats.org/drawingml/2006/main">
            <a:pathLst>
              <a:path w="61844" h="41875">
                <a:moveTo>
                  <a:pt x="61844" y="5189"/>
                </a:moveTo>
                <a:lnTo>
                  <a:pt x="0" y="0"/>
                </a:lnTo>
                <a:lnTo>
                  <a:pt x="26917" y="15043"/>
                </a:lnTo>
                <a:lnTo>
                  <a:pt x="11790" y="41875"/>
                </a:lnTo>
                <a:lnTo>
                  <a:pt x="61844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43" name="path-240">
            <a:extLst xmlns:a="http://schemas.openxmlformats.org/drawingml/2006/main">
              <a:ext uri="{FF2B5EF4-FFF2-40B4-BE49-F238E27FC236}">
                <a16:creationId xmlns:a16="http://schemas.microsoft.com/office/drawing/2014/main" id="{D57CB76D-F66C-4AB2-AD18-0AA5544E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270" y="2542192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44" name="path-241">
            <a:extLst xmlns:a="http://schemas.openxmlformats.org/drawingml/2006/main">
              <a:ext uri="{FF2B5EF4-FFF2-40B4-BE49-F238E27FC236}">
                <a16:creationId xmlns:a16="http://schemas.microsoft.com/office/drawing/2014/main" id="{23048B9D-143E-44B0-AC99-89A1482D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207" y="2507908"/>
            <a:ext cx="85592" cy="79278"/>
          </a:xfrm>
          <a:custGeom xmlns:a="http://schemas.openxmlformats.org/drawingml/2006/main">
            <a:pathLst>
              <a:path w="58409" h="54100">
                <a:moveTo>
                  <a:pt x="58409" y="0"/>
                </a:moveTo>
                <a:lnTo>
                  <a:pt x="0" y="20848"/>
                </a:lnTo>
                <a:lnTo>
                  <a:pt x="30699" y="23399"/>
                </a:lnTo>
                <a:lnTo>
                  <a:pt x="28149" y="54100"/>
                </a:lnTo>
                <a:lnTo>
                  <a:pt x="58409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42">
            <a:extLst xmlns:a="http://schemas.openxmlformats.org/drawingml/2006/main">
              <a:ext uri="{FF2B5EF4-FFF2-40B4-BE49-F238E27FC236}">
                <a16:creationId xmlns:a16="http://schemas.microsoft.com/office/drawing/2014/main" id="{B5604661-1E4B-4F7A-94D9-6247B61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197" y="2507910"/>
            <a:ext cx="85601" cy="79275"/>
          </a:xfrm>
          <a:custGeom xmlns:a="http://schemas.openxmlformats.org/drawingml/2006/main">
            <a:pathLst>
              <a:path w="58415" h="54098">
                <a:moveTo>
                  <a:pt x="58415" y="0"/>
                </a:moveTo>
                <a:lnTo>
                  <a:pt x="0" y="20844"/>
                </a:lnTo>
                <a:lnTo>
                  <a:pt x="30704" y="23394"/>
                </a:lnTo>
                <a:lnTo>
                  <a:pt x="28153" y="54098"/>
                </a:lnTo>
                <a:lnTo>
                  <a:pt x="58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46" name="path-243">
            <a:extLst xmlns:a="http://schemas.openxmlformats.org/drawingml/2006/main">
              <a:ext uri="{FF2B5EF4-FFF2-40B4-BE49-F238E27FC236}">
                <a16:creationId xmlns:a16="http://schemas.microsoft.com/office/drawing/2014/main" id="{A40CE38D-7040-4CB5-AFDC-84E28366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220" y="2176830"/>
            <a:ext cx="1638652" cy="369361"/>
          </a:xfrm>
          <a:custGeom xmlns:a="http://schemas.openxmlformats.org/drawingml/2006/main">
            <a:pathLst>
              <a:path w="1118228" h="252055">
                <a:moveTo>
                  <a:pt x="0" y="0"/>
                </a:moveTo>
                <a:lnTo>
                  <a:pt x="1118228" y="0"/>
                </a:lnTo>
                <a:lnTo>
                  <a:pt x="1118228" y="252055"/>
                </a:lnTo>
                <a:lnTo>
                  <a:pt x="0" y="25205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text-244 Vision">
            <a:extLst xmlns:a="http://schemas.openxmlformats.org/drawingml/2006/main">
              <a:ext uri="{FF2B5EF4-FFF2-40B4-BE49-F238E27FC236}">
                <a16:creationId xmlns:a16="http://schemas.microsoft.com/office/drawing/2014/main" id="{F75F4F95-DB6F-401F-8C67-504B0DAA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916" y="2189616"/>
            <a:ext cx="815275" cy="36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248" name="text-244 Agent">
            <a:extLst xmlns:a="http://schemas.openxmlformats.org/drawingml/2006/main">
              <a:ext uri="{FF2B5EF4-FFF2-40B4-BE49-F238E27FC236}">
                <a16:creationId xmlns:a16="http://schemas.microsoft.com/office/drawing/2014/main" id="{8203DAFB-064D-425E-90CB-4E002EA8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2897" y="2189659"/>
            <a:ext cx="776658" cy="360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249" name="text-245 Decision-">
            <a:extLst xmlns:a="http://schemas.openxmlformats.org/drawingml/2006/main">
              <a:ext uri="{FF2B5EF4-FFF2-40B4-BE49-F238E27FC236}">
                <a16:creationId xmlns:a16="http://schemas.microsoft.com/office/drawing/2014/main" id="{27E313D7-0BD2-46A5-A437-75C24D6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4769" y="163716"/>
            <a:ext cx="1086509" cy="324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</a:t>
            </a:r>
          </a:p>
        </p:txBody>
      </p:sp>
      <p:sp>
        <p:nvSpPr>
          <p:cNvPr id="250" name="text-246 making">
            <a:extLst xmlns:a="http://schemas.openxmlformats.org/drawingml/2006/main">
              <a:ext uri="{FF2B5EF4-FFF2-40B4-BE49-F238E27FC236}">
                <a16:creationId xmlns:a16="http://schemas.microsoft.com/office/drawing/2014/main" id="{4ED23FDB-933B-4BCF-AEF8-585325A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0785" y="429151"/>
            <a:ext cx="854295" cy="324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making</a:t>
            </a:r>
          </a:p>
        </p:txBody>
      </p:sp>
      <p:sp>
        <p:nvSpPr>
          <p:cNvPr id="251" name="text-247 Neural">
            <a:extLst xmlns:a="http://schemas.openxmlformats.org/drawingml/2006/main">
              <a:ext uri="{FF2B5EF4-FFF2-40B4-BE49-F238E27FC236}">
                <a16:creationId xmlns:a16="http://schemas.microsoft.com/office/drawing/2014/main" id="{6654D6ED-CF25-444D-BB79-E5B695B8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494" y="694629"/>
            <a:ext cx="725297" cy="32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252" name="text-247 Networks">
            <a:extLst xmlns:a="http://schemas.openxmlformats.org/drawingml/2006/main">
              <a:ext uri="{FF2B5EF4-FFF2-40B4-BE49-F238E27FC236}">
                <a16:creationId xmlns:a16="http://schemas.microsoft.com/office/drawing/2014/main" id="{C1FCAA33-874E-4BA3-8781-240AB1B6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7485" y="694635"/>
            <a:ext cx="1008743" cy="324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253" name="path-248">
            <a:extLst xmlns:a="http://schemas.openxmlformats.org/drawingml/2006/main">
              <a:ext uri="{FF2B5EF4-FFF2-40B4-BE49-F238E27FC236}">
                <a16:creationId xmlns:a16="http://schemas.microsoft.com/office/drawing/2014/main" id="{07019ED9-A4FE-441B-A4B4-23686FD7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59" y="5169109"/>
            <a:ext cx="389028" cy="389157"/>
          </a:xfrm>
          <a:custGeom xmlns:a="http://schemas.openxmlformats.org/drawingml/2006/main">
            <a:pathLst>
              <a:path w="265476" h="265563">
                <a:moveTo>
                  <a:pt x="218239" y="47235"/>
                </a:moveTo>
                <a:cubicBezTo>
                  <a:pt x="265476" y="94472"/>
                  <a:pt x="265476" y="171091"/>
                  <a:pt x="218239" y="218328"/>
                </a:cubicBezTo>
                <a:cubicBezTo>
                  <a:pt x="171002" y="265563"/>
                  <a:pt x="94474" y="265563"/>
                  <a:pt x="47237" y="218328"/>
                </a:cubicBezTo>
                <a:cubicBezTo>
                  <a:pt x="0" y="171091"/>
                  <a:pt x="0" y="94472"/>
                  <a:pt x="47237" y="47235"/>
                </a:cubicBezTo>
                <a:cubicBezTo>
                  <a:pt x="94474" y="0"/>
                  <a:pt x="171002" y="0"/>
                  <a:pt x="218239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9">
            <a:extLst xmlns:a="http://schemas.openxmlformats.org/drawingml/2006/main">
              <a:ext uri="{FF2B5EF4-FFF2-40B4-BE49-F238E27FC236}">
                <a16:creationId xmlns:a16="http://schemas.microsoft.com/office/drawing/2014/main" id="{AB9E3991-B25C-46B4-9D3C-78CC3A23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51" y="5169105"/>
            <a:ext cx="389030" cy="389159"/>
          </a:xfrm>
          <a:custGeom xmlns:a="http://schemas.openxmlformats.org/drawingml/2006/main">
            <a:pathLst>
              <a:path w="265477" h="265565">
                <a:moveTo>
                  <a:pt x="218240" y="47237"/>
                </a:moveTo>
                <a:cubicBezTo>
                  <a:pt x="265477" y="94477"/>
                  <a:pt x="265477" y="171094"/>
                  <a:pt x="218240" y="218331"/>
                </a:cubicBezTo>
                <a:cubicBezTo>
                  <a:pt x="171009" y="265565"/>
                  <a:pt x="94474" y="265565"/>
                  <a:pt x="47237" y="218331"/>
                </a:cubicBezTo>
                <a:cubicBezTo>
                  <a:pt x="0" y="171094"/>
                  <a:pt x="0" y="94477"/>
                  <a:pt x="47237" y="47237"/>
                </a:cubicBezTo>
                <a:cubicBezTo>
                  <a:pt x="94474" y="0"/>
                  <a:pt x="171009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55" name="path-250">
            <a:extLst xmlns:a="http://schemas.openxmlformats.org/drawingml/2006/main">
              <a:ext uri="{FF2B5EF4-FFF2-40B4-BE49-F238E27FC236}">
                <a16:creationId xmlns:a16="http://schemas.microsoft.com/office/drawing/2014/main" id="{5E47DF29-77C5-4DAD-8F41-A5DCEA68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4766673"/>
            <a:ext cx="340947" cy="96028"/>
          </a:xfrm>
          <a:custGeom xmlns:a="http://schemas.openxmlformats.org/drawingml/2006/main">
            <a:pathLst>
              <a:path w="232665" h="65530">
                <a:moveTo>
                  <a:pt x="0" y="65530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56" name="path-251">
            <a:extLst xmlns:a="http://schemas.openxmlformats.org/drawingml/2006/main">
              <a:ext uri="{FF2B5EF4-FFF2-40B4-BE49-F238E27FC236}">
                <a16:creationId xmlns:a16="http://schemas.microsoft.com/office/drawing/2014/main" id="{6D865105-4FE0-4D64-A8C2-9E609994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4744631"/>
            <a:ext cx="90543" cy="61486"/>
          </a:xfrm>
          <a:custGeom xmlns:a="http://schemas.openxmlformats.org/drawingml/2006/main">
            <a:pathLst>
              <a:path w="61787" h="41959">
                <a:moveTo>
                  <a:pt x="61787" y="5190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959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2">
            <a:extLst xmlns:a="http://schemas.openxmlformats.org/drawingml/2006/main">
              <a:ext uri="{FF2B5EF4-FFF2-40B4-BE49-F238E27FC236}">
                <a16:creationId xmlns:a16="http://schemas.microsoft.com/office/drawing/2014/main" id="{B8B1A6F9-8436-4450-A307-B802641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4744634"/>
            <a:ext cx="90617" cy="61484"/>
          </a:xfrm>
          <a:custGeom xmlns:a="http://schemas.openxmlformats.org/drawingml/2006/main">
            <a:pathLst>
              <a:path w="61838" h="41957">
                <a:moveTo>
                  <a:pt x="61838" y="5274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957"/>
                </a:lnTo>
                <a:lnTo>
                  <a:pt x="61838" y="5274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58" name="path-253">
            <a:extLst xmlns:a="http://schemas.openxmlformats.org/drawingml/2006/main">
              <a:ext uri="{FF2B5EF4-FFF2-40B4-BE49-F238E27FC236}">
                <a16:creationId xmlns:a16="http://schemas.microsoft.com/office/drawing/2014/main" id="{4081D6F2-04A0-47C6-B846-876BB84F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4967505"/>
            <a:ext cx="340947" cy="96028"/>
          </a:xfrm>
          <a:custGeom xmlns:a="http://schemas.openxmlformats.org/drawingml/2006/main">
            <a:pathLst>
              <a:path w="232665" h="65530">
                <a:moveTo>
                  <a:pt x="0" y="0"/>
                </a:moveTo>
                <a:lnTo>
                  <a:pt x="232665" y="6553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59" name="path-254">
            <a:extLst xmlns:a="http://schemas.openxmlformats.org/drawingml/2006/main">
              <a:ext uri="{FF2B5EF4-FFF2-40B4-BE49-F238E27FC236}">
                <a16:creationId xmlns:a16="http://schemas.microsoft.com/office/drawing/2014/main" id="{F415E415-19EA-4790-B9FB-BBF860C1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5024093"/>
            <a:ext cx="90543" cy="61486"/>
          </a:xfrm>
          <a:custGeom xmlns:a="http://schemas.openxmlformats.org/drawingml/2006/main">
            <a:pathLst>
              <a:path w="61787" h="41959">
                <a:moveTo>
                  <a:pt x="61787" y="36682"/>
                </a:moveTo>
                <a:lnTo>
                  <a:pt x="11796" y="0"/>
                </a:lnTo>
                <a:lnTo>
                  <a:pt x="26856" y="26917"/>
                </a:lnTo>
                <a:lnTo>
                  <a:pt x="0" y="41959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5">
            <a:extLst xmlns:a="http://schemas.openxmlformats.org/drawingml/2006/main">
              <a:ext uri="{FF2B5EF4-FFF2-40B4-BE49-F238E27FC236}">
                <a16:creationId xmlns:a16="http://schemas.microsoft.com/office/drawing/2014/main" id="{93116428-1E22-4C04-9EF7-D2AA3F25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5024088"/>
            <a:ext cx="90617" cy="61488"/>
          </a:xfrm>
          <a:custGeom xmlns:a="http://schemas.openxmlformats.org/drawingml/2006/main">
            <a:pathLst>
              <a:path w="61838" h="41960">
                <a:moveTo>
                  <a:pt x="61838" y="36680"/>
                </a:moveTo>
                <a:lnTo>
                  <a:pt x="11783" y="0"/>
                </a:lnTo>
                <a:lnTo>
                  <a:pt x="26917" y="26917"/>
                </a:lnTo>
                <a:lnTo>
                  <a:pt x="0" y="41960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61" name="path-256">
            <a:extLst xmlns:a="http://schemas.openxmlformats.org/drawingml/2006/main">
              <a:ext uri="{FF2B5EF4-FFF2-40B4-BE49-F238E27FC236}">
                <a16:creationId xmlns:a16="http://schemas.microsoft.com/office/drawing/2014/main" id="{9DB92355-A1C1-48AF-9E9D-386D068D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5039820"/>
            <a:ext cx="434920" cy="367497"/>
          </a:xfrm>
          <a:custGeom xmlns:a="http://schemas.openxmlformats.org/drawingml/2006/main">
            <a:pathLst>
              <a:path w="296793" h="250783">
                <a:moveTo>
                  <a:pt x="0" y="0"/>
                </a:moveTo>
                <a:lnTo>
                  <a:pt x="296793" y="250783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62" name="path-257">
            <a:extLst xmlns:a="http://schemas.openxmlformats.org/drawingml/2006/main">
              <a:ext uri="{FF2B5EF4-FFF2-40B4-BE49-F238E27FC236}">
                <a16:creationId xmlns:a16="http://schemas.microsoft.com/office/drawing/2014/main" id="{45CCFCAE-AC0A-42F6-ACED-3446CB86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5362332"/>
            <a:ext cx="85580" cy="79278"/>
          </a:xfrm>
          <a:custGeom xmlns:a="http://schemas.openxmlformats.org/drawingml/2006/main">
            <a:pathLst>
              <a:path w="58400" h="54100">
                <a:moveTo>
                  <a:pt x="58400" y="54100"/>
                </a:moveTo>
                <a:lnTo>
                  <a:pt x="28096" y="0"/>
                </a:lnTo>
                <a:lnTo>
                  <a:pt x="30683" y="30613"/>
                </a:lnTo>
                <a:lnTo>
                  <a:pt x="0" y="33251"/>
                </a:lnTo>
                <a:lnTo>
                  <a:pt x="58400" y="5410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58">
            <a:extLst xmlns:a="http://schemas.openxmlformats.org/drawingml/2006/main">
              <a:ext uri="{FF2B5EF4-FFF2-40B4-BE49-F238E27FC236}">
                <a16:creationId xmlns:a16="http://schemas.microsoft.com/office/drawing/2014/main" id="{0C95B8EA-A811-4709-BF49-379E5715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5362332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248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64" name="path-259">
            <a:extLst xmlns:a="http://schemas.openxmlformats.org/drawingml/2006/main">
              <a:ext uri="{FF2B5EF4-FFF2-40B4-BE49-F238E27FC236}">
                <a16:creationId xmlns:a16="http://schemas.microsoft.com/office/drawing/2014/main" id="{15A6A222-4666-4BEA-B0AA-656C430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48" y="5072819"/>
            <a:ext cx="522447" cy="735389"/>
          </a:xfrm>
          <a:custGeom xmlns:a="http://schemas.openxmlformats.org/drawingml/2006/main">
            <a:pathLst>
              <a:path w="356522" h="501835">
                <a:moveTo>
                  <a:pt x="0" y="0"/>
                </a:moveTo>
                <a:lnTo>
                  <a:pt x="356522" y="50183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65" name="path-260">
            <a:extLst xmlns:a="http://schemas.openxmlformats.org/drawingml/2006/main">
              <a:ext uri="{FF2B5EF4-FFF2-40B4-BE49-F238E27FC236}">
                <a16:creationId xmlns:a16="http://schemas.microsoft.com/office/drawing/2014/main" id="{76AABA7F-6E23-4C17-A9CC-606BC460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871" y="5763737"/>
            <a:ext cx="75279" cy="87784"/>
          </a:xfrm>
          <a:custGeom xmlns:a="http://schemas.openxmlformats.org/drawingml/2006/main">
            <a:pathLst>
              <a:path w="51371" h="59904">
                <a:moveTo>
                  <a:pt x="51371" y="59904"/>
                </a:moveTo>
                <a:lnTo>
                  <a:pt x="35494" y="0"/>
                </a:lnTo>
                <a:lnTo>
                  <a:pt x="30356" y="30349"/>
                </a:lnTo>
                <a:lnTo>
                  <a:pt x="0" y="25246"/>
                </a:lnTo>
                <a:lnTo>
                  <a:pt x="51371" y="59904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61">
            <a:extLst xmlns:a="http://schemas.openxmlformats.org/drawingml/2006/main">
              <a:ext uri="{FF2B5EF4-FFF2-40B4-BE49-F238E27FC236}">
                <a16:creationId xmlns:a16="http://schemas.microsoft.com/office/drawing/2014/main" id="{F910FFE0-F61D-4EC2-A698-B96DDA87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917" y="5763738"/>
            <a:ext cx="75276" cy="87776"/>
          </a:xfrm>
          <a:custGeom xmlns:a="http://schemas.openxmlformats.org/drawingml/2006/main">
            <a:pathLst>
              <a:path w="51369" h="59899">
                <a:moveTo>
                  <a:pt x="51369" y="59899"/>
                </a:moveTo>
                <a:lnTo>
                  <a:pt x="35447" y="0"/>
                </a:lnTo>
                <a:lnTo>
                  <a:pt x="30352" y="30346"/>
                </a:lnTo>
                <a:lnTo>
                  <a:pt x="0" y="25242"/>
                </a:lnTo>
                <a:lnTo>
                  <a:pt x="51369" y="5989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67" name="path-262">
            <a:extLst xmlns:a="http://schemas.openxmlformats.org/drawingml/2006/main">
              <a:ext uri="{FF2B5EF4-FFF2-40B4-BE49-F238E27FC236}">
                <a16:creationId xmlns:a16="http://schemas.microsoft.com/office/drawing/2014/main" id="{0A76F54C-F6B8-488D-AF9E-B2EE643B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48" y="4919169"/>
            <a:ext cx="522447" cy="735384"/>
          </a:xfrm>
          <a:custGeom xmlns:a="http://schemas.openxmlformats.org/drawingml/2006/main">
            <a:pathLst>
              <a:path w="356522" h="501832">
                <a:moveTo>
                  <a:pt x="0" y="501832"/>
                </a:moveTo>
                <a:lnTo>
                  <a:pt x="356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68" name="path-263">
            <a:extLst xmlns:a="http://schemas.openxmlformats.org/drawingml/2006/main">
              <a:ext uri="{FF2B5EF4-FFF2-40B4-BE49-F238E27FC236}">
                <a16:creationId xmlns:a16="http://schemas.microsoft.com/office/drawing/2014/main" id="{79F01435-0AB5-4EC5-9AF3-9D0BDB1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871" y="4875725"/>
            <a:ext cx="75279" cy="87914"/>
          </a:xfrm>
          <a:custGeom xmlns:a="http://schemas.openxmlformats.org/drawingml/2006/main">
            <a:pathLst>
              <a:path w="51371" h="59993">
                <a:moveTo>
                  <a:pt x="51371" y="0"/>
                </a:moveTo>
                <a:lnTo>
                  <a:pt x="0" y="34746"/>
                </a:lnTo>
                <a:lnTo>
                  <a:pt x="30356" y="29644"/>
                </a:lnTo>
                <a:lnTo>
                  <a:pt x="35494" y="59993"/>
                </a:lnTo>
                <a:lnTo>
                  <a:pt x="5137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4">
            <a:extLst xmlns:a="http://schemas.openxmlformats.org/drawingml/2006/main">
              <a:ext uri="{FF2B5EF4-FFF2-40B4-BE49-F238E27FC236}">
                <a16:creationId xmlns:a16="http://schemas.microsoft.com/office/drawing/2014/main" id="{53154F74-8AA2-45FB-9F86-72B39EF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917" y="4875849"/>
            <a:ext cx="75276" cy="87785"/>
          </a:xfrm>
          <a:custGeom xmlns:a="http://schemas.openxmlformats.org/drawingml/2006/main">
            <a:pathLst>
              <a:path w="51369" h="59905">
                <a:moveTo>
                  <a:pt x="51369" y="0"/>
                </a:moveTo>
                <a:lnTo>
                  <a:pt x="0" y="34660"/>
                </a:lnTo>
                <a:lnTo>
                  <a:pt x="30352" y="29562"/>
                </a:lnTo>
                <a:lnTo>
                  <a:pt x="35447" y="59905"/>
                </a:lnTo>
                <a:lnTo>
                  <a:pt x="51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70" name="path-265">
            <a:extLst xmlns:a="http://schemas.openxmlformats.org/drawingml/2006/main">
              <a:ext uri="{FF2B5EF4-FFF2-40B4-BE49-F238E27FC236}">
                <a16:creationId xmlns:a16="http://schemas.microsoft.com/office/drawing/2014/main" id="{CB118115-EA44-4D85-8BCE-A383ADAD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5320051"/>
            <a:ext cx="434920" cy="367506"/>
          </a:xfrm>
          <a:custGeom xmlns:a="http://schemas.openxmlformats.org/drawingml/2006/main">
            <a:pathLst>
              <a:path w="296793" h="250789">
                <a:moveTo>
                  <a:pt x="0" y="250789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71" name="path-266">
            <a:extLst xmlns:a="http://schemas.openxmlformats.org/drawingml/2006/main">
              <a:ext uri="{FF2B5EF4-FFF2-40B4-BE49-F238E27FC236}">
                <a16:creationId xmlns:a16="http://schemas.microsoft.com/office/drawing/2014/main" id="{10707B2B-AB83-4CAF-8531-E971734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5285765"/>
            <a:ext cx="85580" cy="79278"/>
          </a:xfrm>
          <a:custGeom xmlns:a="http://schemas.openxmlformats.org/drawingml/2006/main">
            <a:pathLst>
              <a:path w="58400" h="54100">
                <a:moveTo>
                  <a:pt x="58400" y="0"/>
                </a:moveTo>
                <a:lnTo>
                  <a:pt x="0" y="20848"/>
                </a:lnTo>
                <a:lnTo>
                  <a:pt x="30683" y="23399"/>
                </a:lnTo>
                <a:lnTo>
                  <a:pt x="28096" y="54100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67">
            <a:extLst xmlns:a="http://schemas.openxmlformats.org/drawingml/2006/main">
              <a:ext uri="{FF2B5EF4-FFF2-40B4-BE49-F238E27FC236}">
                <a16:creationId xmlns:a16="http://schemas.microsoft.com/office/drawing/2014/main" id="{7F3D68BF-2B98-479F-B4A4-23DF49C1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5285765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844"/>
                </a:lnTo>
                <a:lnTo>
                  <a:pt x="30704" y="23397"/>
                </a:lnTo>
                <a:lnTo>
                  <a:pt x="28153" y="54098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73" name="path-268">
            <a:extLst xmlns:a="http://schemas.openxmlformats.org/drawingml/2006/main">
              <a:ext uri="{FF2B5EF4-FFF2-40B4-BE49-F238E27FC236}">
                <a16:creationId xmlns:a16="http://schemas.microsoft.com/office/drawing/2014/main" id="{45718698-66C8-42A2-A6E1-3766A2B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5864662"/>
            <a:ext cx="340947" cy="96037"/>
          </a:xfrm>
          <a:custGeom xmlns:a="http://schemas.openxmlformats.org/drawingml/2006/main">
            <a:pathLst>
              <a:path w="232665" h="65536">
                <a:moveTo>
                  <a:pt x="0" y="0"/>
                </a:moveTo>
                <a:lnTo>
                  <a:pt x="232665" y="6553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74" name="path-269">
            <a:extLst xmlns:a="http://schemas.openxmlformats.org/drawingml/2006/main">
              <a:ext uri="{FF2B5EF4-FFF2-40B4-BE49-F238E27FC236}">
                <a16:creationId xmlns:a16="http://schemas.microsoft.com/office/drawing/2014/main" id="{795BB922-FCE1-493E-962D-368F4294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5921256"/>
            <a:ext cx="90543" cy="61487"/>
          </a:xfrm>
          <a:custGeom xmlns:a="http://schemas.openxmlformats.org/drawingml/2006/main">
            <a:pathLst>
              <a:path w="61787" h="41959">
                <a:moveTo>
                  <a:pt x="61787" y="36682"/>
                </a:moveTo>
                <a:lnTo>
                  <a:pt x="11796" y="0"/>
                </a:lnTo>
                <a:lnTo>
                  <a:pt x="26856" y="26918"/>
                </a:lnTo>
                <a:lnTo>
                  <a:pt x="0" y="41959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70">
            <a:extLst xmlns:a="http://schemas.openxmlformats.org/drawingml/2006/main">
              <a:ext uri="{FF2B5EF4-FFF2-40B4-BE49-F238E27FC236}">
                <a16:creationId xmlns:a16="http://schemas.microsoft.com/office/drawing/2014/main" id="{5D33D659-C07A-47A8-BA7A-41597498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5921255"/>
            <a:ext cx="90617" cy="61488"/>
          </a:xfrm>
          <a:custGeom xmlns:a="http://schemas.openxmlformats.org/drawingml/2006/main">
            <a:pathLst>
              <a:path w="61838" h="41960">
                <a:moveTo>
                  <a:pt x="61838" y="36680"/>
                </a:moveTo>
                <a:lnTo>
                  <a:pt x="11783" y="0"/>
                </a:lnTo>
                <a:lnTo>
                  <a:pt x="26917" y="26917"/>
                </a:lnTo>
                <a:lnTo>
                  <a:pt x="0" y="41960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76" name="path-271">
            <a:extLst xmlns:a="http://schemas.openxmlformats.org/drawingml/2006/main">
              <a:ext uri="{FF2B5EF4-FFF2-40B4-BE49-F238E27FC236}">
                <a16:creationId xmlns:a16="http://schemas.microsoft.com/office/drawing/2014/main" id="{0CC5C1E2-6D15-42EE-B5A1-D0C8D5DF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5663840"/>
            <a:ext cx="340947" cy="96028"/>
          </a:xfrm>
          <a:custGeom xmlns:a="http://schemas.openxmlformats.org/drawingml/2006/main">
            <a:pathLst>
              <a:path w="232665" h="65530">
                <a:moveTo>
                  <a:pt x="0" y="65530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77" name="path-272">
            <a:extLst xmlns:a="http://schemas.openxmlformats.org/drawingml/2006/main">
              <a:ext uri="{FF2B5EF4-FFF2-40B4-BE49-F238E27FC236}">
                <a16:creationId xmlns:a16="http://schemas.microsoft.com/office/drawing/2014/main" id="{46719F75-C177-45AD-A4E6-290BFE7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5641796"/>
            <a:ext cx="90543" cy="61486"/>
          </a:xfrm>
          <a:custGeom xmlns:a="http://schemas.openxmlformats.org/drawingml/2006/main">
            <a:pathLst>
              <a:path w="61787" h="41959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959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3">
            <a:extLst xmlns:a="http://schemas.openxmlformats.org/drawingml/2006/main">
              <a:ext uri="{FF2B5EF4-FFF2-40B4-BE49-F238E27FC236}">
                <a16:creationId xmlns:a16="http://schemas.microsoft.com/office/drawing/2014/main" id="{5F2F843F-8F31-4E8D-BDF5-FF7EBEF6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5641791"/>
            <a:ext cx="90617" cy="61488"/>
          </a:xfrm>
          <a:custGeom xmlns:a="http://schemas.openxmlformats.org/drawingml/2006/main">
            <a:pathLst>
              <a:path w="61838" h="41960">
                <a:moveTo>
                  <a:pt x="61838" y="5280"/>
                </a:moveTo>
                <a:lnTo>
                  <a:pt x="0" y="0"/>
                </a:lnTo>
                <a:lnTo>
                  <a:pt x="26917" y="15046"/>
                </a:lnTo>
                <a:lnTo>
                  <a:pt x="11783" y="41960"/>
                </a:lnTo>
                <a:lnTo>
                  <a:pt x="61838" y="52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79" name="path-274">
            <a:extLst xmlns:a="http://schemas.openxmlformats.org/drawingml/2006/main">
              <a:ext uri="{FF2B5EF4-FFF2-40B4-BE49-F238E27FC236}">
                <a16:creationId xmlns:a16="http://schemas.microsoft.com/office/drawing/2014/main" id="{57144808-EB91-4313-B05A-B99B80F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4720528"/>
            <a:ext cx="389093" cy="389157"/>
          </a:xfrm>
          <a:custGeom xmlns:a="http://schemas.openxmlformats.org/drawingml/2006/main">
            <a:pathLst>
              <a:path w="265520" h="265563">
                <a:moveTo>
                  <a:pt x="218283" y="47235"/>
                </a:moveTo>
                <a:cubicBezTo>
                  <a:pt x="265520" y="94472"/>
                  <a:pt x="265520" y="171089"/>
                  <a:pt x="218283" y="218326"/>
                </a:cubicBezTo>
                <a:cubicBezTo>
                  <a:pt x="171046" y="265563"/>
                  <a:pt x="94465" y="265563"/>
                  <a:pt x="47236" y="218326"/>
                </a:cubicBezTo>
                <a:cubicBezTo>
                  <a:pt x="0" y="171089"/>
                  <a:pt x="0" y="94472"/>
                  <a:pt x="47236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75">
            <a:extLst xmlns:a="http://schemas.openxmlformats.org/drawingml/2006/main">
              <a:ext uri="{FF2B5EF4-FFF2-40B4-BE49-F238E27FC236}">
                <a16:creationId xmlns:a16="http://schemas.microsoft.com/office/drawing/2014/main" id="{CB743374-FC07-40A9-A3A0-1B6BF28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4720526"/>
            <a:ext cx="389021" cy="389159"/>
          </a:xfrm>
          <a:custGeom xmlns:a="http://schemas.openxmlformats.org/drawingml/2006/main">
            <a:pathLst>
              <a:path w="265471" h="265565">
                <a:moveTo>
                  <a:pt x="218240" y="47237"/>
                </a:moveTo>
                <a:cubicBezTo>
                  <a:pt x="265471" y="94471"/>
                  <a:pt x="265471" y="171091"/>
                  <a:pt x="218240" y="218325"/>
                </a:cubicBezTo>
                <a:cubicBezTo>
                  <a:pt x="171003" y="265565"/>
                  <a:pt x="94468" y="265565"/>
                  <a:pt x="47231" y="218325"/>
                </a:cubicBezTo>
                <a:cubicBezTo>
                  <a:pt x="0" y="171091"/>
                  <a:pt x="0" y="94471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81" name="path-276">
            <a:extLst xmlns:a="http://schemas.openxmlformats.org/drawingml/2006/main">
              <a:ext uri="{FF2B5EF4-FFF2-40B4-BE49-F238E27FC236}">
                <a16:creationId xmlns:a16="http://schemas.microsoft.com/office/drawing/2014/main" id="{06B85991-116B-4724-8407-BFEE9405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5169109"/>
            <a:ext cx="389093" cy="389157"/>
          </a:xfrm>
          <a:custGeom xmlns:a="http://schemas.openxmlformats.org/drawingml/2006/main">
            <a:pathLst>
              <a:path w="265520" h="265563">
                <a:moveTo>
                  <a:pt x="218283" y="47235"/>
                </a:moveTo>
                <a:cubicBezTo>
                  <a:pt x="265520" y="94472"/>
                  <a:pt x="265520" y="171091"/>
                  <a:pt x="218283" y="218328"/>
                </a:cubicBezTo>
                <a:cubicBezTo>
                  <a:pt x="171046" y="265563"/>
                  <a:pt x="94465" y="265563"/>
                  <a:pt x="47236" y="218328"/>
                </a:cubicBezTo>
                <a:cubicBezTo>
                  <a:pt x="0" y="171091"/>
                  <a:pt x="0" y="94472"/>
                  <a:pt x="47236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77">
            <a:extLst xmlns:a="http://schemas.openxmlformats.org/drawingml/2006/main">
              <a:ext uri="{FF2B5EF4-FFF2-40B4-BE49-F238E27FC236}">
                <a16:creationId xmlns:a16="http://schemas.microsoft.com/office/drawing/2014/main" id="{DC7B216A-ED94-418B-A466-3E19B7D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5169105"/>
            <a:ext cx="389021" cy="389159"/>
          </a:xfrm>
          <a:custGeom xmlns:a="http://schemas.openxmlformats.org/drawingml/2006/main">
            <a:pathLst>
              <a:path w="265471" h="265565">
                <a:moveTo>
                  <a:pt x="218240" y="47237"/>
                </a:moveTo>
                <a:cubicBezTo>
                  <a:pt x="265471" y="94477"/>
                  <a:pt x="265471" y="171094"/>
                  <a:pt x="218240" y="218331"/>
                </a:cubicBezTo>
                <a:cubicBezTo>
                  <a:pt x="171003" y="265565"/>
                  <a:pt x="94468" y="265565"/>
                  <a:pt x="47231" y="218331"/>
                </a:cubicBezTo>
                <a:cubicBezTo>
                  <a:pt x="0" y="171094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83" name="path-278">
            <a:extLst xmlns:a="http://schemas.openxmlformats.org/drawingml/2006/main">
              <a:ext uri="{FF2B5EF4-FFF2-40B4-BE49-F238E27FC236}">
                <a16:creationId xmlns:a16="http://schemas.microsoft.com/office/drawing/2014/main" id="{223B4241-5EC4-440E-8B3D-FA3B27B5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5617690"/>
            <a:ext cx="389093" cy="389158"/>
          </a:xfrm>
          <a:custGeom xmlns:a="http://schemas.openxmlformats.org/drawingml/2006/main">
            <a:pathLst>
              <a:path w="265520" h="265564">
                <a:moveTo>
                  <a:pt x="218283" y="47237"/>
                </a:moveTo>
                <a:cubicBezTo>
                  <a:pt x="265520" y="94474"/>
                  <a:pt x="265520" y="171090"/>
                  <a:pt x="218283" y="218327"/>
                </a:cubicBezTo>
                <a:cubicBezTo>
                  <a:pt x="171046" y="265564"/>
                  <a:pt x="94465" y="265564"/>
                  <a:pt x="47236" y="218327"/>
                </a:cubicBezTo>
                <a:cubicBezTo>
                  <a:pt x="0" y="171090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9">
            <a:extLst xmlns:a="http://schemas.openxmlformats.org/drawingml/2006/main">
              <a:ext uri="{FF2B5EF4-FFF2-40B4-BE49-F238E27FC236}">
                <a16:creationId xmlns:a16="http://schemas.microsoft.com/office/drawing/2014/main" id="{87E2CFAD-F891-4043-9096-740B0CB3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5617692"/>
            <a:ext cx="389021" cy="389154"/>
          </a:xfrm>
          <a:custGeom xmlns:a="http://schemas.openxmlformats.org/drawingml/2006/main">
            <a:pathLst>
              <a:path w="265471" h="265562">
                <a:moveTo>
                  <a:pt x="218240" y="47234"/>
                </a:moveTo>
                <a:cubicBezTo>
                  <a:pt x="265471" y="94471"/>
                  <a:pt x="265471" y="171088"/>
                  <a:pt x="218240" y="218325"/>
                </a:cubicBezTo>
                <a:cubicBezTo>
                  <a:pt x="171003" y="265562"/>
                  <a:pt x="94468" y="265562"/>
                  <a:pt x="47231" y="218325"/>
                </a:cubicBezTo>
                <a:cubicBezTo>
                  <a:pt x="0" y="171088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85" name="path-280">
            <a:extLst xmlns:a="http://schemas.openxmlformats.org/drawingml/2006/main">
              <a:ext uri="{FF2B5EF4-FFF2-40B4-BE49-F238E27FC236}">
                <a16:creationId xmlns:a16="http://schemas.microsoft.com/office/drawing/2014/main" id="{D5700AE4-1A3C-4C7C-B355-247B337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4496236"/>
            <a:ext cx="389093" cy="389157"/>
          </a:xfrm>
          <a:custGeom xmlns:a="http://schemas.openxmlformats.org/drawingml/2006/main">
            <a:pathLst>
              <a:path w="265520" h="265563">
                <a:moveTo>
                  <a:pt x="218283" y="47237"/>
                </a:moveTo>
                <a:cubicBezTo>
                  <a:pt x="265520" y="94472"/>
                  <a:pt x="265520" y="171089"/>
                  <a:pt x="218283" y="218326"/>
                </a:cubicBezTo>
                <a:cubicBezTo>
                  <a:pt x="171046" y="265563"/>
                  <a:pt x="94465" y="265563"/>
                  <a:pt x="47237" y="218326"/>
                </a:cubicBezTo>
                <a:cubicBezTo>
                  <a:pt x="0" y="171089"/>
                  <a:pt x="0" y="94472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81">
            <a:extLst xmlns:a="http://schemas.openxmlformats.org/drawingml/2006/main">
              <a:ext uri="{FF2B5EF4-FFF2-40B4-BE49-F238E27FC236}">
                <a16:creationId xmlns:a16="http://schemas.microsoft.com/office/drawing/2014/main" id="{65D6F228-0EF9-4B41-A15B-816A8F31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4496234"/>
            <a:ext cx="389030" cy="389159"/>
          </a:xfrm>
          <a:custGeom xmlns:a="http://schemas.openxmlformats.org/drawingml/2006/main">
            <a:pathLst>
              <a:path w="265477" h="265565">
                <a:moveTo>
                  <a:pt x="218240" y="47234"/>
                </a:moveTo>
                <a:cubicBezTo>
                  <a:pt x="265477" y="94474"/>
                  <a:pt x="265477" y="171088"/>
                  <a:pt x="218240" y="218328"/>
                </a:cubicBezTo>
                <a:cubicBezTo>
                  <a:pt x="171003" y="265565"/>
                  <a:pt x="94474" y="265565"/>
                  <a:pt x="47237" y="218328"/>
                </a:cubicBezTo>
                <a:cubicBezTo>
                  <a:pt x="0" y="171088"/>
                  <a:pt x="0" y="94474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87" name="path-282">
            <a:extLst xmlns:a="http://schemas.openxmlformats.org/drawingml/2006/main">
              <a:ext uri="{FF2B5EF4-FFF2-40B4-BE49-F238E27FC236}">
                <a16:creationId xmlns:a16="http://schemas.microsoft.com/office/drawing/2014/main" id="{C37573F7-D4CC-4704-BB55-86B047B7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4944817"/>
            <a:ext cx="389093" cy="389159"/>
          </a:xfrm>
          <a:custGeom xmlns:a="http://schemas.openxmlformats.org/drawingml/2006/main">
            <a:pathLst>
              <a:path w="265520" h="265565">
                <a:moveTo>
                  <a:pt x="218283" y="47237"/>
                </a:moveTo>
                <a:cubicBezTo>
                  <a:pt x="265520" y="94474"/>
                  <a:pt x="265520" y="171091"/>
                  <a:pt x="218283" y="218328"/>
                </a:cubicBezTo>
                <a:cubicBezTo>
                  <a:pt x="171046" y="265565"/>
                  <a:pt x="94465" y="265565"/>
                  <a:pt x="47237" y="218328"/>
                </a:cubicBezTo>
                <a:cubicBezTo>
                  <a:pt x="0" y="171091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3">
            <a:extLst xmlns:a="http://schemas.openxmlformats.org/drawingml/2006/main">
              <a:ext uri="{FF2B5EF4-FFF2-40B4-BE49-F238E27FC236}">
                <a16:creationId xmlns:a16="http://schemas.microsoft.com/office/drawing/2014/main" id="{C5BBB424-91A3-4237-B937-02654EDD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4944817"/>
            <a:ext cx="389030" cy="389154"/>
          </a:xfrm>
          <a:custGeom xmlns:a="http://schemas.openxmlformats.org/drawingml/2006/main">
            <a:pathLst>
              <a:path w="265477" h="265562">
                <a:moveTo>
                  <a:pt x="218240" y="47237"/>
                </a:moveTo>
                <a:cubicBezTo>
                  <a:pt x="265477" y="94474"/>
                  <a:pt x="265477" y="171091"/>
                  <a:pt x="218240" y="218325"/>
                </a:cubicBezTo>
                <a:cubicBezTo>
                  <a:pt x="171003" y="265562"/>
                  <a:pt x="94474" y="265562"/>
                  <a:pt x="47237" y="218325"/>
                </a:cubicBezTo>
                <a:cubicBezTo>
                  <a:pt x="0" y="171091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89" name="path-284">
            <a:extLst xmlns:a="http://schemas.openxmlformats.org/drawingml/2006/main">
              <a:ext uri="{FF2B5EF4-FFF2-40B4-BE49-F238E27FC236}">
                <a16:creationId xmlns:a16="http://schemas.microsoft.com/office/drawing/2014/main" id="{617B1942-27D8-4A75-999F-97E26C19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5393398"/>
            <a:ext cx="389093" cy="389160"/>
          </a:xfrm>
          <a:custGeom xmlns:a="http://schemas.openxmlformats.org/drawingml/2006/main">
            <a:pathLst>
              <a:path w="265520" h="265566">
                <a:moveTo>
                  <a:pt x="218283" y="47237"/>
                </a:moveTo>
                <a:cubicBezTo>
                  <a:pt x="265520" y="94474"/>
                  <a:pt x="265520" y="171091"/>
                  <a:pt x="218283" y="218328"/>
                </a:cubicBezTo>
                <a:cubicBezTo>
                  <a:pt x="171046" y="265566"/>
                  <a:pt x="94465" y="265566"/>
                  <a:pt x="47237" y="218328"/>
                </a:cubicBezTo>
                <a:cubicBezTo>
                  <a:pt x="0" y="171091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85">
            <a:extLst xmlns:a="http://schemas.openxmlformats.org/drawingml/2006/main">
              <a:ext uri="{FF2B5EF4-FFF2-40B4-BE49-F238E27FC236}">
                <a16:creationId xmlns:a16="http://schemas.microsoft.com/office/drawing/2014/main" id="{479765A6-14DA-4154-B75C-16439F1C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5393401"/>
            <a:ext cx="389030" cy="389159"/>
          </a:xfrm>
          <a:custGeom xmlns:a="http://schemas.openxmlformats.org/drawingml/2006/main">
            <a:pathLst>
              <a:path w="265477" h="265565">
                <a:moveTo>
                  <a:pt x="218240" y="47234"/>
                </a:moveTo>
                <a:cubicBezTo>
                  <a:pt x="265477" y="94471"/>
                  <a:pt x="265477" y="171088"/>
                  <a:pt x="218240" y="218325"/>
                </a:cubicBezTo>
                <a:cubicBezTo>
                  <a:pt x="171003" y="265565"/>
                  <a:pt x="94474" y="265565"/>
                  <a:pt x="47237" y="218325"/>
                </a:cubicBezTo>
                <a:cubicBezTo>
                  <a:pt x="0" y="171088"/>
                  <a:pt x="0" y="94471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91" name="path-286">
            <a:extLst xmlns:a="http://schemas.openxmlformats.org/drawingml/2006/main">
              <a:ext uri="{FF2B5EF4-FFF2-40B4-BE49-F238E27FC236}">
                <a16:creationId xmlns:a16="http://schemas.microsoft.com/office/drawing/2014/main" id="{276DAFAA-874E-4670-AC01-3F5ACCCA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5841982"/>
            <a:ext cx="389093" cy="389158"/>
          </a:xfrm>
          <a:custGeom xmlns:a="http://schemas.openxmlformats.org/drawingml/2006/main">
            <a:pathLst>
              <a:path w="265520" h="265564">
                <a:moveTo>
                  <a:pt x="218283" y="47237"/>
                </a:moveTo>
                <a:cubicBezTo>
                  <a:pt x="265520" y="94474"/>
                  <a:pt x="265520" y="171090"/>
                  <a:pt x="218283" y="218327"/>
                </a:cubicBezTo>
                <a:cubicBezTo>
                  <a:pt x="171046" y="265564"/>
                  <a:pt x="94465" y="265564"/>
                  <a:pt x="47237" y="218327"/>
                </a:cubicBezTo>
                <a:cubicBezTo>
                  <a:pt x="0" y="171090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87">
            <a:extLst xmlns:a="http://schemas.openxmlformats.org/drawingml/2006/main">
              <a:ext uri="{FF2B5EF4-FFF2-40B4-BE49-F238E27FC236}">
                <a16:creationId xmlns:a16="http://schemas.microsoft.com/office/drawing/2014/main" id="{9178DD36-D28B-461C-95DF-860FE3CB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5841979"/>
            <a:ext cx="389030" cy="389159"/>
          </a:xfrm>
          <a:custGeom xmlns:a="http://schemas.openxmlformats.org/drawingml/2006/main">
            <a:pathLst>
              <a:path w="265477" h="265565">
                <a:moveTo>
                  <a:pt x="218240" y="47240"/>
                </a:moveTo>
                <a:cubicBezTo>
                  <a:pt x="265477" y="94471"/>
                  <a:pt x="265477" y="171094"/>
                  <a:pt x="218240" y="218328"/>
                </a:cubicBezTo>
                <a:cubicBezTo>
                  <a:pt x="171003" y="265565"/>
                  <a:pt x="94474" y="265565"/>
                  <a:pt x="47237" y="218328"/>
                </a:cubicBezTo>
                <a:cubicBezTo>
                  <a:pt x="0" y="171094"/>
                  <a:pt x="0" y="94471"/>
                  <a:pt x="47237" y="47240"/>
                </a:cubicBezTo>
                <a:cubicBezTo>
                  <a:pt x="94474" y="0"/>
                  <a:pt x="171003" y="0"/>
                  <a:pt x="218240" y="472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293" name="path-288">
            <a:extLst xmlns:a="http://schemas.openxmlformats.org/drawingml/2006/main">
              <a:ext uri="{FF2B5EF4-FFF2-40B4-BE49-F238E27FC236}">
                <a16:creationId xmlns:a16="http://schemas.microsoft.com/office/drawing/2014/main" id="{6C8D9D6D-C206-4F71-85BC-DA3AFBE8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4871472"/>
            <a:ext cx="434920" cy="367497"/>
          </a:xfrm>
          <a:custGeom xmlns:a="http://schemas.openxmlformats.org/drawingml/2006/main">
            <a:pathLst>
              <a:path w="296793" h="250783">
                <a:moveTo>
                  <a:pt x="0" y="250783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94" name="path-289">
            <a:extLst xmlns:a="http://schemas.openxmlformats.org/drawingml/2006/main">
              <a:ext uri="{FF2B5EF4-FFF2-40B4-BE49-F238E27FC236}">
                <a16:creationId xmlns:a16="http://schemas.microsoft.com/office/drawing/2014/main" id="{B92193B2-CB31-4768-AFCF-CD4FCB5A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4837184"/>
            <a:ext cx="85580" cy="79275"/>
          </a:xfrm>
          <a:custGeom xmlns:a="http://schemas.openxmlformats.org/drawingml/2006/main">
            <a:pathLst>
              <a:path w="58400" h="54098">
                <a:moveTo>
                  <a:pt x="58400" y="0"/>
                </a:moveTo>
                <a:lnTo>
                  <a:pt x="0" y="20847"/>
                </a:lnTo>
                <a:lnTo>
                  <a:pt x="30683" y="23399"/>
                </a:lnTo>
                <a:lnTo>
                  <a:pt x="28096" y="54098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0">
            <a:extLst xmlns:a="http://schemas.openxmlformats.org/drawingml/2006/main">
              <a:ext uri="{FF2B5EF4-FFF2-40B4-BE49-F238E27FC236}">
                <a16:creationId xmlns:a16="http://schemas.microsoft.com/office/drawing/2014/main" id="{E5C7D816-5A6C-456E-8682-88D7281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4837182"/>
            <a:ext cx="85592" cy="79280"/>
          </a:xfrm>
          <a:custGeom xmlns:a="http://schemas.openxmlformats.org/drawingml/2006/main">
            <a:pathLst>
              <a:path w="58409" h="54101">
                <a:moveTo>
                  <a:pt x="58409" y="0"/>
                </a:moveTo>
                <a:lnTo>
                  <a:pt x="0" y="20847"/>
                </a:lnTo>
                <a:lnTo>
                  <a:pt x="30704" y="23400"/>
                </a:lnTo>
                <a:lnTo>
                  <a:pt x="28153" y="54101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96" name="path-291">
            <a:extLst xmlns:a="http://schemas.openxmlformats.org/drawingml/2006/main">
              <a:ext uri="{FF2B5EF4-FFF2-40B4-BE49-F238E27FC236}">
                <a16:creationId xmlns:a16="http://schemas.microsoft.com/office/drawing/2014/main" id="{F5E8E7DD-17E5-4E3E-B7BD-041AF08F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5215252"/>
            <a:ext cx="340947" cy="96037"/>
          </a:xfrm>
          <a:custGeom xmlns:a="http://schemas.openxmlformats.org/drawingml/2006/main">
            <a:pathLst>
              <a:path w="232665" h="65536">
                <a:moveTo>
                  <a:pt x="0" y="65536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97" name="path-292">
            <a:extLst xmlns:a="http://schemas.openxmlformats.org/drawingml/2006/main">
              <a:ext uri="{FF2B5EF4-FFF2-40B4-BE49-F238E27FC236}">
                <a16:creationId xmlns:a16="http://schemas.microsoft.com/office/drawing/2014/main" id="{ABCC99D4-01C9-40CF-91BF-946FC728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5193213"/>
            <a:ext cx="90543" cy="61486"/>
          </a:xfrm>
          <a:custGeom xmlns:a="http://schemas.openxmlformats.org/drawingml/2006/main">
            <a:pathLst>
              <a:path w="61787" h="41959">
                <a:moveTo>
                  <a:pt x="61787" y="5190"/>
                </a:moveTo>
                <a:lnTo>
                  <a:pt x="0" y="0"/>
                </a:lnTo>
                <a:lnTo>
                  <a:pt x="26856" y="15043"/>
                </a:lnTo>
                <a:lnTo>
                  <a:pt x="11796" y="41959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3">
            <a:extLst xmlns:a="http://schemas.openxmlformats.org/drawingml/2006/main">
              <a:ext uri="{FF2B5EF4-FFF2-40B4-BE49-F238E27FC236}">
                <a16:creationId xmlns:a16="http://schemas.microsoft.com/office/drawing/2014/main" id="{64BC485E-26BB-47EF-9FD8-D13FC25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5193213"/>
            <a:ext cx="90617" cy="61484"/>
          </a:xfrm>
          <a:custGeom xmlns:a="http://schemas.openxmlformats.org/drawingml/2006/main">
            <a:pathLst>
              <a:path w="61838" h="41957">
                <a:moveTo>
                  <a:pt x="61838" y="5277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957"/>
                </a:lnTo>
                <a:lnTo>
                  <a:pt x="61838" y="5277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299" name="path-294">
            <a:extLst xmlns:a="http://schemas.openxmlformats.org/drawingml/2006/main">
              <a:ext uri="{FF2B5EF4-FFF2-40B4-BE49-F238E27FC236}">
                <a16:creationId xmlns:a16="http://schemas.microsoft.com/office/drawing/2014/main" id="{630ECA11-A8BF-4787-94BA-D3EDA4F7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5416084"/>
            <a:ext cx="340947" cy="96037"/>
          </a:xfrm>
          <a:custGeom xmlns:a="http://schemas.openxmlformats.org/drawingml/2006/main">
            <a:pathLst>
              <a:path w="232665" h="65536">
                <a:moveTo>
                  <a:pt x="0" y="0"/>
                </a:moveTo>
                <a:lnTo>
                  <a:pt x="232665" y="6553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00" name="path-295">
            <a:extLst xmlns:a="http://schemas.openxmlformats.org/drawingml/2006/main">
              <a:ext uri="{FF2B5EF4-FFF2-40B4-BE49-F238E27FC236}">
                <a16:creationId xmlns:a16="http://schemas.microsoft.com/office/drawing/2014/main" id="{A96E17C0-AAED-4911-B29B-480A5B0C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5472676"/>
            <a:ext cx="90543" cy="61486"/>
          </a:xfrm>
          <a:custGeom xmlns:a="http://schemas.openxmlformats.org/drawingml/2006/main">
            <a:pathLst>
              <a:path w="61787" h="41959">
                <a:moveTo>
                  <a:pt x="61787" y="36680"/>
                </a:moveTo>
                <a:lnTo>
                  <a:pt x="11796" y="0"/>
                </a:lnTo>
                <a:lnTo>
                  <a:pt x="26856" y="26916"/>
                </a:lnTo>
                <a:lnTo>
                  <a:pt x="0" y="41959"/>
                </a:lnTo>
                <a:lnTo>
                  <a:pt x="61787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96">
            <a:extLst xmlns:a="http://schemas.openxmlformats.org/drawingml/2006/main">
              <a:ext uri="{FF2B5EF4-FFF2-40B4-BE49-F238E27FC236}">
                <a16:creationId xmlns:a16="http://schemas.microsoft.com/office/drawing/2014/main" id="{E9B06048-943E-44B8-929F-498ABFE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5472676"/>
            <a:ext cx="90617" cy="61488"/>
          </a:xfrm>
          <a:custGeom xmlns:a="http://schemas.openxmlformats.org/drawingml/2006/main">
            <a:pathLst>
              <a:path w="61838" h="41960">
                <a:moveTo>
                  <a:pt x="61838" y="36680"/>
                </a:moveTo>
                <a:lnTo>
                  <a:pt x="11783" y="0"/>
                </a:lnTo>
                <a:lnTo>
                  <a:pt x="26917" y="26917"/>
                </a:lnTo>
                <a:lnTo>
                  <a:pt x="0" y="41960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02" name="path-297">
            <a:extLst xmlns:a="http://schemas.openxmlformats.org/drawingml/2006/main">
              <a:ext uri="{FF2B5EF4-FFF2-40B4-BE49-F238E27FC236}">
                <a16:creationId xmlns:a16="http://schemas.microsoft.com/office/drawing/2014/main" id="{B2BDF19D-BB60-46C7-A1E7-D6BF6E38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5488399"/>
            <a:ext cx="434920" cy="367506"/>
          </a:xfrm>
          <a:custGeom xmlns:a="http://schemas.openxmlformats.org/drawingml/2006/main">
            <a:pathLst>
              <a:path w="296793" h="250789">
                <a:moveTo>
                  <a:pt x="0" y="0"/>
                </a:moveTo>
                <a:lnTo>
                  <a:pt x="296793" y="25078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03" name="path-298">
            <a:extLst xmlns:a="http://schemas.openxmlformats.org/drawingml/2006/main">
              <a:ext uri="{FF2B5EF4-FFF2-40B4-BE49-F238E27FC236}">
                <a16:creationId xmlns:a16="http://schemas.microsoft.com/office/drawing/2014/main" id="{E4382685-E67A-47A2-8CA2-BD389C2F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5810916"/>
            <a:ext cx="85580" cy="79276"/>
          </a:xfrm>
          <a:custGeom xmlns:a="http://schemas.openxmlformats.org/drawingml/2006/main">
            <a:pathLst>
              <a:path w="58400" h="54099">
                <a:moveTo>
                  <a:pt x="58400" y="54099"/>
                </a:moveTo>
                <a:lnTo>
                  <a:pt x="28096" y="0"/>
                </a:lnTo>
                <a:lnTo>
                  <a:pt x="30683" y="30611"/>
                </a:lnTo>
                <a:lnTo>
                  <a:pt x="0" y="33251"/>
                </a:lnTo>
                <a:lnTo>
                  <a:pt x="58400" y="5409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9">
            <a:extLst xmlns:a="http://schemas.openxmlformats.org/drawingml/2006/main">
              <a:ext uri="{FF2B5EF4-FFF2-40B4-BE49-F238E27FC236}">
                <a16:creationId xmlns:a16="http://schemas.microsoft.com/office/drawing/2014/main" id="{45C837C2-89CE-41F3-99DB-7379B6E1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5810911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704"/>
                </a:lnTo>
                <a:lnTo>
                  <a:pt x="0" y="33254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05" name="path-300">
            <a:extLst xmlns:a="http://schemas.openxmlformats.org/drawingml/2006/main">
              <a:ext uri="{FF2B5EF4-FFF2-40B4-BE49-F238E27FC236}">
                <a16:creationId xmlns:a16="http://schemas.microsoft.com/office/drawing/2014/main" id="{7C1B3751-AC79-4155-BFDB-75902F3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270" y="4815528"/>
            <a:ext cx="434920" cy="367501"/>
          </a:xfrm>
          <a:custGeom xmlns:a="http://schemas.openxmlformats.org/drawingml/2006/main">
            <a:pathLst>
              <a:path w="296793" h="250786">
                <a:moveTo>
                  <a:pt x="0" y="0"/>
                </a:moveTo>
                <a:lnTo>
                  <a:pt x="296793" y="25078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06" name="path-301">
            <a:extLst xmlns:a="http://schemas.openxmlformats.org/drawingml/2006/main">
              <a:ext uri="{FF2B5EF4-FFF2-40B4-BE49-F238E27FC236}">
                <a16:creationId xmlns:a16="http://schemas.microsoft.com/office/drawing/2014/main" id="{7D148A5E-7122-4B23-8EDF-0B7BA9BF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207" y="5138043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49" y="0"/>
                </a:lnTo>
                <a:lnTo>
                  <a:pt x="30699" y="30611"/>
                </a:lnTo>
                <a:lnTo>
                  <a:pt x="0" y="33250"/>
                </a:lnTo>
                <a:lnTo>
                  <a:pt x="58409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2">
            <a:extLst xmlns:a="http://schemas.openxmlformats.org/drawingml/2006/main">
              <a:ext uri="{FF2B5EF4-FFF2-40B4-BE49-F238E27FC236}">
                <a16:creationId xmlns:a16="http://schemas.microsoft.com/office/drawing/2014/main" id="{0D56C69B-DF1E-488C-85A8-2DF1846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197" y="5138045"/>
            <a:ext cx="85601" cy="79271"/>
          </a:xfrm>
          <a:custGeom xmlns:a="http://schemas.openxmlformats.org/drawingml/2006/main">
            <a:pathLst>
              <a:path w="58415" h="54095">
                <a:moveTo>
                  <a:pt x="58415" y="54095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248"/>
                </a:lnTo>
                <a:lnTo>
                  <a:pt x="58415" y="5409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08" name="path-303">
            <a:extLst xmlns:a="http://schemas.openxmlformats.org/drawingml/2006/main">
              <a:ext uri="{FF2B5EF4-FFF2-40B4-BE49-F238E27FC236}">
                <a16:creationId xmlns:a16="http://schemas.microsoft.com/office/drawing/2014/main" id="{E4E64F14-593A-4CC2-B207-932E9D6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685" y="5191796"/>
            <a:ext cx="340947" cy="96028"/>
          </a:xfrm>
          <a:custGeom xmlns:a="http://schemas.openxmlformats.org/drawingml/2006/main">
            <a:pathLst>
              <a:path w="232665" h="65530">
                <a:moveTo>
                  <a:pt x="0" y="0"/>
                </a:moveTo>
                <a:lnTo>
                  <a:pt x="232665" y="6553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09" name="path-304">
            <a:extLst xmlns:a="http://schemas.openxmlformats.org/drawingml/2006/main">
              <a:ext uri="{FF2B5EF4-FFF2-40B4-BE49-F238E27FC236}">
                <a16:creationId xmlns:a16="http://schemas.microsoft.com/office/drawing/2014/main" id="{4DA5CA27-DAD9-43A9-A579-018503B4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92" y="5248384"/>
            <a:ext cx="90619" cy="61486"/>
          </a:xfrm>
          <a:custGeom xmlns:a="http://schemas.openxmlformats.org/drawingml/2006/main">
            <a:pathLst>
              <a:path w="61839" h="41959">
                <a:moveTo>
                  <a:pt x="61839" y="36680"/>
                </a:moveTo>
                <a:lnTo>
                  <a:pt x="11787" y="0"/>
                </a:lnTo>
                <a:lnTo>
                  <a:pt x="26917" y="26917"/>
                </a:lnTo>
                <a:lnTo>
                  <a:pt x="0" y="41959"/>
                </a:lnTo>
                <a:lnTo>
                  <a:pt x="61839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05">
            <a:extLst xmlns:a="http://schemas.openxmlformats.org/drawingml/2006/main">
              <a:ext uri="{FF2B5EF4-FFF2-40B4-BE49-F238E27FC236}">
                <a16:creationId xmlns:a16="http://schemas.microsoft.com/office/drawing/2014/main" id="{2A51B152-2629-412B-891E-A12393FD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88" y="5248384"/>
            <a:ext cx="90626" cy="61484"/>
          </a:xfrm>
          <a:custGeom xmlns:a="http://schemas.openxmlformats.org/drawingml/2006/main">
            <a:pathLst>
              <a:path w="61844" h="41957">
                <a:moveTo>
                  <a:pt x="61844" y="36680"/>
                </a:moveTo>
                <a:lnTo>
                  <a:pt x="11790" y="0"/>
                </a:lnTo>
                <a:lnTo>
                  <a:pt x="26917" y="26914"/>
                </a:lnTo>
                <a:lnTo>
                  <a:pt x="0" y="41957"/>
                </a:lnTo>
                <a:lnTo>
                  <a:pt x="61844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11" name="path-306">
            <a:extLst xmlns:a="http://schemas.openxmlformats.org/drawingml/2006/main">
              <a:ext uri="{FF2B5EF4-FFF2-40B4-BE49-F238E27FC236}">
                <a16:creationId xmlns:a16="http://schemas.microsoft.com/office/drawing/2014/main" id="{3017DC59-E957-4442-98A9-CBD7D5CF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685" y="5439544"/>
            <a:ext cx="340947" cy="96037"/>
          </a:xfrm>
          <a:custGeom xmlns:a="http://schemas.openxmlformats.org/drawingml/2006/main">
            <a:pathLst>
              <a:path w="232665" h="65536">
                <a:moveTo>
                  <a:pt x="0" y="65536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12" name="path-307">
            <a:extLst xmlns:a="http://schemas.openxmlformats.org/drawingml/2006/main">
              <a:ext uri="{FF2B5EF4-FFF2-40B4-BE49-F238E27FC236}">
                <a16:creationId xmlns:a16="http://schemas.microsoft.com/office/drawing/2014/main" id="{A3C4AE41-35F8-4E9C-B86F-3CB019A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92" y="5417504"/>
            <a:ext cx="90619" cy="61486"/>
          </a:xfrm>
          <a:custGeom xmlns:a="http://schemas.openxmlformats.org/drawingml/2006/main">
            <a:pathLst>
              <a:path w="61839" h="41959">
                <a:moveTo>
                  <a:pt x="61839" y="5189"/>
                </a:moveTo>
                <a:lnTo>
                  <a:pt x="0" y="0"/>
                </a:lnTo>
                <a:lnTo>
                  <a:pt x="26917" y="15041"/>
                </a:lnTo>
                <a:lnTo>
                  <a:pt x="11787" y="41959"/>
                </a:lnTo>
                <a:lnTo>
                  <a:pt x="61839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8">
            <a:extLst xmlns:a="http://schemas.openxmlformats.org/drawingml/2006/main">
              <a:ext uri="{FF2B5EF4-FFF2-40B4-BE49-F238E27FC236}">
                <a16:creationId xmlns:a16="http://schemas.microsoft.com/office/drawing/2014/main" id="{81D3201F-AB95-454B-BAF1-276A9C2F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88" y="5417500"/>
            <a:ext cx="90626" cy="61488"/>
          </a:xfrm>
          <a:custGeom xmlns:a="http://schemas.openxmlformats.org/drawingml/2006/main">
            <a:pathLst>
              <a:path w="61844" h="41960">
                <a:moveTo>
                  <a:pt x="61844" y="5280"/>
                </a:moveTo>
                <a:lnTo>
                  <a:pt x="0" y="0"/>
                </a:lnTo>
                <a:lnTo>
                  <a:pt x="26917" y="15043"/>
                </a:lnTo>
                <a:lnTo>
                  <a:pt x="11790" y="41960"/>
                </a:lnTo>
                <a:lnTo>
                  <a:pt x="61844" y="52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14" name="path-309">
            <a:extLst xmlns:a="http://schemas.openxmlformats.org/drawingml/2006/main">
              <a:ext uri="{FF2B5EF4-FFF2-40B4-BE49-F238E27FC236}">
                <a16:creationId xmlns:a16="http://schemas.microsoft.com/office/drawing/2014/main" id="{25DA4B07-AED1-42D2-8215-3120C52E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270" y="5544347"/>
            <a:ext cx="434920" cy="367497"/>
          </a:xfrm>
          <a:custGeom xmlns:a="http://schemas.openxmlformats.org/drawingml/2006/main">
            <a:pathLst>
              <a:path w="296793" h="250783">
                <a:moveTo>
                  <a:pt x="0" y="250783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15" name="path-310">
            <a:extLst xmlns:a="http://schemas.openxmlformats.org/drawingml/2006/main">
              <a:ext uri="{FF2B5EF4-FFF2-40B4-BE49-F238E27FC236}">
                <a16:creationId xmlns:a16="http://schemas.microsoft.com/office/drawing/2014/main" id="{C0E6A004-4BB5-4FAA-90C1-8E58C04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207" y="5510056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848"/>
                </a:lnTo>
                <a:lnTo>
                  <a:pt x="30699" y="23399"/>
                </a:lnTo>
                <a:lnTo>
                  <a:pt x="28149" y="54098"/>
                </a:lnTo>
                <a:lnTo>
                  <a:pt x="58409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11">
            <a:extLst xmlns:a="http://schemas.openxmlformats.org/drawingml/2006/main">
              <a:ext uri="{FF2B5EF4-FFF2-40B4-BE49-F238E27FC236}">
                <a16:creationId xmlns:a16="http://schemas.microsoft.com/office/drawing/2014/main" id="{7B822FB0-D10F-4AD0-B50B-5778054A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197" y="5510056"/>
            <a:ext cx="85601" cy="79275"/>
          </a:xfrm>
          <a:custGeom xmlns:a="http://schemas.openxmlformats.org/drawingml/2006/main">
            <a:pathLst>
              <a:path w="58415" h="54098">
                <a:moveTo>
                  <a:pt x="58415" y="0"/>
                </a:moveTo>
                <a:lnTo>
                  <a:pt x="0" y="20847"/>
                </a:lnTo>
                <a:lnTo>
                  <a:pt x="30704" y="23400"/>
                </a:lnTo>
                <a:lnTo>
                  <a:pt x="28153" y="54098"/>
                </a:lnTo>
                <a:lnTo>
                  <a:pt x="58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17" name="path-312">
            <a:extLst xmlns:a="http://schemas.openxmlformats.org/drawingml/2006/main">
              <a:ext uri="{FF2B5EF4-FFF2-40B4-BE49-F238E27FC236}">
                <a16:creationId xmlns:a16="http://schemas.microsoft.com/office/drawing/2014/main" id="{C3B166A2-1412-427A-A202-6264480D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220" y="5178979"/>
            <a:ext cx="1638652" cy="369361"/>
          </a:xfrm>
          <a:custGeom xmlns:a="http://schemas.openxmlformats.org/drawingml/2006/main">
            <a:pathLst>
              <a:path w="1118228" h="252055">
                <a:moveTo>
                  <a:pt x="0" y="0"/>
                </a:moveTo>
                <a:lnTo>
                  <a:pt x="1118228" y="0"/>
                </a:lnTo>
                <a:lnTo>
                  <a:pt x="1118228" y="252055"/>
                </a:lnTo>
                <a:lnTo>
                  <a:pt x="0" y="25205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text-313 Vision">
            <a:extLst xmlns:a="http://schemas.openxmlformats.org/drawingml/2006/main">
              <a:ext uri="{FF2B5EF4-FFF2-40B4-BE49-F238E27FC236}">
                <a16:creationId xmlns:a16="http://schemas.microsoft.com/office/drawing/2014/main" id="{7AF43BA1-6E19-4909-A641-3E471283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916" y="5191887"/>
            <a:ext cx="815275" cy="36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319" name="text-313 Agent">
            <a:extLst xmlns:a="http://schemas.openxmlformats.org/drawingml/2006/main">
              <a:ext uri="{FF2B5EF4-FFF2-40B4-BE49-F238E27FC236}">
                <a16:creationId xmlns:a16="http://schemas.microsoft.com/office/drawing/2014/main" id="{4B71CD9B-F895-4107-933B-7BCAA7D1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2897" y="5191930"/>
            <a:ext cx="776658" cy="360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20" name="path-314">
            <a:extLst xmlns:a="http://schemas.openxmlformats.org/drawingml/2006/main">
              <a:ext uri="{FF2B5EF4-FFF2-40B4-BE49-F238E27FC236}">
                <a16:creationId xmlns:a16="http://schemas.microsoft.com/office/drawing/2014/main" id="{736864A3-691B-4B26-B12D-B7EDA8A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59" y="8171385"/>
            <a:ext cx="389028" cy="389030"/>
          </a:xfrm>
          <a:custGeom xmlns:a="http://schemas.openxmlformats.org/drawingml/2006/main">
            <a:pathLst>
              <a:path w="265476" h="265477">
                <a:moveTo>
                  <a:pt x="218239" y="47237"/>
                </a:moveTo>
                <a:cubicBezTo>
                  <a:pt x="265476" y="94474"/>
                  <a:pt x="265476" y="171002"/>
                  <a:pt x="218239" y="218240"/>
                </a:cubicBezTo>
                <a:cubicBezTo>
                  <a:pt x="171002" y="265477"/>
                  <a:pt x="94474" y="265477"/>
                  <a:pt x="47237" y="218240"/>
                </a:cubicBezTo>
                <a:cubicBezTo>
                  <a:pt x="0" y="171002"/>
                  <a:pt x="0" y="94474"/>
                  <a:pt x="47237" y="47237"/>
                </a:cubicBezTo>
                <a:cubicBezTo>
                  <a:pt x="94474" y="0"/>
                  <a:pt x="171002" y="0"/>
                  <a:pt x="218239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15">
            <a:extLst xmlns:a="http://schemas.openxmlformats.org/drawingml/2006/main">
              <a:ext uri="{FF2B5EF4-FFF2-40B4-BE49-F238E27FC236}">
                <a16:creationId xmlns:a16="http://schemas.microsoft.com/office/drawing/2014/main" id="{F5D5D0F5-389E-42AB-B142-5E84CB9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51" y="8171384"/>
            <a:ext cx="389030" cy="389030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7"/>
                  <a:pt x="265477" y="171003"/>
                  <a:pt x="218240" y="218240"/>
                </a:cubicBezTo>
                <a:cubicBezTo>
                  <a:pt x="171009" y="265477"/>
                  <a:pt x="94474" y="265477"/>
                  <a:pt x="47237" y="218240"/>
                </a:cubicBezTo>
                <a:cubicBezTo>
                  <a:pt x="0" y="171003"/>
                  <a:pt x="0" y="94477"/>
                  <a:pt x="47237" y="47237"/>
                </a:cubicBezTo>
                <a:cubicBezTo>
                  <a:pt x="94474" y="0"/>
                  <a:pt x="171009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22" name="path-316">
            <a:extLst xmlns:a="http://schemas.openxmlformats.org/drawingml/2006/main">
              <a:ext uri="{FF2B5EF4-FFF2-40B4-BE49-F238E27FC236}">
                <a16:creationId xmlns:a16="http://schemas.microsoft.com/office/drawing/2014/main" id="{7703A9EE-DF3C-4114-B1F3-591A3674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7768948"/>
            <a:ext cx="340947" cy="95908"/>
          </a:xfrm>
          <a:custGeom xmlns:a="http://schemas.openxmlformats.org/drawingml/2006/main">
            <a:pathLst>
              <a:path w="232665" h="65448">
                <a:moveTo>
                  <a:pt x="0" y="65448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23" name="path-317">
            <a:extLst xmlns:a="http://schemas.openxmlformats.org/drawingml/2006/main">
              <a:ext uri="{FF2B5EF4-FFF2-40B4-BE49-F238E27FC236}">
                <a16:creationId xmlns:a16="http://schemas.microsoft.com/office/drawing/2014/main" id="{63A094E6-741B-4143-A6BA-0000602F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7746908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5190"/>
                </a:moveTo>
                <a:lnTo>
                  <a:pt x="0" y="0"/>
                </a:lnTo>
                <a:lnTo>
                  <a:pt x="26856" y="15042"/>
                </a:lnTo>
                <a:lnTo>
                  <a:pt x="11796" y="41871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8">
            <a:extLst xmlns:a="http://schemas.openxmlformats.org/drawingml/2006/main">
              <a:ext uri="{FF2B5EF4-FFF2-40B4-BE49-F238E27FC236}">
                <a16:creationId xmlns:a16="http://schemas.microsoft.com/office/drawing/2014/main" id="{3BA669EF-534C-4A88-BA8E-E00EFD9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7746905"/>
            <a:ext cx="90617" cy="61360"/>
          </a:xfrm>
          <a:custGeom xmlns:a="http://schemas.openxmlformats.org/drawingml/2006/main">
            <a:pathLst>
              <a:path w="61838" h="41872">
                <a:moveTo>
                  <a:pt x="61838" y="5192"/>
                </a:moveTo>
                <a:lnTo>
                  <a:pt x="0" y="0"/>
                </a:lnTo>
                <a:lnTo>
                  <a:pt x="26917" y="15043"/>
                </a:lnTo>
                <a:lnTo>
                  <a:pt x="11783" y="41872"/>
                </a:lnTo>
                <a:lnTo>
                  <a:pt x="61838" y="519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25" name="path-319">
            <a:extLst xmlns:a="http://schemas.openxmlformats.org/drawingml/2006/main">
              <a:ext uri="{FF2B5EF4-FFF2-40B4-BE49-F238E27FC236}">
                <a16:creationId xmlns:a16="http://schemas.microsoft.com/office/drawing/2014/main" id="{5264FC1D-16B6-4D08-B828-691A8AB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7969780"/>
            <a:ext cx="340947" cy="95899"/>
          </a:xfrm>
          <a:custGeom xmlns:a="http://schemas.openxmlformats.org/drawingml/2006/main">
            <a:pathLst>
              <a:path w="232665" h="65442">
                <a:moveTo>
                  <a:pt x="0" y="0"/>
                </a:moveTo>
                <a:lnTo>
                  <a:pt x="232665" y="6544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26" name="path-320">
            <a:extLst xmlns:a="http://schemas.openxmlformats.org/drawingml/2006/main">
              <a:ext uri="{FF2B5EF4-FFF2-40B4-BE49-F238E27FC236}">
                <a16:creationId xmlns:a16="http://schemas.microsoft.com/office/drawing/2014/main" id="{CA50A742-41BA-4142-A3EE-BE005686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8026370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36681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1">
            <a:extLst xmlns:a="http://schemas.openxmlformats.org/drawingml/2006/main">
              <a:ext uri="{FF2B5EF4-FFF2-40B4-BE49-F238E27FC236}">
                <a16:creationId xmlns:a16="http://schemas.microsoft.com/office/drawing/2014/main" id="{A325FCF9-87C7-43D0-BD9C-CC495F3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8026368"/>
            <a:ext cx="90617" cy="61355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28" name="path-322">
            <a:extLst xmlns:a="http://schemas.openxmlformats.org/drawingml/2006/main">
              <a:ext uri="{FF2B5EF4-FFF2-40B4-BE49-F238E27FC236}">
                <a16:creationId xmlns:a16="http://schemas.microsoft.com/office/drawing/2014/main" id="{976F2089-7421-426B-ADEE-9D8A37C9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8042095"/>
            <a:ext cx="434920" cy="367377"/>
          </a:xfrm>
          <a:custGeom xmlns:a="http://schemas.openxmlformats.org/drawingml/2006/main">
            <a:pathLst>
              <a:path w="296793" h="250701">
                <a:moveTo>
                  <a:pt x="0" y="0"/>
                </a:moveTo>
                <a:lnTo>
                  <a:pt x="296793" y="25070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29" name="path-323">
            <a:extLst xmlns:a="http://schemas.openxmlformats.org/drawingml/2006/main">
              <a:ext uri="{FF2B5EF4-FFF2-40B4-BE49-F238E27FC236}">
                <a16:creationId xmlns:a16="http://schemas.microsoft.com/office/drawing/2014/main" id="{E4747B27-A23B-4686-B856-9DA02645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8364482"/>
            <a:ext cx="85580" cy="79275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1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4">
            <a:extLst xmlns:a="http://schemas.openxmlformats.org/drawingml/2006/main">
              <a:ext uri="{FF2B5EF4-FFF2-40B4-BE49-F238E27FC236}">
                <a16:creationId xmlns:a16="http://schemas.microsoft.com/office/drawing/2014/main" id="{9799951B-BE65-4BFB-887D-035D58D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8364479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704"/>
                </a:lnTo>
                <a:lnTo>
                  <a:pt x="0" y="33248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31" name="path-325">
            <a:extLst xmlns:a="http://schemas.openxmlformats.org/drawingml/2006/main">
              <a:ext uri="{FF2B5EF4-FFF2-40B4-BE49-F238E27FC236}">
                <a16:creationId xmlns:a16="http://schemas.microsoft.com/office/drawing/2014/main" id="{BBE20E5E-7F0E-4842-865D-2DFB16C4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48" y="8074966"/>
            <a:ext cx="522447" cy="735522"/>
          </a:xfrm>
          <a:custGeom xmlns:a="http://schemas.openxmlformats.org/drawingml/2006/main">
            <a:pathLst>
              <a:path w="356522" h="501926">
                <a:moveTo>
                  <a:pt x="0" y="0"/>
                </a:moveTo>
                <a:lnTo>
                  <a:pt x="356522" y="5019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32" name="path-326">
            <a:extLst xmlns:a="http://schemas.openxmlformats.org/drawingml/2006/main">
              <a:ext uri="{FF2B5EF4-FFF2-40B4-BE49-F238E27FC236}">
                <a16:creationId xmlns:a16="http://schemas.microsoft.com/office/drawing/2014/main" id="{62E53B33-132F-44CF-9BF8-7A9E4FFF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871" y="8765886"/>
            <a:ext cx="75279" cy="87910"/>
          </a:xfrm>
          <a:custGeom xmlns:a="http://schemas.openxmlformats.org/drawingml/2006/main">
            <a:pathLst>
              <a:path w="51371" h="59991">
                <a:moveTo>
                  <a:pt x="51371" y="59991"/>
                </a:moveTo>
                <a:lnTo>
                  <a:pt x="35494" y="0"/>
                </a:lnTo>
                <a:lnTo>
                  <a:pt x="30356" y="30347"/>
                </a:lnTo>
                <a:lnTo>
                  <a:pt x="0" y="25245"/>
                </a:lnTo>
                <a:lnTo>
                  <a:pt x="51371" y="5999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27">
            <a:extLst xmlns:a="http://schemas.openxmlformats.org/drawingml/2006/main">
              <a:ext uri="{FF2B5EF4-FFF2-40B4-BE49-F238E27FC236}">
                <a16:creationId xmlns:a16="http://schemas.microsoft.com/office/drawing/2014/main" id="{66F55525-D789-4F8E-8136-FCB4B2E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917" y="8765885"/>
            <a:ext cx="75276" cy="87909"/>
          </a:xfrm>
          <a:custGeom xmlns:a="http://schemas.openxmlformats.org/drawingml/2006/main">
            <a:pathLst>
              <a:path w="51369" h="59990">
                <a:moveTo>
                  <a:pt x="51369" y="59990"/>
                </a:moveTo>
                <a:lnTo>
                  <a:pt x="35447" y="0"/>
                </a:lnTo>
                <a:lnTo>
                  <a:pt x="30352" y="30437"/>
                </a:lnTo>
                <a:lnTo>
                  <a:pt x="0" y="25248"/>
                </a:lnTo>
                <a:lnTo>
                  <a:pt x="51369" y="5999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34" name="path-328">
            <a:extLst xmlns:a="http://schemas.openxmlformats.org/drawingml/2006/main">
              <a:ext uri="{FF2B5EF4-FFF2-40B4-BE49-F238E27FC236}">
                <a16:creationId xmlns:a16="http://schemas.microsoft.com/office/drawing/2014/main" id="{9FE57A07-DB34-4130-82D4-C8B27901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948" y="7921316"/>
            <a:ext cx="522447" cy="735517"/>
          </a:xfrm>
          <a:custGeom xmlns:a="http://schemas.openxmlformats.org/drawingml/2006/main">
            <a:pathLst>
              <a:path w="356522" h="501923">
                <a:moveTo>
                  <a:pt x="0" y="501923"/>
                </a:moveTo>
                <a:lnTo>
                  <a:pt x="356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35" name="path-329">
            <a:extLst xmlns:a="http://schemas.openxmlformats.org/drawingml/2006/main">
              <a:ext uri="{FF2B5EF4-FFF2-40B4-BE49-F238E27FC236}">
                <a16:creationId xmlns:a16="http://schemas.microsoft.com/office/drawing/2014/main" id="{5A7C7FA6-CB07-40CE-B7C4-2C15C02B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871" y="7878003"/>
            <a:ext cx="75279" cy="87784"/>
          </a:xfrm>
          <a:custGeom xmlns:a="http://schemas.openxmlformats.org/drawingml/2006/main">
            <a:pathLst>
              <a:path w="51371" h="59904">
                <a:moveTo>
                  <a:pt x="51371" y="0"/>
                </a:moveTo>
                <a:lnTo>
                  <a:pt x="0" y="34745"/>
                </a:lnTo>
                <a:lnTo>
                  <a:pt x="30356" y="29556"/>
                </a:lnTo>
                <a:lnTo>
                  <a:pt x="35494" y="59904"/>
                </a:lnTo>
                <a:lnTo>
                  <a:pt x="5137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30">
            <a:extLst xmlns:a="http://schemas.openxmlformats.org/drawingml/2006/main">
              <a:ext uri="{FF2B5EF4-FFF2-40B4-BE49-F238E27FC236}">
                <a16:creationId xmlns:a16="http://schemas.microsoft.com/office/drawing/2014/main" id="{858A9D53-F422-48A7-A7DD-F999BFBD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917" y="7878005"/>
            <a:ext cx="75276" cy="87776"/>
          </a:xfrm>
          <a:custGeom xmlns:a="http://schemas.openxmlformats.org/drawingml/2006/main">
            <a:pathLst>
              <a:path w="51369" h="59899">
                <a:moveTo>
                  <a:pt x="51369" y="0"/>
                </a:moveTo>
                <a:lnTo>
                  <a:pt x="0" y="34742"/>
                </a:lnTo>
                <a:lnTo>
                  <a:pt x="30352" y="29556"/>
                </a:lnTo>
                <a:lnTo>
                  <a:pt x="35447" y="59899"/>
                </a:lnTo>
                <a:lnTo>
                  <a:pt x="51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37" name="path-331">
            <a:extLst xmlns:a="http://schemas.openxmlformats.org/drawingml/2006/main">
              <a:ext uri="{FF2B5EF4-FFF2-40B4-BE49-F238E27FC236}">
                <a16:creationId xmlns:a16="http://schemas.microsoft.com/office/drawing/2014/main" id="{A8DDABAB-9A56-4414-8786-847C3DD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8322331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38" name="path-332">
            <a:extLst xmlns:a="http://schemas.openxmlformats.org/drawingml/2006/main">
              <a:ext uri="{FF2B5EF4-FFF2-40B4-BE49-F238E27FC236}">
                <a16:creationId xmlns:a16="http://schemas.microsoft.com/office/drawing/2014/main" id="{D172C9FA-CA22-4377-A029-7C47DA6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8288043"/>
            <a:ext cx="85580" cy="79274"/>
          </a:xfrm>
          <a:custGeom xmlns:a="http://schemas.openxmlformats.org/drawingml/2006/main">
            <a:pathLst>
              <a:path w="58400" h="54097">
                <a:moveTo>
                  <a:pt x="58400" y="0"/>
                </a:moveTo>
                <a:lnTo>
                  <a:pt x="0" y="20759"/>
                </a:lnTo>
                <a:lnTo>
                  <a:pt x="30683" y="23397"/>
                </a:lnTo>
                <a:lnTo>
                  <a:pt x="28096" y="54097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3">
            <a:extLst xmlns:a="http://schemas.openxmlformats.org/drawingml/2006/main">
              <a:ext uri="{FF2B5EF4-FFF2-40B4-BE49-F238E27FC236}">
                <a16:creationId xmlns:a16="http://schemas.microsoft.com/office/drawing/2014/main" id="{7A5F8863-530E-474C-A59F-A9A29BE8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8288040"/>
            <a:ext cx="85592" cy="79280"/>
          </a:xfrm>
          <a:custGeom xmlns:a="http://schemas.openxmlformats.org/drawingml/2006/main">
            <a:pathLst>
              <a:path w="58409" h="54101">
                <a:moveTo>
                  <a:pt x="58409" y="0"/>
                </a:moveTo>
                <a:lnTo>
                  <a:pt x="0" y="20762"/>
                </a:lnTo>
                <a:lnTo>
                  <a:pt x="30704" y="23400"/>
                </a:lnTo>
                <a:lnTo>
                  <a:pt x="28153" y="54101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40" name="path-334">
            <a:extLst xmlns:a="http://schemas.openxmlformats.org/drawingml/2006/main">
              <a:ext uri="{FF2B5EF4-FFF2-40B4-BE49-F238E27FC236}">
                <a16:creationId xmlns:a16="http://schemas.microsoft.com/office/drawing/2014/main" id="{F0E48F21-28E4-4E73-B5AC-940028EE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8866942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41" name="path-335">
            <a:extLst xmlns:a="http://schemas.openxmlformats.org/drawingml/2006/main">
              <a:ext uri="{FF2B5EF4-FFF2-40B4-BE49-F238E27FC236}">
                <a16:creationId xmlns:a16="http://schemas.microsoft.com/office/drawing/2014/main" id="{08166481-E220-44A5-AA14-0C2A008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8923533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36">
            <a:extLst xmlns:a="http://schemas.openxmlformats.org/drawingml/2006/main">
              <a:ext uri="{FF2B5EF4-FFF2-40B4-BE49-F238E27FC236}">
                <a16:creationId xmlns:a16="http://schemas.microsoft.com/office/drawing/2014/main" id="{793A4660-5FAF-42CF-94DA-CF5C83C6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8923535"/>
            <a:ext cx="90617" cy="61355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43" name="path-337">
            <a:extLst xmlns:a="http://schemas.openxmlformats.org/drawingml/2006/main">
              <a:ext uri="{FF2B5EF4-FFF2-40B4-BE49-F238E27FC236}">
                <a16:creationId xmlns:a16="http://schemas.microsoft.com/office/drawing/2014/main" id="{2A3268C1-4755-45B9-BBA2-28D34748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8666111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44" name="path-338">
            <a:extLst xmlns:a="http://schemas.openxmlformats.org/drawingml/2006/main">
              <a:ext uri="{FF2B5EF4-FFF2-40B4-BE49-F238E27FC236}">
                <a16:creationId xmlns:a16="http://schemas.microsoft.com/office/drawing/2014/main" id="{66353E24-275A-4362-91E5-EA7AD9ED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8644073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1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39">
            <a:extLst xmlns:a="http://schemas.openxmlformats.org/drawingml/2006/main">
              <a:ext uri="{FF2B5EF4-FFF2-40B4-BE49-F238E27FC236}">
                <a16:creationId xmlns:a16="http://schemas.microsoft.com/office/drawing/2014/main" id="{A190AA58-2077-473F-8D23-CEC103ED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8644071"/>
            <a:ext cx="90617" cy="61360"/>
          </a:xfrm>
          <a:custGeom xmlns:a="http://schemas.openxmlformats.org/drawingml/2006/main">
            <a:pathLst>
              <a:path w="61838" h="41872">
                <a:moveTo>
                  <a:pt x="61838" y="5189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72"/>
                </a:lnTo>
                <a:lnTo>
                  <a:pt x="61838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46" name="path-340">
            <a:extLst xmlns:a="http://schemas.openxmlformats.org/drawingml/2006/main">
              <a:ext uri="{FF2B5EF4-FFF2-40B4-BE49-F238E27FC236}">
                <a16:creationId xmlns:a16="http://schemas.microsoft.com/office/drawing/2014/main" id="{4B21BB9C-4D8B-40A3-B601-A8FAEC86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7722803"/>
            <a:ext cx="389093" cy="389029"/>
          </a:xfrm>
          <a:custGeom xmlns:a="http://schemas.openxmlformats.org/drawingml/2006/main">
            <a:pathLst>
              <a:path w="265520" h="265476">
                <a:moveTo>
                  <a:pt x="218283" y="47236"/>
                </a:moveTo>
                <a:cubicBezTo>
                  <a:pt x="265520" y="94473"/>
                  <a:pt x="265520" y="171003"/>
                  <a:pt x="218283" y="218239"/>
                </a:cubicBezTo>
                <a:cubicBezTo>
                  <a:pt x="171046" y="265476"/>
                  <a:pt x="94465" y="265476"/>
                  <a:pt x="47236" y="218239"/>
                </a:cubicBezTo>
                <a:cubicBezTo>
                  <a:pt x="0" y="171003"/>
                  <a:pt x="0" y="94473"/>
                  <a:pt x="47236" y="47236"/>
                </a:cubicBezTo>
                <a:cubicBezTo>
                  <a:pt x="94465" y="0"/>
                  <a:pt x="171046" y="0"/>
                  <a:pt x="218283" y="47236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41">
            <a:extLst xmlns:a="http://schemas.openxmlformats.org/drawingml/2006/main">
              <a:ext uri="{FF2B5EF4-FFF2-40B4-BE49-F238E27FC236}">
                <a16:creationId xmlns:a16="http://schemas.microsoft.com/office/drawing/2014/main" id="{CFFCBDED-022F-49DA-A6BA-53464401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7722805"/>
            <a:ext cx="389021" cy="389026"/>
          </a:xfrm>
          <a:custGeom xmlns:a="http://schemas.openxmlformats.org/drawingml/2006/main">
            <a:pathLst>
              <a:path w="265471" h="265474">
                <a:moveTo>
                  <a:pt x="218240" y="47234"/>
                </a:moveTo>
                <a:cubicBezTo>
                  <a:pt x="265471" y="94471"/>
                  <a:pt x="265471" y="171000"/>
                  <a:pt x="218240" y="218234"/>
                </a:cubicBezTo>
                <a:cubicBezTo>
                  <a:pt x="171003" y="265474"/>
                  <a:pt x="94468" y="265474"/>
                  <a:pt x="47231" y="218234"/>
                </a:cubicBezTo>
                <a:cubicBezTo>
                  <a:pt x="0" y="171000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48" name="path-342">
            <a:extLst xmlns:a="http://schemas.openxmlformats.org/drawingml/2006/main">
              <a:ext uri="{FF2B5EF4-FFF2-40B4-BE49-F238E27FC236}">
                <a16:creationId xmlns:a16="http://schemas.microsoft.com/office/drawing/2014/main" id="{5E16258F-BA28-41DE-8CBC-8B1B0A05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8171385"/>
            <a:ext cx="389093" cy="389030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2"/>
                  <a:pt x="218283" y="218240"/>
                </a:cubicBezTo>
                <a:cubicBezTo>
                  <a:pt x="171046" y="265477"/>
                  <a:pt x="94465" y="265477"/>
                  <a:pt x="47236" y="218240"/>
                </a:cubicBezTo>
                <a:cubicBezTo>
                  <a:pt x="0" y="171002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3">
            <a:extLst xmlns:a="http://schemas.openxmlformats.org/drawingml/2006/main">
              <a:ext uri="{FF2B5EF4-FFF2-40B4-BE49-F238E27FC236}">
                <a16:creationId xmlns:a16="http://schemas.microsoft.com/office/drawing/2014/main" id="{AFA74E0B-1AFF-4DBB-9EE6-6FB44E7A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8171384"/>
            <a:ext cx="389021" cy="389030"/>
          </a:xfrm>
          <a:custGeom xmlns:a="http://schemas.openxmlformats.org/drawingml/2006/main">
            <a:pathLst>
              <a:path w="265471" h="265477">
                <a:moveTo>
                  <a:pt x="218240" y="47237"/>
                </a:moveTo>
                <a:cubicBezTo>
                  <a:pt x="265471" y="94477"/>
                  <a:pt x="265471" y="171003"/>
                  <a:pt x="218240" y="218240"/>
                </a:cubicBezTo>
                <a:cubicBezTo>
                  <a:pt x="171003" y="265477"/>
                  <a:pt x="94468" y="265477"/>
                  <a:pt x="47231" y="218240"/>
                </a:cubicBezTo>
                <a:cubicBezTo>
                  <a:pt x="0" y="171003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50" name="path-344">
            <a:extLst xmlns:a="http://schemas.openxmlformats.org/drawingml/2006/main">
              <a:ext uri="{FF2B5EF4-FFF2-40B4-BE49-F238E27FC236}">
                <a16:creationId xmlns:a16="http://schemas.microsoft.com/office/drawing/2014/main" id="{D713157B-2702-4BF0-9C42-6443ED49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381" y="8619969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6"/>
                </a:moveTo>
                <a:cubicBezTo>
                  <a:pt x="265520" y="94473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6" y="218239"/>
                </a:cubicBezTo>
                <a:cubicBezTo>
                  <a:pt x="0" y="171002"/>
                  <a:pt x="0" y="94473"/>
                  <a:pt x="47236" y="47236"/>
                </a:cubicBezTo>
                <a:cubicBezTo>
                  <a:pt x="94465" y="0"/>
                  <a:pt x="171046" y="0"/>
                  <a:pt x="218283" y="47236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45">
            <a:extLst xmlns:a="http://schemas.openxmlformats.org/drawingml/2006/main">
              <a:ext uri="{FF2B5EF4-FFF2-40B4-BE49-F238E27FC236}">
                <a16:creationId xmlns:a16="http://schemas.microsoft.com/office/drawing/2014/main" id="{552FB002-AC2C-492A-BF63-EBF6DC4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420" y="8619963"/>
            <a:ext cx="389021" cy="389030"/>
          </a:xfrm>
          <a:custGeom xmlns:a="http://schemas.openxmlformats.org/drawingml/2006/main">
            <a:pathLst>
              <a:path w="265471" h="265477">
                <a:moveTo>
                  <a:pt x="218240" y="47237"/>
                </a:moveTo>
                <a:cubicBezTo>
                  <a:pt x="265471" y="94477"/>
                  <a:pt x="265471" y="171006"/>
                  <a:pt x="218240" y="218240"/>
                </a:cubicBezTo>
                <a:cubicBezTo>
                  <a:pt x="171003" y="265477"/>
                  <a:pt x="94468" y="265477"/>
                  <a:pt x="47231" y="218240"/>
                </a:cubicBezTo>
                <a:cubicBezTo>
                  <a:pt x="0" y="171006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52" name="path-346">
            <a:extLst xmlns:a="http://schemas.openxmlformats.org/drawingml/2006/main">
              <a:ext uri="{FF2B5EF4-FFF2-40B4-BE49-F238E27FC236}">
                <a16:creationId xmlns:a16="http://schemas.microsoft.com/office/drawing/2014/main" id="{45E5D8CD-71BA-4C69-9DB1-81CCD42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7498513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4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2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47">
            <a:extLst xmlns:a="http://schemas.openxmlformats.org/drawingml/2006/main">
              <a:ext uri="{FF2B5EF4-FFF2-40B4-BE49-F238E27FC236}">
                <a16:creationId xmlns:a16="http://schemas.microsoft.com/office/drawing/2014/main" id="{1158251C-17D2-4A36-81E7-7C79AD66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7498509"/>
            <a:ext cx="389030" cy="389030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4"/>
                  <a:pt x="265477" y="171006"/>
                  <a:pt x="218240" y="218240"/>
                </a:cubicBezTo>
                <a:cubicBezTo>
                  <a:pt x="171003" y="265477"/>
                  <a:pt x="94474" y="265477"/>
                  <a:pt x="47237" y="218240"/>
                </a:cubicBezTo>
                <a:cubicBezTo>
                  <a:pt x="0" y="171006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54" name="path-348">
            <a:extLst xmlns:a="http://schemas.openxmlformats.org/drawingml/2006/main">
              <a:ext uri="{FF2B5EF4-FFF2-40B4-BE49-F238E27FC236}">
                <a16:creationId xmlns:a16="http://schemas.microsoft.com/office/drawing/2014/main" id="{F4F24F05-BD7F-4929-8F09-64A0F5E1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7947094"/>
            <a:ext cx="389093" cy="389030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7"/>
                  <a:pt x="94465" y="265477"/>
                  <a:pt x="47237" y="218240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9">
            <a:extLst xmlns:a="http://schemas.openxmlformats.org/drawingml/2006/main">
              <a:ext uri="{FF2B5EF4-FFF2-40B4-BE49-F238E27FC236}">
                <a16:creationId xmlns:a16="http://schemas.microsoft.com/office/drawing/2014/main" id="{348D74D0-E283-455A-84B7-C974F007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7947093"/>
            <a:ext cx="389030" cy="389026"/>
          </a:xfrm>
          <a:custGeom xmlns:a="http://schemas.openxmlformats.org/drawingml/2006/main">
            <a:pathLst>
              <a:path w="265477" h="265474">
                <a:moveTo>
                  <a:pt x="218240" y="47240"/>
                </a:moveTo>
                <a:cubicBezTo>
                  <a:pt x="265477" y="94474"/>
                  <a:pt x="265477" y="171003"/>
                  <a:pt x="218240" y="218240"/>
                </a:cubicBezTo>
                <a:cubicBezTo>
                  <a:pt x="171003" y="265474"/>
                  <a:pt x="94474" y="265474"/>
                  <a:pt x="47237" y="218240"/>
                </a:cubicBezTo>
                <a:cubicBezTo>
                  <a:pt x="0" y="171003"/>
                  <a:pt x="0" y="94474"/>
                  <a:pt x="47237" y="47240"/>
                </a:cubicBezTo>
                <a:cubicBezTo>
                  <a:pt x="94474" y="0"/>
                  <a:pt x="171003" y="0"/>
                  <a:pt x="218240" y="472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56" name="path-350">
            <a:extLst xmlns:a="http://schemas.openxmlformats.org/drawingml/2006/main">
              <a:ext uri="{FF2B5EF4-FFF2-40B4-BE49-F238E27FC236}">
                <a16:creationId xmlns:a16="http://schemas.microsoft.com/office/drawing/2014/main" id="{83058BB2-6EDE-48E1-80FA-68DFC0A8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8395677"/>
            <a:ext cx="389093" cy="389028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3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2"/>
                  <a:pt x="0" y="94473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1">
            <a:extLst xmlns:a="http://schemas.openxmlformats.org/drawingml/2006/main">
              <a:ext uri="{FF2B5EF4-FFF2-40B4-BE49-F238E27FC236}">
                <a16:creationId xmlns:a16="http://schemas.microsoft.com/office/drawing/2014/main" id="{B9733DDF-4507-464A-8C0E-2B8E70E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8395676"/>
            <a:ext cx="389030" cy="389030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4"/>
                  <a:pt x="265477" y="171000"/>
                  <a:pt x="218240" y="218237"/>
                </a:cubicBezTo>
                <a:cubicBezTo>
                  <a:pt x="171003" y="265477"/>
                  <a:pt x="94474" y="265477"/>
                  <a:pt x="47237" y="218237"/>
                </a:cubicBezTo>
                <a:cubicBezTo>
                  <a:pt x="0" y="171000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58" name="path-352">
            <a:extLst xmlns:a="http://schemas.openxmlformats.org/drawingml/2006/main">
              <a:ext uri="{FF2B5EF4-FFF2-40B4-BE49-F238E27FC236}">
                <a16:creationId xmlns:a16="http://schemas.microsoft.com/office/drawing/2014/main" id="{CFA4BE71-E902-4518-AC20-9748D2B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00" y="8844258"/>
            <a:ext cx="389093" cy="389029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3"/>
                  <a:pt x="265520" y="171003"/>
                  <a:pt x="218283" y="218240"/>
                </a:cubicBezTo>
                <a:cubicBezTo>
                  <a:pt x="171046" y="265476"/>
                  <a:pt x="94465" y="265476"/>
                  <a:pt x="47237" y="218240"/>
                </a:cubicBezTo>
                <a:cubicBezTo>
                  <a:pt x="0" y="171003"/>
                  <a:pt x="0" y="94473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53">
            <a:extLst xmlns:a="http://schemas.openxmlformats.org/drawingml/2006/main">
              <a:ext uri="{FF2B5EF4-FFF2-40B4-BE49-F238E27FC236}">
                <a16:creationId xmlns:a16="http://schemas.microsoft.com/office/drawing/2014/main" id="{DB08D3DF-55A1-4BEC-9269-C6B724D1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036" y="8844259"/>
            <a:ext cx="389030" cy="389026"/>
          </a:xfrm>
          <a:custGeom xmlns:a="http://schemas.openxmlformats.org/drawingml/2006/main">
            <a:pathLst>
              <a:path w="265477" h="265474">
                <a:moveTo>
                  <a:pt x="218240" y="47234"/>
                </a:moveTo>
                <a:cubicBezTo>
                  <a:pt x="265477" y="94471"/>
                  <a:pt x="265477" y="171003"/>
                  <a:pt x="218240" y="218237"/>
                </a:cubicBezTo>
                <a:cubicBezTo>
                  <a:pt x="171003" y="265474"/>
                  <a:pt x="94474" y="265474"/>
                  <a:pt x="47237" y="218237"/>
                </a:cubicBezTo>
                <a:cubicBezTo>
                  <a:pt x="0" y="171003"/>
                  <a:pt x="0" y="94471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935206"/>
            </a:solidFill>
            <a:prstDash val="solid"/>
          </a:ln>
        </p:spPr>
      </p:sp>
      <p:sp>
        <p:nvSpPr>
          <p:cNvPr id="360" name="path-354">
            <a:extLst xmlns:a="http://schemas.openxmlformats.org/drawingml/2006/main">
              <a:ext uri="{FF2B5EF4-FFF2-40B4-BE49-F238E27FC236}">
                <a16:creationId xmlns:a16="http://schemas.microsoft.com/office/drawing/2014/main" id="{4093F422-1829-4F5F-BDFF-168F481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7873748"/>
            <a:ext cx="434920" cy="367377"/>
          </a:xfrm>
          <a:custGeom xmlns:a="http://schemas.openxmlformats.org/drawingml/2006/main">
            <a:pathLst>
              <a:path w="296793" h="250701">
                <a:moveTo>
                  <a:pt x="0" y="250701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61" name="path-355">
            <a:extLst xmlns:a="http://schemas.openxmlformats.org/drawingml/2006/main">
              <a:ext uri="{FF2B5EF4-FFF2-40B4-BE49-F238E27FC236}">
                <a16:creationId xmlns:a16="http://schemas.microsoft.com/office/drawing/2014/main" id="{AEF72524-2F21-4AF7-ADCB-313E03B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7839460"/>
            <a:ext cx="85580" cy="79276"/>
          </a:xfrm>
          <a:custGeom xmlns:a="http://schemas.openxmlformats.org/drawingml/2006/main">
            <a:pathLst>
              <a:path w="58400" h="54099">
                <a:moveTo>
                  <a:pt x="58400" y="0"/>
                </a:moveTo>
                <a:lnTo>
                  <a:pt x="0" y="20760"/>
                </a:lnTo>
                <a:lnTo>
                  <a:pt x="30683" y="23399"/>
                </a:lnTo>
                <a:lnTo>
                  <a:pt x="28096" y="54099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56">
            <a:extLst xmlns:a="http://schemas.openxmlformats.org/drawingml/2006/main">
              <a:ext uri="{FF2B5EF4-FFF2-40B4-BE49-F238E27FC236}">
                <a16:creationId xmlns:a16="http://schemas.microsoft.com/office/drawing/2014/main" id="{59F2784D-3322-41C1-9859-59D6E0C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7839461"/>
            <a:ext cx="85592" cy="79271"/>
          </a:xfrm>
          <a:custGeom xmlns:a="http://schemas.openxmlformats.org/drawingml/2006/main">
            <a:pathLst>
              <a:path w="58409" h="54095">
                <a:moveTo>
                  <a:pt x="58409" y="0"/>
                </a:moveTo>
                <a:lnTo>
                  <a:pt x="0" y="20756"/>
                </a:lnTo>
                <a:lnTo>
                  <a:pt x="30704" y="23397"/>
                </a:lnTo>
                <a:lnTo>
                  <a:pt x="28153" y="54095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63" name="path-357">
            <a:extLst xmlns:a="http://schemas.openxmlformats.org/drawingml/2006/main">
              <a:ext uri="{FF2B5EF4-FFF2-40B4-BE49-F238E27FC236}">
                <a16:creationId xmlns:a16="http://schemas.microsoft.com/office/drawing/2014/main" id="{76101F03-5282-47B7-BBE0-C91E88F4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8217532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64" name="path-358">
            <a:extLst xmlns:a="http://schemas.openxmlformats.org/drawingml/2006/main">
              <a:ext uri="{FF2B5EF4-FFF2-40B4-BE49-F238E27FC236}">
                <a16:creationId xmlns:a16="http://schemas.microsoft.com/office/drawing/2014/main" id="{60E374C9-053C-42C2-BAAA-91C881E4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8195490"/>
            <a:ext cx="90543" cy="61359"/>
          </a:xfrm>
          <a:custGeom xmlns:a="http://schemas.openxmlformats.org/drawingml/2006/main">
            <a:pathLst>
              <a:path w="61787" h="41872">
                <a:moveTo>
                  <a:pt x="61787" y="5190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2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9">
            <a:extLst xmlns:a="http://schemas.openxmlformats.org/drawingml/2006/main">
              <a:ext uri="{FF2B5EF4-FFF2-40B4-BE49-F238E27FC236}">
                <a16:creationId xmlns:a16="http://schemas.microsoft.com/office/drawing/2014/main" id="{585C4A9A-ACF0-4188-ADBE-39038017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8195492"/>
            <a:ext cx="90617" cy="61355"/>
          </a:xfrm>
          <a:custGeom xmlns:a="http://schemas.openxmlformats.org/drawingml/2006/main">
            <a:pathLst>
              <a:path w="61838" h="41869">
                <a:moveTo>
                  <a:pt x="61838" y="5186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69"/>
                </a:lnTo>
                <a:lnTo>
                  <a:pt x="61838" y="518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66" name="path-360">
            <a:extLst xmlns:a="http://schemas.openxmlformats.org/drawingml/2006/main">
              <a:ext uri="{FF2B5EF4-FFF2-40B4-BE49-F238E27FC236}">
                <a16:creationId xmlns:a16="http://schemas.microsoft.com/office/drawing/2014/main" id="{D1D4E49D-DC3C-4E83-9558-9E7C6421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70" y="8418363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67" name="path-361">
            <a:extLst xmlns:a="http://schemas.openxmlformats.org/drawingml/2006/main">
              <a:ext uri="{FF2B5EF4-FFF2-40B4-BE49-F238E27FC236}">
                <a16:creationId xmlns:a16="http://schemas.microsoft.com/office/drawing/2014/main" id="{DC62F2A2-B618-4E79-AEF9-DD9FA778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98" y="8474952"/>
            <a:ext cx="90543" cy="61357"/>
          </a:xfrm>
          <a:custGeom xmlns:a="http://schemas.openxmlformats.org/drawingml/2006/main">
            <a:pathLst>
              <a:path w="61787" h="41871">
                <a:moveTo>
                  <a:pt x="61787" y="36680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2">
            <a:extLst xmlns:a="http://schemas.openxmlformats.org/drawingml/2006/main">
              <a:ext uri="{FF2B5EF4-FFF2-40B4-BE49-F238E27FC236}">
                <a16:creationId xmlns:a16="http://schemas.microsoft.com/office/drawing/2014/main" id="{F7CF92B8-8AE0-4845-8D41-FFFD5704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573" y="8474947"/>
            <a:ext cx="90617" cy="61364"/>
          </a:xfrm>
          <a:custGeom xmlns:a="http://schemas.openxmlformats.org/drawingml/2006/main">
            <a:pathLst>
              <a:path w="61838" h="41875">
                <a:moveTo>
                  <a:pt x="61838" y="36686"/>
                </a:moveTo>
                <a:lnTo>
                  <a:pt x="11783" y="0"/>
                </a:lnTo>
                <a:lnTo>
                  <a:pt x="26917" y="26832"/>
                </a:lnTo>
                <a:lnTo>
                  <a:pt x="0" y="41875"/>
                </a:lnTo>
                <a:lnTo>
                  <a:pt x="61838" y="3668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69" name="path-363">
            <a:extLst xmlns:a="http://schemas.openxmlformats.org/drawingml/2006/main">
              <a:ext uri="{FF2B5EF4-FFF2-40B4-BE49-F238E27FC236}">
                <a16:creationId xmlns:a16="http://schemas.microsoft.com/office/drawing/2014/main" id="{5CC87C79-1C9F-47BB-AE6F-D63D963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3655" y="8490678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70" name="path-364">
            <a:extLst xmlns:a="http://schemas.openxmlformats.org/drawingml/2006/main">
              <a:ext uri="{FF2B5EF4-FFF2-40B4-BE49-F238E27FC236}">
                <a16:creationId xmlns:a16="http://schemas.microsoft.com/office/drawing/2014/main" id="{29CBF6BD-814B-4E74-8D63-8047F017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639" y="8813064"/>
            <a:ext cx="85580" cy="79275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1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65">
            <a:extLst xmlns:a="http://schemas.openxmlformats.org/drawingml/2006/main">
              <a:ext uri="{FF2B5EF4-FFF2-40B4-BE49-F238E27FC236}">
                <a16:creationId xmlns:a16="http://schemas.microsoft.com/office/drawing/2014/main" id="{31DF7B29-7EA1-4B71-8A6A-EEB71F3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582" y="8813062"/>
            <a:ext cx="85592" cy="79280"/>
          </a:xfrm>
          <a:custGeom xmlns:a="http://schemas.openxmlformats.org/drawingml/2006/main">
            <a:pathLst>
              <a:path w="58409" h="54101">
                <a:moveTo>
                  <a:pt x="58409" y="54101"/>
                </a:moveTo>
                <a:lnTo>
                  <a:pt x="28153" y="0"/>
                </a:lnTo>
                <a:lnTo>
                  <a:pt x="30704" y="30701"/>
                </a:lnTo>
                <a:lnTo>
                  <a:pt x="0" y="33251"/>
                </a:lnTo>
                <a:lnTo>
                  <a:pt x="58409" y="5410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72" name="path-366">
            <a:extLst xmlns:a="http://schemas.openxmlformats.org/drawingml/2006/main">
              <a:ext uri="{FF2B5EF4-FFF2-40B4-BE49-F238E27FC236}">
                <a16:creationId xmlns:a16="http://schemas.microsoft.com/office/drawing/2014/main" id="{AE835FE9-0904-4014-88D5-4048D8D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270" y="7817799"/>
            <a:ext cx="434920" cy="367377"/>
          </a:xfrm>
          <a:custGeom xmlns:a="http://schemas.openxmlformats.org/drawingml/2006/main">
            <a:pathLst>
              <a:path w="296793" h="250701">
                <a:moveTo>
                  <a:pt x="0" y="0"/>
                </a:moveTo>
                <a:lnTo>
                  <a:pt x="296793" y="25070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73" name="path-367">
            <a:extLst xmlns:a="http://schemas.openxmlformats.org/drawingml/2006/main">
              <a:ext uri="{FF2B5EF4-FFF2-40B4-BE49-F238E27FC236}">
                <a16:creationId xmlns:a16="http://schemas.microsoft.com/office/drawing/2014/main" id="{7840F105-8024-45F1-8DF7-47457BE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207" y="8140191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49" y="0"/>
                </a:lnTo>
                <a:lnTo>
                  <a:pt x="30699" y="30699"/>
                </a:lnTo>
                <a:lnTo>
                  <a:pt x="0" y="33251"/>
                </a:lnTo>
                <a:lnTo>
                  <a:pt x="58409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8">
            <a:extLst xmlns:a="http://schemas.openxmlformats.org/drawingml/2006/main">
              <a:ext uri="{FF2B5EF4-FFF2-40B4-BE49-F238E27FC236}">
                <a16:creationId xmlns:a16="http://schemas.microsoft.com/office/drawing/2014/main" id="{59F6717A-FB7A-4113-A31D-F142269E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197" y="8140192"/>
            <a:ext cx="85601" cy="79271"/>
          </a:xfrm>
          <a:custGeom xmlns:a="http://schemas.openxmlformats.org/drawingml/2006/main">
            <a:pathLst>
              <a:path w="58415" h="54095">
                <a:moveTo>
                  <a:pt x="58415" y="54095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248"/>
                </a:lnTo>
                <a:lnTo>
                  <a:pt x="58415" y="5409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75" name="path-369">
            <a:extLst xmlns:a="http://schemas.openxmlformats.org/drawingml/2006/main">
              <a:ext uri="{FF2B5EF4-FFF2-40B4-BE49-F238E27FC236}">
                <a16:creationId xmlns:a16="http://schemas.microsoft.com/office/drawing/2014/main" id="{D22EF83D-8019-44AE-9ABD-6116FE06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685" y="8194067"/>
            <a:ext cx="340947" cy="95908"/>
          </a:xfrm>
          <a:custGeom xmlns:a="http://schemas.openxmlformats.org/drawingml/2006/main">
            <a:pathLst>
              <a:path w="232665" h="65448">
                <a:moveTo>
                  <a:pt x="0" y="0"/>
                </a:moveTo>
                <a:lnTo>
                  <a:pt x="232665" y="65448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76" name="path-370">
            <a:extLst xmlns:a="http://schemas.openxmlformats.org/drawingml/2006/main">
              <a:ext uri="{FF2B5EF4-FFF2-40B4-BE49-F238E27FC236}">
                <a16:creationId xmlns:a16="http://schemas.microsoft.com/office/drawing/2014/main" id="{76ABBA50-01EE-4E77-8361-458770B2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92" y="8250661"/>
            <a:ext cx="90619" cy="61359"/>
          </a:xfrm>
          <a:custGeom xmlns:a="http://schemas.openxmlformats.org/drawingml/2006/main">
            <a:pathLst>
              <a:path w="61839" h="41872">
                <a:moveTo>
                  <a:pt x="61839" y="36680"/>
                </a:moveTo>
                <a:lnTo>
                  <a:pt x="11787" y="0"/>
                </a:lnTo>
                <a:lnTo>
                  <a:pt x="26917" y="26829"/>
                </a:lnTo>
                <a:lnTo>
                  <a:pt x="0" y="41872"/>
                </a:lnTo>
                <a:lnTo>
                  <a:pt x="61839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71">
            <a:extLst xmlns:a="http://schemas.openxmlformats.org/drawingml/2006/main">
              <a:ext uri="{FF2B5EF4-FFF2-40B4-BE49-F238E27FC236}">
                <a16:creationId xmlns:a16="http://schemas.microsoft.com/office/drawing/2014/main" id="{D9E2A18E-0A66-497F-A3DA-0FAF09BE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88" y="8250660"/>
            <a:ext cx="90626" cy="61360"/>
          </a:xfrm>
          <a:custGeom xmlns:a="http://schemas.openxmlformats.org/drawingml/2006/main">
            <a:pathLst>
              <a:path w="61844" h="41872">
                <a:moveTo>
                  <a:pt x="61844" y="36680"/>
                </a:moveTo>
                <a:lnTo>
                  <a:pt x="11790" y="0"/>
                </a:lnTo>
                <a:lnTo>
                  <a:pt x="26917" y="26829"/>
                </a:lnTo>
                <a:lnTo>
                  <a:pt x="0" y="41872"/>
                </a:lnTo>
                <a:lnTo>
                  <a:pt x="61844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78" name="path-372">
            <a:extLst xmlns:a="http://schemas.openxmlformats.org/drawingml/2006/main">
              <a:ext uri="{FF2B5EF4-FFF2-40B4-BE49-F238E27FC236}">
                <a16:creationId xmlns:a16="http://schemas.microsoft.com/office/drawing/2014/main" id="{0940F8B4-9C6F-4A29-B4BF-94995A7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8685" y="8441823"/>
            <a:ext cx="340947" cy="95904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79" name="path-373">
            <a:extLst xmlns:a="http://schemas.openxmlformats.org/drawingml/2006/main">
              <a:ext uri="{FF2B5EF4-FFF2-40B4-BE49-F238E27FC236}">
                <a16:creationId xmlns:a16="http://schemas.microsoft.com/office/drawing/2014/main" id="{CB5DB80E-3194-43C2-A944-8569735D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92" y="8419782"/>
            <a:ext cx="90619" cy="61357"/>
          </a:xfrm>
          <a:custGeom xmlns:a="http://schemas.openxmlformats.org/drawingml/2006/main">
            <a:pathLst>
              <a:path w="61839" h="41871">
                <a:moveTo>
                  <a:pt x="61839" y="5190"/>
                </a:moveTo>
                <a:lnTo>
                  <a:pt x="0" y="0"/>
                </a:lnTo>
                <a:lnTo>
                  <a:pt x="26917" y="15041"/>
                </a:lnTo>
                <a:lnTo>
                  <a:pt x="11787" y="41871"/>
                </a:lnTo>
                <a:lnTo>
                  <a:pt x="61839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74">
            <a:extLst xmlns:a="http://schemas.openxmlformats.org/drawingml/2006/main">
              <a:ext uri="{FF2B5EF4-FFF2-40B4-BE49-F238E27FC236}">
                <a16:creationId xmlns:a16="http://schemas.microsoft.com/office/drawing/2014/main" id="{2A62C0DA-86FA-4F9F-9CC2-E8077965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188" y="8419779"/>
            <a:ext cx="90626" cy="61355"/>
          </a:xfrm>
          <a:custGeom xmlns:a="http://schemas.openxmlformats.org/drawingml/2006/main">
            <a:pathLst>
              <a:path w="61844" h="41869">
                <a:moveTo>
                  <a:pt x="61844" y="5189"/>
                </a:moveTo>
                <a:lnTo>
                  <a:pt x="0" y="0"/>
                </a:lnTo>
                <a:lnTo>
                  <a:pt x="26917" y="15043"/>
                </a:lnTo>
                <a:lnTo>
                  <a:pt x="11790" y="41869"/>
                </a:lnTo>
                <a:lnTo>
                  <a:pt x="61844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81" name="path-375">
            <a:extLst xmlns:a="http://schemas.openxmlformats.org/drawingml/2006/main">
              <a:ext uri="{FF2B5EF4-FFF2-40B4-BE49-F238E27FC236}">
                <a16:creationId xmlns:a16="http://schemas.microsoft.com/office/drawing/2014/main" id="{E1B3E1F3-77FF-472E-BC93-B30FDA5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270" y="8546618"/>
            <a:ext cx="434920" cy="367373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82" name="path-376">
            <a:extLst xmlns:a="http://schemas.openxmlformats.org/drawingml/2006/main">
              <a:ext uri="{FF2B5EF4-FFF2-40B4-BE49-F238E27FC236}">
                <a16:creationId xmlns:a16="http://schemas.microsoft.com/office/drawing/2014/main" id="{AEC47F5B-3BA4-4035-97E2-F40875FC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207" y="8512333"/>
            <a:ext cx="85592" cy="79275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760"/>
                </a:lnTo>
                <a:lnTo>
                  <a:pt x="30699" y="23399"/>
                </a:lnTo>
                <a:lnTo>
                  <a:pt x="28149" y="54098"/>
                </a:lnTo>
                <a:lnTo>
                  <a:pt x="58409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77">
            <a:extLst xmlns:a="http://schemas.openxmlformats.org/drawingml/2006/main">
              <a:ext uri="{FF2B5EF4-FFF2-40B4-BE49-F238E27FC236}">
                <a16:creationId xmlns:a16="http://schemas.microsoft.com/office/drawing/2014/main" id="{924DDF86-F5C8-46CC-BB38-78504B5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197" y="8512336"/>
            <a:ext cx="85601" cy="79271"/>
          </a:xfrm>
          <a:custGeom xmlns:a="http://schemas.openxmlformats.org/drawingml/2006/main">
            <a:pathLst>
              <a:path w="58415" h="54095">
                <a:moveTo>
                  <a:pt x="58415" y="0"/>
                </a:moveTo>
                <a:lnTo>
                  <a:pt x="0" y="20759"/>
                </a:lnTo>
                <a:lnTo>
                  <a:pt x="30704" y="23394"/>
                </a:lnTo>
                <a:lnTo>
                  <a:pt x="28153" y="54095"/>
                </a:lnTo>
                <a:lnTo>
                  <a:pt x="58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84" name="path-378">
            <a:extLst xmlns:a="http://schemas.openxmlformats.org/drawingml/2006/main">
              <a:ext uri="{FF2B5EF4-FFF2-40B4-BE49-F238E27FC236}">
                <a16:creationId xmlns:a16="http://schemas.microsoft.com/office/drawing/2014/main" id="{B06F4C2D-C37E-4634-B4FC-1E269EC2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220" y="8181257"/>
            <a:ext cx="1638652" cy="369362"/>
          </a:xfrm>
          <a:custGeom xmlns:a="http://schemas.openxmlformats.org/drawingml/2006/main">
            <a:pathLst>
              <a:path w="1118228" h="252056">
                <a:moveTo>
                  <a:pt x="0" y="0"/>
                </a:moveTo>
                <a:lnTo>
                  <a:pt x="1118228" y="0"/>
                </a:lnTo>
                <a:lnTo>
                  <a:pt x="1118228" y="252056"/>
                </a:lnTo>
                <a:lnTo>
                  <a:pt x="0" y="25205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text-379 Vision">
            <a:extLst xmlns:a="http://schemas.openxmlformats.org/drawingml/2006/main">
              <a:ext uri="{FF2B5EF4-FFF2-40B4-BE49-F238E27FC236}">
                <a16:creationId xmlns:a16="http://schemas.microsoft.com/office/drawing/2014/main" id="{8E2C0414-2A2D-407B-B6B9-568C7F5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916" y="8194033"/>
            <a:ext cx="815275" cy="36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386" name="text-379 Agent">
            <a:extLst xmlns:a="http://schemas.openxmlformats.org/drawingml/2006/main">
              <a:ext uri="{FF2B5EF4-FFF2-40B4-BE49-F238E27FC236}">
                <a16:creationId xmlns:a16="http://schemas.microsoft.com/office/drawing/2014/main" id="{7009D181-3165-4397-9961-A48BB31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2897" y="8194077"/>
            <a:ext cx="776658" cy="360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87" name="path-380">
            <a:extLst xmlns:a="http://schemas.openxmlformats.org/drawingml/2006/main">
              <a:ext uri="{FF2B5EF4-FFF2-40B4-BE49-F238E27FC236}">
                <a16:creationId xmlns:a16="http://schemas.microsoft.com/office/drawing/2014/main" id="{4A94EF2A-21EF-4A11-82C2-06B96660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14" y="2355028"/>
            <a:ext cx="796748" cy="191"/>
          </a:xfrm>
          <a:custGeom xmlns:a="http://schemas.openxmlformats.org/drawingml/2006/main">
            <a:pathLst>
              <a:path w="543707" h="191">
                <a:moveTo>
                  <a:pt x="0" y="0"/>
                </a:moveTo>
                <a:lnTo>
                  <a:pt x="5437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88" name="path-381">
            <a:extLst xmlns:a="http://schemas.openxmlformats.org/drawingml/2006/main">
              <a:ext uri="{FF2B5EF4-FFF2-40B4-BE49-F238E27FC236}">
                <a16:creationId xmlns:a16="http://schemas.microsoft.com/office/drawing/2014/main" id="{3506F21C-FD89-477F-B2F3-EA5B814A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62" y="2312491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82">
            <a:extLst xmlns:a="http://schemas.openxmlformats.org/drawingml/2006/main">
              <a:ext uri="{FF2B5EF4-FFF2-40B4-BE49-F238E27FC236}">
                <a16:creationId xmlns:a16="http://schemas.microsoft.com/office/drawing/2014/main" id="{08EC59B4-37F3-4428-B02D-6728D1B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020" y="2312489"/>
            <a:ext cx="113442" cy="85077"/>
          </a:xfrm>
          <a:custGeom xmlns:a="http://schemas.openxmlformats.org/drawingml/2006/main">
            <a:pathLst>
              <a:path w="77414" h="58057">
                <a:moveTo>
                  <a:pt x="77414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14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90" name="path-383">
            <a:extLst xmlns:a="http://schemas.openxmlformats.org/drawingml/2006/main">
              <a:ext uri="{FF2B5EF4-FFF2-40B4-BE49-F238E27FC236}">
                <a16:creationId xmlns:a16="http://schemas.microsoft.com/office/drawing/2014/main" id="{955DD105-B740-4F30-AE77-A9A25986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14" y="5357179"/>
            <a:ext cx="796748" cy="191"/>
          </a:xfrm>
          <a:custGeom xmlns:a="http://schemas.openxmlformats.org/drawingml/2006/main">
            <a:pathLst>
              <a:path w="543707" h="191">
                <a:moveTo>
                  <a:pt x="0" y="0"/>
                </a:moveTo>
                <a:lnTo>
                  <a:pt x="5437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91" name="path-384">
            <a:extLst xmlns:a="http://schemas.openxmlformats.org/drawingml/2006/main">
              <a:ext uri="{FF2B5EF4-FFF2-40B4-BE49-F238E27FC236}">
                <a16:creationId xmlns:a16="http://schemas.microsoft.com/office/drawing/2014/main" id="{DC7072DD-A6EE-4FC0-A304-8E09065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62" y="5314640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85">
            <a:extLst xmlns:a="http://schemas.openxmlformats.org/drawingml/2006/main">
              <a:ext uri="{FF2B5EF4-FFF2-40B4-BE49-F238E27FC236}">
                <a16:creationId xmlns:a16="http://schemas.microsoft.com/office/drawing/2014/main" id="{B2D952FD-6FCE-450A-B88F-CB004219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020" y="5314636"/>
            <a:ext cx="113442" cy="85077"/>
          </a:xfrm>
          <a:custGeom xmlns:a="http://schemas.openxmlformats.org/drawingml/2006/main">
            <a:pathLst>
              <a:path w="77414" h="58057">
                <a:moveTo>
                  <a:pt x="77414" y="29032"/>
                </a:moveTo>
                <a:lnTo>
                  <a:pt x="0" y="0"/>
                </a:lnTo>
                <a:lnTo>
                  <a:pt x="29032" y="29032"/>
                </a:lnTo>
                <a:lnTo>
                  <a:pt x="0" y="58057"/>
                </a:lnTo>
                <a:lnTo>
                  <a:pt x="77414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93" name="path-386">
            <a:extLst xmlns:a="http://schemas.openxmlformats.org/drawingml/2006/main">
              <a:ext uri="{FF2B5EF4-FFF2-40B4-BE49-F238E27FC236}">
                <a16:creationId xmlns:a16="http://schemas.microsoft.com/office/drawing/2014/main" id="{C912FB83-F088-4050-BA58-F7DA8AD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201" y="8359450"/>
            <a:ext cx="796624" cy="191"/>
          </a:xfrm>
          <a:custGeom xmlns:a="http://schemas.openxmlformats.org/drawingml/2006/main">
            <a:pathLst>
              <a:path w="543622" h="191">
                <a:moveTo>
                  <a:pt x="0" y="0"/>
                </a:moveTo>
                <a:lnTo>
                  <a:pt x="543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94" name="path-387">
            <a:extLst xmlns:a="http://schemas.openxmlformats.org/drawingml/2006/main">
              <a:ext uri="{FF2B5EF4-FFF2-40B4-BE49-F238E27FC236}">
                <a16:creationId xmlns:a16="http://schemas.microsoft.com/office/drawing/2014/main" id="{6D5A23E4-CC3D-4B79-B013-2CE610A8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326" y="8316918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9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88">
            <a:extLst xmlns:a="http://schemas.openxmlformats.org/drawingml/2006/main">
              <a:ext uri="{FF2B5EF4-FFF2-40B4-BE49-F238E27FC236}">
                <a16:creationId xmlns:a16="http://schemas.microsoft.com/office/drawing/2014/main" id="{7802A7E0-426A-44D7-8522-B621EF96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282" y="8316916"/>
            <a:ext cx="113442" cy="85077"/>
          </a:xfrm>
          <a:custGeom xmlns:a="http://schemas.openxmlformats.org/drawingml/2006/main">
            <a:pathLst>
              <a:path w="77414" h="58057">
                <a:moveTo>
                  <a:pt x="77414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7"/>
                </a:lnTo>
                <a:lnTo>
                  <a:pt x="77414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396" name="text-389 Yes">
            <a:extLst xmlns:a="http://schemas.openxmlformats.org/drawingml/2006/main">
              <a:ext uri="{FF2B5EF4-FFF2-40B4-BE49-F238E27FC236}">
                <a16:creationId xmlns:a16="http://schemas.microsoft.com/office/drawing/2014/main" id="{FD04177C-681A-46CE-9447-A97D499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78168" y="1392824"/>
            <a:ext cx="392646" cy="288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97" name="path-390">
            <a:extLst xmlns:a="http://schemas.openxmlformats.org/drawingml/2006/main">
              <a:ext uri="{FF2B5EF4-FFF2-40B4-BE49-F238E27FC236}">
                <a16:creationId xmlns:a16="http://schemas.microsoft.com/office/drawing/2014/main" id="{3C30577E-90B8-4947-B7CB-4CD3439E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5562" y="1700976"/>
            <a:ext cx="44858" cy="44858"/>
          </a:xfrm>
          <a:custGeom xmlns:a="http://schemas.openxmlformats.org/drawingml/2006/main">
            <a:pathLst>
              <a:path w="30611" h="30611">
                <a:moveTo>
                  <a:pt x="30611" y="15306"/>
                </a:moveTo>
                <a:cubicBezTo>
                  <a:pt x="30611" y="6861"/>
                  <a:pt x="23752" y="0"/>
                  <a:pt x="15306" y="0"/>
                </a:cubicBezTo>
                <a:cubicBezTo>
                  <a:pt x="6861" y="0"/>
                  <a:pt x="0" y="6861"/>
                  <a:pt x="0" y="15306"/>
                </a:cubicBezTo>
                <a:cubicBezTo>
                  <a:pt x="0" y="23750"/>
                  <a:pt x="6861" y="30611"/>
                  <a:pt x="15306" y="30611"/>
                </a:cubicBezTo>
                <a:cubicBezTo>
                  <a:pt x="23752" y="30611"/>
                  <a:pt x="30611" y="23750"/>
                  <a:pt x="30611" y="1530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391">
            <a:extLst xmlns:a="http://schemas.openxmlformats.org/drawingml/2006/main">
              <a:ext uri="{FF2B5EF4-FFF2-40B4-BE49-F238E27FC236}">
                <a16:creationId xmlns:a16="http://schemas.microsoft.com/office/drawing/2014/main" id="{F306A9A7-8A7D-4FA2-BDAB-77AAFE84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5565" y="1700974"/>
            <a:ext cx="44851" cy="44860"/>
          </a:xfrm>
          <a:custGeom xmlns:a="http://schemas.openxmlformats.org/drawingml/2006/main">
            <a:pathLst>
              <a:path w="30607" h="30613">
                <a:moveTo>
                  <a:pt x="30607" y="15303"/>
                </a:moveTo>
                <a:cubicBezTo>
                  <a:pt x="30607" y="6861"/>
                  <a:pt x="23749" y="0"/>
                  <a:pt x="15303" y="0"/>
                </a:cubicBezTo>
                <a:cubicBezTo>
                  <a:pt x="6858" y="0"/>
                  <a:pt x="0" y="6861"/>
                  <a:pt x="0" y="15303"/>
                </a:cubicBezTo>
                <a:cubicBezTo>
                  <a:pt x="0" y="23752"/>
                  <a:pt x="6858" y="30613"/>
                  <a:pt x="15303" y="30613"/>
                </a:cubicBezTo>
                <a:cubicBezTo>
                  <a:pt x="23749" y="30613"/>
                  <a:pt x="30607" y="23752"/>
                  <a:pt x="30607" y="153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399" name="path-392">
            <a:extLst xmlns:a="http://schemas.openxmlformats.org/drawingml/2006/main">
              <a:ext uri="{FF2B5EF4-FFF2-40B4-BE49-F238E27FC236}">
                <a16:creationId xmlns:a16="http://schemas.microsoft.com/office/drawing/2014/main" id="{C60019D8-4D07-4CD2-B90E-E3ED78F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61" y="1715929"/>
            <a:ext cx="44858" cy="44860"/>
          </a:xfrm>
          <a:custGeom xmlns:a="http://schemas.openxmlformats.org/drawingml/2006/main">
            <a:pathLst>
              <a:path w="30611" h="30613">
                <a:moveTo>
                  <a:pt x="15305" y="30613"/>
                </a:moveTo>
                <a:cubicBezTo>
                  <a:pt x="23749" y="30613"/>
                  <a:pt x="30611" y="23750"/>
                  <a:pt x="30611" y="15305"/>
                </a:cubicBezTo>
                <a:cubicBezTo>
                  <a:pt x="30611" y="6861"/>
                  <a:pt x="23749" y="0"/>
                  <a:pt x="15305" y="0"/>
                </a:cubicBezTo>
                <a:cubicBezTo>
                  <a:pt x="6861" y="0"/>
                  <a:pt x="0" y="6861"/>
                  <a:pt x="0" y="15305"/>
                </a:cubicBezTo>
                <a:cubicBezTo>
                  <a:pt x="0" y="23750"/>
                  <a:pt x="6861" y="30613"/>
                  <a:pt x="15305" y="30613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393">
            <a:extLst xmlns:a="http://schemas.openxmlformats.org/drawingml/2006/main">
              <a:ext uri="{FF2B5EF4-FFF2-40B4-BE49-F238E27FC236}">
                <a16:creationId xmlns:a16="http://schemas.microsoft.com/office/drawing/2014/main" id="{09E8F9BB-E72D-4183-BF7B-40CD1B65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55" y="1715929"/>
            <a:ext cx="44869" cy="44860"/>
          </a:xfrm>
          <a:custGeom xmlns:a="http://schemas.openxmlformats.org/drawingml/2006/main">
            <a:pathLst>
              <a:path w="30619" h="30613">
                <a:moveTo>
                  <a:pt x="15309" y="30613"/>
                </a:moveTo>
                <a:cubicBezTo>
                  <a:pt x="23755" y="30613"/>
                  <a:pt x="30619" y="23749"/>
                  <a:pt x="30619" y="15303"/>
                </a:cubicBezTo>
                <a:cubicBezTo>
                  <a:pt x="30619" y="6861"/>
                  <a:pt x="23755" y="0"/>
                  <a:pt x="15309" y="0"/>
                </a:cubicBezTo>
                <a:cubicBezTo>
                  <a:pt x="6864" y="0"/>
                  <a:pt x="0" y="6861"/>
                  <a:pt x="0" y="15303"/>
                </a:cubicBezTo>
                <a:cubicBezTo>
                  <a:pt x="0" y="23749"/>
                  <a:pt x="6864" y="30613"/>
                  <a:pt x="15309" y="306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401" name="path-394">
            <a:extLst xmlns:a="http://schemas.openxmlformats.org/drawingml/2006/main">
              <a:ext uri="{FF2B5EF4-FFF2-40B4-BE49-F238E27FC236}">
                <a16:creationId xmlns:a16="http://schemas.microsoft.com/office/drawing/2014/main" id="{CB9D5D9A-E679-4277-8A38-FFCD18C6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062" y="1825367"/>
            <a:ext cx="128128" cy="42152"/>
          </a:xfrm>
          <a:custGeom xmlns:a="http://schemas.openxmlformats.org/drawingml/2006/main">
            <a:pathLst>
              <a:path w="87436" h="28765">
                <a:moveTo>
                  <a:pt x="441" y="14514"/>
                </a:moveTo>
                <a:cubicBezTo>
                  <a:pt x="968" y="17242"/>
                  <a:pt x="3608" y="19088"/>
                  <a:pt x="6334" y="18561"/>
                </a:cubicBezTo>
                <a:cubicBezTo>
                  <a:pt x="6773" y="18473"/>
                  <a:pt x="52603" y="10645"/>
                  <a:pt x="78904" y="27885"/>
                </a:cubicBezTo>
                <a:cubicBezTo>
                  <a:pt x="79696" y="28502"/>
                  <a:pt x="80664" y="28765"/>
                  <a:pt x="81632" y="28765"/>
                </a:cubicBezTo>
                <a:cubicBezTo>
                  <a:pt x="83302" y="28765"/>
                  <a:pt x="84887" y="27885"/>
                  <a:pt x="85853" y="26478"/>
                </a:cubicBezTo>
                <a:cubicBezTo>
                  <a:pt x="87436" y="24103"/>
                  <a:pt x="86733" y="20936"/>
                  <a:pt x="84446" y="19441"/>
                </a:cubicBezTo>
                <a:cubicBezTo>
                  <a:pt x="54715" y="0"/>
                  <a:pt x="6598" y="8270"/>
                  <a:pt x="4574" y="8621"/>
                </a:cubicBezTo>
                <a:cubicBezTo>
                  <a:pt x="1848" y="9148"/>
                  <a:pt x="0" y="11700"/>
                  <a:pt x="441" y="14514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395">
            <a:extLst xmlns:a="http://schemas.openxmlformats.org/drawingml/2006/main">
              <a:ext uri="{FF2B5EF4-FFF2-40B4-BE49-F238E27FC236}">
                <a16:creationId xmlns:a16="http://schemas.microsoft.com/office/drawing/2014/main" id="{C936253F-19C1-408C-B6E3-35A307A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060" y="1825367"/>
            <a:ext cx="128126" cy="42152"/>
          </a:xfrm>
          <a:custGeom xmlns:a="http://schemas.openxmlformats.org/drawingml/2006/main">
            <a:pathLst>
              <a:path w="87434" h="28765">
                <a:moveTo>
                  <a:pt x="442" y="14513"/>
                </a:moveTo>
                <a:cubicBezTo>
                  <a:pt x="969" y="17239"/>
                  <a:pt x="3605" y="19087"/>
                  <a:pt x="6337" y="18560"/>
                </a:cubicBezTo>
                <a:cubicBezTo>
                  <a:pt x="6773" y="18472"/>
                  <a:pt x="52599" y="10641"/>
                  <a:pt x="78904" y="27884"/>
                </a:cubicBezTo>
                <a:cubicBezTo>
                  <a:pt x="79698" y="28502"/>
                  <a:pt x="80661" y="28765"/>
                  <a:pt x="81630" y="28765"/>
                </a:cubicBezTo>
                <a:cubicBezTo>
                  <a:pt x="83302" y="28765"/>
                  <a:pt x="84884" y="27974"/>
                  <a:pt x="85853" y="26478"/>
                </a:cubicBezTo>
                <a:cubicBezTo>
                  <a:pt x="87434" y="24103"/>
                  <a:pt x="86737" y="21022"/>
                  <a:pt x="84447" y="19438"/>
                </a:cubicBezTo>
                <a:cubicBezTo>
                  <a:pt x="54713" y="0"/>
                  <a:pt x="6598" y="8267"/>
                  <a:pt x="4574" y="8618"/>
                </a:cubicBezTo>
                <a:cubicBezTo>
                  <a:pt x="1848" y="9148"/>
                  <a:pt x="0" y="11787"/>
                  <a:pt x="442" y="145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403" name="path-396">
            <a:extLst xmlns:a="http://schemas.openxmlformats.org/drawingml/2006/main">
              <a:ext uri="{FF2B5EF4-FFF2-40B4-BE49-F238E27FC236}">
                <a16:creationId xmlns:a16="http://schemas.microsoft.com/office/drawing/2014/main" id="{ABD8CF75-79F5-4471-B544-3B6C83E6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0447" y="1638973"/>
            <a:ext cx="95904" cy="49499"/>
          </a:xfrm>
          <a:custGeom xmlns:a="http://schemas.openxmlformats.org/drawingml/2006/main">
            <a:pathLst>
              <a:path w="65445" h="33778">
                <a:moveTo>
                  <a:pt x="5630" y="33778"/>
                </a:moveTo>
                <a:cubicBezTo>
                  <a:pt x="6949" y="33778"/>
                  <a:pt x="8357" y="33251"/>
                  <a:pt x="9324" y="32108"/>
                </a:cubicBezTo>
                <a:cubicBezTo>
                  <a:pt x="10292" y="31140"/>
                  <a:pt x="31403" y="8621"/>
                  <a:pt x="56649" y="28853"/>
                </a:cubicBezTo>
                <a:cubicBezTo>
                  <a:pt x="58760" y="30611"/>
                  <a:pt x="61927" y="30261"/>
                  <a:pt x="63685" y="28150"/>
                </a:cubicBezTo>
                <a:cubicBezTo>
                  <a:pt x="65445" y="25951"/>
                  <a:pt x="65094" y="22782"/>
                  <a:pt x="62983" y="21024"/>
                </a:cubicBezTo>
                <a:cubicBezTo>
                  <a:pt x="36770" y="0"/>
                  <a:pt x="11523" y="14604"/>
                  <a:pt x="1848" y="25335"/>
                </a:cubicBezTo>
                <a:cubicBezTo>
                  <a:pt x="0" y="27358"/>
                  <a:pt x="176" y="30611"/>
                  <a:pt x="2199" y="32461"/>
                </a:cubicBezTo>
                <a:cubicBezTo>
                  <a:pt x="3165" y="33339"/>
                  <a:pt x="4398" y="33778"/>
                  <a:pt x="5630" y="33778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97">
            <a:extLst xmlns:a="http://schemas.openxmlformats.org/drawingml/2006/main">
              <a:ext uri="{FF2B5EF4-FFF2-40B4-BE49-F238E27FC236}">
                <a16:creationId xmlns:a16="http://schemas.microsoft.com/office/drawing/2014/main" id="{0E64FB31-FFAD-4678-9A5C-FDB3951D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0447" y="1638971"/>
            <a:ext cx="95899" cy="49499"/>
          </a:xfrm>
          <a:custGeom xmlns:a="http://schemas.openxmlformats.org/drawingml/2006/main">
            <a:pathLst>
              <a:path w="65442" h="33778">
                <a:moveTo>
                  <a:pt x="5628" y="33778"/>
                </a:moveTo>
                <a:cubicBezTo>
                  <a:pt x="6949" y="33778"/>
                  <a:pt x="8354" y="33251"/>
                  <a:pt x="9324" y="32106"/>
                </a:cubicBezTo>
                <a:cubicBezTo>
                  <a:pt x="10293" y="31140"/>
                  <a:pt x="31400" y="8621"/>
                  <a:pt x="56646" y="28853"/>
                </a:cubicBezTo>
                <a:cubicBezTo>
                  <a:pt x="58754" y="30613"/>
                  <a:pt x="61928" y="30261"/>
                  <a:pt x="63685" y="28150"/>
                </a:cubicBezTo>
                <a:cubicBezTo>
                  <a:pt x="65442" y="25954"/>
                  <a:pt x="65091" y="22782"/>
                  <a:pt x="62977" y="21026"/>
                </a:cubicBezTo>
                <a:cubicBezTo>
                  <a:pt x="36768" y="0"/>
                  <a:pt x="11523" y="14604"/>
                  <a:pt x="1848" y="25333"/>
                </a:cubicBezTo>
                <a:cubicBezTo>
                  <a:pt x="0" y="27447"/>
                  <a:pt x="176" y="30613"/>
                  <a:pt x="2199" y="32461"/>
                </a:cubicBezTo>
                <a:cubicBezTo>
                  <a:pt x="3162" y="33339"/>
                  <a:pt x="4398" y="33778"/>
                  <a:pt x="5628" y="337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405" name="path-398">
            <a:extLst xmlns:a="http://schemas.openxmlformats.org/drawingml/2006/main">
              <a:ext uri="{FF2B5EF4-FFF2-40B4-BE49-F238E27FC236}">
                <a16:creationId xmlns:a16="http://schemas.microsoft.com/office/drawing/2014/main" id="{EE93BF84-7790-406F-95CF-BF93B5FB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763" y="1670556"/>
            <a:ext cx="94745" cy="30420"/>
          </a:xfrm>
          <a:custGeom xmlns:a="http://schemas.openxmlformats.org/drawingml/2006/main">
            <a:pathLst>
              <a:path w="64655" h="20759">
                <a:moveTo>
                  <a:pt x="5718" y="20055"/>
                </a:moveTo>
                <a:cubicBezTo>
                  <a:pt x="6246" y="20055"/>
                  <a:pt x="6861" y="19967"/>
                  <a:pt x="7390" y="19793"/>
                </a:cubicBezTo>
                <a:cubicBezTo>
                  <a:pt x="7653" y="19703"/>
                  <a:pt x="34218" y="10731"/>
                  <a:pt x="57088" y="19703"/>
                </a:cubicBezTo>
                <a:cubicBezTo>
                  <a:pt x="59728" y="20759"/>
                  <a:pt x="62630" y="19440"/>
                  <a:pt x="63685" y="16889"/>
                </a:cubicBezTo>
                <a:cubicBezTo>
                  <a:pt x="64655" y="14251"/>
                  <a:pt x="63423" y="11347"/>
                  <a:pt x="60783" y="10292"/>
                </a:cubicBezTo>
                <a:cubicBezTo>
                  <a:pt x="34483" y="0"/>
                  <a:pt x="5278" y="9852"/>
                  <a:pt x="4047" y="10292"/>
                </a:cubicBezTo>
                <a:cubicBezTo>
                  <a:pt x="1407" y="11170"/>
                  <a:pt x="0" y="14074"/>
                  <a:pt x="968" y="16712"/>
                </a:cubicBezTo>
                <a:cubicBezTo>
                  <a:pt x="1672" y="18737"/>
                  <a:pt x="3606" y="20055"/>
                  <a:pt x="5718" y="20055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99">
            <a:extLst xmlns:a="http://schemas.openxmlformats.org/drawingml/2006/main">
              <a:ext uri="{FF2B5EF4-FFF2-40B4-BE49-F238E27FC236}">
                <a16:creationId xmlns:a16="http://schemas.microsoft.com/office/drawing/2014/main" id="{F8A8B0FB-C534-4EDE-A824-AB5D29C1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760" y="1670558"/>
            <a:ext cx="94745" cy="30416"/>
          </a:xfrm>
          <a:custGeom xmlns:a="http://schemas.openxmlformats.org/drawingml/2006/main">
            <a:pathLst>
              <a:path w="64655" h="20756">
                <a:moveTo>
                  <a:pt x="5719" y="20053"/>
                </a:moveTo>
                <a:cubicBezTo>
                  <a:pt x="6246" y="20053"/>
                  <a:pt x="6858" y="19965"/>
                  <a:pt x="7391" y="19790"/>
                </a:cubicBezTo>
                <a:cubicBezTo>
                  <a:pt x="7652" y="19702"/>
                  <a:pt x="34218" y="10729"/>
                  <a:pt x="57088" y="19790"/>
                </a:cubicBezTo>
                <a:cubicBezTo>
                  <a:pt x="59729" y="20756"/>
                  <a:pt x="62631" y="19523"/>
                  <a:pt x="63685" y="16888"/>
                </a:cubicBezTo>
                <a:cubicBezTo>
                  <a:pt x="64655" y="14246"/>
                  <a:pt x="63425" y="11347"/>
                  <a:pt x="60783" y="10375"/>
                </a:cubicBezTo>
                <a:cubicBezTo>
                  <a:pt x="34484" y="0"/>
                  <a:pt x="5277" y="9848"/>
                  <a:pt x="4047" y="10290"/>
                </a:cubicBezTo>
                <a:cubicBezTo>
                  <a:pt x="1412" y="11172"/>
                  <a:pt x="0" y="14071"/>
                  <a:pt x="969" y="16712"/>
                </a:cubicBezTo>
                <a:cubicBezTo>
                  <a:pt x="1672" y="18820"/>
                  <a:pt x="3611" y="20053"/>
                  <a:pt x="5719" y="200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407" name="path-400">
            <a:extLst xmlns:a="http://schemas.openxmlformats.org/drawingml/2006/main">
              <a:ext uri="{FF2B5EF4-FFF2-40B4-BE49-F238E27FC236}">
                <a16:creationId xmlns:a16="http://schemas.microsoft.com/office/drawing/2014/main" id="{BAFB24E2-FA01-49CE-B4C7-2299ADD0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407" y="1571816"/>
            <a:ext cx="437366" cy="451160"/>
          </a:xfrm>
          <a:custGeom xmlns:a="http://schemas.openxmlformats.org/drawingml/2006/main">
            <a:pathLst>
              <a:path w="298462" h="307875">
                <a:moveTo>
                  <a:pt x="38967" y="265301"/>
                </a:moveTo>
                <a:cubicBezTo>
                  <a:pt x="41079" y="283333"/>
                  <a:pt x="48028" y="307434"/>
                  <a:pt x="83917" y="307875"/>
                </a:cubicBezTo>
                <a:cubicBezTo>
                  <a:pt x="84885" y="307875"/>
                  <a:pt x="85941" y="307875"/>
                  <a:pt x="86909" y="307875"/>
                </a:cubicBezTo>
                <a:cubicBezTo>
                  <a:pt x="109779" y="307875"/>
                  <a:pt x="124645" y="304444"/>
                  <a:pt x="132298" y="297406"/>
                </a:cubicBezTo>
                <a:cubicBezTo>
                  <a:pt x="138103" y="298023"/>
                  <a:pt x="143733" y="298462"/>
                  <a:pt x="149187" y="298462"/>
                </a:cubicBezTo>
                <a:cubicBezTo>
                  <a:pt x="231522" y="298462"/>
                  <a:pt x="298462" y="231522"/>
                  <a:pt x="298462" y="149187"/>
                </a:cubicBezTo>
                <a:cubicBezTo>
                  <a:pt x="298462" y="66940"/>
                  <a:pt x="231522" y="0"/>
                  <a:pt x="149187" y="0"/>
                </a:cubicBezTo>
                <a:cubicBezTo>
                  <a:pt x="66940" y="0"/>
                  <a:pt x="0" y="66940"/>
                  <a:pt x="0" y="149187"/>
                </a:cubicBezTo>
                <a:cubicBezTo>
                  <a:pt x="0" y="186837"/>
                  <a:pt x="13986" y="222549"/>
                  <a:pt x="39408" y="250171"/>
                </a:cubicBezTo>
                <a:cubicBezTo>
                  <a:pt x="38616" y="255711"/>
                  <a:pt x="38440" y="260726"/>
                  <a:pt x="38967" y="265301"/>
                </a:cubicBezTo>
                <a:moveTo>
                  <a:pt x="84005" y="297759"/>
                </a:moveTo>
                <a:cubicBezTo>
                  <a:pt x="56649" y="297406"/>
                  <a:pt x="51019" y="281398"/>
                  <a:pt x="48995" y="264156"/>
                </a:cubicBezTo>
                <a:cubicBezTo>
                  <a:pt x="48468" y="259934"/>
                  <a:pt x="48732" y="254920"/>
                  <a:pt x="49700" y="249379"/>
                </a:cubicBezTo>
                <a:cubicBezTo>
                  <a:pt x="51635" y="238648"/>
                  <a:pt x="56032" y="227740"/>
                  <a:pt x="58848" y="220526"/>
                </a:cubicBezTo>
                <a:cubicBezTo>
                  <a:pt x="59728" y="218414"/>
                  <a:pt x="60431" y="216656"/>
                  <a:pt x="61047" y="215161"/>
                </a:cubicBezTo>
                <a:cubicBezTo>
                  <a:pt x="63069" y="209531"/>
                  <a:pt x="62013" y="202670"/>
                  <a:pt x="61047" y="196688"/>
                </a:cubicBezTo>
                <a:cubicBezTo>
                  <a:pt x="60696" y="194313"/>
                  <a:pt x="60079" y="190794"/>
                  <a:pt x="60255" y="189124"/>
                </a:cubicBezTo>
                <a:cubicBezTo>
                  <a:pt x="62013" y="188595"/>
                  <a:pt x="64038" y="188332"/>
                  <a:pt x="65268" y="189211"/>
                </a:cubicBezTo>
                <a:cubicBezTo>
                  <a:pt x="68876" y="191674"/>
                  <a:pt x="69052" y="202670"/>
                  <a:pt x="69227" y="209268"/>
                </a:cubicBezTo>
                <a:cubicBezTo>
                  <a:pt x="69315" y="212435"/>
                  <a:pt x="69403" y="215424"/>
                  <a:pt x="69667" y="217977"/>
                </a:cubicBezTo>
                <a:cubicBezTo>
                  <a:pt x="70636" y="226155"/>
                  <a:pt x="77321" y="235569"/>
                  <a:pt x="103357" y="233721"/>
                </a:cubicBezTo>
                <a:cubicBezTo>
                  <a:pt x="109515" y="233281"/>
                  <a:pt x="119278" y="230378"/>
                  <a:pt x="130626" y="227123"/>
                </a:cubicBezTo>
                <a:cubicBezTo>
                  <a:pt x="141358" y="223956"/>
                  <a:pt x="153585" y="220438"/>
                  <a:pt x="164228" y="218504"/>
                </a:cubicBezTo>
                <a:cubicBezTo>
                  <a:pt x="170650" y="217360"/>
                  <a:pt x="173289" y="218414"/>
                  <a:pt x="173464" y="219120"/>
                </a:cubicBezTo>
                <a:cubicBezTo>
                  <a:pt x="173905" y="220703"/>
                  <a:pt x="171882" y="224309"/>
                  <a:pt x="169595" y="225189"/>
                </a:cubicBezTo>
                <a:cubicBezTo>
                  <a:pt x="161853" y="228355"/>
                  <a:pt x="127987" y="241110"/>
                  <a:pt x="127636" y="241286"/>
                </a:cubicBezTo>
                <a:cubicBezTo>
                  <a:pt x="125349" y="242166"/>
                  <a:pt x="123940" y="244629"/>
                  <a:pt x="124557" y="247092"/>
                </a:cubicBezTo>
                <a:cubicBezTo>
                  <a:pt x="125085" y="249554"/>
                  <a:pt x="127372" y="251225"/>
                  <a:pt x="129923" y="251051"/>
                </a:cubicBezTo>
                <a:cubicBezTo>
                  <a:pt x="130099" y="250963"/>
                  <a:pt x="130274" y="250963"/>
                  <a:pt x="130362" y="250963"/>
                </a:cubicBezTo>
                <a:cubicBezTo>
                  <a:pt x="131154" y="252721"/>
                  <a:pt x="130274" y="258790"/>
                  <a:pt x="128516" y="263541"/>
                </a:cubicBezTo>
                <a:cubicBezTo>
                  <a:pt x="127724" y="265563"/>
                  <a:pt x="128339" y="267850"/>
                  <a:pt x="130011" y="269259"/>
                </a:cubicBezTo>
                <a:cubicBezTo>
                  <a:pt x="133705" y="272249"/>
                  <a:pt x="129835" y="277351"/>
                  <a:pt x="129043" y="278319"/>
                </a:cubicBezTo>
                <a:cubicBezTo>
                  <a:pt x="128075" y="279463"/>
                  <a:pt x="127724" y="280958"/>
                  <a:pt x="127987" y="282453"/>
                </a:cubicBezTo>
                <a:cubicBezTo>
                  <a:pt x="128427" y="285093"/>
                  <a:pt x="127987" y="287116"/>
                  <a:pt x="126492" y="288962"/>
                </a:cubicBezTo>
                <a:cubicBezTo>
                  <a:pt x="123677" y="292393"/>
                  <a:pt x="114441" y="298200"/>
                  <a:pt x="84005" y="297759"/>
                </a:cubicBezTo>
                <a:moveTo>
                  <a:pt x="149187" y="10116"/>
                </a:moveTo>
                <a:cubicBezTo>
                  <a:pt x="225892" y="10116"/>
                  <a:pt x="288347" y="72482"/>
                  <a:pt x="288347" y="149187"/>
                </a:cubicBezTo>
                <a:cubicBezTo>
                  <a:pt x="288347" y="225980"/>
                  <a:pt x="225892" y="288347"/>
                  <a:pt x="149187" y="288347"/>
                </a:cubicBezTo>
                <a:cubicBezTo>
                  <a:pt x="145579" y="288347"/>
                  <a:pt x="141709" y="288172"/>
                  <a:pt x="137928" y="287819"/>
                </a:cubicBezTo>
                <a:cubicBezTo>
                  <a:pt x="137928" y="287555"/>
                  <a:pt x="138015" y="287204"/>
                  <a:pt x="138015" y="286851"/>
                </a:cubicBezTo>
                <a:cubicBezTo>
                  <a:pt x="138103" y="286500"/>
                  <a:pt x="138103" y="286236"/>
                  <a:pt x="138103" y="285973"/>
                </a:cubicBezTo>
                <a:cubicBezTo>
                  <a:pt x="138191" y="284917"/>
                  <a:pt x="138279" y="283949"/>
                  <a:pt x="138191" y="282893"/>
                </a:cubicBezTo>
                <a:cubicBezTo>
                  <a:pt x="139775" y="280431"/>
                  <a:pt x="142150" y="275857"/>
                  <a:pt x="141622" y="270930"/>
                </a:cubicBezTo>
                <a:cubicBezTo>
                  <a:pt x="141446" y="268379"/>
                  <a:pt x="140478" y="266092"/>
                  <a:pt x="138983" y="264069"/>
                </a:cubicBezTo>
                <a:cubicBezTo>
                  <a:pt x="140302" y="259670"/>
                  <a:pt x="141797" y="252721"/>
                  <a:pt x="139863" y="247444"/>
                </a:cubicBezTo>
                <a:cubicBezTo>
                  <a:pt x="150506" y="243396"/>
                  <a:pt x="167922" y="236800"/>
                  <a:pt x="173376" y="234601"/>
                </a:cubicBezTo>
                <a:cubicBezTo>
                  <a:pt x="179710" y="232050"/>
                  <a:pt x="185252" y="223693"/>
                  <a:pt x="183141" y="216392"/>
                </a:cubicBezTo>
                <a:cubicBezTo>
                  <a:pt x="183141" y="216127"/>
                  <a:pt x="183053" y="215952"/>
                  <a:pt x="182965" y="215688"/>
                </a:cubicBezTo>
                <a:cubicBezTo>
                  <a:pt x="182261" y="213840"/>
                  <a:pt x="180766" y="211202"/>
                  <a:pt x="177160" y="209531"/>
                </a:cubicBezTo>
                <a:cubicBezTo>
                  <a:pt x="173993" y="208036"/>
                  <a:pt x="169331" y="207332"/>
                  <a:pt x="162382" y="208563"/>
                </a:cubicBezTo>
                <a:cubicBezTo>
                  <a:pt x="151209" y="210585"/>
                  <a:pt x="138808" y="214193"/>
                  <a:pt x="127812" y="217360"/>
                </a:cubicBezTo>
                <a:cubicBezTo>
                  <a:pt x="117520" y="220438"/>
                  <a:pt x="107755" y="223253"/>
                  <a:pt x="102653" y="223605"/>
                </a:cubicBezTo>
                <a:cubicBezTo>
                  <a:pt x="92626" y="224309"/>
                  <a:pt x="80575" y="223693"/>
                  <a:pt x="79695" y="216656"/>
                </a:cubicBezTo>
                <a:cubicBezTo>
                  <a:pt x="79431" y="214722"/>
                  <a:pt x="79343" y="211906"/>
                  <a:pt x="79343" y="209003"/>
                </a:cubicBezTo>
                <a:cubicBezTo>
                  <a:pt x="79080" y="198887"/>
                  <a:pt x="78815" y="186308"/>
                  <a:pt x="71075" y="180854"/>
                </a:cubicBezTo>
                <a:cubicBezTo>
                  <a:pt x="67028" y="178128"/>
                  <a:pt x="61927" y="177775"/>
                  <a:pt x="55857" y="179886"/>
                </a:cubicBezTo>
                <a:cubicBezTo>
                  <a:pt x="48556" y="182438"/>
                  <a:pt x="49875" y="190882"/>
                  <a:pt x="51019" y="198272"/>
                </a:cubicBezTo>
                <a:cubicBezTo>
                  <a:pt x="51811" y="203109"/>
                  <a:pt x="52690" y="208476"/>
                  <a:pt x="51546" y="211641"/>
                </a:cubicBezTo>
                <a:cubicBezTo>
                  <a:pt x="51019" y="213050"/>
                  <a:pt x="50315" y="214808"/>
                  <a:pt x="49524" y="216744"/>
                </a:cubicBezTo>
                <a:cubicBezTo>
                  <a:pt x="49083" y="217887"/>
                  <a:pt x="48556" y="219206"/>
                  <a:pt x="48028" y="220438"/>
                </a:cubicBezTo>
                <a:cubicBezTo>
                  <a:pt x="47852" y="220879"/>
                  <a:pt x="47676" y="221319"/>
                  <a:pt x="47501" y="221757"/>
                </a:cubicBezTo>
                <a:cubicBezTo>
                  <a:pt x="47060" y="222990"/>
                  <a:pt x="46533" y="224221"/>
                  <a:pt x="46093" y="225628"/>
                </a:cubicBezTo>
                <a:cubicBezTo>
                  <a:pt x="46004" y="225892"/>
                  <a:pt x="45828" y="226155"/>
                  <a:pt x="45741" y="226508"/>
                </a:cubicBezTo>
                <a:cubicBezTo>
                  <a:pt x="45213" y="228003"/>
                  <a:pt x="44597" y="229675"/>
                  <a:pt x="44070" y="231346"/>
                </a:cubicBezTo>
                <a:cubicBezTo>
                  <a:pt x="43894" y="231785"/>
                  <a:pt x="43805" y="232226"/>
                  <a:pt x="43629" y="232665"/>
                </a:cubicBezTo>
                <a:cubicBezTo>
                  <a:pt x="43190" y="234074"/>
                  <a:pt x="42751" y="235481"/>
                  <a:pt x="42310" y="236888"/>
                </a:cubicBezTo>
                <a:cubicBezTo>
                  <a:pt x="42222" y="237239"/>
                  <a:pt x="42134" y="237504"/>
                  <a:pt x="42046" y="237856"/>
                </a:cubicBezTo>
                <a:cubicBezTo>
                  <a:pt x="21374" y="212962"/>
                  <a:pt x="10116" y="181822"/>
                  <a:pt x="10116" y="149187"/>
                </a:cubicBezTo>
                <a:cubicBezTo>
                  <a:pt x="10116" y="72482"/>
                  <a:pt x="72482" y="10116"/>
                  <a:pt x="149187" y="1011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401">
            <a:extLst xmlns:a="http://schemas.openxmlformats.org/drawingml/2006/main">
              <a:ext uri="{FF2B5EF4-FFF2-40B4-BE49-F238E27FC236}">
                <a16:creationId xmlns:a16="http://schemas.microsoft.com/office/drawing/2014/main" id="{40563ADA-4E94-4E82-BD58-E88DE1A4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405" y="1571814"/>
            <a:ext cx="437370" cy="451162"/>
          </a:xfrm>
          <a:custGeom xmlns:a="http://schemas.openxmlformats.org/drawingml/2006/main">
            <a:pathLst>
              <a:path w="298465" h="307876">
                <a:moveTo>
                  <a:pt x="38967" y="265301"/>
                </a:moveTo>
                <a:cubicBezTo>
                  <a:pt x="41076" y="283334"/>
                  <a:pt x="48031" y="307437"/>
                  <a:pt x="83920" y="307876"/>
                </a:cubicBezTo>
                <a:cubicBezTo>
                  <a:pt x="84884" y="307876"/>
                  <a:pt x="85938" y="307876"/>
                  <a:pt x="86907" y="307876"/>
                </a:cubicBezTo>
                <a:cubicBezTo>
                  <a:pt x="109777" y="307876"/>
                  <a:pt x="124645" y="304444"/>
                  <a:pt x="132296" y="297408"/>
                </a:cubicBezTo>
                <a:cubicBezTo>
                  <a:pt x="138106" y="298113"/>
                  <a:pt x="143734" y="298465"/>
                  <a:pt x="149187" y="298465"/>
                </a:cubicBezTo>
                <a:cubicBezTo>
                  <a:pt x="231520" y="298465"/>
                  <a:pt x="298465" y="231520"/>
                  <a:pt x="298465" y="149187"/>
                </a:cubicBezTo>
                <a:cubicBezTo>
                  <a:pt x="298465" y="66942"/>
                  <a:pt x="231520" y="0"/>
                  <a:pt x="149187" y="0"/>
                </a:cubicBezTo>
                <a:cubicBezTo>
                  <a:pt x="66939" y="0"/>
                  <a:pt x="0" y="66942"/>
                  <a:pt x="0" y="149187"/>
                </a:cubicBezTo>
                <a:cubicBezTo>
                  <a:pt x="0" y="186834"/>
                  <a:pt x="13983" y="222548"/>
                  <a:pt x="39410" y="250171"/>
                </a:cubicBezTo>
                <a:cubicBezTo>
                  <a:pt x="38616" y="255711"/>
                  <a:pt x="38440" y="260727"/>
                  <a:pt x="38967" y="265301"/>
                </a:cubicBezTo>
                <a:moveTo>
                  <a:pt x="84005" y="297762"/>
                </a:moveTo>
                <a:cubicBezTo>
                  <a:pt x="56646" y="297408"/>
                  <a:pt x="51017" y="281395"/>
                  <a:pt x="48994" y="264156"/>
                </a:cubicBezTo>
                <a:cubicBezTo>
                  <a:pt x="48467" y="259934"/>
                  <a:pt x="48733" y="254920"/>
                  <a:pt x="49697" y="249380"/>
                </a:cubicBezTo>
                <a:cubicBezTo>
                  <a:pt x="51635" y="238648"/>
                  <a:pt x="56034" y="227743"/>
                  <a:pt x="58936" y="220527"/>
                </a:cubicBezTo>
                <a:cubicBezTo>
                  <a:pt x="59729" y="218416"/>
                  <a:pt x="60432" y="216656"/>
                  <a:pt x="61044" y="215162"/>
                </a:cubicBezTo>
                <a:cubicBezTo>
                  <a:pt x="63067" y="209531"/>
                  <a:pt x="62013" y="202758"/>
                  <a:pt x="61044" y="196688"/>
                </a:cubicBezTo>
                <a:cubicBezTo>
                  <a:pt x="60693" y="194313"/>
                  <a:pt x="60081" y="190796"/>
                  <a:pt x="60256" y="189124"/>
                </a:cubicBezTo>
                <a:cubicBezTo>
                  <a:pt x="62013" y="188597"/>
                  <a:pt x="64037" y="188333"/>
                  <a:pt x="65267" y="189208"/>
                </a:cubicBezTo>
                <a:cubicBezTo>
                  <a:pt x="68877" y="191674"/>
                  <a:pt x="69053" y="202670"/>
                  <a:pt x="69229" y="209268"/>
                </a:cubicBezTo>
                <a:cubicBezTo>
                  <a:pt x="69314" y="212433"/>
                  <a:pt x="69405" y="215423"/>
                  <a:pt x="69665" y="217974"/>
                </a:cubicBezTo>
                <a:cubicBezTo>
                  <a:pt x="70634" y="226155"/>
                  <a:pt x="77323" y="235567"/>
                  <a:pt x="103356" y="233719"/>
                </a:cubicBezTo>
                <a:cubicBezTo>
                  <a:pt x="109517" y="233283"/>
                  <a:pt x="119277" y="230378"/>
                  <a:pt x="130630" y="227122"/>
                </a:cubicBezTo>
                <a:cubicBezTo>
                  <a:pt x="141354" y="223956"/>
                  <a:pt x="153585" y="220439"/>
                  <a:pt x="164230" y="218504"/>
                </a:cubicBezTo>
                <a:cubicBezTo>
                  <a:pt x="170652" y="217362"/>
                  <a:pt x="173293" y="218504"/>
                  <a:pt x="173469" y="219122"/>
                </a:cubicBezTo>
                <a:cubicBezTo>
                  <a:pt x="173905" y="220703"/>
                  <a:pt x="171882" y="224311"/>
                  <a:pt x="169592" y="225277"/>
                </a:cubicBezTo>
                <a:cubicBezTo>
                  <a:pt x="161855" y="228355"/>
                  <a:pt x="127989" y="241113"/>
                  <a:pt x="127631" y="241289"/>
                </a:cubicBezTo>
                <a:cubicBezTo>
                  <a:pt x="125347" y="242165"/>
                  <a:pt x="123942" y="244630"/>
                  <a:pt x="124560" y="247090"/>
                </a:cubicBezTo>
                <a:cubicBezTo>
                  <a:pt x="125087" y="249556"/>
                  <a:pt x="127371" y="251228"/>
                  <a:pt x="129921" y="251052"/>
                </a:cubicBezTo>
                <a:cubicBezTo>
                  <a:pt x="130097" y="250961"/>
                  <a:pt x="130273" y="250961"/>
                  <a:pt x="130364" y="251052"/>
                </a:cubicBezTo>
                <a:cubicBezTo>
                  <a:pt x="131157" y="252721"/>
                  <a:pt x="130273" y="258792"/>
                  <a:pt x="128516" y="263541"/>
                </a:cubicBezTo>
                <a:cubicBezTo>
                  <a:pt x="127722" y="265565"/>
                  <a:pt x="128340" y="267855"/>
                  <a:pt x="130006" y="269258"/>
                </a:cubicBezTo>
                <a:cubicBezTo>
                  <a:pt x="133708" y="272253"/>
                  <a:pt x="129831" y="277351"/>
                  <a:pt x="129043" y="278321"/>
                </a:cubicBezTo>
                <a:cubicBezTo>
                  <a:pt x="128074" y="279463"/>
                  <a:pt x="127722" y="280959"/>
                  <a:pt x="127989" y="282453"/>
                </a:cubicBezTo>
                <a:cubicBezTo>
                  <a:pt x="128431" y="285094"/>
                  <a:pt x="127989" y="287118"/>
                  <a:pt x="126492" y="288965"/>
                </a:cubicBezTo>
                <a:cubicBezTo>
                  <a:pt x="123675" y="292391"/>
                  <a:pt x="114436" y="298198"/>
                  <a:pt x="84005" y="297762"/>
                </a:cubicBezTo>
                <a:moveTo>
                  <a:pt x="149187" y="10114"/>
                </a:moveTo>
                <a:cubicBezTo>
                  <a:pt x="225892" y="10114"/>
                  <a:pt x="288347" y="72482"/>
                  <a:pt x="288347" y="149187"/>
                </a:cubicBezTo>
                <a:cubicBezTo>
                  <a:pt x="288347" y="225980"/>
                  <a:pt x="225892" y="288344"/>
                  <a:pt x="149187" y="288344"/>
                </a:cubicBezTo>
                <a:cubicBezTo>
                  <a:pt x="145576" y="288344"/>
                  <a:pt x="141711" y="288169"/>
                  <a:pt x="137931" y="287908"/>
                </a:cubicBezTo>
                <a:cubicBezTo>
                  <a:pt x="137931" y="287557"/>
                  <a:pt x="138015" y="287202"/>
                  <a:pt x="138015" y="286851"/>
                </a:cubicBezTo>
                <a:cubicBezTo>
                  <a:pt x="138106" y="286500"/>
                  <a:pt x="138106" y="286236"/>
                  <a:pt x="138106" y="285969"/>
                </a:cubicBezTo>
                <a:cubicBezTo>
                  <a:pt x="138191" y="284918"/>
                  <a:pt x="138282" y="283949"/>
                  <a:pt x="138191" y="282895"/>
                </a:cubicBezTo>
                <a:cubicBezTo>
                  <a:pt x="139778" y="280429"/>
                  <a:pt x="142153" y="275946"/>
                  <a:pt x="141620" y="270930"/>
                </a:cubicBezTo>
                <a:cubicBezTo>
                  <a:pt x="141444" y="268379"/>
                  <a:pt x="140481" y="266092"/>
                  <a:pt x="138979" y="264069"/>
                </a:cubicBezTo>
                <a:cubicBezTo>
                  <a:pt x="140305" y="259670"/>
                  <a:pt x="141802" y="252721"/>
                  <a:pt x="139863" y="247444"/>
                </a:cubicBezTo>
                <a:cubicBezTo>
                  <a:pt x="150508" y="243397"/>
                  <a:pt x="167919" y="236800"/>
                  <a:pt x="173378" y="234601"/>
                </a:cubicBezTo>
                <a:cubicBezTo>
                  <a:pt x="179715" y="232050"/>
                  <a:pt x="185252" y="223696"/>
                  <a:pt x="183138" y="216392"/>
                </a:cubicBezTo>
                <a:cubicBezTo>
                  <a:pt x="183138" y="216129"/>
                  <a:pt x="183053" y="215950"/>
                  <a:pt x="182962" y="215690"/>
                </a:cubicBezTo>
                <a:cubicBezTo>
                  <a:pt x="182266" y="213842"/>
                  <a:pt x="180763" y="211200"/>
                  <a:pt x="177158" y="209531"/>
                </a:cubicBezTo>
                <a:cubicBezTo>
                  <a:pt x="173990" y="208035"/>
                  <a:pt x="169331" y="207332"/>
                  <a:pt x="162382" y="208565"/>
                </a:cubicBezTo>
                <a:cubicBezTo>
                  <a:pt x="151210" y="210585"/>
                  <a:pt x="138803" y="214193"/>
                  <a:pt x="127807" y="217362"/>
                </a:cubicBezTo>
                <a:cubicBezTo>
                  <a:pt x="117520" y="220439"/>
                  <a:pt x="107754" y="223253"/>
                  <a:pt x="102653" y="223605"/>
                </a:cubicBezTo>
                <a:cubicBezTo>
                  <a:pt x="92626" y="224311"/>
                  <a:pt x="80576" y="223696"/>
                  <a:pt x="79698" y="216747"/>
                </a:cubicBezTo>
                <a:cubicBezTo>
                  <a:pt x="79431" y="214723"/>
                  <a:pt x="79346" y="211997"/>
                  <a:pt x="79346" y="209001"/>
                </a:cubicBezTo>
                <a:cubicBezTo>
                  <a:pt x="79080" y="198887"/>
                  <a:pt x="78813" y="186310"/>
                  <a:pt x="71077" y="180857"/>
                </a:cubicBezTo>
                <a:cubicBezTo>
                  <a:pt x="67030" y="178128"/>
                  <a:pt x="61928" y="177776"/>
                  <a:pt x="55858" y="179891"/>
                </a:cubicBezTo>
                <a:cubicBezTo>
                  <a:pt x="48558" y="182435"/>
                  <a:pt x="49872" y="190884"/>
                  <a:pt x="51017" y="198272"/>
                </a:cubicBezTo>
                <a:cubicBezTo>
                  <a:pt x="51811" y="203109"/>
                  <a:pt x="52690" y="208477"/>
                  <a:pt x="51544" y="211643"/>
                </a:cubicBezTo>
                <a:cubicBezTo>
                  <a:pt x="51017" y="213051"/>
                  <a:pt x="50315" y="214808"/>
                  <a:pt x="49521" y="216747"/>
                </a:cubicBezTo>
                <a:cubicBezTo>
                  <a:pt x="49085" y="217889"/>
                  <a:pt x="48558" y="219206"/>
                  <a:pt x="48031" y="220527"/>
                </a:cubicBezTo>
                <a:cubicBezTo>
                  <a:pt x="47849" y="220879"/>
                  <a:pt x="47673" y="221321"/>
                  <a:pt x="47497" y="221757"/>
                </a:cubicBezTo>
                <a:cubicBezTo>
                  <a:pt x="47061" y="222990"/>
                  <a:pt x="46534" y="224220"/>
                  <a:pt x="46092" y="225628"/>
                </a:cubicBezTo>
                <a:cubicBezTo>
                  <a:pt x="46007" y="225895"/>
                  <a:pt x="45831" y="226155"/>
                  <a:pt x="45741" y="226510"/>
                </a:cubicBezTo>
                <a:cubicBezTo>
                  <a:pt x="45213" y="228003"/>
                  <a:pt x="44596" y="229675"/>
                  <a:pt x="44068" y="231344"/>
                </a:cubicBezTo>
                <a:cubicBezTo>
                  <a:pt x="43893" y="231787"/>
                  <a:pt x="43808" y="232226"/>
                  <a:pt x="43632" y="232668"/>
                </a:cubicBezTo>
                <a:cubicBezTo>
                  <a:pt x="43190" y="234074"/>
                  <a:pt x="42748" y="235482"/>
                  <a:pt x="42312" y="236891"/>
                </a:cubicBezTo>
                <a:cubicBezTo>
                  <a:pt x="42221" y="237242"/>
                  <a:pt x="42136" y="237506"/>
                  <a:pt x="42045" y="237857"/>
                </a:cubicBezTo>
                <a:cubicBezTo>
                  <a:pt x="21374" y="212963"/>
                  <a:pt x="10117" y="181823"/>
                  <a:pt x="10117" y="149187"/>
                </a:cubicBezTo>
                <a:cubicBezTo>
                  <a:pt x="10117" y="72482"/>
                  <a:pt x="72482" y="10114"/>
                  <a:pt x="149187" y="101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409" name="path-402">
            <a:extLst xmlns:a="http://schemas.openxmlformats.org/drawingml/2006/main">
              <a:ext uri="{FF2B5EF4-FFF2-40B4-BE49-F238E27FC236}">
                <a16:creationId xmlns:a16="http://schemas.microsoft.com/office/drawing/2014/main" id="{DF3CF195-1BD1-4B27-99C6-945BD21B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7743" y="1381684"/>
            <a:ext cx="261543" cy="375494"/>
          </a:xfrm>
          <a:custGeom xmlns:a="http://schemas.openxmlformats.org/drawingml/2006/main">
            <a:pathLst>
              <a:path w="178479" h="256240">
                <a:moveTo>
                  <a:pt x="178479" y="90339"/>
                </a:moveTo>
                <a:cubicBezTo>
                  <a:pt x="178479" y="65358"/>
                  <a:pt x="167748" y="41432"/>
                  <a:pt x="149099" y="24718"/>
                </a:cubicBezTo>
                <a:cubicBezTo>
                  <a:pt x="130539" y="8005"/>
                  <a:pt x="105381" y="0"/>
                  <a:pt x="80312" y="2726"/>
                </a:cubicBezTo>
                <a:cubicBezTo>
                  <a:pt x="39320" y="7300"/>
                  <a:pt x="6685" y="40464"/>
                  <a:pt x="2638" y="81542"/>
                </a:cubicBezTo>
                <a:cubicBezTo>
                  <a:pt x="0" y="109164"/>
                  <a:pt x="10028" y="135728"/>
                  <a:pt x="30171" y="154553"/>
                </a:cubicBezTo>
                <a:cubicBezTo>
                  <a:pt x="37736" y="161678"/>
                  <a:pt x="42134" y="171883"/>
                  <a:pt x="42399" y="182614"/>
                </a:cubicBezTo>
                <a:cubicBezTo>
                  <a:pt x="38793" y="185428"/>
                  <a:pt x="36505" y="189739"/>
                  <a:pt x="36505" y="194666"/>
                </a:cubicBezTo>
                <a:lnTo>
                  <a:pt x="36505" y="217712"/>
                </a:lnTo>
                <a:cubicBezTo>
                  <a:pt x="36505" y="226243"/>
                  <a:pt x="43454" y="233106"/>
                  <a:pt x="51900" y="233106"/>
                </a:cubicBezTo>
                <a:lnTo>
                  <a:pt x="54626" y="233106"/>
                </a:lnTo>
                <a:lnTo>
                  <a:pt x="62807" y="251666"/>
                </a:lnTo>
                <a:cubicBezTo>
                  <a:pt x="64038" y="254392"/>
                  <a:pt x="66853" y="256240"/>
                  <a:pt x="69844" y="256240"/>
                </a:cubicBezTo>
                <a:lnTo>
                  <a:pt x="110923" y="256240"/>
                </a:lnTo>
                <a:cubicBezTo>
                  <a:pt x="114002" y="256240"/>
                  <a:pt x="116729" y="254392"/>
                  <a:pt x="117961" y="251666"/>
                </a:cubicBezTo>
                <a:lnTo>
                  <a:pt x="126229" y="233106"/>
                </a:lnTo>
                <a:lnTo>
                  <a:pt x="128868" y="233106"/>
                </a:lnTo>
                <a:cubicBezTo>
                  <a:pt x="137400" y="233106"/>
                  <a:pt x="144262" y="226155"/>
                  <a:pt x="144262" y="217712"/>
                </a:cubicBezTo>
                <a:lnTo>
                  <a:pt x="144262" y="194578"/>
                </a:lnTo>
                <a:cubicBezTo>
                  <a:pt x="144262" y="189739"/>
                  <a:pt x="141975" y="185428"/>
                  <a:pt x="138368" y="182614"/>
                </a:cubicBezTo>
                <a:cubicBezTo>
                  <a:pt x="138632" y="171795"/>
                  <a:pt x="142854" y="161767"/>
                  <a:pt x="150067" y="154992"/>
                </a:cubicBezTo>
                <a:cubicBezTo>
                  <a:pt x="168188" y="138456"/>
                  <a:pt x="178479" y="114882"/>
                  <a:pt x="178479" y="90339"/>
                </a:cubicBezTo>
                <a:moveTo>
                  <a:pt x="105908" y="240847"/>
                </a:moveTo>
                <a:lnTo>
                  <a:pt x="74858" y="240847"/>
                </a:lnTo>
                <a:lnTo>
                  <a:pt x="71427" y="233106"/>
                </a:lnTo>
                <a:lnTo>
                  <a:pt x="109340" y="233106"/>
                </a:lnTo>
                <a:lnTo>
                  <a:pt x="105908" y="240847"/>
                </a:lnTo>
                <a:moveTo>
                  <a:pt x="51900" y="217712"/>
                </a:moveTo>
                <a:lnTo>
                  <a:pt x="51900" y="194666"/>
                </a:lnTo>
                <a:lnTo>
                  <a:pt x="128868" y="194578"/>
                </a:lnTo>
                <a:lnTo>
                  <a:pt x="128868" y="217712"/>
                </a:lnTo>
                <a:lnTo>
                  <a:pt x="51900" y="217712"/>
                </a:lnTo>
                <a:moveTo>
                  <a:pt x="123063" y="179183"/>
                </a:moveTo>
                <a:lnTo>
                  <a:pt x="57616" y="179271"/>
                </a:lnTo>
                <a:cubicBezTo>
                  <a:pt x="56561" y="165548"/>
                  <a:pt x="50580" y="152618"/>
                  <a:pt x="40728" y="143382"/>
                </a:cubicBezTo>
                <a:cubicBezTo>
                  <a:pt x="24015" y="127813"/>
                  <a:pt x="15745" y="105821"/>
                  <a:pt x="18033" y="83037"/>
                </a:cubicBezTo>
                <a:cubicBezTo>
                  <a:pt x="21200" y="49700"/>
                  <a:pt x="48732" y="21727"/>
                  <a:pt x="81982" y="18033"/>
                </a:cubicBezTo>
                <a:cubicBezTo>
                  <a:pt x="103094" y="15746"/>
                  <a:pt x="123238" y="22168"/>
                  <a:pt x="138895" y="36153"/>
                </a:cubicBezTo>
                <a:cubicBezTo>
                  <a:pt x="154289" y="49963"/>
                  <a:pt x="163086" y="69667"/>
                  <a:pt x="163086" y="90339"/>
                </a:cubicBezTo>
                <a:cubicBezTo>
                  <a:pt x="163086" y="110571"/>
                  <a:pt x="154553" y="130011"/>
                  <a:pt x="139687" y="143733"/>
                </a:cubicBezTo>
                <a:cubicBezTo>
                  <a:pt x="130012" y="152618"/>
                  <a:pt x="124118" y="165372"/>
                  <a:pt x="123150" y="179271"/>
                </a:cubicBezTo>
                <a:lnTo>
                  <a:pt x="123063" y="17918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03">
            <a:extLst xmlns:a="http://schemas.openxmlformats.org/drawingml/2006/main">
              <a:ext uri="{FF2B5EF4-FFF2-40B4-BE49-F238E27FC236}">
                <a16:creationId xmlns:a16="http://schemas.microsoft.com/office/drawing/2014/main" id="{E993933F-5B92-4151-B7AB-9FC3F60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7742" y="1381684"/>
            <a:ext cx="261543" cy="375491"/>
          </a:xfrm>
          <a:custGeom xmlns:a="http://schemas.openxmlformats.org/drawingml/2006/main">
            <a:pathLst>
              <a:path w="178479" h="256238">
                <a:moveTo>
                  <a:pt x="178479" y="90339"/>
                </a:moveTo>
                <a:cubicBezTo>
                  <a:pt x="178479" y="65358"/>
                  <a:pt x="167750" y="41430"/>
                  <a:pt x="149102" y="24718"/>
                </a:cubicBezTo>
                <a:cubicBezTo>
                  <a:pt x="130539" y="8006"/>
                  <a:pt x="105379" y="0"/>
                  <a:pt x="80310" y="2726"/>
                </a:cubicBezTo>
                <a:cubicBezTo>
                  <a:pt x="39319" y="7300"/>
                  <a:pt x="6688" y="40464"/>
                  <a:pt x="2641" y="81542"/>
                </a:cubicBezTo>
                <a:cubicBezTo>
                  <a:pt x="0" y="109165"/>
                  <a:pt x="10027" y="135728"/>
                  <a:pt x="30171" y="154552"/>
                </a:cubicBezTo>
                <a:cubicBezTo>
                  <a:pt x="37737" y="161676"/>
                  <a:pt x="42136" y="171882"/>
                  <a:pt x="42402" y="182611"/>
                </a:cubicBezTo>
                <a:cubicBezTo>
                  <a:pt x="38792" y="185516"/>
                  <a:pt x="36502" y="189736"/>
                  <a:pt x="36502" y="194664"/>
                </a:cubicBezTo>
                <a:lnTo>
                  <a:pt x="36502" y="217710"/>
                </a:lnTo>
                <a:cubicBezTo>
                  <a:pt x="36502" y="226246"/>
                  <a:pt x="43451" y="233104"/>
                  <a:pt x="51896" y="233104"/>
                </a:cubicBezTo>
                <a:lnTo>
                  <a:pt x="54622" y="233104"/>
                </a:lnTo>
                <a:lnTo>
                  <a:pt x="62807" y="251664"/>
                </a:lnTo>
                <a:cubicBezTo>
                  <a:pt x="64037" y="254390"/>
                  <a:pt x="66854" y="256238"/>
                  <a:pt x="69841" y="256238"/>
                </a:cubicBezTo>
                <a:lnTo>
                  <a:pt x="110922" y="256238"/>
                </a:lnTo>
                <a:cubicBezTo>
                  <a:pt x="114000" y="256238"/>
                  <a:pt x="116726" y="254390"/>
                  <a:pt x="117962" y="251664"/>
                </a:cubicBezTo>
                <a:lnTo>
                  <a:pt x="126226" y="233104"/>
                </a:lnTo>
                <a:lnTo>
                  <a:pt x="128867" y="233104"/>
                </a:lnTo>
                <a:cubicBezTo>
                  <a:pt x="137397" y="233104"/>
                  <a:pt x="144262" y="226155"/>
                  <a:pt x="144262" y="217710"/>
                </a:cubicBezTo>
                <a:lnTo>
                  <a:pt x="144262" y="194664"/>
                </a:lnTo>
                <a:cubicBezTo>
                  <a:pt x="144262" y="189736"/>
                  <a:pt x="141971" y="185428"/>
                  <a:pt x="138367" y="182611"/>
                </a:cubicBezTo>
                <a:cubicBezTo>
                  <a:pt x="138633" y="171791"/>
                  <a:pt x="142856" y="161767"/>
                  <a:pt x="150065" y="154994"/>
                </a:cubicBezTo>
                <a:cubicBezTo>
                  <a:pt x="168186" y="138452"/>
                  <a:pt x="178479" y="114882"/>
                  <a:pt x="178479" y="90339"/>
                </a:cubicBezTo>
                <a:moveTo>
                  <a:pt x="105906" y="240844"/>
                </a:moveTo>
                <a:lnTo>
                  <a:pt x="109341" y="233104"/>
                </a:lnTo>
                <a:lnTo>
                  <a:pt x="71428" y="233104"/>
                </a:lnTo>
                <a:lnTo>
                  <a:pt x="74857" y="240844"/>
                </a:lnTo>
                <a:close/>
                <a:moveTo>
                  <a:pt x="51896" y="217710"/>
                </a:moveTo>
                <a:lnTo>
                  <a:pt x="128867" y="217710"/>
                </a:lnTo>
                <a:lnTo>
                  <a:pt x="128867" y="194664"/>
                </a:lnTo>
                <a:lnTo>
                  <a:pt x="51896" y="194664"/>
                </a:lnTo>
                <a:close/>
                <a:moveTo>
                  <a:pt x="123063" y="179270"/>
                </a:moveTo>
                <a:lnTo>
                  <a:pt x="57615" y="179270"/>
                </a:lnTo>
                <a:cubicBezTo>
                  <a:pt x="56561" y="165548"/>
                  <a:pt x="50575" y="152619"/>
                  <a:pt x="40724" y="143380"/>
                </a:cubicBezTo>
                <a:cubicBezTo>
                  <a:pt x="24009" y="127810"/>
                  <a:pt x="15746" y="105818"/>
                  <a:pt x="18036" y="83036"/>
                </a:cubicBezTo>
                <a:cubicBezTo>
                  <a:pt x="21198" y="49697"/>
                  <a:pt x="48733" y="21728"/>
                  <a:pt x="81982" y="18030"/>
                </a:cubicBezTo>
                <a:cubicBezTo>
                  <a:pt x="103095" y="15746"/>
                  <a:pt x="123239" y="22168"/>
                  <a:pt x="138894" y="36150"/>
                </a:cubicBezTo>
                <a:cubicBezTo>
                  <a:pt x="154288" y="49963"/>
                  <a:pt x="163085" y="69665"/>
                  <a:pt x="163085" y="90339"/>
                </a:cubicBezTo>
                <a:cubicBezTo>
                  <a:pt x="163085" y="110568"/>
                  <a:pt x="154555" y="130009"/>
                  <a:pt x="139681" y="143731"/>
                </a:cubicBezTo>
                <a:cubicBezTo>
                  <a:pt x="130012" y="152619"/>
                  <a:pt x="124111" y="165369"/>
                  <a:pt x="123148" y="179270"/>
                </a:cubicBezTo>
                <a:lnTo>
                  <a:pt x="123063" y="179270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11" name="path-404">
            <a:extLst xmlns:a="http://schemas.openxmlformats.org/drawingml/2006/main">
              <a:ext uri="{FF2B5EF4-FFF2-40B4-BE49-F238E27FC236}">
                <a16:creationId xmlns:a16="http://schemas.microsoft.com/office/drawing/2014/main" id="{23BF4D8C-AC43-4463-BBE8-93509AA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340" y="1435180"/>
            <a:ext cx="83916" cy="84172"/>
          </a:xfrm>
          <a:custGeom xmlns:a="http://schemas.openxmlformats.org/drawingml/2006/main">
            <a:pathLst>
              <a:path w="57265" h="57439">
                <a:moveTo>
                  <a:pt x="48293" y="438"/>
                </a:moveTo>
                <a:cubicBezTo>
                  <a:pt x="23047" y="3253"/>
                  <a:pt x="2903" y="23661"/>
                  <a:pt x="439" y="48995"/>
                </a:cubicBezTo>
                <a:cubicBezTo>
                  <a:pt x="0" y="53304"/>
                  <a:pt x="3167" y="57000"/>
                  <a:pt x="7389" y="57439"/>
                </a:cubicBezTo>
                <a:cubicBezTo>
                  <a:pt x="7653" y="57439"/>
                  <a:pt x="7830" y="57439"/>
                  <a:pt x="8092" y="57439"/>
                </a:cubicBezTo>
                <a:cubicBezTo>
                  <a:pt x="12052" y="57439"/>
                  <a:pt x="15394" y="54448"/>
                  <a:pt x="15745" y="50490"/>
                </a:cubicBezTo>
                <a:cubicBezTo>
                  <a:pt x="17505" y="32633"/>
                  <a:pt x="32195" y="17768"/>
                  <a:pt x="49963" y="15744"/>
                </a:cubicBezTo>
                <a:cubicBezTo>
                  <a:pt x="54186" y="15305"/>
                  <a:pt x="57265" y="11521"/>
                  <a:pt x="56825" y="7300"/>
                </a:cubicBezTo>
                <a:cubicBezTo>
                  <a:pt x="56297" y="3078"/>
                  <a:pt x="52603" y="0"/>
                  <a:pt x="48293" y="43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405">
            <a:extLst xmlns:a="http://schemas.openxmlformats.org/drawingml/2006/main">
              <a:ext uri="{FF2B5EF4-FFF2-40B4-BE49-F238E27FC236}">
                <a16:creationId xmlns:a16="http://schemas.microsoft.com/office/drawing/2014/main" id="{5EE5B9A8-8AE1-4CA5-A846-E73FE999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340" y="1435307"/>
            <a:ext cx="83914" cy="84047"/>
          </a:xfrm>
          <a:custGeom xmlns:a="http://schemas.openxmlformats.org/drawingml/2006/main">
            <a:pathLst>
              <a:path w="57264" h="57354">
                <a:moveTo>
                  <a:pt x="48291" y="354"/>
                </a:moveTo>
                <a:cubicBezTo>
                  <a:pt x="23046" y="3165"/>
                  <a:pt x="2902" y="23573"/>
                  <a:pt x="442" y="48997"/>
                </a:cubicBezTo>
                <a:cubicBezTo>
                  <a:pt x="0" y="53217"/>
                  <a:pt x="3162" y="56912"/>
                  <a:pt x="7385" y="57354"/>
                </a:cubicBezTo>
                <a:cubicBezTo>
                  <a:pt x="7652" y="57354"/>
                  <a:pt x="7827" y="57354"/>
                  <a:pt x="8088" y="57354"/>
                </a:cubicBezTo>
                <a:cubicBezTo>
                  <a:pt x="12050" y="57354"/>
                  <a:pt x="15388" y="54449"/>
                  <a:pt x="15746" y="50406"/>
                </a:cubicBezTo>
                <a:cubicBezTo>
                  <a:pt x="17503" y="32636"/>
                  <a:pt x="32194" y="17681"/>
                  <a:pt x="49963" y="15658"/>
                </a:cubicBezTo>
                <a:cubicBezTo>
                  <a:pt x="54186" y="15219"/>
                  <a:pt x="57264" y="11435"/>
                  <a:pt x="56821" y="7212"/>
                </a:cubicBezTo>
                <a:cubicBezTo>
                  <a:pt x="56294" y="2990"/>
                  <a:pt x="52599" y="0"/>
                  <a:pt x="48291" y="35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13" name="path-406">
            <a:extLst xmlns:a="http://schemas.openxmlformats.org/drawingml/2006/main">
              <a:ext uri="{FF2B5EF4-FFF2-40B4-BE49-F238E27FC236}">
                <a16:creationId xmlns:a16="http://schemas.microsoft.com/office/drawing/2014/main" id="{3A272D6A-C086-46E9-AEB5-BEA7E53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84" y="1306018"/>
            <a:ext cx="22688" cy="56330"/>
          </a:xfrm>
          <a:custGeom xmlns:a="http://schemas.openxmlformats.org/drawingml/2006/main">
            <a:pathLst>
              <a:path w="15482" h="38440">
                <a:moveTo>
                  <a:pt x="7741" y="38440"/>
                </a:moveTo>
                <a:cubicBezTo>
                  <a:pt x="11963" y="38440"/>
                  <a:pt x="15482" y="35010"/>
                  <a:pt x="15482" y="30789"/>
                </a:cubicBezTo>
                <a:lnTo>
                  <a:pt x="15394" y="7653"/>
                </a:lnTo>
                <a:cubicBezTo>
                  <a:pt x="15394" y="3431"/>
                  <a:pt x="11963" y="0"/>
                  <a:pt x="7741" y="0"/>
                </a:cubicBezTo>
                <a:cubicBezTo>
                  <a:pt x="3518" y="0"/>
                  <a:pt x="0" y="3431"/>
                  <a:pt x="0" y="7653"/>
                </a:cubicBezTo>
                <a:lnTo>
                  <a:pt x="88" y="30789"/>
                </a:lnTo>
                <a:cubicBezTo>
                  <a:pt x="88" y="35010"/>
                  <a:pt x="3518" y="38440"/>
                  <a:pt x="7741" y="3844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07">
            <a:extLst xmlns:a="http://schemas.openxmlformats.org/drawingml/2006/main">
              <a:ext uri="{FF2B5EF4-FFF2-40B4-BE49-F238E27FC236}">
                <a16:creationId xmlns:a16="http://schemas.microsoft.com/office/drawing/2014/main" id="{419B7C82-6FCC-4714-8C2D-6BE11B7B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84" y="1306013"/>
            <a:ext cx="22683" cy="56335"/>
          </a:xfrm>
          <a:custGeom xmlns:a="http://schemas.openxmlformats.org/drawingml/2006/main">
            <a:pathLst>
              <a:path w="15479" h="38443">
                <a:moveTo>
                  <a:pt x="7737" y="38443"/>
                </a:moveTo>
                <a:cubicBezTo>
                  <a:pt x="11959" y="38443"/>
                  <a:pt x="15479" y="35011"/>
                  <a:pt x="15479" y="30789"/>
                </a:cubicBezTo>
                <a:lnTo>
                  <a:pt x="15394" y="7655"/>
                </a:lnTo>
                <a:cubicBezTo>
                  <a:pt x="15394" y="3432"/>
                  <a:pt x="11959" y="0"/>
                  <a:pt x="7737" y="0"/>
                </a:cubicBezTo>
                <a:cubicBezTo>
                  <a:pt x="3514" y="0"/>
                  <a:pt x="0" y="3432"/>
                  <a:pt x="0" y="7655"/>
                </a:cubicBezTo>
                <a:lnTo>
                  <a:pt x="85" y="30789"/>
                </a:lnTo>
                <a:cubicBezTo>
                  <a:pt x="85" y="35011"/>
                  <a:pt x="3514" y="38443"/>
                  <a:pt x="7737" y="384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15" name="path-408">
            <a:extLst xmlns:a="http://schemas.openxmlformats.org/drawingml/2006/main">
              <a:ext uri="{FF2B5EF4-FFF2-40B4-BE49-F238E27FC236}">
                <a16:creationId xmlns:a16="http://schemas.microsoft.com/office/drawing/2014/main" id="{B32960EF-8D7B-4FD8-BA8F-827E6B75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161" y="1367635"/>
            <a:ext cx="48726" cy="47563"/>
          </a:xfrm>
          <a:custGeom xmlns:a="http://schemas.openxmlformats.org/drawingml/2006/main">
            <a:pathLst>
              <a:path w="33251" h="32458">
                <a:moveTo>
                  <a:pt x="19353" y="30258"/>
                </a:moveTo>
                <a:cubicBezTo>
                  <a:pt x="20848" y="31755"/>
                  <a:pt x="22872" y="32458"/>
                  <a:pt x="24807" y="32458"/>
                </a:cubicBezTo>
                <a:cubicBezTo>
                  <a:pt x="26830" y="32458"/>
                  <a:pt x="28765" y="31755"/>
                  <a:pt x="30261" y="30258"/>
                </a:cubicBezTo>
                <a:cubicBezTo>
                  <a:pt x="33251" y="27269"/>
                  <a:pt x="33251" y="22342"/>
                  <a:pt x="30261" y="19352"/>
                </a:cubicBezTo>
                <a:lnTo>
                  <a:pt x="13899" y="2990"/>
                </a:lnTo>
                <a:cubicBezTo>
                  <a:pt x="10908" y="0"/>
                  <a:pt x="6070" y="0"/>
                  <a:pt x="3080" y="3078"/>
                </a:cubicBezTo>
                <a:cubicBezTo>
                  <a:pt x="0" y="6069"/>
                  <a:pt x="0" y="10907"/>
                  <a:pt x="3080" y="13898"/>
                </a:cubicBezTo>
                <a:lnTo>
                  <a:pt x="19353" y="30258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09">
            <a:extLst xmlns:a="http://schemas.openxmlformats.org/drawingml/2006/main">
              <a:ext uri="{FF2B5EF4-FFF2-40B4-BE49-F238E27FC236}">
                <a16:creationId xmlns:a16="http://schemas.microsoft.com/office/drawing/2014/main" id="{7603EF11-D2A3-4E52-B05D-D4BC5F24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163" y="1367635"/>
            <a:ext cx="48722" cy="47563"/>
          </a:xfrm>
          <a:custGeom xmlns:a="http://schemas.openxmlformats.org/drawingml/2006/main">
            <a:pathLst>
              <a:path w="33248" h="32458">
                <a:moveTo>
                  <a:pt x="19350" y="30258"/>
                </a:moveTo>
                <a:cubicBezTo>
                  <a:pt x="20841" y="31755"/>
                  <a:pt x="22864" y="32458"/>
                  <a:pt x="24803" y="32458"/>
                </a:cubicBezTo>
                <a:cubicBezTo>
                  <a:pt x="26826" y="32458"/>
                  <a:pt x="28765" y="31755"/>
                  <a:pt x="30255" y="30258"/>
                </a:cubicBezTo>
                <a:cubicBezTo>
                  <a:pt x="33248" y="27266"/>
                  <a:pt x="33248" y="22343"/>
                  <a:pt x="30255" y="19350"/>
                </a:cubicBezTo>
                <a:lnTo>
                  <a:pt x="13892" y="3075"/>
                </a:lnTo>
                <a:cubicBezTo>
                  <a:pt x="10905" y="0"/>
                  <a:pt x="6070" y="0"/>
                  <a:pt x="3072" y="3075"/>
                </a:cubicBezTo>
                <a:cubicBezTo>
                  <a:pt x="0" y="6067"/>
                  <a:pt x="0" y="10905"/>
                  <a:pt x="3072" y="13895"/>
                </a:cubicBezTo>
                <a:lnTo>
                  <a:pt x="19350" y="30258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17" name="path-410">
            <a:extLst xmlns:a="http://schemas.openxmlformats.org/drawingml/2006/main">
              <a:ext uri="{FF2B5EF4-FFF2-40B4-BE49-F238E27FC236}">
                <a16:creationId xmlns:a16="http://schemas.microsoft.com/office/drawing/2014/main" id="{5379E7DC-33EA-43D9-B420-2DAB5E78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6" y="1646708"/>
            <a:ext cx="48725" cy="47566"/>
          </a:xfrm>
          <a:custGeom xmlns:a="http://schemas.openxmlformats.org/drawingml/2006/main">
            <a:pathLst>
              <a:path w="33251" h="32459">
                <a:moveTo>
                  <a:pt x="13898" y="2991"/>
                </a:moveTo>
                <a:cubicBezTo>
                  <a:pt x="10907" y="0"/>
                  <a:pt x="6070" y="0"/>
                  <a:pt x="3078" y="2991"/>
                </a:cubicBezTo>
                <a:cubicBezTo>
                  <a:pt x="0" y="6070"/>
                  <a:pt x="0" y="10908"/>
                  <a:pt x="3078" y="13899"/>
                </a:cubicBezTo>
                <a:lnTo>
                  <a:pt x="19353" y="30260"/>
                </a:lnTo>
                <a:cubicBezTo>
                  <a:pt x="20848" y="31755"/>
                  <a:pt x="22870" y="32459"/>
                  <a:pt x="24806" y="32459"/>
                </a:cubicBezTo>
                <a:cubicBezTo>
                  <a:pt x="26742" y="32459"/>
                  <a:pt x="28764" y="31755"/>
                  <a:pt x="30260" y="30260"/>
                </a:cubicBezTo>
                <a:cubicBezTo>
                  <a:pt x="33251" y="27182"/>
                  <a:pt x="33251" y="22343"/>
                  <a:pt x="30260" y="19353"/>
                </a:cubicBezTo>
                <a:lnTo>
                  <a:pt x="13898" y="2991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11">
            <a:extLst xmlns:a="http://schemas.openxmlformats.org/drawingml/2006/main">
              <a:ext uri="{FF2B5EF4-FFF2-40B4-BE49-F238E27FC236}">
                <a16:creationId xmlns:a16="http://schemas.microsoft.com/office/drawing/2014/main" id="{F0FF9210-6A41-4697-9C76-FF3473D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5" y="1646708"/>
            <a:ext cx="48722" cy="47563"/>
          </a:xfrm>
          <a:custGeom xmlns:a="http://schemas.openxmlformats.org/drawingml/2006/main">
            <a:pathLst>
              <a:path w="33248" h="32458">
                <a:moveTo>
                  <a:pt x="13898" y="2990"/>
                </a:moveTo>
                <a:cubicBezTo>
                  <a:pt x="10905" y="0"/>
                  <a:pt x="6064" y="0"/>
                  <a:pt x="3078" y="2990"/>
                </a:cubicBezTo>
                <a:cubicBezTo>
                  <a:pt x="0" y="6070"/>
                  <a:pt x="0" y="10905"/>
                  <a:pt x="3078" y="13898"/>
                </a:cubicBezTo>
                <a:lnTo>
                  <a:pt x="19350" y="30258"/>
                </a:lnTo>
                <a:cubicBezTo>
                  <a:pt x="20847" y="31755"/>
                  <a:pt x="22870" y="32458"/>
                  <a:pt x="24809" y="32458"/>
                </a:cubicBezTo>
                <a:cubicBezTo>
                  <a:pt x="26742" y="32458"/>
                  <a:pt x="28759" y="31755"/>
                  <a:pt x="30255" y="30258"/>
                </a:cubicBezTo>
                <a:cubicBezTo>
                  <a:pt x="33248" y="27269"/>
                  <a:pt x="33248" y="22343"/>
                  <a:pt x="30255" y="19350"/>
                </a:cubicBezTo>
                <a:lnTo>
                  <a:pt x="13898" y="2990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19" name="path-412">
            <a:extLst xmlns:a="http://schemas.openxmlformats.org/drawingml/2006/main">
              <a:ext uri="{FF2B5EF4-FFF2-40B4-BE49-F238E27FC236}">
                <a16:creationId xmlns:a16="http://schemas.microsoft.com/office/drawing/2014/main" id="{44876DB8-8AD4-47ED-9269-6F6BE28C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47" y="1520255"/>
            <a:ext cx="56459" cy="22559"/>
          </a:xfrm>
          <a:custGeom xmlns:a="http://schemas.openxmlformats.org/drawingml/2006/main">
            <a:pathLst>
              <a:path w="38528" h="15394">
                <a:moveTo>
                  <a:pt x="30787" y="0"/>
                </a:moveTo>
                <a:lnTo>
                  <a:pt x="7741" y="0"/>
                </a:lnTo>
                <a:cubicBezTo>
                  <a:pt x="3431" y="0"/>
                  <a:pt x="0" y="3518"/>
                  <a:pt x="0" y="7741"/>
                </a:cubicBezTo>
                <a:cubicBezTo>
                  <a:pt x="0" y="11962"/>
                  <a:pt x="3431" y="15394"/>
                  <a:pt x="7741" y="15394"/>
                </a:cubicBezTo>
                <a:lnTo>
                  <a:pt x="30787" y="15394"/>
                </a:lnTo>
                <a:cubicBezTo>
                  <a:pt x="35098" y="15394"/>
                  <a:pt x="38528" y="11962"/>
                  <a:pt x="38528" y="7741"/>
                </a:cubicBezTo>
                <a:cubicBezTo>
                  <a:pt x="38528" y="3431"/>
                  <a:pt x="35098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13">
            <a:extLst xmlns:a="http://schemas.openxmlformats.org/drawingml/2006/main">
              <a:ext uri="{FF2B5EF4-FFF2-40B4-BE49-F238E27FC236}">
                <a16:creationId xmlns:a16="http://schemas.microsoft.com/office/drawing/2014/main" id="{2112EB9F-5989-4419-8792-A036E5A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42" y="1520255"/>
            <a:ext cx="56455" cy="22683"/>
          </a:xfrm>
          <a:custGeom xmlns:a="http://schemas.openxmlformats.org/drawingml/2006/main">
            <a:pathLst>
              <a:path w="38525" h="15479">
                <a:moveTo>
                  <a:pt x="30789" y="0"/>
                </a:moveTo>
                <a:lnTo>
                  <a:pt x="7743" y="85"/>
                </a:lnTo>
                <a:cubicBezTo>
                  <a:pt x="3435" y="85"/>
                  <a:pt x="0" y="3517"/>
                  <a:pt x="0" y="7740"/>
                </a:cubicBezTo>
                <a:cubicBezTo>
                  <a:pt x="0" y="11962"/>
                  <a:pt x="3435" y="15479"/>
                  <a:pt x="7743" y="15479"/>
                </a:cubicBezTo>
                <a:lnTo>
                  <a:pt x="30789" y="15391"/>
                </a:lnTo>
                <a:cubicBezTo>
                  <a:pt x="35102" y="15391"/>
                  <a:pt x="38525" y="11962"/>
                  <a:pt x="38525" y="7740"/>
                </a:cubicBezTo>
                <a:cubicBezTo>
                  <a:pt x="38525" y="3517"/>
                  <a:pt x="35102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21" name="path-414">
            <a:extLst xmlns:a="http://schemas.openxmlformats.org/drawingml/2006/main">
              <a:ext uri="{FF2B5EF4-FFF2-40B4-BE49-F238E27FC236}">
                <a16:creationId xmlns:a16="http://schemas.microsoft.com/office/drawing/2014/main" id="{0A27AD01-E763-4937-A7C3-295240C5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377" y="1520255"/>
            <a:ext cx="56330" cy="22559"/>
          </a:xfrm>
          <a:custGeom xmlns:a="http://schemas.openxmlformats.org/drawingml/2006/main">
            <a:pathLst>
              <a:path w="38440" h="15394">
                <a:moveTo>
                  <a:pt x="30787" y="0"/>
                </a:moveTo>
                <a:lnTo>
                  <a:pt x="7652" y="0"/>
                </a:lnTo>
                <a:cubicBezTo>
                  <a:pt x="3430" y="0"/>
                  <a:pt x="0" y="3431"/>
                  <a:pt x="0" y="7653"/>
                </a:cubicBezTo>
                <a:cubicBezTo>
                  <a:pt x="0" y="11962"/>
                  <a:pt x="3430" y="15394"/>
                  <a:pt x="7652" y="15394"/>
                </a:cubicBezTo>
                <a:lnTo>
                  <a:pt x="30787" y="15394"/>
                </a:lnTo>
                <a:cubicBezTo>
                  <a:pt x="35010" y="15394"/>
                  <a:pt x="38440" y="11962"/>
                  <a:pt x="38440" y="7653"/>
                </a:cubicBezTo>
                <a:cubicBezTo>
                  <a:pt x="38440" y="3431"/>
                  <a:pt x="35010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15">
            <a:extLst xmlns:a="http://schemas.openxmlformats.org/drawingml/2006/main">
              <a:ext uri="{FF2B5EF4-FFF2-40B4-BE49-F238E27FC236}">
                <a16:creationId xmlns:a16="http://schemas.microsoft.com/office/drawing/2014/main" id="{D561E03E-F5FD-44E9-95ED-AB5249C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369" y="1520255"/>
            <a:ext cx="56330" cy="22554"/>
          </a:xfrm>
          <a:custGeom xmlns:a="http://schemas.openxmlformats.org/drawingml/2006/main">
            <a:pathLst>
              <a:path w="38440" h="15391">
                <a:moveTo>
                  <a:pt x="30789" y="0"/>
                </a:moveTo>
                <a:lnTo>
                  <a:pt x="7658" y="0"/>
                </a:lnTo>
                <a:cubicBezTo>
                  <a:pt x="3435" y="0"/>
                  <a:pt x="0" y="3432"/>
                  <a:pt x="0" y="7652"/>
                </a:cubicBezTo>
                <a:cubicBezTo>
                  <a:pt x="0" y="11962"/>
                  <a:pt x="3435" y="15391"/>
                  <a:pt x="7658" y="15391"/>
                </a:cubicBezTo>
                <a:lnTo>
                  <a:pt x="30789" y="15391"/>
                </a:lnTo>
                <a:cubicBezTo>
                  <a:pt x="35011" y="15391"/>
                  <a:pt x="38440" y="11962"/>
                  <a:pt x="38440" y="7652"/>
                </a:cubicBezTo>
                <a:cubicBezTo>
                  <a:pt x="38440" y="3432"/>
                  <a:pt x="35011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23" name="path-416">
            <a:extLst xmlns:a="http://schemas.openxmlformats.org/drawingml/2006/main">
              <a:ext uri="{FF2B5EF4-FFF2-40B4-BE49-F238E27FC236}">
                <a16:creationId xmlns:a16="http://schemas.microsoft.com/office/drawing/2014/main" id="{5674D251-3485-4B1B-8297-35A5DD2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291" y="1646836"/>
            <a:ext cx="48725" cy="47566"/>
          </a:xfrm>
          <a:custGeom xmlns:a="http://schemas.openxmlformats.org/drawingml/2006/main">
            <a:pathLst>
              <a:path w="33251" h="32459">
                <a:moveTo>
                  <a:pt x="19353" y="2991"/>
                </a:moveTo>
                <a:lnTo>
                  <a:pt x="2991" y="19266"/>
                </a:lnTo>
                <a:cubicBezTo>
                  <a:pt x="0" y="22343"/>
                  <a:pt x="0" y="27182"/>
                  <a:pt x="2991" y="30172"/>
                </a:cubicBezTo>
                <a:cubicBezTo>
                  <a:pt x="4486" y="31667"/>
                  <a:pt x="6509" y="32459"/>
                  <a:pt x="8445" y="32459"/>
                </a:cubicBezTo>
                <a:cubicBezTo>
                  <a:pt x="10380" y="32459"/>
                  <a:pt x="12403" y="31667"/>
                  <a:pt x="13899" y="30172"/>
                </a:cubicBezTo>
                <a:lnTo>
                  <a:pt x="30172" y="13899"/>
                </a:lnTo>
                <a:cubicBezTo>
                  <a:pt x="33251" y="10820"/>
                  <a:pt x="33251" y="5983"/>
                  <a:pt x="30172" y="2991"/>
                </a:cubicBezTo>
                <a:cubicBezTo>
                  <a:pt x="27182" y="0"/>
                  <a:pt x="22343" y="0"/>
                  <a:pt x="19353" y="299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17">
            <a:extLst xmlns:a="http://schemas.openxmlformats.org/drawingml/2006/main">
              <a:ext uri="{FF2B5EF4-FFF2-40B4-BE49-F238E27FC236}">
                <a16:creationId xmlns:a16="http://schemas.microsoft.com/office/drawing/2014/main" id="{E9AAAD8B-F878-4F1A-975F-BAECC80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288" y="1646832"/>
            <a:ext cx="48731" cy="47568"/>
          </a:xfrm>
          <a:custGeom xmlns:a="http://schemas.openxmlformats.org/drawingml/2006/main">
            <a:pathLst>
              <a:path w="33254" h="32461">
                <a:moveTo>
                  <a:pt x="19356" y="2996"/>
                </a:moveTo>
                <a:lnTo>
                  <a:pt x="2987" y="19356"/>
                </a:lnTo>
                <a:cubicBezTo>
                  <a:pt x="0" y="22343"/>
                  <a:pt x="0" y="27184"/>
                  <a:pt x="2987" y="30174"/>
                </a:cubicBezTo>
                <a:cubicBezTo>
                  <a:pt x="4489" y="31670"/>
                  <a:pt x="6513" y="32461"/>
                  <a:pt x="8445" y="32461"/>
                </a:cubicBezTo>
                <a:cubicBezTo>
                  <a:pt x="10384" y="32461"/>
                  <a:pt x="12401" y="31670"/>
                  <a:pt x="13898" y="30174"/>
                </a:cubicBezTo>
                <a:lnTo>
                  <a:pt x="30171" y="13901"/>
                </a:lnTo>
                <a:cubicBezTo>
                  <a:pt x="33254" y="10820"/>
                  <a:pt x="33254" y="5986"/>
                  <a:pt x="30171" y="2996"/>
                </a:cubicBezTo>
                <a:cubicBezTo>
                  <a:pt x="27178" y="0"/>
                  <a:pt x="22343" y="0"/>
                  <a:pt x="19356" y="29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25" name="path-418">
            <a:extLst xmlns:a="http://schemas.openxmlformats.org/drawingml/2006/main">
              <a:ext uri="{FF2B5EF4-FFF2-40B4-BE49-F238E27FC236}">
                <a16:creationId xmlns:a16="http://schemas.microsoft.com/office/drawing/2014/main" id="{86183C0B-14E9-4630-9272-0900488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6" y="1367635"/>
            <a:ext cx="48725" cy="47563"/>
          </a:xfrm>
          <a:custGeom xmlns:a="http://schemas.openxmlformats.org/drawingml/2006/main">
            <a:pathLst>
              <a:path w="33251" h="32458">
                <a:moveTo>
                  <a:pt x="19353" y="2990"/>
                </a:moveTo>
                <a:lnTo>
                  <a:pt x="2991" y="19352"/>
                </a:lnTo>
                <a:cubicBezTo>
                  <a:pt x="0" y="22342"/>
                  <a:pt x="0" y="27181"/>
                  <a:pt x="2991" y="30171"/>
                </a:cubicBezTo>
                <a:cubicBezTo>
                  <a:pt x="4486" y="31667"/>
                  <a:pt x="6509" y="32458"/>
                  <a:pt x="8444" y="32458"/>
                </a:cubicBezTo>
                <a:cubicBezTo>
                  <a:pt x="10380" y="32458"/>
                  <a:pt x="12403" y="31667"/>
                  <a:pt x="13898" y="30171"/>
                </a:cubicBezTo>
                <a:lnTo>
                  <a:pt x="30172" y="13898"/>
                </a:lnTo>
                <a:cubicBezTo>
                  <a:pt x="33251" y="10819"/>
                  <a:pt x="33251" y="5981"/>
                  <a:pt x="30172" y="2990"/>
                </a:cubicBezTo>
                <a:cubicBezTo>
                  <a:pt x="27180" y="0"/>
                  <a:pt x="22343" y="0"/>
                  <a:pt x="19353" y="299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19">
            <a:extLst xmlns:a="http://schemas.openxmlformats.org/drawingml/2006/main">
              <a:ext uri="{FF2B5EF4-FFF2-40B4-BE49-F238E27FC236}">
                <a16:creationId xmlns:a16="http://schemas.microsoft.com/office/drawing/2014/main" id="{A42FD37A-66BE-4B11-891C-CFFD6399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5" y="1367635"/>
            <a:ext cx="48722" cy="47563"/>
          </a:xfrm>
          <a:custGeom xmlns:a="http://schemas.openxmlformats.org/drawingml/2006/main">
            <a:pathLst>
              <a:path w="33248" h="32458">
                <a:moveTo>
                  <a:pt x="19350" y="2990"/>
                </a:moveTo>
                <a:lnTo>
                  <a:pt x="2993" y="19350"/>
                </a:lnTo>
                <a:cubicBezTo>
                  <a:pt x="0" y="22343"/>
                  <a:pt x="0" y="27181"/>
                  <a:pt x="2993" y="30168"/>
                </a:cubicBezTo>
                <a:cubicBezTo>
                  <a:pt x="4483" y="31664"/>
                  <a:pt x="6507" y="32458"/>
                  <a:pt x="8439" y="32458"/>
                </a:cubicBezTo>
                <a:cubicBezTo>
                  <a:pt x="10378" y="32458"/>
                  <a:pt x="12401" y="31664"/>
                  <a:pt x="13898" y="30168"/>
                </a:cubicBezTo>
                <a:lnTo>
                  <a:pt x="30171" y="13895"/>
                </a:lnTo>
                <a:cubicBezTo>
                  <a:pt x="33248" y="10905"/>
                  <a:pt x="33248" y="5980"/>
                  <a:pt x="30171" y="2990"/>
                </a:cubicBezTo>
                <a:cubicBezTo>
                  <a:pt x="27184" y="0"/>
                  <a:pt x="22343" y="0"/>
                  <a:pt x="19350" y="299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427" name="path-420">
            <a:extLst xmlns:a="http://schemas.openxmlformats.org/drawingml/2006/main">
              <a:ext uri="{FF2B5EF4-FFF2-40B4-BE49-F238E27FC236}">
                <a16:creationId xmlns:a16="http://schemas.microsoft.com/office/drawing/2014/main" id="{C1AECC4D-3ECB-47CC-889B-CA9D5D6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451" y="1874479"/>
            <a:ext cx="191" cy="183813"/>
          </a:xfrm>
          <a:custGeom xmlns:a="http://schemas.openxmlformats.org/drawingml/2006/main">
            <a:pathLst>
              <a:path w="191" h="125435">
                <a:moveTo>
                  <a:pt x="0" y="125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9051"/>
            </a:solidFill>
            <a:prstDash val="solid"/>
          </a:ln>
        </p:spPr>
      </p:sp>
      <p:sp>
        <p:nvSpPr>
          <p:cNvPr id="428" name="path-421">
            <a:extLst xmlns:a="http://schemas.openxmlformats.org/drawingml/2006/main">
              <a:ext uri="{FF2B5EF4-FFF2-40B4-BE49-F238E27FC236}">
                <a16:creationId xmlns:a16="http://schemas.microsoft.com/office/drawing/2014/main" id="{F03A56F3-24C6-4F0B-8B15-9EB836C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12" y="1803583"/>
            <a:ext cx="85076" cy="113435"/>
          </a:xfrm>
          <a:custGeom xmlns:a="http://schemas.openxmlformats.org/drawingml/2006/main">
            <a:pathLst>
              <a:path w="58056" h="77409">
                <a:moveTo>
                  <a:pt x="29028" y="0"/>
                </a:moveTo>
                <a:lnTo>
                  <a:pt x="0" y="77409"/>
                </a:lnTo>
                <a:lnTo>
                  <a:pt x="29028" y="48381"/>
                </a:lnTo>
                <a:lnTo>
                  <a:pt x="58056" y="77409"/>
                </a:lnTo>
                <a:lnTo>
                  <a:pt x="29028" y="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ath-422">
            <a:extLst xmlns:a="http://schemas.openxmlformats.org/drawingml/2006/main">
              <a:ext uri="{FF2B5EF4-FFF2-40B4-BE49-F238E27FC236}">
                <a16:creationId xmlns:a16="http://schemas.microsoft.com/office/drawing/2014/main" id="{1B6CB1D8-441A-4F09-BB7A-E62D4D8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08" y="1803580"/>
            <a:ext cx="85077" cy="113433"/>
          </a:xfrm>
          <a:custGeom xmlns:a="http://schemas.openxmlformats.org/drawingml/2006/main">
            <a:pathLst>
              <a:path w="58057" h="77408">
                <a:moveTo>
                  <a:pt x="29032" y="0"/>
                </a:moveTo>
                <a:lnTo>
                  <a:pt x="0" y="77408"/>
                </a:lnTo>
                <a:lnTo>
                  <a:pt x="29032" y="48382"/>
                </a:lnTo>
                <a:lnTo>
                  <a:pt x="58057" y="77408"/>
                </a:lnTo>
                <a:lnTo>
                  <a:pt x="29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9051"/>
            </a:solidFill>
            <a:prstDash val="solid"/>
          </a:ln>
        </p:spPr>
      </p:sp>
      <p:sp>
        <p:nvSpPr>
          <p:cNvPr id="430" name="path-423">
            <a:extLst xmlns:a="http://schemas.openxmlformats.org/drawingml/2006/main">
              <a:ext uri="{FF2B5EF4-FFF2-40B4-BE49-F238E27FC236}">
                <a16:creationId xmlns:a16="http://schemas.microsoft.com/office/drawing/2014/main" id="{C0DF32FD-5299-44B6-AD2A-99B4CA27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08" y="2361469"/>
            <a:ext cx="255222" cy="191"/>
          </a:xfrm>
          <a:custGeom xmlns:a="http://schemas.openxmlformats.org/drawingml/2006/main">
            <a:pathLst>
              <a:path w="174166" h="191">
                <a:moveTo>
                  <a:pt x="0" y="0"/>
                </a:moveTo>
                <a:lnTo>
                  <a:pt x="174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431" name="path-424">
            <a:extLst xmlns:a="http://schemas.openxmlformats.org/drawingml/2006/main">
              <a:ext uri="{FF2B5EF4-FFF2-40B4-BE49-F238E27FC236}">
                <a16:creationId xmlns:a16="http://schemas.microsoft.com/office/drawing/2014/main" id="{665A525C-C277-4387-A2FA-F9ED9BDC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997" y="2318937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25">
            <a:extLst xmlns:a="http://schemas.openxmlformats.org/drawingml/2006/main">
              <a:ext uri="{FF2B5EF4-FFF2-40B4-BE49-F238E27FC236}">
                <a16:creationId xmlns:a16="http://schemas.microsoft.com/office/drawing/2014/main" id="{DD087013-EAA4-4B60-B861-9B606E79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996" y="2318935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26"/>
                </a:moveTo>
                <a:lnTo>
                  <a:pt x="0" y="0"/>
                </a:lnTo>
                <a:lnTo>
                  <a:pt x="29026" y="29026"/>
                </a:lnTo>
                <a:lnTo>
                  <a:pt x="0" y="58057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433" name="path-426">
            <a:extLst xmlns:a="http://schemas.openxmlformats.org/drawingml/2006/main">
              <a:ext uri="{FF2B5EF4-FFF2-40B4-BE49-F238E27FC236}">
                <a16:creationId xmlns:a16="http://schemas.microsoft.com/office/drawing/2014/main" id="{B9198A86-8888-4C7A-8E5B-2D53AE29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6032" y="1306013"/>
            <a:ext cx="1414705" cy="451162"/>
          </a:xfrm>
          <a:custGeom xmlns:a="http://schemas.openxmlformats.org/drawingml/2006/main">
            <a:pathLst>
              <a:path w="965405" h="307876">
                <a:moveTo>
                  <a:pt x="0" y="0"/>
                </a:moveTo>
                <a:lnTo>
                  <a:pt x="0" y="307876"/>
                </a:lnTo>
                <a:lnTo>
                  <a:pt x="965405" y="307876"/>
                </a:lnTo>
                <a:lnTo>
                  <a:pt x="9654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434" name="path-427">
            <a:extLst xmlns:a="http://schemas.openxmlformats.org/drawingml/2006/main">
              <a:ext uri="{FF2B5EF4-FFF2-40B4-BE49-F238E27FC236}">
                <a16:creationId xmlns:a16="http://schemas.microsoft.com/office/drawing/2014/main" id="{8755FDE8-0E87-4197-870C-C32709A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0935" y="1629564"/>
            <a:ext cx="1028640" cy="191"/>
          </a:xfrm>
          <a:custGeom xmlns:a="http://schemas.openxmlformats.org/drawingml/2006/main">
            <a:pathLst>
              <a:path w="701951" h="191">
                <a:moveTo>
                  <a:pt x="0" y="0"/>
                </a:moveTo>
                <a:lnTo>
                  <a:pt x="7019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435" name="path-428">
            <a:extLst xmlns:a="http://schemas.openxmlformats.org/drawingml/2006/main">
              <a:ext uri="{FF2B5EF4-FFF2-40B4-BE49-F238E27FC236}">
                <a16:creationId xmlns:a16="http://schemas.microsoft.com/office/drawing/2014/main" id="{242A4B7F-2B6F-41D0-A01F-67C7AD82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933" y="1629564"/>
            <a:ext cx="22301" cy="191"/>
          </a:xfrm>
          <a:custGeom xmlns:a="http://schemas.openxmlformats.org/drawingml/2006/main">
            <a:pathLst>
              <a:path w="15219" h="191">
                <a:moveTo>
                  <a:pt x="1521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436" name="text-429 Terminating">
            <a:extLst xmlns:a="http://schemas.openxmlformats.org/drawingml/2006/main">
              <a:ext uri="{FF2B5EF4-FFF2-40B4-BE49-F238E27FC236}">
                <a16:creationId xmlns:a16="http://schemas.microsoft.com/office/drawing/2014/main" id="{5937ADEF-DEB4-4B4F-BC29-B765838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0935" y="1392771"/>
            <a:ext cx="1202111" cy="288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Terminating</a:t>
            </a:r>
          </a:p>
        </p:txBody>
      </p:sp>
      <p:sp>
        <p:nvSpPr>
          <p:cNvPr id="437" name="text-430 No">
            <a:extLst xmlns:a="http://schemas.openxmlformats.org/drawingml/2006/main">
              <a:ext uri="{FF2B5EF4-FFF2-40B4-BE49-F238E27FC236}">
                <a16:creationId xmlns:a16="http://schemas.microsoft.com/office/drawing/2014/main" id="{50017B10-3A71-4AF3-9DF2-4AC5FE01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1497" y="1658586"/>
            <a:ext cx="312079" cy="288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38" name="path-431">
            <a:extLst xmlns:a="http://schemas.openxmlformats.org/drawingml/2006/main">
              <a:ext uri="{FF2B5EF4-FFF2-40B4-BE49-F238E27FC236}">
                <a16:creationId xmlns:a16="http://schemas.microsoft.com/office/drawing/2014/main" id="{0E0A4E94-5F93-48C4-ACD9-0D496711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354" y="2071096"/>
            <a:ext cx="1607986" cy="580669"/>
          </a:xfrm>
          <a:custGeom xmlns:a="http://schemas.openxmlformats.org/drawingml/2006/main">
            <a:pathLst>
              <a:path w="1097301" h="396253">
                <a:moveTo>
                  <a:pt x="0" y="0"/>
                </a:moveTo>
                <a:lnTo>
                  <a:pt x="1097301" y="0"/>
                </a:lnTo>
                <a:lnTo>
                  <a:pt x="1097301" y="396253"/>
                </a:lnTo>
                <a:lnTo>
                  <a:pt x="0" y="396253"/>
                </a:lnTo>
                <a:close/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32">
            <a:extLst xmlns:a="http://schemas.openxmlformats.org/drawingml/2006/main">
              <a:ext uri="{FF2B5EF4-FFF2-40B4-BE49-F238E27FC236}">
                <a16:creationId xmlns:a16="http://schemas.microsoft.com/office/drawing/2014/main" id="{28E0ADE3-27CC-4215-9482-CDC60324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351" y="2071183"/>
            <a:ext cx="1608065" cy="580576"/>
          </a:xfrm>
          <a:custGeom xmlns:a="http://schemas.openxmlformats.org/drawingml/2006/main">
            <a:pathLst>
              <a:path w="1097356" h="396189">
                <a:moveTo>
                  <a:pt x="0" y="0"/>
                </a:moveTo>
                <a:lnTo>
                  <a:pt x="0" y="396189"/>
                </a:lnTo>
                <a:lnTo>
                  <a:pt x="1097356" y="396189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5300"/>
            </a:solidFill>
            <a:prstDash val="solid"/>
          </a:ln>
        </p:spPr>
      </p:sp>
      <p:sp>
        <p:nvSpPr>
          <p:cNvPr id="440" name="text-433 Observation">
            <a:extLst xmlns:a="http://schemas.openxmlformats.org/drawingml/2006/main">
              <a:ext uri="{FF2B5EF4-FFF2-40B4-BE49-F238E27FC236}">
                <a16:creationId xmlns:a16="http://schemas.microsoft.com/office/drawing/2014/main" id="{1FD33E89-D7B4-46C2-A0EC-3DE991A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7003" y="2096969"/>
            <a:ext cx="1240606" cy="288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441" name="text-433 is">
            <a:extLst xmlns:a="http://schemas.openxmlformats.org/drawingml/2006/main">
              <a:ext uri="{FF2B5EF4-FFF2-40B4-BE49-F238E27FC236}">
                <a16:creationId xmlns:a16="http://schemas.microsoft.com/office/drawing/2014/main" id="{94C45A8F-FA01-43CD-929C-0E8DEE8C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7738" y="2097005"/>
            <a:ext cx="209142" cy="288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442" name="text-434 Sufficient?">
            <a:extLst xmlns:a="http://schemas.openxmlformats.org/drawingml/2006/main">
              <a:ext uri="{FF2B5EF4-FFF2-40B4-BE49-F238E27FC236}">
                <a16:creationId xmlns:a16="http://schemas.microsoft.com/office/drawing/2014/main" id="{BD3BDEE6-83E9-4702-8D09-42B5D51A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0563" y="2348348"/>
            <a:ext cx="1102693" cy="288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Sufficient?</a:t>
            </a:r>
          </a:p>
        </p:txBody>
      </p:sp>
      <p:sp>
        <p:nvSpPr>
          <p:cNvPr id="443" name="path-435">
            <a:extLst xmlns:a="http://schemas.openxmlformats.org/drawingml/2006/main">
              <a:ext uri="{FF2B5EF4-FFF2-40B4-BE49-F238E27FC236}">
                <a16:creationId xmlns:a16="http://schemas.microsoft.com/office/drawing/2014/main" id="{DBA210B5-84B2-4B23-BBF7-2336E12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2834" y="2071183"/>
            <a:ext cx="1608065" cy="580576"/>
          </a:xfrm>
          <a:custGeom xmlns:a="http://schemas.openxmlformats.org/drawingml/2006/main">
            <a:pathLst>
              <a:path w="1097356" h="396189">
                <a:moveTo>
                  <a:pt x="0" y="0"/>
                </a:moveTo>
                <a:lnTo>
                  <a:pt x="0" y="396189"/>
                </a:lnTo>
                <a:lnTo>
                  <a:pt x="1097356" y="396189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1100"/>
            </a:solidFill>
            <a:prstDash val="solid"/>
          </a:ln>
        </p:spPr>
      </p:sp>
      <p:sp>
        <p:nvSpPr>
          <p:cNvPr id="444" name="text-436 Localizing">
            <a:extLst xmlns:a="http://schemas.openxmlformats.org/drawingml/2006/main">
              <a:ext uri="{FF2B5EF4-FFF2-40B4-BE49-F238E27FC236}">
                <a16:creationId xmlns:a16="http://schemas.microsoft.com/office/drawing/2014/main" id="{7C87F11C-8EDF-4273-93A8-8EE32C4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6034" y="2109717"/>
            <a:ext cx="954441" cy="288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445" name="path-438">
            <a:extLst xmlns:a="http://schemas.openxmlformats.org/drawingml/2006/main">
              <a:ext uri="{FF2B5EF4-FFF2-40B4-BE49-F238E27FC236}">
                <a16:creationId xmlns:a16="http://schemas.microsoft.com/office/drawing/2014/main" id="{A97D4245-6ACD-4705-A3BF-868B51E6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0660" y="2351419"/>
            <a:ext cx="447038" cy="191"/>
          </a:xfrm>
          <a:custGeom xmlns:a="http://schemas.openxmlformats.org/drawingml/2006/main">
            <a:pathLst>
              <a:path w="305062" h="191">
                <a:moveTo>
                  <a:pt x="0" y="0"/>
                </a:moveTo>
                <a:lnTo>
                  <a:pt x="305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1100"/>
            </a:solidFill>
            <a:prstDash val="solid"/>
          </a:ln>
        </p:spPr>
      </p:sp>
      <p:sp>
        <p:nvSpPr>
          <p:cNvPr id="446" name="text-439 Next">
            <a:extLst xmlns:a="http://schemas.openxmlformats.org/drawingml/2006/main">
              <a:ext uri="{FF2B5EF4-FFF2-40B4-BE49-F238E27FC236}">
                <a16:creationId xmlns:a16="http://schemas.microsoft.com/office/drawing/2014/main" id="{3062E373-A6BF-4FD2-AF1C-C774C16A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0660" y="2109738"/>
            <a:ext cx="484212" cy="288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447" name="text-440 Visual">
            <a:extLst xmlns:a="http://schemas.openxmlformats.org/drawingml/2006/main">
              <a:ext uri="{FF2B5EF4-FFF2-40B4-BE49-F238E27FC236}">
                <a16:creationId xmlns:a16="http://schemas.microsoft.com/office/drawing/2014/main" id="{1CB040D8-C05D-48A9-9BAF-7FAC26DF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8186" y="2335563"/>
            <a:ext cx="595179" cy="28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448" name="text-440 Fixation">
            <a:extLst xmlns:a="http://schemas.openxmlformats.org/drawingml/2006/main">
              <a:ext uri="{FF2B5EF4-FFF2-40B4-BE49-F238E27FC236}">
                <a16:creationId xmlns:a16="http://schemas.microsoft.com/office/drawing/2014/main" id="{3980A8B4-5BE3-4F0F-826D-909E9340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3515" y="2335554"/>
            <a:ext cx="759331" cy="288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449" name="path-441">
            <a:extLst xmlns:a="http://schemas.openxmlformats.org/drawingml/2006/main">
              <a:ext uri="{FF2B5EF4-FFF2-40B4-BE49-F238E27FC236}">
                <a16:creationId xmlns:a16="http://schemas.microsoft.com/office/drawing/2014/main" id="{718DC275-9131-4424-B7FC-E5EA7214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9273" y="2361469"/>
            <a:ext cx="322774" cy="191"/>
          </a:xfrm>
          <a:custGeom xmlns:a="http://schemas.openxmlformats.org/drawingml/2006/main">
            <a:pathLst>
              <a:path w="220264" h="191">
                <a:moveTo>
                  <a:pt x="0" y="0"/>
                </a:moveTo>
                <a:lnTo>
                  <a:pt x="2202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450" name="path-442">
            <a:extLst xmlns:a="http://schemas.openxmlformats.org/drawingml/2006/main">
              <a:ext uri="{FF2B5EF4-FFF2-40B4-BE49-F238E27FC236}">
                <a16:creationId xmlns:a16="http://schemas.microsoft.com/office/drawing/2014/main" id="{FA6E3D1B-7755-4704-8088-321CC14F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513" y="2318937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43">
            <a:extLst xmlns:a="http://schemas.openxmlformats.org/drawingml/2006/main">
              <a:ext uri="{FF2B5EF4-FFF2-40B4-BE49-F238E27FC236}">
                <a16:creationId xmlns:a16="http://schemas.microsoft.com/office/drawing/2014/main" id="{20E28723-D4CA-4F0B-8B97-F0931C99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504" y="2318935"/>
            <a:ext cx="113442" cy="85077"/>
          </a:xfrm>
          <a:custGeom xmlns:a="http://schemas.openxmlformats.org/drawingml/2006/main">
            <a:pathLst>
              <a:path w="77414" h="58057">
                <a:moveTo>
                  <a:pt x="77414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7"/>
                </a:lnTo>
                <a:lnTo>
                  <a:pt x="77414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452" name="path-444">
            <a:extLst xmlns:a="http://schemas.openxmlformats.org/drawingml/2006/main">
              <a:ext uri="{FF2B5EF4-FFF2-40B4-BE49-F238E27FC236}">
                <a16:creationId xmlns:a16="http://schemas.microsoft.com/office/drawing/2014/main" id="{41AB9AB8-09A4-4724-B239-EB675925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702" y="4441517"/>
            <a:ext cx="327628" cy="2047685"/>
          </a:xfrm>
          <a:custGeom xmlns:a="http://schemas.openxmlformats.org/drawingml/2006/main">
            <a:pathLst>
              <a:path w="223576" h="1397356">
                <a:moveTo>
                  <a:pt x="0" y="0"/>
                </a:moveTo>
                <a:lnTo>
                  <a:pt x="223576" y="0"/>
                </a:lnTo>
                <a:lnTo>
                  <a:pt x="223576" y="1397356"/>
                </a:lnTo>
                <a:lnTo>
                  <a:pt x="0" y="139735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45">
            <a:extLst xmlns:a="http://schemas.openxmlformats.org/drawingml/2006/main">
              <a:ext uri="{FF2B5EF4-FFF2-40B4-BE49-F238E27FC236}">
                <a16:creationId xmlns:a16="http://schemas.microsoft.com/office/drawing/2014/main" id="{5B32EDDF-5B62-454F-AC59-025043AA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651" y="4441577"/>
            <a:ext cx="327666" cy="2047624"/>
          </a:xfrm>
          <a:custGeom xmlns:a="http://schemas.openxmlformats.org/drawingml/2006/main">
            <a:pathLst>
              <a:path w="223602" h="1397314">
                <a:moveTo>
                  <a:pt x="0" y="0"/>
                </a:moveTo>
                <a:lnTo>
                  <a:pt x="0" y="1397314"/>
                </a:lnTo>
                <a:lnTo>
                  <a:pt x="223602" y="1397314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54" name="path-446">
            <a:extLst xmlns:a="http://schemas.openxmlformats.org/drawingml/2006/main">
              <a:ext uri="{FF2B5EF4-FFF2-40B4-BE49-F238E27FC236}">
                <a16:creationId xmlns:a16="http://schemas.microsoft.com/office/drawing/2014/main" id="{D8E41590-68B7-4CCA-B1F0-BF37B0F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74" y="4646355"/>
            <a:ext cx="327628" cy="1638149"/>
          </a:xfrm>
          <a:custGeom xmlns:a="http://schemas.openxmlformats.org/drawingml/2006/main">
            <a:pathLst>
              <a:path w="223576" h="1117885">
                <a:moveTo>
                  <a:pt x="0" y="0"/>
                </a:moveTo>
                <a:lnTo>
                  <a:pt x="223576" y="0"/>
                </a:lnTo>
                <a:lnTo>
                  <a:pt x="223576" y="1117885"/>
                </a:lnTo>
                <a:lnTo>
                  <a:pt x="0" y="1117885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47">
            <a:extLst xmlns:a="http://schemas.openxmlformats.org/drawingml/2006/main">
              <a:ext uri="{FF2B5EF4-FFF2-40B4-BE49-F238E27FC236}">
                <a16:creationId xmlns:a16="http://schemas.microsoft.com/office/drawing/2014/main" id="{91CDE5CB-7C16-4719-B11C-B2264ECD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17" y="4646275"/>
            <a:ext cx="327675" cy="1638228"/>
          </a:xfrm>
          <a:custGeom xmlns:a="http://schemas.openxmlformats.org/drawingml/2006/main">
            <a:pathLst>
              <a:path w="223608" h="1117939">
                <a:moveTo>
                  <a:pt x="0" y="0"/>
                </a:moveTo>
                <a:lnTo>
                  <a:pt x="0" y="1117939"/>
                </a:lnTo>
                <a:lnTo>
                  <a:pt x="223608" y="1117939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56" name="path-448">
            <a:extLst xmlns:a="http://schemas.openxmlformats.org/drawingml/2006/main">
              <a:ext uri="{FF2B5EF4-FFF2-40B4-BE49-F238E27FC236}">
                <a16:creationId xmlns:a16="http://schemas.microsoft.com/office/drawing/2014/main" id="{393F8FFB-BD90-4F46-9E64-C16578BB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432" y="4851069"/>
            <a:ext cx="327628" cy="1228609"/>
          </a:xfrm>
          <a:custGeom xmlns:a="http://schemas.openxmlformats.org/drawingml/2006/main">
            <a:pathLst>
              <a:path w="223576" h="838412">
                <a:moveTo>
                  <a:pt x="0" y="0"/>
                </a:moveTo>
                <a:lnTo>
                  <a:pt x="223576" y="0"/>
                </a:lnTo>
                <a:lnTo>
                  <a:pt x="223576" y="838412"/>
                </a:lnTo>
                <a:lnTo>
                  <a:pt x="0" y="83841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49">
            <a:extLst xmlns:a="http://schemas.openxmlformats.org/drawingml/2006/main">
              <a:ext uri="{FF2B5EF4-FFF2-40B4-BE49-F238E27FC236}">
                <a16:creationId xmlns:a16="http://schemas.microsoft.com/office/drawing/2014/main" id="{C2FC5D9A-71A3-4671-BFBB-47310EA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393" y="4851102"/>
            <a:ext cx="327666" cy="1228575"/>
          </a:xfrm>
          <a:custGeom xmlns:a="http://schemas.openxmlformats.org/drawingml/2006/main">
            <a:pathLst>
              <a:path w="223602" h="838388">
                <a:moveTo>
                  <a:pt x="0" y="0"/>
                </a:moveTo>
                <a:lnTo>
                  <a:pt x="0" y="838388"/>
                </a:lnTo>
                <a:lnTo>
                  <a:pt x="223602" y="838388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58" name="path-450">
            <a:extLst xmlns:a="http://schemas.openxmlformats.org/drawingml/2006/main">
              <a:ext uri="{FF2B5EF4-FFF2-40B4-BE49-F238E27FC236}">
                <a16:creationId xmlns:a16="http://schemas.microsoft.com/office/drawing/2014/main" id="{DB5D84C2-FE32-4194-9CF7-975500A8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91" y="5055778"/>
            <a:ext cx="327629" cy="819073"/>
          </a:xfrm>
          <a:custGeom xmlns:a="http://schemas.openxmlformats.org/drawingml/2006/main">
            <a:pathLst>
              <a:path w="223576" h="558942">
                <a:moveTo>
                  <a:pt x="0" y="0"/>
                </a:moveTo>
                <a:lnTo>
                  <a:pt x="223576" y="0"/>
                </a:lnTo>
                <a:lnTo>
                  <a:pt x="223576" y="558942"/>
                </a:lnTo>
                <a:lnTo>
                  <a:pt x="0" y="55894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51">
            <a:extLst xmlns:a="http://schemas.openxmlformats.org/drawingml/2006/main">
              <a:ext uri="{FF2B5EF4-FFF2-40B4-BE49-F238E27FC236}">
                <a16:creationId xmlns:a16="http://schemas.microsoft.com/office/drawing/2014/main" id="{BA68696E-53BB-46EA-8E74-37FA2A25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59" y="5055800"/>
            <a:ext cx="327675" cy="819178"/>
          </a:xfrm>
          <a:custGeom xmlns:a="http://schemas.openxmlformats.org/drawingml/2006/main">
            <a:pathLst>
              <a:path w="223608" h="559013">
                <a:moveTo>
                  <a:pt x="0" y="0"/>
                </a:moveTo>
                <a:lnTo>
                  <a:pt x="0" y="559013"/>
                </a:lnTo>
                <a:lnTo>
                  <a:pt x="223608" y="559013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60" name="path-452">
            <a:extLst xmlns:a="http://schemas.openxmlformats.org/drawingml/2006/main">
              <a:ext uri="{FF2B5EF4-FFF2-40B4-BE49-F238E27FC236}">
                <a16:creationId xmlns:a16="http://schemas.microsoft.com/office/drawing/2014/main" id="{968A334F-7415-4BDA-AEF4-7E61966B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712" y="4238171"/>
            <a:ext cx="436074" cy="272113"/>
          </a:xfrm>
          <a:custGeom xmlns:a="http://schemas.openxmlformats.org/drawingml/2006/main">
            <a:pathLst>
              <a:path w="297580" h="185692">
                <a:moveTo>
                  <a:pt x="527" y="127810"/>
                </a:moveTo>
                <a:lnTo>
                  <a:pt x="527" y="51638"/>
                </a:lnTo>
                <a:lnTo>
                  <a:pt x="0" y="51638"/>
                </a:lnTo>
                <a:lnTo>
                  <a:pt x="0" y="0"/>
                </a:lnTo>
                <a:lnTo>
                  <a:pt x="297580" y="0"/>
                </a:lnTo>
                <a:lnTo>
                  <a:pt x="296266" y="143910"/>
                </a:lnTo>
                <a:lnTo>
                  <a:pt x="296266" y="185692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61" name="path-453">
            <a:extLst xmlns:a="http://schemas.openxmlformats.org/drawingml/2006/main">
              <a:ext uri="{FF2B5EF4-FFF2-40B4-BE49-F238E27FC236}">
                <a16:creationId xmlns:a16="http://schemas.microsoft.com/office/drawing/2014/main" id="{134199E3-251F-4DC7-9441-53647B3C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79" y="4463881"/>
            <a:ext cx="92810" cy="123747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54">
            <a:extLst xmlns:a="http://schemas.openxmlformats.org/drawingml/2006/main">
              <a:ext uri="{FF2B5EF4-FFF2-40B4-BE49-F238E27FC236}">
                <a16:creationId xmlns:a16="http://schemas.microsoft.com/office/drawing/2014/main" id="{6F80FD99-AF35-494F-B6CD-0B9FC96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54" y="4463879"/>
            <a:ext cx="92801" cy="123749"/>
          </a:xfrm>
          <a:custGeom xmlns:a="http://schemas.openxmlformats.org/drawingml/2006/main">
            <a:pathLst>
              <a:path w="63328" h="84447">
                <a:moveTo>
                  <a:pt x="31667" y="84447"/>
                </a:moveTo>
                <a:lnTo>
                  <a:pt x="63328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63" name="path-455">
            <a:extLst xmlns:a="http://schemas.openxmlformats.org/drawingml/2006/main">
              <a:ext uri="{FF2B5EF4-FFF2-40B4-BE49-F238E27FC236}">
                <a16:creationId xmlns:a16="http://schemas.microsoft.com/office/drawing/2014/main" id="{E5920561-F4F1-466F-9C33-063DC185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65" y="4389118"/>
            <a:ext cx="437504" cy="325997"/>
          </a:xfrm>
          <a:custGeom xmlns:a="http://schemas.openxmlformats.org/drawingml/2006/main">
            <a:pathLst>
              <a:path w="298556" h="222463">
                <a:moveTo>
                  <a:pt x="0" y="0"/>
                </a:moveTo>
                <a:lnTo>
                  <a:pt x="96764" y="0"/>
                </a:lnTo>
                <a:lnTo>
                  <a:pt x="298556" y="615"/>
                </a:lnTo>
                <a:lnTo>
                  <a:pt x="295387" y="180678"/>
                </a:lnTo>
                <a:lnTo>
                  <a:pt x="295387" y="222463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64" name="path-456">
            <a:extLst xmlns:a="http://schemas.openxmlformats.org/drawingml/2006/main">
              <a:ext uri="{FF2B5EF4-FFF2-40B4-BE49-F238E27FC236}">
                <a16:creationId xmlns:a16="http://schemas.microsoft.com/office/drawing/2014/main" id="{8FF3D914-4F96-40DC-BF1E-C37C3644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38" y="4668708"/>
            <a:ext cx="92809" cy="123747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57">
            <a:extLst xmlns:a="http://schemas.openxmlformats.org/drawingml/2006/main">
              <a:ext uri="{FF2B5EF4-FFF2-40B4-BE49-F238E27FC236}">
                <a16:creationId xmlns:a16="http://schemas.microsoft.com/office/drawing/2014/main" id="{34199CAC-AE03-445E-BF73-890BB43C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21" y="4668705"/>
            <a:ext cx="92810" cy="123749"/>
          </a:xfrm>
          <a:custGeom xmlns:a="http://schemas.openxmlformats.org/drawingml/2006/main">
            <a:pathLst>
              <a:path w="63334" h="84447">
                <a:moveTo>
                  <a:pt x="31667" y="84447"/>
                </a:moveTo>
                <a:lnTo>
                  <a:pt x="63334" y="0"/>
                </a:lnTo>
                <a:lnTo>
                  <a:pt x="31667" y="31670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66" name="path-458">
            <a:extLst xmlns:a="http://schemas.openxmlformats.org/drawingml/2006/main">
              <a:ext uri="{FF2B5EF4-FFF2-40B4-BE49-F238E27FC236}">
                <a16:creationId xmlns:a16="http://schemas.microsoft.com/office/drawing/2014/main" id="{17156B86-5253-4410-914A-622F612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389" y="4584534"/>
            <a:ext cx="432212" cy="335274"/>
          </a:xfrm>
          <a:custGeom xmlns:a="http://schemas.openxmlformats.org/drawingml/2006/main">
            <a:pathLst>
              <a:path w="294945" h="228794">
                <a:moveTo>
                  <a:pt x="0" y="264"/>
                </a:moveTo>
                <a:lnTo>
                  <a:pt x="96758" y="264"/>
                </a:lnTo>
                <a:lnTo>
                  <a:pt x="186131" y="0"/>
                </a:lnTo>
                <a:lnTo>
                  <a:pt x="294945" y="0"/>
                </a:lnTo>
                <a:lnTo>
                  <a:pt x="294945" y="228794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67" name="path-459">
            <a:extLst xmlns:a="http://schemas.openxmlformats.org/drawingml/2006/main">
              <a:ext uri="{FF2B5EF4-FFF2-40B4-BE49-F238E27FC236}">
                <a16:creationId xmlns:a16="http://schemas.microsoft.com/office/drawing/2014/main" id="{A867D374-B7F7-4A13-925E-689E824F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209" y="4873406"/>
            <a:ext cx="92809" cy="123747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60">
            <a:extLst xmlns:a="http://schemas.openxmlformats.org/drawingml/2006/main">
              <a:ext uri="{FF2B5EF4-FFF2-40B4-BE49-F238E27FC236}">
                <a16:creationId xmlns:a16="http://schemas.microsoft.com/office/drawing/2014/main" id="{76FEA416-6127-448D-9B00-71188E0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187" y="4873403"/>
            <a:ext cx="92819" cy="123749"/>
          </a:xfrm>
          <a:custGeom xmlns:a="http://schemas.openxmlformats.org/drawingml/2006/main">
            <a:pathLst>
              <a:path w="63340" h="84447">
                <a:moveTo>
                  <a:pt x="31673" y="84447"/>
                </a:moveTo>
                <a:lnTo>
                  <a:pt x="63340" y="0"/>
                </a:lnTo>
                <a:lnTo>
                  <a:pt x="31673" y="31667"/>
                </a:lnTo>
                <a:lnTo>
                  <a:pt x="0" y="0"/>
                </a:lnTo>
                <a:lnTo>
                  <a:pt x="31673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69" name="path-461">
            <a:extLst xmlns:a="http://schemas.openxmlformats.org/drawingml/2006/main">
              <a:ext uri="{FF2B5EF4-FFF2-40B4-BE49-F238E27FC236}">
                <a16:creationId xmlns:a16="http://schemas.microsoft.com/office/drawing/2014/main" id="{2073E441-0EB1-4D83-B2E2-724ACCBB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947" y="5007225"/>
            <a:ext cx="1461230" cy="712943"/>
          </a:xfrm>
          <a:custGeom xmlns:a="http://schemas.openxmlformats.org/drawingml/2006/main">
            <a:pathLst>
              <a:path w="997154" h="486518">
                <a:moveTo>
                  <a:pt x="0" y="0"/>
                </a:moveTo>
                <a:lnTo>
                  <a:pt x="997154" y="0"/>
                </a:lnTo>
                <a:lnTo>
                  <a:pt x="997154" y="486518"/>
                </a:lnTo>
                <a:lnTo>
                  <a:pt x="0" y="4865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text-462 Perception">
            <a:extLst xmlns:a="http://schemas.openxmlformats.org/drawingml/2006/main">
              <a:ext uri="{FF2B5EF4-FFF2-40B4-BE49-F238E27FC236}">
                <a16:creationId xmlns:a16="http://schemas.microsoft.com/office/drawing/2014/main" id="{4CBDBF22-DC2E-4F44-96AF-04F3FF94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2370" y="5045838"/>
            <a:ext cx="1378766" cy="36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471" name="text-463 Net">
            <a:extLst xmlns:a="http://schemas.openxmlformats.org/drawingml/2006/main">
              <a:ext uri="{FF2B5EF4-FFF2-40B4-BE49-F238E27FC236}">
                <a16:creationId xmlns:a16="http://schemas.microsoft.com/office/drawing/2014/main" id="{93F47F9C-3EF7-4273-B610-6020DE7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879" y="5337817"/>
            <a:ext cx="461835" cy="360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472" name="path-464">
            <a:extLst xmlns:a="http://schemas.openxmlformats.org/drawingml/2006/main">
              <a:ext uri="{FF2B5EF4-FFF2-40B4-BE49-F238E27FC236}">
                <a16:creationId xmlns:a16="http://schemas.microsoft.com/office/drawing/2014/main" id="{4F2B2299-A99E-4C39-86B9-EB1FFC9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702" y="7443794"/>
            <a:ext cx="327628" cy="2047686"/>
          </a:xfrm>
          <a:custGeom xmlns:a="http://schemas.openxmlformats.org/drawingml/2006/main">
            <a:pathLst>
              <a:path w="223576" h="1397356">
                <a:moveTo>
                  <a:pt x="0" y="0"/>
                </a:moveTo>
                <a:lnTo>
                  <a:pt x="223576" y="0"/>
                </a:lnTo>
                <a:lnTo>
                  <a:pt x="223576" y="1397356"/>
                </a:lnTo>
                <a:lnTo>
                  <a:pt x="0" y="139735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65">
            <a:extLst xmlns:a="http://schemas.openxmlformats.org/drawingml/2006/main">
              <a:ext uri="{FF2B5EF4-FFF2-40B4-BE49-F238E27FC236}">
                <a16:creationId xmlns:a16="http://schemas.microsoft.com/office/drawing/2014/main" id="{CE451EBD-3E32-4667-AF3D-B7D1DA0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651" y="7443724"/>
            <a:ext cx="327666" cy="2047758"/>
          </a:xfrm>
          <a:custGeom xmlns:a="http://schemas.openxmlformats.org/drawingml/2006/main">
            <a:pathLst>
              <a:path w="223602" h="1397405">
                <a:moveTo>
                  <a:pt x="0" y="0"/>
                </a:moveTo>
                <a:lnTo>
                  <a:pt x="0" y="1397405"/>
                </a:lnTo>
                <a:lnTo>
                  <a:pt x="223602" y="1397405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74" name="path-466">
            <a:extLst xmlns:a="http://schemas.openxmlformats.org/drawingml/2006/main">
              <a:ext uri="{FF2B5EF4-FFF2-40B4-BE49-F238E27FC236}">
                <a16:creationId xmlns:a16="http://schemas.microsoft.com/office/drawing/2014/main" id="{88545462-2CA1-455D-BC90-9CF0B0C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74" y="7648504"/>
            <a:ext cx="327628" cy="1638149"/>
          </a:xfrm>
          <a:custGeom xmlns:a="http://schemas.openxmlformats.org/drawingml/2006/main">
            <a:pathLst>
              <a:path w="223576" h="1117885">
                <a:moveTo>
                  <a:pt x="0" y="0"/>
                </a:moveTo>
                <a:lnTo>
                  <a:pt x="223576" y="0"/>
                </a:lnTo>
                <a:lnTo>
                  <a:pt x="223576" y="1117885"/>
                </a:lnTo>
                <a:lnTo>
                  <a:pt x="0" y="1117885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67">
            <a:extLst xmlns:a="http://schemas.openxmlformats.org/drawingml/2006/main">
              <a:ext uri="{FF2B5EF4-FFF2-40B4-BE49-F238E27FC236}">
                <a16:creationId xmlns:a16="http://schemas.microsoft.com/office/drawing/2014/main" id="{3F8BF5E6-867F-45F6-A281-283A6224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017" y="7648555"/>
            <a:ext cx="327675" cy="1638095"/>
          </a:xfrm>
          <a:custGeom xmlns:a="http://schemas.openxmlformats.org/drawingml/2006/main">
            <a:pathLst>
              <a:path w="223608" h="1117848">
                <a:moveTo>
                  <a:pt x="0" y="0"/>
                </a:moveTo>
                <a:lnTo>
                  <a:pt x="0" y="1117848"/>
                </a:lnTo>
                <a:lnTo>
                  <a:pt x="223608" y="1117848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76" name="path-468">
            <a:extLst xmlns:a="http://schemas.openxmlformats.org/drawingml/2006/main">
              <a:ext uri="{FF2B5EF4-FFF2-40B4-BE49-F238E27FC236}">
                <a16:creationId xmlns:a16="http://schemas.microsoft.com/office/drawing/2014/main" id="{E91F3A51-92A0-4599-815A-ED9D235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432" y="7853218"/>
            <a:ext cx="327628" cy="1228609"/>
          </a:xfrm>
          <a:custGeom xmlns:a="http://schemas.openxmlformats.org/drawingml/2006/main">
            <a:pathLst>
              <a:path w="223576" h="838412">
                <a:moveTo>
                  <a:pt x="0" y="0"/>
                </a:moveTo>
                <a:lnTo>
                  <a:pt x="223576" y="0"/>
                </a:lnTo>
                <a:lnTo>
                  <a:pt x="223576" y="838412"/>
                </a:lnTo>
                <a:lnTo>
                  <a:pt x="0" y="83841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69">
            <a:extLst xmlns:a="http://schemas.openxmlformats.org/drawingml/2006/main">
              <a:ext uri="{FF2B5EF4-FFF2-40B4-BE49-F238E27FC236}">
                <a16:creationId xmlns:a16="http://schemas.microsoft.com/office/drawing/2014/main" id="{513A0D82-5E62-4D03-9A70-4710EEED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393" y="7853249"/>
            <a:ext cx="327666" cy="1228708"/>
          </a:xfrm>
          <a:custGeom xmlns:a="http://schemas.openxmlformats.org/drawingml/2006/main">
            <a:pathLst>
              <a:path w="223602" h="838479">
                <a:moveTo>
                  <a:pt x="0" y="0"/>
                </a:moveTo>
                <a:lnTo>
                  <a:pt x="0" y="838479"/>
                </a:lnTo>
                <a:lnTo>
                  <a:pt x="223602" y="838479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78" name="path-470">
            <a:extLst xmlns:a="http://schemas.openxmlformats.org/drawingml/2006/main">
              <a:ext uri="{FF2B5EF4-FFF2-40B4-BE49-F238E27FC236}">
                <a16:creationId xmlns:a16="http://schemas.microsoft.com/office/drawing/2014/main" id="{EFDC26CE-EC23-4F8D-9010-BC650644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91" y="8058056"/>
            <a:ext cx="327629" cy="819073"/>
          </a:xfrm>
          <a:custGeom xmlns:a="http://schemas.openxmlformats.org/drawingml/2006/main">
            <a:pathLst>
              <a:path w="223576" h="558942">
                <a:moveTo>
                  <a:pt x="0" y="0"/>
                </a:moveTo>
                <a:lnTo>
                  <a:pt x="223576" y="0"/>
                </a:lnTo>
                <a:lnTo>
                  <a:pt x="223576" y="558942"/>
                </a:lnTo>
                <a:lnTo>
                  <a:pt x="0" y="55894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71">
            <a:extLst xmlns:a="http://schemas.openxmlformats.org/drawingml/2006/main">
              <a:ext uri="{FF2B5EF4-FFF2-40B4-BE49-F238E27FC236}">
                <a16:creationId xmlns:a16="http://schemas.microsoft.com/office/drawing/2014/main" id="{7E63C7FA-7BD3-430C-A76F-CA172590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59" y="8058080"/>
            <a:ext cx="327675" cy="819050"/>
          </a:xfrm>
          <a:custGeom xmlns:a="http://schemas.openxmlformats.org/drawingml/2006/main">
            <a:pathLst>
              <a:path w="223608" h="558926">
                <a:moveTo>
                  <a:pt x="0" y="0"/>
                </a:moveTo>
                <a:lnTo>
                  <a:pt x="0" y="558926"/>
                </a:lnTo>
                <a:lnTo>
                  <a:pt x="223608" y="558926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226">
            <a:solidFill>
              <a:srgbClr val="531B93"/>
            </a:solidFill>
            <a:prstDash val="solid"/>
          </a:ln>
        </p:spPr>
      </p:sp>
      <p:sp>
        <p:nvSpPr>
          <p:cNvPr id="480" name="path-472">
            <a:extLst xmlns:a="http://schemas.openxmlformats.org/drawingml/2006/main">
              <a:ext uri="{FF2B5EF4-FFF2-40B4-BE49-F238E27FC236}">
                <a16:creationId xmlns:a16="http://schemas.microsoft.com/office/drawing/2014/main" id="{E1037C60-148D-46A4-9B84-98A79A47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712" y="7240317"/>
            <a:ext cx="436074" cy="272246"/>
          </a:xfrm>
          <a:custGeom xmlns:a="http://schemas.openxmlformats.org/drawingml/2006/main">
            <a:pathLst>
              <a:path w="297580" h="185782">
                <a:moveTo>
                  <a:pt x="527" y="127810"/>
                </a:moveTo>
                <a:lnTo>
                  <a:pt x="527" y="51638"/>
                </a:lnTo>
                <a:lnTo>
                  <a:pt x="0" y="51638"/>
                </a:lnTo>
                <a:lnTo>
                  <a:pt x="0" y="0"/>
                </a:lnTo>
                <a:lnTo>
                  <a:pt x="297580" y="0"/>
                </a:lnTo>
                <a:lnTo>
                  <a:pt x="296266" y="144001"/>
                </a:lnTo>
                <a:lnTo>
                  <a:pt x="296266" y="185782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81" name="path-473">
            <a:extLst xmlns:a="http://schemas.openxmlformats.org/drawingml/2006/main">
              <a:ext uri="{FF2B5EF4-FFF2-40B4-BE49-F238E27FC236}">
                <a16:creationId xmlns:a16="http://schemas.microsoft.com/office/drawing/2014/main" id="{DEFCABAF-337A-4E11-A3A9-5ED9517F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79" y="7466158"/>
            <a:ext cx="92810" cy="123746"/>
          </a:xfrm>
          <a:custGeom xmlns:a="http://schemas.openxmlformats.org/drawingml/2006/main">
            <a:pathLst>
              <a:path w="63334" h="84445">
                <a:moveTo>
                  <a:pt x="31667" y="84445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5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74">
            <a:extLst xmlns:a="http://schemas.openxmlformats.org/drawingml/2006/main">
              <a:ext uri="{FF2B5EF4-FFF2-40B4-BE49-F238E27FC236}">
                <a16:creationId xmlns:a16="http://schemas.microsoft.com/office/drawing/2014/main" id="{D47B35A1-5CFB-4E27-9F06-E89FE5DA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54" y="7466158"/>
            <a:ext cx="92801" cy="123745"/>
          </a:xfrm>
          <a:custGeom xmlns:a="http://schemas.openxmlformats.org/drawingml/2006/main">
            <a:pathLst>
              <a:path w="63328" h="84444">
                <a:moveTo>
                  <a:pt x="31667" y="84444"/>
                </a:moveTo>
                <a:lnTo>
                  <a:pt x="63328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4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83" name="path-475">
            <a:extLst xmlns:a="http://schemas.openxmlformats.org/drawingml/2006/main">
              <a:ext uri="{FF2B5EF4-FFF2-40B4-BE49-F238E27FC236}">
                <a16:creationId xmlns:a16="http://schemas.microsoft.com/office/drawing/2014/main" id="{6A211921-0505-473A-B185-2118497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65" y="7391264"/>
            <a:ext cx="437504" cy="325997"/>
          </a:xfrm>
          <a:custGeom xmlns:a="http://schemas.openxmlformats.org/drawingml/2006/main">
            <a:pathLst>
              <a:path w="298556" h="222463">
                <a:moveTo>
                  <a:pt x="0" y="0"/>
                </a:moveTo>
                <a:lnTo>
                  <a:pt x="96764" y="0"/>
                </a:lnTo>
                <a:lnTo>
                  <a:pt x="298556" y="615"/>
                </a:lnTo>
                <a:lnTo>
                  <a:pt x="295387" y="180678"/>
                </a:lnTo>
                <a:lnTo>
                  <a:pt x="295387" y="222463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84" name="path-476">
            <a:extLst xmlns:a="http://schemas.openxmlformats.org/drawingml/2006/main">
              <a:ext uri="{FF2B5EF4-FFF2-40B4-BE49-F238E27FC236}">
                <a16:creationId xmlns:a16="http://schemas.microsoft.com/office/drawing/2014/main" id="{A683A68A-0C55-4188-B149-C7DA2B64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38" y="7670856"/>
            <a:ext cx="92809" cy="123746"/>
          </a:xfrm>
          <a:custGeom xmlns:a="http://schemas.openxmlformats.org/drawingml/2006/main">
            <a:pathLst>
              <a:path w="63334" h="84445">
                <a:moveTo>
                  <a:pt x="31667" y="84445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5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477">
            <a:extLst xmlns:a="http://schemas.openxmlformats.org/drawingml/2006/main">
              <a:ext uri="{FF2B5EF4-FFF2-40B4-BE49-F238E27FC236}">
                <a16:creationId xmlns:a16="http://schemas.microsoft.com/office/drawing/2014/main" id="{5F776422-1B1A-48B5-9EAD-3ED220E6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821" y="7670852"/>
            <a:ext cx="92810" cy="123749"/>
          </a:xfrm>
          <a:custGeom xmlns:a="http://schemas.openxmlformats.org/drawingml/2006/main">
            <a:pathLst>
              <a:path w="63334" h="84447">
                <a:moveTo>
                  <a:pt x="31667" y="84447"/>
                </a:moveTo>
                <a:lnTo>
                  <a:pt x="63334" y="0"/>
                </a:lnTo>
                <a:lnTo>
                  <a:pt x="31667" y="31670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86" name="path-478">
            <a:extLst xmlns:a="http://schemas.openxmlformats.org/drawingml/2006/main">
              <a:ext uri="{FF2B5EF4-FFF2-40B4-BE49-F238E27FC236}">
                <a16:creationId xmlns:a16="http://schemas.microsoft.com/office/drawing/2014/main" id="{4595C703-2FD4-43AC-88A7-8C0AD7A1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389" y="7586680"/>
            <a:ext cx="432212" cy="335408"/>
          </a:xfrm>
          <a:custGeom xmlns:a="http://schemas.openxmlformats.org/drawingml/2006/main">
            <a:pathLst>
              <a:path w="294945" h="228885">
                <a:moveTo>
                  <a:pt x="0" y="264"/>
                </a:moveTo>
                <a:lnTo>
                  <a:pt x="96758" y="264"/>
                </a:lnTo>
                <a:lnTo>
                  <a:pt x="186131" y="0"/>
                </a:lnTo>
                <a:lnTo>
                  <a:pt x="294945" y="0"/>
                </a:lnTo>
                <a:lnTo>
                  <a:pt x="294945" y="228885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87" name="path-479">
            <a:extLst xmlns:a="http://schemas.openxmlformats.org/drawingml/2006/main">
              <a:ext uri="{FF2B5EF4-FFF2-40B4-BE49-F238E27FC236}">
                <a16:creationId xmlns:a16="http://schemas.microsoft.com/office/drawing/2014/main" id="{23A2E617-55AA-4F38-AC88-175AAD62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209" y="7875683"/>
            <a:ext cx="92809" cy="123746"/>
          </a:xfrm>
          <a:custGeom xmlns:a="http://schemas.openxmlformats.org/drawingml/2006/main">
            <a:pathLst>
              <a:path w="63334" h="84445">
                <a:moveTo>
                  <a:pt x="31667" y="84445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5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80">
            <a:extLst xmlns:a="http://schemas.openxmlformats.org/drawingml/2006/main">
              <a:ext uri="{FF2B5EF4-FFF2-40B4-BE49-F238E27FC236}">
                <a16:creationId xmlns:a16="http://schemas.microsoft.com/office/drawing/2014/main" id="{B9702130-A962-4F5B-9A0F-F68219D0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187" y="7875683"/>
            <a:ext cx="92819" cy="123745"/>
          </a:xfrm>
          <a:custGeom xmlns:a="http://schemas.openxmlformats.org/drawingml/2006/main">
            <a:pathLst>
              <a:path w="63340" h="84444">
                <a:moveTo>
                  <a:pt x="31673" y="84444"/>
                </a:moveTo>
                <a:lnTo>
                  <a:pt x="63340" y="0"/>
                </a:lnTo>
                <a:lnTo>
                  <a:pt x="31673" y="31667"/>
                </a:lnTo>
                <a:lnTo>
                  <a:pt x="0" y="0"/>
                </a:lnTo>
                <a:lnTo>
                  <a:pt x="31673" y="84444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531B93"/>
            </a:solidFill>
            <a:prstDash val="solid"/>
          </a:ln>
        </p:spPr>
      </p:sp>
      <p:sp>
        <p:nvSpPr>
          <p:cNvPr id="489" name="path-481">
            <a:extLst xmlns:a="http://schemas.openxmlformats.org/drawingml/2006/main">
              <a:ext uri="{FF2B5EF4-FFF2-40B4-BE49-F238E27FC236}">
                <a16:creationId xmlns:a16="http://schemas.microsoft.com/office/drawing/2014/main" id="{41671376-E29D-43FE-9E6F-6AA563B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947" y="8009372"/>
            <a:ext cx="1461230" cy="712944"/>
          </a:xfrm>
          <a:custGeom xmlns:a="http://schemas.openxmlformats.org/drawingml/2006/main">
            <a:pathLst>
              <a:path w="997154" h="486518">
                <a:moveTo>
                  <a:pt x="0" y="0"/>
                </a:moveTo>
                <a:lnTo>
                  <a:pt x="997154" y="0"/>
                </a:lnTo>
                <a:lnTo>
                  <a:pt x="997154" y="486518"/>
                </a:lnTo>
                <a:lnTo>
                  <a:pt x="0" y="4865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text-482 Perception">
            <a:extLst xmlns:a="http://schemas.openxmlformats.org/drawingml/2006/main">
              <a:ext uri="{FF2B5EF4-FFF2-40B4-BE49-F238E27FC236}">
                <a16:creationId xmlns:a16="http://schemas.microsoft.com/office/drawing/2014/main" id="{09225D47-25A8-4F01-A07F-02039368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2370" y="8047989"/>
            <a:ext cx="1378766" cy="360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491" name="text-483 Net">
            <a:extLst xmlns:a="http://schemas.openxmlformats.org/drawingml/2006/main">
              <a:ext uri="{FF2B5EF4-FFF2-40B4-BE49-F238E27FC236}">
                <a16:creationId xmlns:a16="http://schemas.microsoft.com/office/drawing/2014/main" id="{4A9A1250-1DFB-4304-BE7E-ABF1A3EF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879" y="8340093"/>
            <a:ext cx="461835" cy="360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492" name="path-484">
            <a:extLst xmlns:a="http://schemas.openxmlformats.org/drawingml/2006/main">
              <a:ext uri="{FF2B5EF4-FFF2-40B4-BE49-F238E27FC236}">
                <a16:creationId xmlns:a16="http://schemas.microsoft.com/office/drawing/2014/main" id="{57D8FC1B-7F3C-43BF-918D-1DA81EDE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451" y="4875077"/>
            <a:ext cx="191" cy="185366"/>
          </a:xfrm>
          <a:custGeom xmlns:a="http://schemas.openxmlformats.org/drawingml/2006/main">
            <a:pathLst>
              <a:path w="191" h="126495">
                <a:moveTo>
                  <a:pt x="0" y="1264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9051"/>
            </a:solidFill>
            <a:prstDash val="solid"/>
          </a:ln>
        </p:spPr>
      </p:sp>
      <p:sp>
        <p:nvSpPr>
          <p:cNvPr id="493" name="path-485">
            <a:extLst xmlns:a="http://schemas.openxmlformats.org/drawingml/2006/main">
              <a:ext uri="{FF2B5EF4-FFF2-40B4-BE49-F238E27FC236}">
                <a16:creationId xmlns:a16="http://schemas.microsoft.com/office/drawing/2014/main" id="{6DF43D32-6D11-4CCC-A712-F70B5B87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12" y="4804185"/>
            <a:ext cx="85076" cy="113433"/>
          </a:xfrm>
          <a:custGeom xmlns:a="http://schemas.openxmlformats.org/drawingml/2006/main">
            <a:pathLst>
              <a:path w="58056" h="77408">
                <a:moveTo>
                  <a:pt x="29028" y="0"/>
                </a:moveTo>
                <a:lnTo>
                  <a:pt x="0" y="77408"/>
                </a:lnTo>
                <a:lnTo>
                  <a:pt x="29028" y="48381"/>
                </a:lnTo>
                <a:lnTo>
                  <a:pt x="58056" y="77408"/>
                </a:lnTo>
                <a:lnTo>
                  <a:pt x="29028" y="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86">
            <a:extLst xmlns:a="http://schemas.openxmlformats.org/drawingml/2006/main">
              <a:ext uri="{FF2B5EF4-FFF2-40B4-BE49-F238E27FC236}">
                <a16:creationId xmlns:a16="http://schemas.microsoft.com/office/drawing/2014/main" id="{367964E2-C06A-4D7E-ADAB-F2117F4D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08" y="4804182"/>
            <a:ext cx="85077" cy="113438"/>
          </a:xfrm>
          <a:custGeom xmlns:a="http://schemas.openxmlformats.org/drawingml/2006/main">
            <a:pathLst>
              <a:path w="58057" h="77411">
                <a:moveTo>
                  <a:pt x="29032" y="0"/>
                </a:moveTo>
                <a:lnTo>
                  <a:pt x="0" y="77411"/>
                </a:lnTo>
                <a:lnTo>
                  <a:pt x="29032" y="48379"/>
                </a:lnTo>
                <a:lnTo>
                  <a:pt x="58057" y="77411"/>
                </a:lnTo>
                <a:lnTo>
                  <a:pt x="29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9051"/>
            </a:solidFill>
            <a:prstDash val="solid"/>
          </a:ln>
        </p:spPr>
      </p:sp>
      <p:sp>
        <p:nvSpPr>
          <p:cNvPr id="495" name="path-487">
            <a:extLst xmlns:a="http://schemas.openxmlformats.org/drawingml/2006/main">
              <a:ext uri="{FF2B5EF4-FFF2-40B4-BE49-F238E27FC236}">
                <a16:creationId xmlns:a16="http://schemas.microsoft.com/office/drawing/2014/main" id="{4DBC09E4-4C5A-4ABC-9D86-620128D1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08" y="5363624"/>
            <a:ext cx="255222" cy="191"/>
          </a:xfrm>
          <a:custGeom xmlns:a="http://schemas.openxmlformats.org/drawingml/2006/main">
            <a:pathLst>
              <a:path w="174166" h="191">
                <a:moveTo>
                  <a:pt x="0" y="0"/>
                </a:moveTo>
                <a:lnTo>
                  <a:pt x="174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496" name="path-488">
            <a:extLst xmlns:a="http://schemas.openxmlformats.org/drawingml/2006/main">
              <a:ext uri="{FF2B5EF4-FFF2-40B4-BE49-F238E27FC236}">
                <a16:creationId xmlns:a16="http://schemas.microsoft.com/office/drawing/2014/main" id="{AEB05ACF-56DF-46BB-970A-03EAF550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997" y="5321086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489">
            <a:extLst xmlns:a="http://schemas.openxmlformats.org/drawingml/2006/main">
              <a:ext uri="{FF2B5EF4-FFF2-40B4-BE49-F238E27FC236}">
                <a16:creationId xmlns:a16="http://schemas.microsoft.com/office/drawing/2014/main" id="{54742739-258E-4466-9070-369882BD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996" y="5321081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32"/>
                </a:moveTo>
                <a:lnTo>
                  <a:pt x="0" y="0"/>
                </a:lnTo>
                <a:lnTo>
                  <a:pt x="29026" y="29032"/>
                </a:lnTo>
                <a:lnTo>
                  <a:pt x="0" y="58057"/>
                </a:lnTo>
                <a:lnTo>
                  <a:pt x="77408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498" name="path-490">
            <a:extLst xmlns:a="http://schemas.openxmlformats.org/drawingml/2006/main">
              <a:ext uri="{FF2B5EF4-FFF2-40B4-BE49-F238E27FC236}">
                <a16:creationId xmlns:a16="http://schemas.microsoft.com/office/drawing/2014/main" id="{F854F506-0D69-45A8-9E8D-1C8FBED4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6032" y="4306620"/>
            <a:ext cx="1414705" cy="451162"/>
          </a:xfrm>
          <a:custGeom xmlns:a="http://schemas.openxmlformats.org/drawingml/2006/main">
            <a:pathLst>
              <a:path w="965405" h="307876">
                <a:moveTo>
                  <a:pt x="0" y="0"/>
                </a:moveTo>
                <a:lnTo>
                  <a:pt x="0" y="307876"/>
                </a:lnTo>
                <a:lnTo>
                  <a:pt x="965405" y="307876"/>
                </a:lnTo>
                <a:lnTo>
                  <a:pt x="9654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499" name="path-491">
            <a:extLst xmlns:a="http://schemas.openxmlformats.org/drawingml/2006/main">
              <a:ext uri="{FF2B5EF4-FFF2-40B4-BE49-F238E27FC236}">
                <a16:creationId xmlns:a16="http://schemas.microsoft.com/office/drawing/2014/main" id="{1312E5AD-B4B9-4CFB-9FBB-25928E16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0935" y="4632998"/>
            <a:ext cx="1030060" cy="191"/>
          </a:xfrm>
          <a:custGeom xmlns:a="http://schemas.openxmlformats.org/drawingml/2006/main">
            <a:pathLst>
              <a:path w="702921" h="191">
                <a:moveTo>
                  <a:pt x="0" y="0"/>
                </a:moveTo>
                <a:lnTo>
                  <a:pt x="7029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500" name="path-492">
            <a:extLst xmlns:a="http://schemas.openxmlformats.org/drawingml/2006/main">
              <a:ext uri="{FF2B5EF4-FFF2-40B4-BE49-F238E27FC236}">
                <a16:creationId xmlns:a16="http://schemas.microsoft.com/office/drawing/2014/main" id="{FA306B17-A04E-4DAA-A3D6-13C963F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933" y="4632998"/>
            <a:ext cx="20632" cy="191"/>
          </a:xfrm>
          <a:custGeom xmlns:a="http://schemas.openxmlformats.org/drawingml/2006/main">
            <a:pathLst>
              <a:path w="14080" h="191">
                <a:moveTo>
                  <a:pt x="1408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501" name="text-493 Terminating">
            <a:extLst xmlns:a="http://schemas.openxmlformats.org/drawingml/2006/main">
              <a:ext uri="{FF2B5EF4-FFF2-40B4-BE49-F238E27FC236}">
                <a16:creationId xmlns:a16="http://schemas.microsoft.com/office/drawing/2014/main" id="{2A4D6845-6D64-4A6F-B17F-120C476F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0935" y="4393369"/>
            <a:ext cx="1202111" cy="288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Terminating</a:t>
            </a:r>
          </a:p>
        </p:txBody>
      </p:sp>
      <p:sp>
        <p:nvSpPr>
          <p:cNvPr id="502" name="path-494">
            <a:extLst xmlns:a="http://schemas.openxmlformats.org/drawingml/2006/main">
              <a:ext uri="{FF2B5EF4-FFF2-40B4-BE49-F238E27FC236}">
                <a16:creationId xmlns:a16="http://schemas.microsoft.com/office/drawing/2014/main" id="{19CD11CD-98BC-45DB-A285-B177E0B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354" y="5073374"/>
            <a:ext cx="1607986" cy="580667"/>
          </a:xfrm>
          <a:custGeom xmlns:a="http://schemas.openxmlformats.org/drawingml/2006/main">
            <a:pathLst>
              <a:path w="1097301" h="396251">
                <a:moveTo>
                  <a:pt x="0" y="0"/>
                </a:moveTo>
                <a:lnTo>
                  <a:pt x="1097301" y="0"/>
                </a:lnTo>
                <a:lnTo>
                  <a:pt x="1097301" y="396251"/>
                </a:lnTo>
                <a:lnTo>
                  <a:pt x="0" y="396251"/>
                </a:lnTo>
                <a:close/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495">
            <a:extLst xmlns:a="http://schemas.openxmlformats.org/drawingml/2006/main">
              <a:ext uri="{FF2B5EF4-FFF2-40B4-BE49-F238E27FC236}">
                <a16:creationId xmlns:a16="http://schemas.microsoft.com/office/drawing/2014/main" id="{E9E80FB3-C5FB-44DC-AC6F-E9125A24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351" y="5073334"/>
            <a:ext cx="1608065" cy="580704"/>
          </a:xfrm>
          <a:custGeom xmlns:a="http://schemas.openxmlformats.org/drawingml/2006/main">
            <a:pathLst>
              <a:path w="1097356" h="396277">
                <a:moveTo>
                  <a:pt x="0" y="0"/>
                </a:moveTo>
                <a:lnTo>
                  <a:pt x="0" y="396277"/>
                </a:lnTo>
                <a:lnTo>
                  <a:pt x="1097356" y="396277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5300"/>
            </a:solidFill>
            <a:prstDash val="solid"/>
          </a:ln>
        </p:spPr>
      </p:sp>
      <p:sp>
        <p:nvSpPr>
          <p:cNvPr id="504" name="text-496 Observation">
            <a:extLst xmlns:a="http://schemas.openxmlformats.org/drawingml/2006/main">
              <a:ext uri="{FF2B5EF4-FFF2-40B4-BE49-F238E27FC236}">
                <a16:creationId xmlns:a16="http://schemas.microsoft.com/office/drawing/2014/main" id="{178FD345-0931-44B6-A0E4-22AD29DE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7003" y="5099116"/>
            <a:ext cx="1240606" cy="288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05" name="text-496 is">
            <a:extLst xmlns:a="http://schemas.openxmlformats.org/drawingml/2006/main">
              <a:ext uri="{FF2B5EF4-FFF2-40B4-BE49-F238E27FC236}">
                <a16:creationId xmlns:a16="http://schemas.microsoft.com/office/drawing/2014/main" id="{D51EAF93-BAD7-4979-A377-D661BD53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7738" y="5099152"/>
            <a:ext cx="209142" cy="288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506" name="text-497 Sufficient?">
            <a:extLst xmlns:a="http://schemas.openxmlformats.org/drawingml/2006/main">
              <a:ext uri="{FF2B5EF4-FFF2-40B4-BE49-F238E27FC236}">
                <a16:creationId xmlns:a16="http://schemas.microsoft.com/office/drawing/2014/main" id="{94A96D12-BDF7-456E-9DD8-E048AD0F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0563" y="5350495"/>
            <a:ext cx="1102693" cy="288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Sufficient?</a:t>
            </a:r>
          </a:p>
        </p:txBody>
      </p:sp>
      <p:sp>
        <p:nvSpPr>
          <p:cNvPr id="507" name="path-498">
            <a:extLst xmlns:a="http://schemas.openxmlformats.org/drawingml/2006/main">
              <a:ext uri="{FF2B5EF4-FFF2-40B4-BE49-F238E27FC236}">
                <a16:creationId xmlns:a16="http://schemas.microsoft.com/office/drawing/2014/main" id="{01D3CF69-1B0C-4B76-994F-EC23E93A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2834" y="5073334"/>
            <a:ext cx="1608065" cy="580704"/>
          </a:xfrm>
          <a:custGeom xmlns:a="http://schemas.openxmlformats.org/drawingml/2006/main">
            <a:pathLst>
              <a:path w="1097356" h="396277">
                <a:moveTo>
                  <a:pt x="0" y="0"/>
                </a:moveTo>
                <a:lnTo>
                  <a:pt x="0" y="396277"/>
                </a:lnTo>
                <a:lnTo>
                  <a:pt x="1097356" y="396277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1100"/>
            </a:solidFill>
            <a:prstDash val="solid"/>
          </a:ln>
        </p:spPr>
      </p:sp>
      <p:sp>
        <p:nvSpPr>
          <p:cNvPr id="508" name="text-499 Localizing">
            <a:extLst xmlns:a="http://schemas.openxmlformats.org/drawingml/2006/main">
              <a:ext uri="{FF2B5EF4-FFF2-40B4-BE49-F238E27FC236}">
                <a16:creationId xmlns:a16="http://schemas.microsoft.com/office/drawing/2014/main" id="{D1391573-5F95-41C6-A8F5-5C632F97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6034" y="5111868"/>
            <a:ext cx="954441" cy="288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509" name="path-501">
            <a:extLst xmlns:a="http://schemas.openxmlformats.org/drawingml/2006/main">
              <a:ext uri="{FF2B5EF4-FFF2-40B4-BE49-F238E27FC236}">
                <a16:creationId xmlns:a16="http://schemas.microsoft.com/office/drawing/2014/main" id="{2C86DBF9-FF73-4196-8994-B17DAEE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0660" y="5354857"/>
            <a:ext cx="447038" cy="191"/>
          </a:xfrm>
          <a:custGeom xmlns:a="http://schemas.openxmlformats.org/drawingml/2006/main">
            <a:pathLst>
              <a:path w="305062" h="191">
                <a:moveTo>
                  <a:pt x="0" y="0"/>
                </a:moveTo>
                <a:lnTo>
                  <a:pt x="305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1100"/>
            </a:solidFill>
            <a:prstDash val="solid"/>
          </a:ln>
        </p:spPr>
      </p:sp>
      <p:sp>
        <p:nvSpPr>
          <p:cNvPr id="510" name="text-502 Next">
            <a:extLst xmlns:a="http://schemas.openxmlformats.org/drawingml/2006/main">
              <a:ext uri="{FF2B5EF4-FFF2-40B4-BE49-F238E27FC236}">
                <a16:creationId xmlns:a16="http://schemas.microsoft.com/office/drawing/2014/main" id="{1850F15B-1A35-4FD2-828C-A9F246FE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0660" y="5111889"/>
            <a:ext cx="484212" cy="288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11" name="text-503 Visual">
            <a:extLst xmlns:a="http://schemas.openxmlformats.org/drawingml/2006/main">
              <a:ext uri="{FF2B5EF4-FFF2-40B4-BE49-F238E27FC236}">
                <a16:creationId xmlns:a16="http://schemas.microsoft.com/office/drawing/2014/main" id="{38C8D933-2516-4348-8B74-7668D66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8186" y="5337718"/>
            <a:ext cx="595179" cy="28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12" name="text-503 Fixation">
            <a:extLst xmlns:a="http://schemas.openxmlformats.org/drawingml/2006/main">
              <a:ext uri="{FF2B5EF4-FFF2-40B4-BE49-F238E27FC236}">
                <a16:creationId xmlns:a16="http://schemas.microsoft.com/office/drawing/2014/main" id="{F07CEAB2-F140-4144-8A5F-FE234BEF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3515" y="5337710"/>
            <a:ext cx="759331" cy="288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513" name="path-504">
            <a:extLst xmlns:a="http://schemas.openxmlformats.org/drawingml/2006/main">
              <a:ext uri="{FF2B5EF4-FFF2-40B4-BE49-F238E27FC236}">
                <a16:creationId xmlns:a16="http://schemas.microsoft.com/office/drawing/2014/main" id="{4EB8F03A-4163-4B16-AECD-C12996BF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9273" y="5363624"/>
            <a:ext cx="322774" cy="191"/>
          </a:xfrm>
          <a:custGeom xmlns:a="http://schemas.openxmlformats.org/drawingml/2006/main">
            <a:pathLst>
              <a:path w="220264" h="191">
                <a:moveTo>
                  <a:pt x="0" y="0"/>
                </a:moveTo>
                <a:lnTo>
                  <a:pt x="2202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514" name="path-505">
            <a:extLst xmlns:a="http://schemas.openxmlformats.org/drawingml/2006/main">
              <a:ext uri="{FF2B5EF4-FFF2-40B4-BE49-F238E27FC236}">
                <a16:creationId xmlns:a16="http://schemas.microsoft.com/office/drawing/2014/main" id="{A72BBC35-4547-4896-BBFA-1CB14AC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513" y="5321086"/>
            <a:ext cx="113435" cy="85075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506">
            <a:extLst xmlns:a="http://schemas.openxmlformats.org/drawingml/2006/main">
              <a:ext uri="{FF2B5EF4-FFF2-40B4-BE49-F238E27FC236}">
                <a16:creationId xmlns:a16="http://schemas.microsoft.com/office/drawing/2014/main" id="{BED8393D-6ECB-4654-B962-EDCADBA7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504" y="5321081"/>
            <a:ext cx="113442" cy="85077"/>
          </a:xfrm>
          <a:custGeom xmlns:a="http://schemas.openxmlformats.org/drawingml/2006/main">
            <a:pathLst>
              <a:path w="77414" h="58057">
                <a:moveTo>
                  <a:pt x="77414" y="29032"/>
                </a:moveTo>
                <a:lnTo>
                  <a:pt x="0" y="0"/>
                </a:lnTo>
                <a:lnTo>
                  <a:pt x="29032" y="29032"/>
                </a:lnTo>
                <a:lnTo>
                  <a:pt x="0" y="58057"/>
                </a:lnTo>
                <a:lnTo>
                  <a:pt x="77414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516" name="text-507 Yes">
            <a:extLst xmlns:a="http://schemas.openxmlformats.org/drawingml/2006/main">
              <a:ext uri="{FF2B5EF4-FFF2-40B4-BE49-F238E27FC236}">
                <a16:creationId xmlns:a16="http://schemas.microsoft.com/office/drawing/2014/main" id="{B1112E5A-5C95-496B-9840-C87E3ADE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78168" y="4389559"/>
            <a:ext cx="392646" cy="288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17" name="path-508">
            <a:extLst xmlns:a="http://schemas.openxmlformats.org/drawingml/2006/main">
              <a:ext uri="{FF2B5EF4-FFF2-40B4-BE49-F238E27FC236}">
                <a16:creationId xmlns:a16="http://schemas.microsoft.com/office/drawing/2014/main" id="{4C1600F5-617E-4BBE-B8D1-55B28AEA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7743" y="4378546"/>
            <a:ext cx="261543" cy="375367"/>
          </a:xfrm>
          <a:custGeom xmlns:a="http://schemas.openxmlformats.org/drawingml/2006/main">
            <a:pathLst>
              <a:path w="178479" h="256153">
                <a:moveTo>
                  <a:pt x="178479" y="90253"/>
                </a:moveTo>
                <a:cubicBezTo>
                  <a:pt x="178479" y="65271"/>
                  <a:pt x="167748" y="41344"/>
                  <a:pt x="149099" y="24632"/>
                </a:cubicBezTo>
                <a:cubicBezTo>
                  <a:pt x="130539" y="8006"/>
                  <a:pt x="105381" y="0"/>
                  <a:pt x="80312" y="2726"/>
                </a:cubicBezTo>
                <a:cubicBezTo>
                  <a:pt x="39320" y="7214"/>
                  <a:pt x="6685" y="40376"/>
                  <a:pt x="2638" y="81544"/>
                </a:cubicBezTo>
                <a:cubicBezTo>
                  <a:pt x="0" y="109076"/>
                  <a:pt x="10028" y="135728"/>
                  <a:pt x="30171" y="154553"/>
                </a:cubicBezTo>
                <a:cubicBezTo>
                  <a:pt x="37736" y="161679"/>
                  <a:pt x="42134" y="171883"/>
                  <a:pt x="42399" y="182614"/>
                </a:cubicBezTo>
                <a:cubicBezTo>
                  <a:pt x="38793" y="185430"/>
                  <a:pt x="36505" y="189739"/>
                  <a:pt x="36505" y="194578"/>
                </a:cubicBezTo>
                <a:lnTo>
                  <a:pt x="36505" y="217712"/>
                </a:lnTo>
                <a:cubicBezTo>
                  <a:pt x="36505" y="226157"/>
                  <a:pt x="43454" y="233106"/>
                  <a:pt x="51900" y="233106"/>
                </a:cubicBezTo>
                <a:lnTo>
                  <a:pt x="54626" y="233106"/>
                </a:lnTo>
                <a:lnTo>
                  <a:pt x="62807" y="251578"/>
                </a:lnTo>
                <a:cubicBezTo>
                  <a:pt x="64038" y="254393"/>
                  <a:pt x="66853" y="256153"/>
                  <a:pt x="69844" y="256153"/>
                </a:cubicBezTo>
                <a:lnTo>
                  <a:pt x="110923" y="256153"/>
                </a:lnTo>
                <a:cubicBezTo>
                  <a:pt x="114002" y="256153"/>
                  <a:pt x="116729" y="254393"/>
                  <a:pt x="117961" y="251578"/>
                </a:cubicBezTo>
                <a:lnTo>
                  <a:pt x="126229" y="233018"/>
                </a:lnTo>
                <a:lnTo>
                  <a:pt x="128868" y="233018"/>
                </a:lnTo>
                <a:cubicBezTo>
                  <a:pt x="137400" y="233018"/>
                  <a:pt x="144262" y="226157"/>
                  <a:pt x="144262" y="217624"/>
                </a:cubicBezTo>
                <a:lnTo>
                  <a:pt x="144262" y="194578"/>
                </a:lnTo>
                <a:cubicBezTo>
                  <a:pt x="144262" y="189651"/>
                  <a:pt x="141975" y="185430"/>
                  <a:pt x="138368" y="182526"/>
                </a:cubicBezTo>
                <a:cubicBezTo>
                  <a:pt x="138632" y="171707"/>
                  <a:pt x="142854" y="161679"/>
                  <a:pt x="150067" y="154994"/>
                </a:cubicBezTo>
                <a:cubicBezTo>
                  <a:pt x="168188" y="138368"/>
                  <a:pt x="178479" y="114795"/>
                  <a:pt x="178479" y="90253"/>
                </a:cubicBezTo>
                <a:moveTo>
                  <a:pt x="105908" y="240759"/>
                </a:moveTo>
                <a:lnTo>
                  <a:pt x="74858" y="240759"/>
                </a:lnTo>
                <a:lnTo>
                  <a:pt x="71427" y="233106"/>
                </a:lnTo>
                <a:lnTo>
                  <a:pt x="109340" y="233018"/>
                </a:lnTo>
                <a:lnTo>
                  <a:pt x="105908" y="240759"/>
                </a:lnTo>
                <a:moveTo>
                  <a:pt x="51900" y="217712"/>
                </a:moveTo>
                <a:lnTo>
                  <a:pt x="51900" y="194578"/>
                </a:lnTo>
                <a:lnTo>
                  <a:pt x="128868" y="194578"/>
                </a:lnTo>
                <a:lnTo>
                  <a:pt x="128868" y="217624"/>
                </a:lnTo>
                <a:lnTo>
                  <a:pt x="51900" y="217712"/>
                </a:lnTo>
                <a:moveTo>
                  <a:pt x="123063" y="179183"/>
                </a:moveTo>
                <a:lnTo>
                  <a:pt x="57616" y="179183"/>
                </a:lnTo>
                <a:cubicBezTo>
                  <a:pt x="56561" y="165461"/>
                  <a:pt x="50580" y="152530"/>
                  <a:pt x="40728" y="143295"/>
                </a:cubicBezTo>
                <a:cubicBezTo>
                  <a:pt x="24015" y="127725"/>
                  <a:pt x="15745" y="105733"/>
                  <a:pt x="18033" y="83039"/>
                </a:cubicBezTo>
                <a:cubicBezTo>
                  <a:pt x="21200" y="49613"/>
                  <a:pt x="48732" y="21728"/>
                  <a:pt x="81982" y="18034"/>
                </a:cubicBezTo>
                <a:cubicBezTo>
                  <a:pt x="103094" y="15658"/>
                  <a:pt x="123238" y="22168"/>
                  <a:pt x="138895" y="36153"/>
                </a:cubicBezTo>
                <a:cubicBezTo>
                  <a:pt x="154289" y="49877"/>
                  <a:pt x="163086" y="69668"/>
                  <a:pt x="163086" y="90253"/>
                </a:cubicBezTo>
                <a:cubicBezTo>
                  <a:pt x="163086" y="110483"/>
                  <a:pt x="154553" y="130012"/>
                  <a:pt x="139687" y="143647"/>
                </a:cubicBezTo>
                <a:cubicBezTo>
                  <a:pt x="130012" y="152530"/>
                  <a:pt x="124118" y="165373"/>
                  <a:pt x="123150" y="179183"/>
                </a:cubicBezTo>
                <a:lnTo>
                  <a:pt x="123063" y="17918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509">
            <a:extLst xmlns:a="http://schemas.openxmlformats.org/drawingml/2006/main">
              <a:ext uri="{FF2B5EF4-FFF2-40B4-BE49-F238E27FC236}">
                <a16:creationId xmlns:a16="http://schemas.microsoft.com/office/drawing/2014/main" id="{A9529690-7517-4D8D-AF9E-829AA721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7742" y="4378544"/>
            <a:ext cx="261543" cy="375367"/>
          </a:xfrm>
          <a:custGeom xmlns:a="http://schemas.openxmlformats.org/drawingml/2006/main">
            <a:pathLst>
              <a:path w="178479" h="256153">
                <a:moveTo>
                  <a:pt x="178479" y="90251"/>
                </a:moveTo>
                <a:cubicBezTo>
                  <a:pt x="178479" y="65273"/>
                  <a:pt x="167750" y="41345"/>
                  <a:pt x="149102" y="24630"/>
                </a:cubicBezTo>
                <a:cubicBezTo>
                  <a:pt x="130539" y="8006"/>
                  <a:pt x="105379" y="0"/>
                  <a:pt x="80310" y="2726"/>
                </a:cubicBezTo>
                <a:cubicBezTo>
                  <a:pt x="39319" y="7300"/>
                  <a:pt x="6688" y="40379"/>
                  <a:pt x="2641" y="81542"/>
                </a:cubicBezTo>
                <a:cubicBezTo>
                  <a:pt x="0" y="109078"/>
                  <a:pt x="10027" y="135728"/>
                  <a:pt x="30171" y="154555"/>
                </a:cubicBezTo>
                <a:cubicBezTo>
                  <a:pt x="37737" y="161679"/>
                  <a:pt x="42136" y="171882"/>
                  <a:pt x="42402" y="182614"/>
                </a:cubicBezTo>
                <a:cubicBezTo>
                  <a:pt x="38792" y="185428"/>
                  <a:pt x="36502" y="189742"/>
                  <a:pt x="36502" y="194576"/>
                </a:cubicBezTo>
                <a:lnTo>
                  <a:pt x="36502" y="217710"/>
                </a:lnTo>
                <a:cubicBezTo>
                  <a:pt x="36502" y="226158"/>
                  <a:pt x="43451" y="233104"/>
                  <a:pt x="51896" y="233104"/>
                </a:cubicBezTo>
                <a:lnTo>
                  <a:pt x="54622" y="233104"/>
                </a:lnTo>
                <a:lnTo>
                  <a:pt x="62807" y="251579"/>
                </a:lnTo>
                <a:cubicBezTo>
                  <a:pt x="64037" y="254396"/>
                  <a:pt x="66854" y="256153"/>
                  <a:pt x="69841" y="256153"/>
                </a:cubicBezTo>
                <a:lnTo>
                  <a:pt x="110922" y="256153"/>
                </a:lnTo>
                <a:cubicBezTo>
                  <a:pt x="114000" y="256153"/>
                  <a:pt x="116726" y="254396"/>
                  <a:pt x="117962" y="251579"/>
                </a:cubicBezTo>
                <a:lnTo>
                  <a:pt x="126226" y="233104"/>
                </a:lnTo>
                <a:lnTo>
                  <a:pt x="128867" y="233104"/>
                </a:lnTo>
                <a:cubicBezTo>
                  <a:pt x="137397" y="233104"/>
                  <a:pt x="144262" y="226158"/>
                  <a:pt x="144262" y="217710"/>
                </a:cubicBezTo>
                <a:lnTo>
                  <a:pt x="144262" y="194576"/>
                </a:lnTo>
                <a:cubicBezTo>
                  <a:pt x="144262" y="189742"/>
                  <a:pt x="141971" y="185428"/>
                  <a:pt x="138367" y="182614"/>
                </a:cubicBezTo>
                <a:cubicBezTo>
                  <a:pt x="138633" y="171706"/>
                  <a:pt x="142856" y="161679"/>
                  <a:pt x="150065" y="154994"/>
                </a:cubicBezTo>
                <a:cubicBezTo>
                  <a:pt x="168186" y="138370"/>
                  <a:pt x="178479" y="114794"/>
                  <a:pt x="178479" y="90251"/>
                </a:cubicBezTo>
                <a:moveTo>
                  <a:pt x="105906" y="240759"/>
                </a:moveTo>
                <a:lnTo>
                  <a:pt x="109341" y="233104"/>
                </a:lnTo>
                <a:lnTo>
                  <a:pt x="71428" y="233104"/>
                </a:lnTo>
                <a:lnTo>
                  <a:pt x="74857" y="240759"/>
                </a:lnTo>
                <a:close/>
                <a:moveTo>
                  <a:pt x="51896" y="217710"/>
                </a:moveTo>
                <a:lnTo>
                  <a:pt x="128867" y="217710"/>
                </a:lnTo>
                <a:lnTo>
                  <a:pt x="128867" y="194576"/>
                </a:lnTo>
                <a:lnTo>
                  <a:pt x="51896" y="194576"/>
                </a:lnTo>
                <a:close/>
                <a:moveTo>
                  <a:pt x="123063" y="179185"/>
                </a:moveTo>
                <a:lnTo>
                  <a:pt x="57615" y="179185"/>
                </a:lnTo>
                <a:cubicBezTo>
                  <a:pt x="56561" y="165460"/>
                  <a:pt x="50575" y="152619"/>
                  <a:pt x="40724" y="143292"/>
                </a:cubicBezTo>
                <a:cubicBezTo>
                  <a:pt x="24009" y="127722"/>
                  <a:pt x="15746" y="105733"/>
                  <a:pt x="18036" y="83042"/>
                </a:cubicBezTo>
                <a:cubicBezTo>
                  <a:pt x="21198" y="49612"/>
                  <a:pt x="48733" y="21728"/>
                  <a:pt x="81982" y="18036"/>
                </a:cubicBezTo>
                <a:cubicBezTo>
                  <a:pt x="103095" y="15746"/>
                  <a:pt x="123239" y="22168"/>
                  <a:pt x="138894" y="36156"/>
                </a:cubicBezTo>
                <a:cubicBezTo>
                  <a:pt x="154288" y="49963"/>
                  <a:pt x="163085" y="69671"/>
                  <a:pt x="163085" y="90251"/>
                </a:cubicBezTo>
                <a:cubicBezTo>
                  <a:pt x="163085" y="110483"/>
                  <a:pt x="154555" y="130012"/>
                  <a:pt x="139681" y="143647"/>
                </a:cubicBezTo>
                <a:cubicBezTo>
                  <a:pt x="130012" y="152619"/>
                  <a:pt x="124111" y="165375"/>
                  <a:pt x="123148" y="179185"/>
                </a:cubicBezTo>
                <a:lnTo>
                  <a:pt x="123063" y="179185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19" name="path-510">
            <a:extLst xmlns:a="http://schemas.openxmlformats.org/drawingml/2006/main">
              <a:ext uri="{FF2B5EF4-FFF2-40B4-BE49-F238E27FC236}">
                <a16:creationId xmlns:a16="http://schemas.microsoft.com/office/drawing/2014/main" id="{1A69D260-E740-4381-8D2F-3801C872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340" y="4432042"/>
            <a:ext cx="83916" cy="84172"/>
          </a:xfrm>
          <a:custGeom xmlns:a="http://schemas.openxmlformats.org/drawingml/2006/main">
            <a:pathLst>
              <a:path w="57265" h="57439">
                <a:moveTo>
                  <a:pt x="48293" y="439"/>
                </a:moveTo>
                <a:cubicBezTo>
                  <a:pt x="23047" y="3167"/>
                  <a:pt x="2903" y="23662"/>
                  <a:pt x="439" y="48995"/>
                </a:cubicBezTo>
                <a:cubicBezTo>
                  <a:pt x="0" y="53218"/>
                  <a:pt x="3167" y="57000"/>
                  <a:pt x="7389" y="57353"/>
                </a:cubicBezTo>
                <a:cubicBezTo>
                  <a:pt x="7653" y="57439"/>
                  <a:pt x="7830" y="57439"/>
                  <a:pt x="8092" y="57439"/>
                </a:cubicBezTo>
                <a:cubicBezTo>
                  <a:pt x="12052" y="57439"/>
                  <a:pt x="15394" y="54449"/>
                  <a:pt x="15745" y="50492"/>
                </a:cubicBezTo>
                <a:cubicBezTo>
                  <a:pt x="17505" y="32635"/>
                  <a:pt x="32195" y="17681"/>
                  <a:pt x="49963" y="15744"/>
                </a:cubicBezTo>
                <a:cubicBezTo>
                  <a:pt x="54186" y="15217"/>
                  <a:pt x="57265" y="11435"/>
                  <a:pt x="56825" y="7212"/>
                </a:cubicBezTo>
                <a:cubicBezTo>
                  <a:pt x="56297" y="2990"/>
                  <a:pt x="52603" y="0"/>
                  <a:pt x="48293" y="439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511">
            <a:extLst xmlns:a="http://schemas.openxmlformats.org/drawingml/2006/main">
              <a:ext uri="{FF2B5EF4-FFF2-40B4-BE49-F238E27FC236}">
                <a16:creationId xmlns:a16="http://schemas.microsoft.com/office/drawing/2014/main" id="{8326CFA9-6BA0-4E8C-9BF3-35DFB2A9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340" y="4432042"/>
            <a:ext cx="83914" cy="84172"/>
          </a:xfrm>
          <a:custGeom xmlns:a="http://schemas.openxmlformats.org/drawingml/2006/main">
            <a:pathLst>
              <a:path w="57264" h="57439">
                <a:moveTo>
                  <a:pt x="48291" y="439"/>
                </a:moveTo>
                <a:cubicBezTo>
                  <a:pt x="23046" y="3165"/>
                  <a:pt x="2902" y="23661"/>
                  <a:pt x="442" y="48994"/>
                </a:cubicBezTo>
                <a:cubicBezTo>
                  <a:pt x="0" y="53217"/>
                  <a:pt x="3162" y="57000"/>
                  <a:pt x="7385" y="57439"/>
                </a:cubicBezTo>
                <a:cubicBezTo>
                  <a:pt x="7652" y="57439"/>
                  <a:pt x="7827" y="57439"/>
                  <a:pt x="8088" y="57439"/>
                </a:cubicBezTo>
                <a:cubicBezTo>
                  <a:pt x="12050" y="57439"/>
                  <a:pt x="15388" y="54449"/>
                  <a:pt x="15746" y="50490"/>
                </a:cubicBezTo>
                <a:cubicBezTo>
                  <a:pt x="17503" y="32633"/>
                  <a:pt x="32194" y="17678"/>
                  <a:pt x="49963" y="15746"/>
                </a:cubicBezTo>
                <a:cubicBezTo>
                  <a:pt x="54186" y="15219"/>
                  <a:pt x="57264" y="11435"/>
                  <a:pt x="56821" y="7212"/>
                </a:cubicBezTo>
                <a:cubicBezTo>
                  <a:pt x="56294" y="2990"/>
                  <a:pt x="52599" y="0"/>
                  <a:pt x="48291" y="4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21" name="path-512">
            <a:extLst xmlns:a="http://schemas.openxmlformats.org/drawingml/2006/main">
              <a:ext uri="{FF2B5EF4-FFF2-40B4-BE49-F238E27FC236}">
                <a16:creationId xmlns:a16="http://schemas.microsoft.com/office/drawing/2014/main" id="{1AB4654A-062C-422D-ADCC-2C4B3A3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84" y="4302753"/>
            <a:ext cx="22688" cy="56459"/>
          </a:xfrm>
          <a:custGeom xmlns:a="http://schemas.openxmlformats.org/drawingml/2006/main">
            <a:pathLst>
              <a:path w="15482" h="38528">
                <a:moveTo>
                  <a:pt x="7741" y="38528"/>
                </a:moveTo>
                <a:cubicBezTo>
                  <a:pt x="11963" y="38528"/>
                  <a:pt x="15482" y="35008"/>
                  <a:pt x="15482" y="30787"/>
                </a:cubicBezTo>
                <a:lnTo>
                  <a:pt x="15394" y="7740"/>
                </a:lnTo>
                <a:cubicBezTo>
                  <a:pt x="15394" y="3431"/>
                  <a:pt x="11963" y="0"/>
                  <a:pt x="7741" y="0"/>
                </a:cubicBezTo>
                <a:cubicBezTo>
                  <a:pt x="3518" y="0"/>
                  <a:pt x="0" y="3431"/>
                  <a:pt x="0" y="7740"/>
                </a:cubicBezTo>
                <a:lnTo>
                  <a:pt x="88" y="30787"/>
                </a:lnTo>
                <a:cubicBezTo>
                  <a:pt x="88" y="35008"/>
                  <a:pt x="3518" y="38528"/>
                  <a:pt x="7741" y="3852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513">
            <a:extLst xmlns:a="http://schemas.openxmlformats.org/drawingml/2006/main">
              <a:ext uri="{FF2B5EF4-FFF2-40B4-BE49-F238E27FC236}">
                <a16:creationId xmlns:a16="http://schemas.microsoft.com/office/drawing/2014/main" id="{472CCC2B-751D-45D8-8A82-26D1A450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84" y="4302749"/>
            <a:ext cx="22683" cy="56459"/>
          </a:xfrm>
          <a:custGeom xmlns:a="http://schemas.openxmlformats.org/drawingml/2006/main">
            <a:pathLst>
              <a:path w="15479" h="38528">
                <a:moveTo>
                  <a:pt x="7737" y="38528"/>
                </a:moveTo>
                <a:cubicBezTo>
                  <a:pt x="11959" y="38528"/>
                  <a:pt x="15479" y="35099"/>
                  <a:pt x="15479" y="30789"/>
                </a:cubicBezTo>
                <a:lnTo>
                  <a:pt x="15394" y="7740"/>
                </a:lnTo>
                <a:cubicBezTo>
                  <a:pt x="15394" y="3432"/>
                  <a:pt x="11959" y="0"/>
                  <a:pt x="7737" y="0"/>
                </a:cubicBezTo>
                <a:cubicBezTo>
                  <a:pt x="3514" y="0"/>
                  <a:pt x="0" y="3432"/>
                  <a:pt x="0" y="7740"/>
                </a:cubicBezTo>
                <a:lnTo>
                  <a:pt x="85" y="30789"/>
                </a:lnTo>
                <a:cubicBezTo>
                  <a:pt x="85" y="35099"/>
                  <a:pt x="3514" y="38528"/>
                  <a:pt x="7737" y="385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23" name="path-514">
            <a:extLst xmlns:a="http://schemas.openxmlformats.org/drawingml/2006/main">
              <a:ext uri="{FF2B5EF4-FFF2-40B4-BE49-F238E27FC236}">
                <a16:creationId xmlns:a16="http://schemas.microsoft.com/office/drawing/2014/main" id="{B28166F2-E8CA-43DA-9B70-1FCC889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161" y="4364497"/>
            <a:ext cx="48726" cy="47566"/>
          </a:xfrm>
          <a:custGeom xmlns:a="http://schemas.openxmlformats.org/drawingml/2006/main">
            <a:pathLst>
              <a:path w="33251" h="32459">
                <a:moveTo>
                  <a:pt x="19353" y="30171"/>
                </a:moveTo>
                <a:cubicBezTo>
                  <a:pt x="20848" y="31667"/>
                  <a:pt x="22872" y="32459"/>
                  <a:pt x="24807" y="32459"/>
                </a:cubicBezTo>
                <a:cubicBezTo>
                  <a:pt x="26830" y="32459"/>
                  <a:pt x="28765" y="31667"/>
                  <a:pt x="30261" y="30171"/>
                </a:cubicBezTo>
                <a:cubicBezTo>
                  <a:pt x="33251" y="27181"/>
                  <a:pt x="33251" y="22342"/>
                  <a:pt x="30261" y="19264"/>
                </a:cubicBezTo>
                <a:lnTo>
                  <a:pt x="13899" y="2991"/>
                </a:lnTo>
                <a:cubicBezTo>
                  <a:pt x="10908" y="0"/>
                  <a:pt x="6070" y="0"/>
                  <a:pt x="3080" y="2991"/>
                </a:cubicBezTo>
                <a:cubicBezTo>
                  <a:pt x="0" y="5981"/>
                  <a:pt x="0" y="10908"/>
                  <a:pt x="3080" y="13898"/>
                </a:cubicBezTo>
                <a:lnTo>
                  <a:pt x="19353" y="30171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515">
            <a:extLst xmlns:a="http://schemas.openxmlformats.org/drawingml/2006/main">
              <a:ext uri="{FF2B5EF4-FFF2-40B4-BE49-F238E27FC236}">
                <a16:creationId xmlns:a16="http://schemas.microsoft.com/office/drawing/2014/main" id="{E8CBDEEB-D057-42F3-AF54-CC6F1C6E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163" y="4364495"/>
            <a:ext cx="48722" cy="47563"/>
          </a:xfrm>
          <a:custGeom xmlns:a="http://schemas.openxmlformats.org/drawingml/2006/main">
            <a:pathLst>
              <a:path w="33248" h="32458">
                <a:moveTo>
                  <a:pt x="19350" y="30174"/>
                </a:moveTo>
                <a:cubicBezTo>
                  <a:pt x="20841" y="31667"/>
                  <a:pt x="22864" y="32458"/>
                  <a:pt x="24803" y="32458"/>
                </a:cubicBezTo>
                <a:cubicBezTo>
                  <a:pt x="26826" y="32458"/>
                  <a:pt x="28765" y="31667"/>
                  <a:pt x="30255" y="30174"/>
                </a:cubicBezTo>
                <a:cubicBezTo>
                  <a:pt x="33248" y="27181"/>
                  <a:pt x="33248" y="22343"/>
                  <a:pt x="30255" y="19353"/>
                </a:cubicBezTo>
                <a:lnTo>
                  <a:pt x="13892" y="2990"/>
                </a:lnTo>
                <a:cubicBezTo>
                  <a:pt x="10905" y="0"/>
                  <a:pt x="6070" y="0"/>
                  <a:pt x="3072" y="2990"/>
                </a:cubicBezTo>
                <a:cubicBezTo>
                  <a:pt x="0" y="5983"/>
                  <a:pt x="0" y="10908"/>
                  <a:pt x="3072" y="13898"/>
                </a:cubicBezTo>
                <a:lnTo>
                  <a:pt x="19350" y="30174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25" name="path-516">
            <a:extLst xmlns:a="http://schemas.openxmlformats.org/drawingml/2006/main">
              <a:ext uri="{FF2B5EF4-FFF2-40B4-BE49-F238E27FC236}">
                <a16:creationId xmlns:a16="http://schemas.microsoft.com/office/drawing/2014/main" id="{BBAF145E-FE27-4DB0-B7EF-EE2AB591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6" y="4643570"/>
            <a:ext cx="48725" cy="47568"/>
          </a:xfrm>
          <a:custGeom xmlns:a="http://schemas.openxmlformats.org/drawingml/2006/main">
            <a:pathLst>
              <a:path w="33251" h="32461">
                <a:moveTo>
                  <a:pt x="13898" y="2993"/>
                </a:moveTo>
                <a:cubicBezTo>
                  <a:pt x="10907" y="0"/>
                  <a:pt x="6070" y="0"/>
                  <a:pt x="3078" y="2993"/>
                </a:cubicBezTo>
                <a:cubicBezTo>
                  <a:pt x="0" y="5983"/>
                  <a:pt x="0" y="10822"/>
                  <a:pt x="3078" y="13899"/>
                </a:cubicBezTo>
                <a:lnTo>
                  <a:pt x="19353" y="30174"/>
                </a:lnTo>
                <a:cubicBezTo>
                  <a:pt x="20848" y="31669"/>
                  <a:pt x="22870" y="32461"/>
                  <a:pt x="24806" y="32461"/>
                </a:cubicBezTo>
                <a:cubicBezTo>
                  <a:pt x="26742" y="32461"/>
                  <a:pt x="28764" y="31669"/>
                  <a:pt x="30260" y="30174"/>
                </a:cubicBezTo>
                <a:cubicBezTo>
                  <a:pt x="33251" y="27182"/>
                  <a:pt x="33251" y="22343"/>
                  <a:pt x="30260" y="19266"/>
                </a:cubicBezTo>
                <a:lnTo>
                  <a:pt x="13898" y="299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17">
            <a:extLst xmlns:a="http://schemas.openxmlformats.org/drawingml/2006/main">
              <a:ext uri="{FF2B5EF4-FFF2-40B4-BE49-F238E27FC236}">
                <a16:creationId xmlns:a16="http://schemas.microsoft.com/office/drawing/2014/main" id="{93507F7C-FA82-4783-ADF4-E63B9061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5" y="4643568"/>
            <a:ext cx="48722" cy="47563"/>
          </a:xfrm>
          <a:custGeom xmlns:a="http://schemas.openxmlformats.org/drawingml/2006/main">
            <a:pathLst>
              <a:path w="33248" h="32458">
                <a:moveTo>
                  <a:pt x="13898" y="2993"/>
                </a:moveTo>
                <a:cubicBezTo>
                  <a:pt x="10905" y="0"/>
                  <a:pt x="6064" y="0"/>
                  <a:pt x="3078" y="2993"/>
                </a:cubicBezTo>
                <a:cubicBezTo>
                  <a:pt x="0" y="5983"/>
                  <a:pt x="0" y="10820"/>
                  <a:pt x="3078" y="13898"/>
                </a:cubicBezTo>
                <a:lnTo>
                  <a:pt x="19350" y="30174"/>
                </a:lnTo>
                <a:cubicBezTo>
                  <a:pt x="20847" y="31667"/>
                  <a:pt x="22870" y="32458"/>
                  <a:pt x="24809" y="32458"/>
                </a:cubicBezTo>
                <a:cubicBezTo>
                  <a:pt x="26742" y="32458"/>
                  <a:pt x="28759" y="31667"/>
                  <a:pt x="30255" y="30174"/>
                </a:cubicBezTo>
                <a:cubicBezTo>
                  <a:pt x="33248" y="27184"/>
                  <a:pt x="33248" y="22343"/>
                  <a:pt x="30255" y="19263"/>
                </a:cubicBezTo>
                <a:lnTo>
                  <a:pt x="13898" y="2993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27" name="path-518">
            <a:extLst xmlns:a="http://schemas.openxmlformats.org/drawingml/2006/main">
              <a:ext uri="{FF2B5EF4-FFF2-40B4-BE49-F238E27FC236}">
                <a16:creationId xmlns:a16="http://schemas.microsoft.com/office/drawing/2014/main" id="{D5A3BBAC-1AD7-4643-AAC2-E6FD565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47" y="4517117"/>
            <a:ext cx="56459" cy="22559"/>
          </a:xfrm>
          <a:custGeom xmlns:a="http://schemas.openxmlformats.org/drawingml/2006/main">
            <a:pathLst>
              <a:path w="38528" h="15394">
                <a:moveTo>
                  <a:pt x="30787" y="0"/>
                </a:moveTo>
                <a:lnTo>
                  <a:pt x="7741" y="0"/>
                </a:lnTo>
                <a:cubicBezTo>
                  <a:pt x="3431" y="0"/>
                  <a:pt x="0" y="3431"/>
                  <a:pt x="0" y="7653"/>
                </a:cubicBezTo>
                <a:cubicBezTo>
                  <a:pt x="0" y="11964"/>
                  <a:pt x="3431" y="15394"/>
                  <a:pt x="7741" y="15394"/>
                </a:cubicBezTo>
                <a:lnTo>
                  <a:pt x="30787" y="15394"/>
                </a:lnTo>
                <a:cubicBezTo>
                  <a:pt x="35098" y="15394"/>
                  <a:pt x="38528" y="11964"/>
                  <a:pt x="38528" y="7653"/>
                </a:cubicBezTo>
                <a:cubicBezTo>
                  <a:pt x="38528" y="3431"/>
                  <a:pt x="35098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519">
            <a:extLst xmlns:a="http://schemas.openxmlformats.org/drawingml/2006/main">
              <a:ext uri="{FF2B5EF4-FFF2-40B4-BE49-F238E27FC236}">
                <a16:creationId xmlns:a16="http://schemas.microsoft.com/office/drawing/2014/main" id="{8F3EC694-6113-44D2-BF75-A2B444A8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42" y="4517115"/>
            <a:ext cx="56455" cy="22554"/>
          </a:xfrm>
          <a:custGeom xmlns:a="http://schemas.openxmlformats.org/drawingml/2006/main">
            <a:pathLst>
              <a:path w="38525" h="15391">
                <a:moveTo>
                  <a:pt x="30789" y="0"/>
                </a:moveTo>
                <a:lnTo>
                  <a:pt x="7743" y="0"/>
                </a:lnTo>
                <a:cubicBezTo>
                  <a:pt x="3435" y="0"/>
                  <a:pt x="0" y="3432"/>
                  <a:pt x="0" y="7743"/>
                </a:cubicBezTo>
                <a:cubicBezTo>
                  <a:pt x="0" y="11965"/>
                  <a:pt x="3435" y="15391"/>
                  <a:pt x="7743" y="15391"/>
                </a:cubicBezTo>
                <a:lnTo>
                  <a:pt x="30789" y="15391"/>
                </a:lnTo>
                <a:cubicBezTo>
                  <a:pt x="35102" y="15391"/>
                  <a:pt x="38525" y="11965"/>
                  <a:pt x="38525" y="7652"/>
                </a:cubicBezTo>
                <a:cubicBezTo>
                  <a:pt x="38525" y="3432"/>
                  <a:pt x="35102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29" name="path-520">
            <a:extLst xmlns:a="http://schemas.openxmlformats.org/drawingml/2006/main">
              <a:ext uri="{FF2B5EF4-FFF2-40B4-BE49-F238E27FC236}">
                <a16:creationId xmlns:a16="http://schemas.microsoft.com/office/drawing/2014/main" id="{2C63437D-578B-4B21-84AB-70F50FDC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377" y="4516988"/>
            <a:ext cx="56330" cy="22559"/>
          </a:xfrm>
          <a:custGeom xmlns:a="http://schemas.openxmlformats.org/drawingml/2006/main">
            <a:pathLst>
              <a:path w="38440" h="15394">
                <a:moveTo>
                  <a:pt x="30787" y="0"/>
                </a:moveTo>
                <a:lnTo>
                  <a:pt x="7652" y="0"/>
                </a:lnTo>
                <a:cubicBezTo>
                  <a:pt x="3430" y="0"/>
                  <a:pt x="0" y="3431"/>
                  <a:pt x="0" y="7741"/>
                </a:cubicBezTo>
                <a:cubicBezTo>
                  <a:pt x="0" y="11964"/>
                  <a:pt x="3430" y="15394"/>
                  <a:pt x="7652" y="15394"/>
                </a:cubicBezTo>
                <a:lnTo>
                  <a:pt x="30787" y="15394"/>
                </a:lnTo>
                <a:cubicBezTo>
                  <a:pt x="35010" y="15394"/>
                  <a:pt x="38440" y="11964"/>
                  <a:pt x="38440" y="7741"/>
                </a:cubicBezTo>
                <a:cubicBezTo>
                  <a:pt x="38440" y="3431"/>
                  <a:pt x="35010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21">
            <a:extLst xmlns:a="http://schemas.openxmlformats.org/drawingml/2006/main">
              <a:ext uri="{FF2B5EF4-FFF2-40B4-BE49-F238E27FC236}">
                <a16:creationId xmlns:a16="http://schemas.microsoft.com/office/drawing/2014/main" id="{D38CEE4F-3681-4BDC-B8BA-47F85B79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369" y="4516986"/>
            <a:ext cx="56330" cy="22559"/>
          </a:xfrm>
          <a:custGeom xmlns:a="http://schemas.openxmlformats.org/drawingml/2006/main">
            <a:pathLst>
              <a:path w="38440" h="15394">
                <a:moveTo>
                  <a:pt x="30789" y="0"/>
                </a:moveTo>
                <a:lnTo>
                  <a:pt x="7658" y="0"/>
                </a:lnTo>
                <a:cubicBezTo>
                  <a:pt x="3435" y="0"/>
                  <a:pt x="0" y="3432"/>
                  <a:pt x="0" y="7740"/>
                </a:cubicBezTo>
                <a:cubicBezTo>
                  <a:pt x="0" y="11962"/>
                  <a:pt x="3435" y="15394"/>
                  <a:pt x="7658" y="15394"/>
                </a:cubicBezTo>
                <a:lnTo>
                  <a:pt x="30789" y="15394"/>
                </a:lnTo>
                <a:cubicBezTo>
                  <a:pt x="35011" y="15394"/>
                  <a:pt x="38440" y="11962"/>
                  <a:pt x="38440" y="7740"/>
                </a:cubicBezTo>
                <a:cubicBezTo>
                  <a:pt x="38440" y="3432"/>
                  <a:pt x="35011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31" name="path-522">
            <a:extLst xmlns:a="http://schemas.openxmlformats.org/drawingml/2006/main">
              <a:ext uri="{FF2B5EF4-FFF2-40B4-BE49-F238E27FC236}">
                <a16:creationId xmlns:a16="http://schemas.microsoft.com/office/drawing/2014/main" id="{2A14E73B-20DF-48CD-B478-809AA94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291" y="4643570"/>
            <a:ext cx="48725" cy="47568"/>
          </a:xfrm>
          <a:custGeom xmlns:a="http://schemas.openxmlformats.org/drawingml/2006/main">
            <a:pathLst>
              <a:path w="33251" h="32461">
                <a:moveTo>
                  <a:pt x="19353" y="2993"/>
                </a:moveTo>
                <a:lnTo>
                  <a:pt x="2991" y="19353"/>
                </a:lnTo>
                <a:cubicBezTo>
                  <a:pt x="0" y="22343"/>
                  <a:pt x="0" y="27182"/>
                  <a:pt x="2991" y="30261"/>
                </a:cubicBezTo>
                <a:cubicBezTo>
                  <a:pt x="4486" y="31756"/>
                  <a:pt x="6509" y="32461"/>
                  <a:pt x="8445" y="32461"/>
                </a:cubicBezTo>
                <a:cubicBezTo>
                  <a:pt x="10380" y="32461"/>
                  <a:pt x="12403" y="31756"/>
                  <a:pt x="13899" y="30261"/>
                </a:cubicBezTo>
                <a:lnTo>
                  <a:pt x="30172" y="13899"/>
                </a:lnTo>
                <a:cubicBezTo>
                  <a:pt x="33251" y="10910"/>
                  <a:pt x="33251" y="5983"/>
                  <a:pt x="30172" y="2993"/>
                </a:cubicBezTo>
                <a:cubicBezTo>
                  <a:pt x="27182" y="0"/>
                  <a:pt x="22343" y="0"/>
                  <a:pt x="19353" y="2993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23">
            <a:extLst xmlns:a="http://schemas.openxmlformats.org/drawingml/2006/main">
              <a:ext uri="{FF2B5EF4-FFF2-40B4-BE49-F238E27FC236}">
                <a16:creationId xmlns:a16="http://schemas.microsoft.com/office/drawing/2014/main" id="{9D095A61-985C-46E4-9382-B85329F3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288" y="4643568"/>
            <a:ext cx="48731" cy="47563"/>
          </a:xfrm>
          <a:custGeom xmlns:a="http://schemas.openxmlformats.org/drawingml/2006/main">
            <a:pathLst>
              <a:path w="33254" h="32458">
                <a:moveTo>
                  <a:pt x="19356" y="2993"/>
                </a:moveTo>
                <a:lnTo>
                  <a:pt x="2987" y="19353"/>
                </a:lnTo>
                <a:cubicBezTo>
                  <a:pt x="0" y="22343"/>
                  <a:pt x="0" y="27269"/>
                  <a:pt x="2987" y="30258"/>
                </a:cubicBezTo>
                <a:cubicBezTo>
                  <a:pt x="4489" y="31758"/>
                  <a:pt x="6513" y="32458"/>
                  <a:pt x="8445" y="32458"/>
                </a:cubicBezTo>
                <a:cubicBezTo>
                  <a:pt x="10384" y="32458"/>
                  <a:pt x="12401" y="31758"/>
                  <a:pt x="13898" y="30258"/>
                </a:cubicBezTo>
                <a:lnTo>
                  <a:pt x="30171" y="13898"/>
                </a:lnTo>
                <a:cubicBezTo>
                  <a:pt x="33254" y="10911"/>
                  <a:pt x="33254" y="6070"/>
                  <a:pt x="30171" y="2993"/>
                </a:cubicBezTo>
                <a:cubicBezTo>
                  <a:pt x="27178" y="0"/>
                  <a:pt x="22343" y="0"/>
                  <a:pt x="19356" y="299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33" name="path-524">
            <a:extLst xmlns:a="http://schemas.openxmlformats.org/drawingml/2006/main">
              <a:ext uri="{FF2B5EF4-FFF2-40B4-BE49-F238E27FC236}">
                <a16:creationId xmlns:a16="http://schemas.microsoft.com/office/drawing/2014/main" id="{CA71C016-0458-40F3-814D-03195F7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6" y="4364368"/>
            <a:ext cx="48725" cy="47563"/>
          </a:xfrm>
          <a:custGeom xmlns:a="http://schemas.openxmlformats.org/drawingml/2006/main">
            <a:pathLst>
              <a:path w="33251" h="32458">
                <a:moveTo>
                  <a:pt x="19353" y="2990"/>
                </a:moveTo>
                <a:lnTo>
                  <a:pt x="2991" y="19352"/>
                </a:lnTo>
                <a:cubicBezTo>
                  <a:pt x="0" y="22342"/>
                  <a:pt x="0" y="27269"/>
                  <a:pt x="2991" y="30258"/>
                </a:cubicBezTo>
                <a:cubicBezTo>
                  <a:pt x="4486" y="31755"/>
                  <a:pt x="6509" y="32458"/>
                  <a:pt x="8444" y="32458"/>
                </a:cubicBezTo>
                <a:cubicBezTo>
                  <a:pt x="10380" y="32458"/>
                  <a:pt x="12403" y="31755"/>
                  <a:pt x="13898" y="30258"/>
                </a:cubicBezTo>
                <a:lnTo>
                  <a:pt x="30172" y="13898"/>
                </a:lnTo>
                <a:cubicBezTo>
                  <a:pt x="33251" y="10908"/>
                  <a:pt x="33251" y="6069"/>
                  <a:pt x="30172" y="2990"/>
                </a:cubicBezTo>
                <a:cubicBezTo>
                  <a:pt x="27180" y="0"/>
                  <a:pt x="22343" y="0"/>
                  <a:pt x="19353" y="299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25">
            <a:extLst xmlns:a="http://schemas.openxmlformats.org/drawingml/2006/main">
              <a:ext uri="{FF2B5EF4-FFF2-40B4-BE49-F238E27FC236}">
                <a16:creationId xmlns:a16="http://schemas.microsoft.com/office/drawing/2014/main" id="{3932AF64-DDCB-4D18-A9DD-CB3E2DBA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5" y="4364370"/>
            <a:ext cx="48722" cy="47563"/>
          </a:xfrm>
          <a:custGeom xmlns:a="http://schemas.openxmlformats.org/drawingml/2006/main">
            <a:pathLst>
              <a:path w="33248" h="32458">
                <a:moveTo>
                  <a:pt x="19350" y="2987"/>
                </a:moveTo>
                <a:lnTo>
                  <a:pt x="2993" y="19347"/>
                </a:lnTo>
                <a:cubicBezTo>
                  <a:pt x="0" y="22343"/>
                  <a:pt x="0" y="27266"/>
                  <a:pt x="2993" y="30258"/>
                </a:cubicBezTo>
                <a:cubicBezTo>
                  <a:pt x="4483" y="31752"/>
                  <a:pt x="6507" y="32458"/>
                  <a:pt x="8439" y="32458"/>
                </a:cubicBezTo>
                <a:cubicBezTo>
                  <a:pt x="10378" y="32458"/>
                  <a:pt x="12401" y="31752"/>
                  <a:pt x="13898" y="30258"/>
                </a:cubicBezTo>
                <a:lnTo>
                  <a:pt x="30171" y="13898"/>
                </a:lnTo>
                <a:cubicBezTo>
                  <a:pt x="33248" y="10905"/>
                  <a:pt x="33248" y="6067"/>
                  <a:pt x="30171" y="2987"/>
                </a:cubicBezTo>
                <a:cubicBezTo>
                  <a:pt x="27184" y="0"/>
                  <a:pt x="22343" y="0"/>
                  <a:pt x="19350" y="298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35" name="path-526">
            <a:extLst xmlns:a="http://schemas.openxmlformats.org/drawingml/2006/main">
              <a:ext uri="{FF2B5EF4-FFF2-40B4-BE49-F238E27FC236}">
                <a16:creationId xmlns:a16="http://schemas.microsoft.com/office/drawing/2014/main" id="{B99748D8-5A79-49EC-B6D2-240789E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5562" y="4702222"/>
            <a:ext cx="44858" cy="44729"/>
          </a:xfrm>
          <a:custGeom xmlns:a="http://schemas.openxmlformats.org/drawingml/2006/main">
            <a:pathLst>
              <a:path w="30611" h="30524">
                <a:moveTo>
                  <a:pt x="30611" y="15219"/>
                </a:moveTo>
                <a:cubicBezTo>
                  <a:pt x="30611" y="6861"/>
                  <a:pt x="23752" y="0"/>
                  <a:pt x="15306" y="0"/>
                </a:cubicBezTo>
                <a:cubicBezTo>
                  <a:pt x="6861" y="0"/>
                  <a:pt x="0" y="6861"/>
                  <a:pt x="0" y="15219"/>
                </a:cubicBezTo>
                <a:cubicBezTo>
                  <a:pt x="0" y="23664"/>
                  <a:pt x="6861" y="30524"/>
                  <a:pt x="15306" y="30524"/>
                </a:cubicBezTo>
                <a:cubicBezTo>
                  <a:pt x="23752" y="30524"/>
                  <a:pt x="30611" y="23664"/>
                  <a:pt x="30611" y="15219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path-527">
            <a:extLst xmlns:a="http://schemas.openxmlformats.org/drawingml/2006/main">
              <a:ext uri="{FF2B5EF4-FFF2-40B4-BE49-F238E27FC236}">
                <a16:creationId xmlns:a16="http://schemas.microsoft.com/office/drawing/2014/main" id="{6C5A4F3E-1351-479D-969B-A590E30C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5565" y="4702224"/>
            <a:ext cx="44851" cy="44722"/>
          </a:xfrm>
          <a:custGeom xmlns:a="http://schemas.openxmlformats.org/drawingml/2006/main">
            <a:pathLst>
              <a:path w="30607" h="30519">
                <a:moveTo>
                  <a:pt x="30607" y="15303"/>
                </a:moveTo>
                <a:cubicBezTo>
                  <a:pt x="30607" y="6858"/>
                  <a:pt x="23749" y="0"/>
                  <a:pt x="15303" y="0"/>
                </a:cubicBezTo>
                <a:cubicBezTo>
                  <a:pt x="6858" y="0"/>
                  <a:pt x="0" y="6858"/>
                  <a:pt x="0" y="15303"/>
                </a:cubicBezTo>
                <a:cubicBezTo>
                  <a:pt x="0" y="23661"/>
                  <a:pt x="6858" y="30519"/>
                  <a:pt x="15303" y="30519"/>
                </a:cubicBezTo>
                <a:cubicBezTo>
                  <a:pt x="23749" y="30519"/>
                  <a:pt x="30607" y="23661"/>
                  <a:pt x="30607" y="153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37" name="path-528">
            <a:extLst xmlns:a="http://schemas.openxmlformats.org/drawingml/2006/main">
              <a:ext uri="{FF2B5EF4-FFF2-40B4-BE49-F238E27FC236}">
                <a16:creationId xmlns:a16="http://schemas.microsoft.com/office/drawing/2014/main" id="{C07821BC-6720-4547-BDDA-9A3330F6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61" y="4717174"/>
            <a:ext cx="44858" cy="44858"/>
          </a:xfrm>
          <a:custGeom xmlns:a="http://schemas.openxmlformats.org/drawingml/2006/main">
            <a:pathLst>
              <a:path w="30611" h="30611">
                <a:moveTo>
                  <a:pt x="15305" y="30611"/>
                </a:moveTo>
                <a:cubicBezTo>
                  <a:pt x="23749" y="30611"/>
                  <a:pt x="30611" y="23750"/>
                  <a:pt x="30611" y="15306"/>
                </a:cubicBezTo>
                <a:cubicBezTo>
                  <a:pt x="30611" y="6863"/>
                  <a:pt x="23749" y="0"/>
                  <a:pt x="15305" y="0"/>
                </a:cubicBezTo>
                <a:cubicBezTo>
                  <a:pt x="6861" y="0"/>
                  <a:pt x="0" y="6863"/>
                  <a:pt x="0" y="15306"/>
                </a:cubicBezTo>
                <a:cubicBezTo>
                  <a:pt x="0" y="23750"/>
                  <a:pt x="6861" y="30611"/>
                  <a:pt x="15305" y="30611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29">
            <a:extLst xmlns:a="http://schemas.openxmlformats.org/drawingml/2006/main">
              <a:ext uri="{FF2B5EF4-FFF2-40B4-BE49-F238E27FC236}">
                <a16:creationId xmlns:a16="http://schemas.microsoft.com/office/drawing/2014/main" id="{E8B04421-A2B0-41F3-A144-6B940C0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55" y="4717170"/>
            <a:ext cx="44869" cy="44860"/>
          </a:xfrm>
          <a:custGeom xmlns:a="http://schemas.openxmlformats.org/drawingml/2006/main">
            <a:pathLst>
              <a:path w="30619" h="30613">
                <a:moveTo>
                  <a:pt x="15309" y="30613"/>
                </a:moveTo>
                <a:cubicBezTo>
                  <a:pt x="23755" y="30613"/>
                  <a:pt x="30619" y="23752"/>
                  <a:pt x="30619" y="15309"/>
                </a:cubicBezTo>
                <a:cubicBezTo>
                  <a:pt x="30619" y="6864"/>
                  <a:pt x="23755" y="0"/>
                  <a:pt x="15309" y="0"/>
                </a:cubicBezTo>
                <a:cubicBezTo>
                  <a:pt x="6864" y="0"/>
                  <a:pt x="0" y="6864"/>
                  <a:pt x="0" y="15309"/>
                </a:cubicBezTo>
                <a:cubicBezTo>
                  <a:pt x="0" y="23752"/>
                  <a:pt x="6864" y="30613"/>
                  <a:pt x="15309" y="306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39" name="path-530">
            <a:extLst xmlns:a="http://schemas.openxmlformats.org/drawingml/2006/main">
              <a:ext uri="{FF2B5EF4-FFF2-40B4-BE49-F238E27FC236}">
                <a16:creationId xmlns:a16="http://schemas.microsoft.com/office/drawing/2014/main" id="{3CDEF7BE-E110-4BDD-A4D4-CEA71F8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062" y="4826615"/>
            <a:ext cx="128128" cy="42021"/>
          </a:xfrm>
          <a:custGeom xmlns:a="http://schemas.openxmlformats.org/drawingml/2006/main">
            <a:pathLst>
              <a:path w="87436" h="28676">
                <a:moveTo>
                  <a:pt x="441" y="14426"/>
                </a:moveTo>
                <a:cubicBezTo>
                  <a:pt x="968" y="17241"/>
                  <a:pt x="3608" y="19087"/>
                  <a:pt x="6334" y="18560"/>
                </a:cubicBezTo>
                <a:cubicBezTo>
                  <a:pt x="6773" y="18472"/>
                  <a:pt x="52603" y="10643"/>
                  <a:pt x="78904" y="27884"/>
                </a:cubicBezTo>
                <a:cubicBezTo>
                  <a:pt x="79696" y="28412"/>
                  <a:pt x="80664" y="28676"/>
                  <a:pt x="81632" y="28676"/>
                </a:cubicBezTo>
                <a:cubicBezTo>
                  <a:pt x="83302" y="28676"/>
                  <a:pt x="84887" y="27884"/>
                  <a:pt x="85853" y="26389"/>
                </a:cubicBezTo>
                <a:cubicBezTo>
                  <a:pt x="87436" y="24102"/>
                  <a:pt x="86733" y="20935"/>
                  <a:pt x="84446" y="19440"/>
                </a:cubicBezTo>
                <a:cubicBezTo>
                  <a:pt x="54715" y="0"/>
                  <a:pt x="6598" y="8268"/>
                  <a:pt x="4574" y="8620"/>
                </a:cubicBezTo>
                <a:cubicBezTo>
                  <a:pt x="1848" y="9060"/>
                  <a:pt x="0" y="11699"/>
                  <a:pt x="441" y="1442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31">
            <a:extLst xmlns:a="http://schemas.openxmlformats.org/drawingml/2006/main">
              <a:ext uri="{FF2B5EF4-FFF2-40B4-BE49-F238E27FC236}">
                <a16:creationId xmlns:a16="http://schemas.microsoft.com/office/drawing/2014/main" id="{42F8D5D9-D00C-4DF6-97BD-3E7C864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060" y="4826612"/>
            <a:ext cx="128126" cy="42019"/>
          </a:xfrm>
          <a:custGeom xmlns:a="http://schemas.openxmlformats.org/drawingml/2006/main">
            <a:pathLst>
              <a:path w="87434" h="28674">
                <a:moveTo>
                  <a:pt x="442" y="14513"/>
                </a:moveTo>
                <a:cubicBezTo>
                  <a:pt x="969" y="17242"/>
                  <a:pt x="3605" y="19087"/>
                  <a:pt x="6337" y="18560"/>
                </a:cubicBezTo>
                <a:cubicBezTo>
                  <a:pt x="6773" y="18475"/>
                  <a:pt x="52599" y="10645"/>
                  <a:pt x="78904" y="27884"/>
                </a:cubicBezTo>
                <a:cubicBezTo>
                  <a:pt x="79698" y="28414"/>
                  <a:pt x="80661" y="28674"/>
                  <a:pt x="81630" y="28674"/>
                </a:cubicBezTo>
                <a:cubicBezTo>
                  <a:pt x="83302" y="28674"/>
                  <a:pt x="84884" y="27884"/>
                  <a:pt x="85853" y="26475"/>
                </a:cubicBezTo>
                <a:cubicBezTo>
                  <a:pt x="87434" y="24100"/>
                  <a:pt x="86737" y="20935"/>
                  <a:pt x="84447" y="19441"/>
                </a:cubicBezTo>
                <a:cubicBezTo>
                  <a:pt x="54713" y="0"/>
                  <a:pt x="6598" y="8270"/>
                  <a:pt x="4574" y="8621"/>
                </a:cubicBezTo>
                <a:cubicBezTo>
                  <a:pt x="1848" y="9057"/>
                  <a:pt x="0" y="11699"/>
                  <a:pt x="442" y="145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41" name="path-532">
            <a:extLst xmlns:a="http://schemas.openxmlformats.org/drawingml/2006/main">
              <a:ext uri="{FF2B5EF4-FFF2-40B4-BE49-F238E27FC236}">
                <a16:creationId xmlns:a16="http://schemas.microsoft.com/office/drawing/2014/main" id="{714FB960-1825-45C9-B1B7-AB79F9C2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0447" y="4640092"/>
            <a:ext cx="95904" cy="49628"/>
          </a:xfrm>
          <a:custGeom xmlns:a="http://schemas.openxmlformats.org/drawingml/2006/main">
            <a:pathLst>
              <a:path w="65445" h="33866">
                <a:moveTo>
                  <a:pt x="5630" y="33866"/>
                </a:moveTo>
                <a:cubicBezTo>
                  <a:pt x="6949" y="33866"/>
                  <a:pt x="8357" y="33250"/>
                  <a:pt x="9324" y="32194"/>
                </a:cubicBezTo>
                <a:cubicBezTo>
                  <a:pt x="10292" y="31226"/>
                  <a:pt x="31403" y="8709"/>
                  <a:pt x="56649" y="28939"/>
                </a:cubicBezTo>
                <a:cubicBezTo>
                  <a:pt x="58760" y="30699"/>
                  <a:pt x="61927" y="30348"/>
                  <a:pt x="63685" y="28149"/>
                </a:cubicBezTo>
                <a:cubicBezTo>
                  <a:pt x="65445" y="26037"/>
                  <a:pt x="65094" y="22782"/>
                  <a:pt x="62983" y="21110"/>
                </a:cubicBezTo>
                <a:cubicBezTo>
                  <a:pt x="36770" y="0"/>
                  <a:pt x="11523" y="14688"/>
                  <a:pt x="1848" y="25421"/>
                </a:cubicBezTo>
                <a:cubicBezTo>
                  <a:pt x="0" y="27444"/>
                  <a:pt x="176" y="30611"/>
                  <a:pt x="2199" y="32547"/>
                </a:cubicBezTo>
                <a:cubicBezTo>
                  <a:pt x="3165" y="33425"/>
                  <a:pt x="4398" y="33866"/>
                  <a:pt x="5630" y="3386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533">
            <a:extLst xmlns:a="http://schemas.openxmlformats.org/drawingml/2006/main">
              <a:ext uri="{FF2B5EF4-FFF2-40B4-BE49-F238E27FC236}">
                <a16:creationId xmlns:a16="http://schemas.microsoft.com/office/drawing/2014/main" id="{E30CDD91-A581-4737-85EB-A29BCAF1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0447" y="4640087"/>
            <a:ext cx="95899" cy="49628"/>
          </a:xfrm>
          <a:custGeom xmlns:a="http://schemas.openxmlformats.org/drawingml/2006/main">
            <a:pathLst>
              <a:path w="65442" h="33866">
                <a:moveTo>
                  <a:pt x="5628" y="33866"/>
                </a:moveTo>
                <a:cubicBezTo>
                  <a:pt x="6949" y="33866"/>
                  <a:pt x="8354" y="33254"/>
                  <a:pt x="9324" y="32197"/>
                </a:cubicBezTo>
                <a:cubicBezTo>
                  <a:pt x="10293" y="31231"/>
                  <a:pt x="31400" y="8712"/>
                  <a:pt x="56646" y="28941"/>
                </a:cubicBezTo>
                <a:cubicBezTo>
                  <a:pt x="58754" y="30701"/>
                  <a:pt x="61928" y="30349"/>
                  <a:pt x="63685" y="28150"/>
                </a:cubicBezTo>
                <a:cubicBezTo>
                  <a:pt x="65442" y="26036"/>
                  <a:pt x="65091" y="22870"/>
                  <a:pt x="62977" y="21113"/>
                </a:cubicBezTo>
                <a:cubicBezTo>
                  <a:pt x="36768" y="0"/>
                  <a:pt x="11523" y="14695"/>
                  <a:pt x="1848" y="25424"/>
                </a:cubicBezTo>
                <a:cubicBezTo>
                  <a:pt x="0" y="27444"/>
                  <a:pt x="176" y="30610"/>
                  <a:pt x="2199" y="32549"/>
                </a:cubicBezTo>
                <a:cubicBezTo>
                  <a:pt x="3162" y="33430"/>
                  <a:pt x="4398" y="33866"/>
                  <a:pt x="5628" y="338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43" name="path-534">
            <a:extLst xmlns:a="http://schemas.openxmlformats.org/drawingml/2006/main">
              <a:ext uri="{FF2B5EF4-FFF2-40B4-BE49-F238E27FC236}">
                <a16:creationId xmlns:a16="http://schemas.microsoft.com/office/drawing/2014/main" id="{3A6AB0F1-2CB2-478E-A225-9ADD19F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763" y="4671802"/>
            <a:ext cx="94745" cy="30420"/>
          </a:xfrm>
          <a:custGeom xmlns:a="http://schemas.openxmlformats.org/drawingml/2006/main">
            <a:pathLst>
              <a:path w="64655" h="20759">
                <a:moveTo>
                  <a:pt x="5718" y="20056"/>
                </a:moveTo>
                <a:cubicBezTo>
                  <a:pt x="6246" y="20056"/>
                  <a:pt x="6861" y="19968"/>
                  <a:pt x="7390" y="19791"/>
                </a:cubicBezTo>
                <a:cubicBezTo>
                  <a:pt x="7653" y="19703"/>
                  <a:pt x="34218" y="10731"/>
                  <a:pt x="57088" y="19703"/>
                </a:cubicBezTo>
                <a:cubicBezTo>
                  <a:pt x="59728" y="20759"/>
                  <a:pt x="62630" y="19440"/>
                  <a:pt x="63685" y="16889"/>
                </a:cubicBezTo>
                <a:cubicBezTo>
                  <a:pt x="64655" y="14249"/>
                  <a:pt x="63423" y="11347"/>
                  <a:pt x="60783" y="10292"/>
                </a:cubicBezTo>
                <a:cubicBezTo>
                  <a:pt x="34483" y="0"/>
                  <a:pt x="5278" y="9852"/>
                  <a:pt x="4047" y="10204"/>
                </a:cubicBezTo>
                <a:cubicBezTo>
                  <a:pt x="1407" y="11172"/>
                  <a:pt x="0" y="13986"/>
                  <a:pt x="968" y="16626"/>
                </a:cubicBezTo>
                <a:cubicBezTo>
                  <a:pt x="1672" y="18737"/>
                  <a:pt x="3606" y="20056"/>
                  <a:pt x="5718" y="2005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35">
            <a:extLst xmlns:a="http://schemas.openxmlformats.org/drawingml/2006/main">
              <a:ext uri="{FF2B5EF4-FFF2-40B4-BE49-F238E27FC236}">
                <a16:creationId xmlns:a16="http://schemas.microsoft.com/office/drawing/2014/main" id="{C0963469-DACC-4D8C-8114-C96B9713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760" y="4671795"/>
            <a:ext cx="94745" cy="30429"/>
          </a:xfrm>
          <a:custGeom xmlns:a="http://schemas.openxmlformats.org/drawingml/2006/main">
            <a:pathLst>
              <a:path w="64655" h="20765">
                <a:moveTo>
                  <a:pt x="5719" y="20059"/>
                </a:moveTo>
                <a:cubicBezTo>
                  <a:pt x="6246" y="20059"/>
                  <a:pt x="6858" y="19968"/>
                  <a:pt x="7391" y="19793"/>
                </a:cubicBezTo>
                <a:cubicBezTo>
                  <a:pt x="7652" y="19708"/>
                  <a:pt x="34218" y="10735"/>
                  <a:pt x="57088" y="19708"/>
                </a:cubicBezTo>
                <a:cubicBezTo>
                  <a:pt x="59729" y="20765"/>
                  <a:pt x="62631" y="19444"/>
                  <a:pt x="63685" y="16894"/>
                </a:cubicBezTo>
                <a:cubicBezTo>
                  <a:pt x="64655" y="14252"/>
                  <a:pt x="63425" y="11350"/>
                  <a:pt x="60783" y="10296"/>
                </a:cubicBezTo>
                <a:cubicBezTo>
                  <a:pt x="34484" y="0"/>
                  <a:pt x="5277" y="9854"/>
                  <a:pt x="4047" y="10296"/>
                </a:cubicBezTo>
                <a:cubicBezTo>
                  <a:pt x="1412" y="11172"/>
                  <a:pt x="0" y="14077"/>
                  <a:pt x="969" y="16718"/>
                </a:cubicBezTo>
                <a:cubicBezTo>
                  <a:pt x="1672" y="18742"/>
                  <a:pt x="3611" y="20059"/>
                  <a:pt x="5719" y="200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45" name="path-536">
            <a:extLst xmlns:a="http://schemas.openxmlformats.org/drawingml/2006/main">
              <a:ext uri="{FF2B5EF4-FFF2-40B4-BE49-F238E27FC236}">
                <a16:creationId xmlns:a16="http://schemas.microsoft.com/office/drawing/2014/main" id="{E372A4ED-AFA4-4E66-9CB4-CE25714B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407" y="4573061"/>
            <a:ext cx="437366" cy="451160"/>
          </a:xfrm>
          <a:custGeom xmlns:a="http://schemas.openxmlformats.org/drawingml/2006/main">
            <a:pathLst>
              <a:path w="298462" h="307875">
                <a:moveTo>
                  <a:pt x="38967" y="265300"/>
                </a:moveTo>
                <a:cubicBezTo>
                  <a:pt x="41079" y="283334"/>
                  <a:pt x="48028" y="307348"/>
                  <a:pt x="83917" y="307875"/>
                </a:cubicBezTo>
                <a:cubicBezTo>
                  <a:pt x="84885" y="307875"/>
                  <a:pt x="85941" y="307875"/>
                  <a:pt x="86909" y="307875"/>
                </a:cubicBezTo>
                <a:cubicBezTo>
                  <a:pt x="109779" y="307875"/>
                  <a:pt x="124645" y="304444"/>
                  <a:pt x="132298" y="297408"/>
                </a:cubicBezTo>
                <a:cubicBezTo>
                  <a:pt x="138103" y="298023"/>
                  <a:pt x="143733" y="298463"/>
                  <a:pt x="149187" y="298463"/>
                </a:cubicBezTo>
                <a:cubicBezTo>
                  <a:pt x="231522" y="298463"/>
                  <a:pt x="298462" y="231523"/>
                  <a:pt x="298462" y="149188"/>
                </a:cubicBezTo>
                <a:cubicBezTo>
                  <a:pt x="298462" y="66940"/>
                  <a:pt x="231522" y="0"/>
                  <a:pt x="149187" y="0"/>
                </a:cubicBezTo>
                <a:cubicBezTo>
                  <a:pt x="66940" y="0"/>
                  <a:pt x="0" y="66940"/>
                  <a:pt x="0" y="149188"/>
                </a:cubicBezTo>
                <a:cubicBezTo>
                  <a:pt x="0" y="186747"/>
                  <a:pt x="13986" y="222551"/>
                  <a:pt x="39408" y="250171"/>
                </a:cubicBezTo>
                <a:cubicBezTo>
                  <a:pt x="38616" y="255713"/>
                  <a:pt x="38440" y="260726"/>
                  <a:pt x="38967" y="265300"/>
                </a:cubicBezTo>
                <a:moveTo>
                  <a:pt x="84005" y="297759"/>
                </a:moveTo>
                <a:cubicBezTo>
                  <a:pt x="56649" y="297408"/>
                  <a:pt x="51019" y="281397"/>
                  <a:pt x="48995" y="264069"/>
                </a:cubicBezTo>
                <a:cubicBezTo>
                  <a:pt x="48468" y="259847"/>
                  <a:pt x="48732" y="254920"/>
                  <a:pt x="49700" y="249379"/>
                </a:cubicBezTo>
                <a:cubicBezTo>
                  <a:pt x="51635" y="238558"/>
                  <a:pt x="56032" y="227740"/>
                  <a:pt x="58848" y="220527"/>
                </a:cubicBezTo>
                <a:cubicBezTo>
                  <a:pt x="59728" y="218416"/>
                  <a:pt x="60431" y="216568"/>
                  <a:pt x="61047" y="215073"/>
                </a:cubicBezTo>
                <a:cubicBezTo>
                  <a:pt x="63069" y="209443"/>
                  <a:pt x="62013" y="202670"/>
                  <a:pt x="61047" y="196688"/>
                </a:cubicBezTo>
                <a:cubicBezTo>
                  <a:pt x="60696" y="194313"/>
                  <a:pt x="60079" y="190794"/>
                  <a:pt x="60255" y="189124"/>
                </a:cubicBezTo>
                <a:cubicBezTo>
                  <a:pt x="62013" y="188597"/>
                  <a:pt x="64038" y="188332"/>
                  <a:pt x="65268" y="189211"/>
                </a:cubicBezTo>
                <a:cubicBezTo>
                  <a:pt x="68876" y="191674"/>
                  <a:pt x="69052" y="202670"/>
                  <a:pt x="69227" y="209180"/>
                </a:cubicBezTo>
                <a:cubicBezTo>
                  <a:pt x="69315" y="212433"/>
                  <a:pt x="69403" y="215424"/>
                  <a:pt x="69667" y="217887"/>
                </a:cubicBezTo>
                <a:cubicBezTo>
                  <a:pt x="70636" y="226157"/>
                  <a:pt x="77321" y="235481"/>
                  <a:pt x="103357" y="233633"/>
                </a:cubicBezTo>
                <a:cubicBezTo>
                  <a:pt x="109515" y="233281"/>
                  <a:pt x="119278" y="230380"/>
                  <a:pt x="130626" y="227125"/>
                </a:cubicBezTo>
                <a:cubicBezTo>
                  <a:pt x="141358" y="223958"/>
                  <a:pt x="153585" y="220439"/>
                  <a:pt x="164228" y="218502"/>
                </a:cubicBezTo>
                <a:cubicBezTo>
                  <a:pt x="170650" y="217360"/>
                  <a:pt x="173289" y="218416"/>
                  <a:pt x="173464" y="219119"/>
                </a:cubicBezTo>
                <a:cubicBezTo>
                  <a:pt x="173905" y="220701"/>
                  <a:pt x="171882" y="224309"/>
                  <a:pt x="169595" y="225188"/>
                </a:cubicBezTo>
                <a:cubicBezTo>
                  <a:pt x="161853" y="228268"/>
                  <a:pt x="127987" y="241110"/>
                  <a:pt x="127636" y="241198"/>
                </a:cubicBezTo>
                <a:cubicBezTo>
                  <a:pt x="125349" y="242078"/>
                  <a:pt x="123940" y="244629"/>
                  <a:pt x="124557" y="247092"/>
                </a:cubicBezTo>
                <a:cubicBezTo>
                  <a:pt x="125085" y="249554"/>
                  <a:pt x="127372" y="251138"/>
                  <a:pt x="129923" y="250963"/>
                </a:cubicBezTo>
                <a:cubicBezTo>
                  <a:pt x="130099" y="250963"/>
                  <a:pt x="130274" y="250963"/>
                  <a:pt x="130362" y="250963"/>
                </a:cubicBezTo>
                <a:cubicBezTo>
                  <a:pt x="131154" y="252721"/>
                  <a:pt x="130274" y="258704"/>
                  <a:pt x="128516" y="263541"/>
                </a:cubicBezTo>
                <a:cubicBezTo>
                  <a:pt x="127724" y="265565"/>
                  <a:pt x="128339" y="267852"/>
                  <a:pt x="130011" y="269259"/>
                </a:cubicBezTo>
                <a:cubicBezTo>
                  <a:pt x="133705" y="272250"/>
                  <a:pt x="129835" y="277351"/>
                  <a:pt x="129043" y="278319"/>
                </a:cubicBezTo>
                <a:cubicBezTo>
                  <a:pt x="128075" y="279463"/>
                  <a:pt x="127724" y="280958"/>
                  <a:pt x="127987" y="282453"/>
                </a:cubicBezTo>
                <a:cubicBezTo>
                  <a:pt x="128427" y="285093"/>
                  <a:pt x="127987" y="287116"/>
                  <a:pt x="126492" y="288874"/>
                </a:cubicBezTo>
                <a:cubicBezTo>
                  <a:pt x="123677" y="292393"/>
                  <a:pt x="114441" y="298110"/>
                  <a:pt x="84005" y="297759"/>
                </a:cubicBezTo>
                <a:moveTo>
                  <a:pt x="149187" y="10116"/>
                </a:moveTo>
                <a:cubicBezTo>
                  <a:pt x="225892" y="10116"/>
                  <a:pt x="288347" y="72482"/>
                  <a:pt x="288347" y="149188"/>
                </a:cubicBezTo>
                <a:cubicBezTo>
                  <a:pt x="288347" y="225893"/>
                  <a:pt x="225892" y="288347"/>
                  <a:pt x="149187" y="288347"/>
                </a:cubicBezTo>
                <a:cubicBezTo>
                  <a:pt x="145579" y="288347"/>
                  <a:pt x="141709" y="288172"/>
                  <a:pt x="137928" y="287819"/>
                </a:cubicBezTo>
                <a:cubicBezTo>
                  <a:pt x="137928" y="287467"/>
                  <a:pt x="138015" y="287116"/>
                  <a:pt x="138015" y="286763"/>
                </a:cubicBezTo>
                <a:cubicBezTo>
                  <a:pt x="138103" y="286500"/>
                  <a:pt x="138103" y="286236"/>
                  <a:pt x="138103" y="285883"/>
                </a:cubicBezTo>
                <a:cubicBezTo>
                  <a:pt x="138191" y="284917"/>
                  <a:pt x="138279" y="283949"/>
                  <a:pt x="138191" y="282893"/>
                </a:cubicBezTo>
                <a:cubicBezTo>
                  <a:pt x="139775" y="280431"/>
                  <a:pt x="142150" y="275855"/>
                  <a:pt x="141622" y="270842"/>
                </a:cubicBezTo>
                <a:cubicBezTo>
                  <a:pt x="141446" y="268379"/>
                  <a:pt x="140478" y="266092"/>
                  <a:pt x="138983" y="264069"/>
                </a:cubicBezTo>
                <a:cubicBezTo>
                  <a:pt x="140302" y="259670"/>
                  <a:pt x="141797" y="252633"/>
                  <a:pt x="139863" y="247443"/>
                </a:cubicBezTo>
                <a:cubicBezTo>
                  <a:pt x="150506" y="243397"/>
                  <a:pt x="167922" y="236712"/>
                  <a:pt x="173376" y="234601"/>
                </a:cubicBezTo>
                <a:cubicBezTo>
                  <a:pt x="179710" y="232050"/>
                  <a:pt x="185252" y="223694"/>
                  <a:pt x="183141" y="216304"/>
                </a:cubicBezTo>
                <a:cubicBezTo>
                  <a:pt x="183141" y="216129"/>
                  <a:pt x="183053" y="215865"/>
                  <a:pt x="182965" y="215688"/>
                </a:cubicBezTo>
                <a:cubicBezTo>
                  <a:pt x="182261" y="213842"/>
                  <a:pt x="180766" y="211114"/>
                  <a:pt x="177160" y="209443"/>
                </a:cubicBezTo>
                <a:cubicBezTo>
                  <a:pt x="173993" y="208036"/>
                  <a:pt x="169331" y="207332"/>
                  <a:pt x="162382" y="208563"/>
                </a:cubicBezTo>
                <a:cubicBezTo>
                  <a:pt x="151209" y="210587"/>
                  <a:pt x="138808" y="214193"/>
                  <a:pt x="127812" y="217360"/>
                </a:cubicBezTo>
                <a:cubicBezTo>
                  <a:pt x="117520" y="220351"/>
                  <a:pt x="107755" y="223253"/>
                  <a:pt x="102653" y="223605"/>
                </a:cubicBezTo>
                <a:cubicBezTo>
                  <a:pt x="92626" y="224309"/>
                  <a:pt x="80575" y="223694"/>
                  <a:pt x="79695" y="216656"/>
                </a:cubicBezTo>
                <a:cubicBezTo>
                  <a:pt x="79431" y="214722"/>
                  <a:pt x="79343" y="211906"/>
                  <a:pt x="79343" y="209003"/>
                </a:cubicBezTo>
                <a:cubicBezTo>
                  <a:pt x="79080" y="198887"/>
                  <a:pt x="78815" y="186220"/>
                  <a:pt x="71075" y="180856"/>
                </a:cubicBezTo>
                <a:cubicBezTo>
                  <a:pt x="67028" y="178128"/>
                  <a:pt x="61927" y="177776"/>
                  <a:pt x="55857" y="179888"/>
                </a:cubicBezTo>
                <a:cubicBezTo>
                  <a:pt x="48556" y="182438"/>
                  <a:pt x="49875" y="190884"/>
                  <a:pt x="51019" y="198272"/>
                </a:cubicBezTo>
                <a:cubicBezTo>
                  <a:pt x="51811" y="203022"/>
                  <a:pt x="52690" y="208476"/>
                  <a:pt x="51546" y="211643"/>
                </a:cubicBezTo>
                <a:cubicBezTo>
                  <a:pt x="51019" y="213050"/>
                  <a:pt x="50315" y="214810"/>
                  <a:pt x="49524" y="216744"/>
                </a:cubicBezTo>
                <a:cubicBezTo>
                  <a:pt x="49083" y="217887"/>
                  <a:pt x="48556" y="219119"/>
                  <a:pt x="48028" y="220439"/>
                </a:cubicBezTo>
                <a:cubicBezTo>
                  <a:pt x="47852" y="220879"/>
                  <a:pt x="47676" y="221318"/>
                  <a:pt x="47501" y="221758"/>
                </a:cubicBezTo>
                <a:cubicBezTo>
                  <a:pt x="47060" y="222990"/>
                  <a:pt x="46533" y="224221"/>
                  <a:pt x="46093" y="225540"/>
                </a:cubicBezTo>
                <a:cubicBezTo>
                  <a:pt x="46004" y="225893"/>
                  <a:pt x="45828" y="226157"/>
                  <a:pt x="45741" y="226420"/>
                </a:cubicBezTo>
                <a:cubicBezTo>
                  <a:pt x="45213" y="228003"/>
                  <a:pt x="44597" y="229675"/>
                  <a:pt x="44070" y="231346"/>
                </a:cubicBezTo>
                <a:cubicBezTo>
                  <a:pt x="43894" y="231785"/>
                  <a:pt x="43805" y="232226"/>
                  <a:pt x="43629" y="232667"/>
                </a:cubicBezTo>
                <a:cubicBezTo>
                  <a:pt x="43190" y="233984"/>
                  <a:pt x="42751" y="235481"/>
                  <a:pt x="42310" y="236888"/>
                </a:cubicBezTo>
                <a:cubicBezTo>
                  <a:pt x="42222" y="237239"/>
                  <a:pt x="42134" y="237504"/>
                  <a:pt x="42046" y="237856"/>
                </a:cubicBezTo>
                <a:cubicBezTo>
                  <a:pt x="21374" y="212962"/>
                  <a:pt x="10116" y="181822"/>
                  <a:pt x="10116" y="149188"/>
                </a:cubicBezTo>
                <a:cubicBezTo>
                  <a:pt x="10116" y="72482"/>
                  <a:pt x="72482" y="10116"/>
                  <a:pt x="149187" y="1011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path-537">
            <a:extLst xmlns:a="http://schemas.openxmlformats.org/drawingml/2006/main">
              <a:ext uri="{FF2B5EF4-FFF2-40B4-BE49-F238E27FC236}">
                <a16:creationId xmlns:a16="http://schemas.microsoft.com/office/drawing/2014/main" id="{49B727A1-9702-4B82-91D9-E1E925C1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405" y="4573064"/>
            <a:ext cx="437370" cy="451158"/>
          </a:xfrm>
          <a:custGeom xmlns:a="http://schemas.openxmlformats.org/drawingml/2006/main">
            <a:pathLst>
              <a:path w="298465" h="307873">
                <a:moveTo>
                  <a:pt x="38967" y="265295"/>
                </a:moveTo>
                <a:cubicBezTo>
                  <a:pt x="41076" y="283331"/>
                  <a:pt x="48031" y="307346"/>
                  <a:pt x="83920" y="307873"/>
                </a:cubicBezTo>
                <a:cubicBezTo>
                  <a:pt x="84884" y="307873"/>
                  <a:pt x="85938" y="307873"/>
                  <a:pt x="86907" y="307873"/>
                </a:cubicBezTo>
                <a:cubicBezTo>
                  <a:pt x="109777" y="307873"/>
                  <a:pt x="124645" y="304441"/>
                  <a:pt x="132296" y="297408"/>
                </a:cubicBezTo>
                <a:cubicBezTo>
                  <a:pt x="138106" y="298020"/>
                  <a:pt x="143734" y="298459"/>
                  <a:pt x="149187" y="298459"/>
                </a:cubicBezTo>
                <a:cubicBezTo>
                  <a:pt x="231520" y="298459"/>
                  <a:pt x="298465" y="231520"/>
                  <a:pt x="298465" y="149187"/>
                </a:cubicBezTo>
                <a:cubicBezTo>
                  <a:pt x="298465" y="66939"/>
                  <a:pt x="231520" y="0"/>
                  <a:pt x="149187" y="0"/>
                </a:cubicBezTo>
                <a:cubicBezTo>
                  <a:pt x="66939" y="0"/>
                  <a:pt x="0" y="66939"/>
                  <a:pt x="0" y="149187"/>
                </a:cubicBezTo>
                <a:cubicBezTo>
                  <a:pt x="0" y="186746"/>
                  <a:pt x="13983" y="222548"/>
                  <a:pt x="39410" y="250168"/>
                </a:cubicBezTo>
                <a:cubicBezTo>
                  <a:pt x="38616" y="255708"/>
                  <a:pt x="38440" y="260727"/>
                  <a:pt x="38967" y="265295"/>
                </a:cubicBezTo>
                <a:moveTo>
                  <a:pt x="84005" y="297759"/>
                </a:moveTo>
                <a:cubicBezTo>
                  <a:pt x="56646" y="297408"/>
                  <a:pt x="51017" y="281395"/>
                  <a:pt x="48994" y="264069"/>
                </a:cubicBezTo>
                <a:cubicBezTo>
                  <a:pt x="48467" y="259846"/>
                  <a:pt x="48733" y="254920"/>
                  <a:pt x="49697" y="249377"/>
                </a:cubicBezTo>
                <a:cubicBezTo>
                  <a:pt x="51635" y="238645"/>
                  <a:pt x="56034" y="227740"/>
                  <a:pt x="58936" y="220524"/>
                </a:cubicBezTo>
                <a:cubicBezTo>
                  <a:pt x="59729" y="218416"/>
                  <a:pt x="60432" y="216568"/>
                  <a:pt x="61044" y="215069"/>
                </a:cubicBezTo>
                <a:cubicBezTo>
                  <a:pt x="63067" y="209443"/>
                  <a:pt x="62013" y="202670"/>
                  <a:pt x="61044" y="196684"/>
                </a:cubicBezTo>
                <a:cubicBezTo>
                  <a:pt x="60693" y="194310"/>
                  <a:pt x="60081" y="190793"/>
                  <a:pt x="60256" y="189121"/>
                </a:cubicBezTo>
                <a:cubicBezTo>
                  <a:pt x="62013" y="188594"/>
                  <a:pt x="64037" y="188327"/>
                  <a:pt x="65267" y="189208"/>
                </a:cubicBezTo>
                <a:cubicBezTo>
                  <a:pt x="68877" y="191674"/>
                  <a:pt x="69053" y="202670"/>
                  <a:pt x="69229" y="209177"/>
                </a:cubicBezTo>
                <a:cubicBezTo>
                  <a:pt x="69314" y="212430"/>
                  <a:pt x="69405" y="215420"/>
                  <a:pt x="69665" y="217886"/>
                </a:cubicBezTo>
                <a:cubicBezTo>
                  <a:pt x="70634" y="226155"/>
                  <a:pt x="77323" y="235479"/>
                  <a:pt x="103356" y="233719"/>
                </a:cubicBezTo>
                <a:cubicBezTo>
                  <a:pt x="109517" y="233280"/>
                  <a:pt x="119277" y="230378"/>
                  <a:pt x="130630" y="227122"/>
                </a:cubicBezTo>
                <a:cubicBezTo>
                  <a:pt x="141354" y="223956"/>
                  <a:pt x="153585" y="220436"/>
                  <a:pt x="164230" y="218501"/>
                </a:cubicBezTo>
                <a:cubicBezTo>
                  <a:pt x="170652" y="217359"/>
                  <a:pt x="173293" y="218416"/>
                  <a:pt x="173469" y="219116"/>
                </a:cubicBezTo>
                <a:cubicBezTo>
                  <a:pt x="173905" y="220700"/>
                  <a:pt x="171882" y="224308"/>
                  <a:pt x="169592" y="225189"/>
                </a:cubicBezTo>
                <a:cubicBezTo>
                  <a:pt x="161855" y="228264"/>
                  <a:pt x="127989" y="241104"/>
                  <a:pt x="127631" y="241195"/>
                </a:cubicBezTo>
                <a:cubicBezTo>
                  <a:pt x="125347" y="242162"/>
                  <a:pt x="123942" y="244627"/>
                  <a:pt x="124560" y="247090"/>
                </a:cubicBezTo>
                <a:cubicBezTo>
                  <a:pt x="125087" y="249556"/>
                  <a:pt x="127371" y="251134"/>
                  <a:pt x="129921" y="250958"/>
                </a:cubicBezTo>
                <a:cubicBezTo>
                  <a:pt x="130097" y="250958"/>
                  <a:pt x="130273" y="250958"/>
                  <a:pt x="130364" y="250958"/>
                </a:cubicBezTo>
                <a:cubicBezTo>
                  <a:pt x="131157" y="252721"/>
                  <a:pt x="130273" y="258698"/>
                  <a:pt x="128516" y="263538"/>
                </a:cubicBezTo>
                <a:cubicBezTo>
                  <a:pt x="127722" y="265562"/>
                  <a:pt x="128340" y="267846"/>
                  <a:pt x="130006" y="269258"/>
                </a:cubicBezTo>
                <a:cubicBezTo>
                  <a:pt x="133708" y="272244"/>
                  <a:pt x="129831" y="277348"/>
                  <a:pt x="129043" y="278318"/>
                </a:cubicBezTo>
                <a:cubicBezTo>
                  <a:pt x="128074" y="279463"/>
                  <a:pt x="127722" y="280956"/>
                  <a:pt x="127989" y="282450"/>
                </a:cubicBezTo>
                <a:cubicBezTo>
                  <a:pt x="128431" y="285088"/>
                  <a:pt x="127989" y="287115"/>
                  <a:pt x="126492" y="288962"/>
                </a:cubicBezTo>
                <a:cubicBezTo>
                  <a:pt x="123675" y="292388"/>
                  <a:pt x="114436" y="298110"/>
                  <a:pt x="84005" y="297759"/>
                </a:cubicBezTo>
                <a:moveTo>
                  <a:pt x="149187" y="10114"/>
                </a:moveTo>
                <a:cubicBezTo>
                  <a:pt x="225892" y="10114"/>
                  <a:pt x="288347" y="72479"/>
                  <a:pt x="288347" y="149187"/>
                </a:cubicBezTo>
                <a:cubicBezTo>
                  <a:pt x="288347" y="225889"/>
                  <a:pt x="225892" y="288344"/>
                  <a:pt x="149187" y="288344"/>
                </a:cubicBezTo>
                <a:cubicBezTo>
                  <a:pt x="145576" y="288344"/>
                  <a:pt x="141711" y="288169"/>
                  <a:pt x="137931" y="287814"/>
                </a:cubicBezTo>
                <a:cubicBezTo>
                  <a:pt x="137931" y="287463"/>
                  <a:pt x="138015" y="287115"/>
                  <a:pt x="138015" y="286763"/>
                </a:cubicBezTo>
                <a:cubicBezTo>
                  <a:pt x="138106" y="286497"/>
                  <a:pt x="138106" y="286236"/>
                  <a:pt x="138106" y="285882"/>
                </a:cubicBezTo>
                <a:cubicBezTo>
                  <a:pt x="138191" y="284915"/>
                  <a:pt x="138282" y="283946"/>
                  <a:pt x="138191" y="282889"/>
                </a:cubicBezTo>
                <a:cubicBezTo>
                  <a:pt x="139778" y="280429"/>
                  <a:pt x="142153" y="275852"/>
                  <a:pt x="141620" y="270842"/>
                </a:cubicBezTo>
                <a:cubicBezTo>
                  <a:pt x="141444" y="268376"/>
                  <a:pt x="140481" y="266092"/>
                  <a:pt x="138979" y="264069"/>
                </a:cubicBezTo>
                <a:cubicBezTo>
                  <a:pt x="140305" y="259670"/>
                  <a:pt x="141802" y="252630"/>
                  <a:pt x="139863" y="247441"/>
                </a:cubicBezTo>
                <a:cubicBezTo>
                  <a:pt x="150508" y="243394"/>
                  <a:pt x="167919" y="236709"/>
                  <a:pt x="173378" y="234598"/>
                </a:cubicBezTo>
                <a:cubicBezTo>
                  <a:pt x="179715" y="232047"/>
                  <a:pt x="185252" y="223690"/>
                  <a:pt x="183138" y="216301"/>
                </a:cubicBezTo>
                <a:cubicBezTo>
                  <a:pt x="183138" y="216126"/>
                  <a:pt x="183053" y="215950"/>
                  <a:pt x="182962" y="215687"/>
                </a:cubicBezTo>
                <a:cubicBezTo>
                  <a:pt x="182266" y="213842"/>
                  <a:pt x="180763" y="211112"/>
                  <a:pt x="177158" y="209443"/>
                </a:cubicBezTo>
                <a:cubicBezTo>
                  <a:pt x="173990" y="208032"/>
                  <a:pt x="169331" y="207329"/>
                  <a:pt x="162382" y="208562"/>
                </a:cubicBezTo>
                <a:cubicBezTo>
                  <a:pt x="151210" y="210585"/>
                  <a:pt x="138803" y="214193"/>
                  <a:pt x="127807" y="217359"/>
                </a:cubicBezTo>
                <a:cubicBezTo>
                  <a:pt x="117520" y="220436"/>
                  <a:pt x="107754" y="223250"/>
                  <a:pt x="102653" y="223602"/>
                </a:cubicBezTo>
                <a:cubicBezTo>
                  <a:pt x="92626" y="224308"/>
                  <a:pt x="80576" y="223690"/>
                  <a:pt x="79698" y="216653"/>
                </a:cubicBezTo>
                <a:cubicBezTo>
                  <a:pt x="79431" y="214717"/>
                  <a:pt x="79346" y="211903"/>
                  <a:pt x="79346" y="209001"/>
                </a:cubicBezTo>
                <a:cubicBezTo>
                  <a:pt x="79080" y="198884"/>
                  <a:pt x="78813" y="186303"/>
                  <a:pt x="71077" y="180854"/>
                </a:cubicBezTo>
                <a:cubicBezTo>
                  <a:pt x="67030" y="178128"/>
                  <a:pt x="61928" y="177773"/>
                  <a:pt x="55858" y="179882"/>
                </a:cubicBezTo>
                <a:cubicBezTo>
                  <a:pt x="48558" y="182435"/>
                  <a:pt x="49872" y="190878"/>
                  <a:pt x="51017" y="198272"/>
                </a:cubicBezTo>
                <a:cubicBezTo>
                  <a:pt x="51811" y="203022"/>
                  <a:pt x="52690" y="208471"/>
                  <a:pt x="51544" y="211643"/>
                </a:cubicBezTo>
                <a:cubicBezTo>
                  <a:pt x="51017" y="213045"/>
                  <a:pt x="50315" y="214808"/>
                  <a:pt x="49521" y="216744"/>
                </a:cubicBezTo>
                <a:cubicBezTo>
                  <a:pt x="49085" y="217886"/>
                  <a:pt x="48558" y="219116"/>
                  <a:pt x="48031" y="220436"/>
                </a:cubicBezTo>
                <a:cubicBezTo>
                  <a:pt x="47849" y="220875"/>
                  <a:pt x="47673" y="221315"/>
                  <a:pt x="47497" y="221757"/>
                </a:cubicBezTo>
                <a:cubicBezTo>
                  <a:pt x="47061" y="222990"/>
                  <a:pt x="46534" y="224217"/>
                  <a:pt x="46092" y="225540"/>
                </a:cubicBezTo>
                <a:cubicBezTo>
                  <a:pt x="46007" y="225889"/>
                  <a:pt x="45831" y="226155"/>
                  <a:pt x="45741" y="226416"/>
                </a:cubicBezTo>
                <a:cubicBezTo>
                  <a:pt x="45213" y="228000"/>
                  <a:pt x="44596" y="229672"/>
                  <a:pt x="44068" y="231344"/>
                </a:cubicBezTo>
                <a:cubicBezTo>
                  <a:pt x="43893" y="231787"/>
                  <a:pt x="43808" y="232223"/>
                  <a:pt x="43632" y="232662"/>
                </a:cubicBezTo>
                <a:cubicBezTo>
                  <a:pt x="43190" y="234071"/>
                  <a:pt x="42748" y="235479"/>
                  <a:pt x="42312" y="236885"/>
                </a:cubicBezTo>
                <a:cubicBezTo>
                  <a:pt x="42221" y="237236"/>
                  <a:pt x="42136" y="237503"/>
                  <a:pt x="42045" y="237854"/>
                </a:cubicBezTo>
                <a:cubicBezTo>
                  <a:pt x="21374" y="212960"/>
                  <a:pt x="10117" y="181820"/>
                  <a:pt x="10117" y="149187"/>
                </a:cubicBezTo>
                <a:cubicBezTo>
                  <a:pt x="10117" y="72479"/>
                  <a:pt x="72482" y="10114"/>
                  <a:pt x="149187" y="101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47" name="text-538 No">
            <a:extLst xmlns:a="http://schemas.openxmlformats.org/drawingml/2006/main">
              <a:ext uri="{FF2B5EF4-FFF2-40B4-BE49-F238E27FC236}">
                <a16:creationId xmlns:a16="http://schemas.microsoft.com/office/drawing/2014/main" id="{9D324196-B859-4D3E-9482-5F1F6C49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1497" y="4659832"/>
            <a:ext cx="312079" cy="288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548" name="path-539">
            <a:extLst xmlns:a="http://schemas.openxmlformats.org/drawingml/2006/main">
              <a:ext uri="{FF2B5EF4-FFF2-40B4-BE49-F238E27FC236}">
                <a16:creationId xmlns:a16="http://schemas.microsoft.com/office/drawing/2014/main" id="{5C788851-D103-4892-B1D6-A243EDEF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451" y="7875683"/>
            <a:ext cx="191" cy="187035"/>
          </a:xfrm>
          <a:custGeom xmlns:a="http://schemas.openxmlformats.org/drawingml/2006/main">
            <a:pathLst>
              <a:path w="191" h="127634">
                <a:moveTo>
                  <a:pt x="0" y="1276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9051"/>
            </a:solidFill>
            <a:prstDash val="solid"/>
          </a:ln>
        </p:spPr>
      </p:sp>
      <p:sp>
        <p:nvSpPr>
          <p:cNvPr id="549" name="path-540">
            <a:extLst xmlns:a="http://schemas.openxmlformats.org/drawingml/2006/main">
              <a:ext uri="{FF2B5EF4-FFF2-40B4-BE49-F238E27FC236}">
                <a16:creationId xmlns:a16="http://schemas.microsoft.com/office/drawing/2014/main" id="{04A676BD-0490-42AB-AF59-4830D0AE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12" y="7804786"/>
            <a:ext cx="85076" cy="113433"/>
          </a:xfrm>
          <a:custGeom xmlns:a="http://schemas.openxmlformats.org/drawingml/2006/main">
            <a:pathLst>
              <a:path w="58056" h="77408">
                <a:moveTo>
                  <a:pt x="29028" y="0"/>
                </a:moveTo>
                <a:lnTo>
                  <a:pt x="0" y="77408"/>
                </a:lnTo>
                <a:lnTo>
                  <a:pt x="29028" y="48381"/>
                </a:lnTo>
                <a:lnTo>
                  <a:pt x="58056" y="77408"/>
                </a:lnTo>
                <a:lnTo>
                  <a:pt x="29028" y="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41">
            <a:extLst xmlns:a="http://schemas.openxmlformats.org/drawingml/2006/main">
              <a:ext uri="{FF2B5EF4-FFF2-40B4-BE49-F238E27FC236}">
                <a16:creationId xmlns:a16="http://schemas.microsoft.com/office/drawing/2014/main" id="{5A903CAE-F136-490E-BDCC-06BD4A40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08" y="7804784"/>
            <a:ext cx="85077" cy="113433"/>
          </a:xfrm>
          <a:custGeom xmlns:a="http://schemas.openxmlformats.org/drawingml/2006/main">
            <a:pathLst>
              <a:path w="58057" h="77408">
                <a:moveTo>
                  <a:pt x="29032" y="0"/>
                </a:moveTo>
                <a:lnTo>
                  <a:pt x="0" y="77408"/>
                </a:lnTo>
                <a:lnTo>
                  <a:pt x="29032" y="48382"/>
                </a:lnTo>
                <a:lnTo>
                  <a:pt x="58057" y="77408"/>
                </a:lnTo>
                <a:lnTo>
                  <a:pt x="29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9051"/>
            </a:solidFill>
            <a:prstDash val="solid"/>
          </a:ln>
        </p:spPr>
      </p:sp>
      <p:sp>
        <p:nvSpPr>
          <p:cNvPr id="551" name="path-542">
            <a:extLst xmlns:a="http://schemas.openxmlformats.org/drawingml/2006/main">
              <a:ext uri="{FF2B5EF4-FFF2-40B4-BE49-F238E27FC236}">
                <a16:creationId xmlns:a16="http://schemas.microsoft.com/office/drawing/2014/main" id="{F3D58F47-46DE-4AD5-886A-A0BF4772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0308" y="8364998"/>
            <a:ext cx="255222" cy="257"/>
          </a:xfrm>
          <a:custGeom xmlns:a="http://schemas.openxmlformats.org/drawingml/2006/main">
            <a:pathLst>
              <a:path w="174166" h="191">
                <a:moveTo>
                  <a:pt x="0" y="176"/>
                </a:moveTo>
                <a:lnTo>
                  <a:pt x="174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552" name="path-543">
            <a:extLst xmlns:a="http://schemas.openxmlformats.org/drawingml/2006/main">
              <a:ext uri="{FF2B5EF4-FFF2-40B4-BE49-F238E27FC236}">
                <a16:creationId xmlns:a16="http://schemas.microsoft.com/office/drawing/2014/main" id="{C9C9E705-E821-4019-9C19-7B1B3D10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997" y="8322588"/>
            <a:ext cx="113435" cy="85076"/>
          </a:xfrm>
          <a:custGeom xmlns:a="http://schemas.openxmlformats.org/drawingml/2006/main">
            <a:pathLst>
              <a:path w="77409" h="58056">
                <a:moveTo>
                  <a:pt x="77409" y="28941"/>
                </a:moveTo>
                <a:lnTo>
                  <a:pt x="0" y="0"/>
                </a:lnTo>
                <a:lnTo>
                  <a:pt x="29029" y="28941"/>
                </a:lnTo>
                <a:lnTo>
                  <a:pt x="88" y="58056"/>
                </a:lnTo>
                <a:lnTo>
                  <a:pt x="77409" y="28941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44">
            <a:extLst xmlns:a="http://schemas.openxmlformats.org/drawingml/2006/main">
              <a:ext uri="{FF2B5EF4-FFF2-40B4-BE49-F238E27FC236}">
                <a16:creationId xmlns:a16="http://schemas.microsoft.com/office/drawing/2014/main" id="{F2A1D3B2-7C53-4681-8C9D-5712E59C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2996" y="8322588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8941"/>
                </a:moveTo>
                <a:lnTo>
                  <a:pt x="0" y="0"/>
                </a:lnTo>
                <a:lnTo>
                  <a:pt x="29026" y="28941"/>
                </a:lnTo>
                <a:lnTo>
                  <a:pt x="85" y="58057"/>
                </a:lnTo>
                <a:lnTo>
                  <a:pt x="77408" y="2894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554" name="path-545">
            <a:extLst xmlns:a="http://schemas.openxmlformats.org/drawingml/2006/main">
              <a:ext uri="{FF2B5EF4-FFF2-40B4-BE49-F238E27FC236}">
                <a16:creationId xmlns:a16="http://schemas.microsoft.com/office/drawing/2014/main" id="{86A1C8DA-EA41-4D0E-8DCF-147EA21D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6032" y="7307217"/>
            <a:ext cx="1414705" cy="451162"/>
          </a:xfrm>
          <a:custGeom xmlns:a="http://schemas.openxmlformats.org/drawingml/2006/main">
            <a:pathLst>
              <a:path w="965405" h="307876">
                <a:moveTo>
                  <a:pt x="0" y="0"/>
                </a:moveTo>
                <a:lnTo>
                  <a:pt x="0" y="307876"/>
                </a:lnTo>
                <a:lnTo>
                  <a:pt x="965405" y="307876"/>
                </a:lnTo>
                <a:lnTo>
                  <a:pt x="9654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555" name="path-546">
            <a:extLst xmlns:a="http://schemas.openxmlformats.org/drawingml/2006/main">
              <a:ext uri="{FF2B5EF4-FFF2-40B4-BE49-F238E27FC236}">
                <a16:creationId xmlns:a16="http://schemas.microsoft.com/office/drawing/2014/main" id="{5B8E39AA-1680-446A-8629-9AFF85E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0935" y="7636437"/>
            <a:ext cx="1031347" cy="191"/>
          </a:xfrm>
          <a:custGeom xmlns:a="http://schemas.openxmlformats.org/drawingml/2006/main">
            <a:pathLst>
              <a:path w="703799" h="191">
                <a:moveTo>
                  <a:pt x="0" y="0"/>
                </a:moveTo>
                <a:lnTo>
                  <a:pt x="703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9051"/>
            </a:solidFill>
            <a:prstDash val="solid"/>
          </a:ln>
        </p:spPr>
      </p:sp>
      <p:sp>
        <p:nvSpPr>
          <p:cNvPr id="556" name="text-547 Terminating">
            <a:extLst xmlns:a="http://schemas.openxmlformats.org/drawingml/2006/main">
              <a:ext uri="{FF2B5EF4-FFF2-40B4-BE49-F238E27FC236}">
                <a16:creationId xmlns:a16="http://schemas.microsoft.com/office/drawing/2014/main" id="{B8948BE8-3683-4A88-80EE-5FFC09E2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0935" y="7393975"/>
            <a:ext cx="1202111" cy="288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Terminating</a:t>
            </a:r>
          </a:p>
        </p:txBody>
      </p:sp>
      <p:sp>
        <p:nvSpPr>
          <p:cNvPr id="557" name="path-548">
            <a:extLst xmlns:a="http://schemas.openxmlformats.org/drawingml/2006/main">
              <a:ext uri="{FF2B5EF4-FFF2-40B4-BE49-F238E27FC236}">
                <a16:creationId xmlns:a16="http://schemas.microsoft.com/office/drawing/2014/main" id="{DD8470A5-7ECF-4CD8-A32B-D0F2B75C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354" y="8075521"/>
            <a:ext cx="1607986" cy="580669"/>
          </a:xfrm>
          <a:custGeom xmlns:a="http://schemas.openxmlformats.org/drawingml/2006/main">
            <a:pathLst>
              <a:path w="1097301" h="396253">
                <a:moveTo>
                  <a:pt x="0" y="0"/>
                </a:moveTo>
                <a:lnTo>
                  <a:pt x="1097301" y="0"/>
                </a:lnTo>
                <a:lnTo>
                  <a:pt x="1097301" y="396253"/>
                </a:lnTo>
                <a:lnTo>
                  <a:pt x="0" y="396253"/>
                </a:lnTo>
                <a:close/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ath-549">
            <a:extLst xmlns:a="http://schemas.openxmlformats.org/drawingml/2006/main">
              <a:ext uri="{FF2B5EF4-FFF2-40B4-BE49-F238E27FC236}">
                <a16:creationId xmlns:a16="http://schemas.microsoft.com/office/drawing/2014/main" id="{BE85538F-4F4A-427F-B479-F4AD9119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351" y="8075605"/>
            <a:ext cx="1608065" cy="580580"/>
          </a:xfrm>
          <a:custGeom xmlns:a="http://schemas.openxmlformats.org/drawingml/2006/main">
            <a:pathLst>
              <a:path w="1097356" h="396192">
                <a:moveTo>
                  <a:pt x="0" y="0"/>
                </a:moveTo>
                <a:lnTo>
                  <a:pt x="0" y="396192"/>
                </a:lnTo>
                <a:lnTo>
                  <a:pt x="1097356" y="396192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5300"/>
            </a:solidFill>
            <a:prstDash val="solid"/>
          </a:ln>
        </p:spPr>
      </p:sp>
      <p:sp>
        <p:nvSpPr>
          <p:cNvPr id="559" name="text-550 Observation">
            <a:extLst xmlns:a="http://schemas.openxmlformats.org/drawingml/2006/main">
              <a:ext uri="{FF2B5EF4-FFF2-40B4-BE49-F238E27FC236}">
                <a16:creationId xmlns:a16="http://schemas.microsoft.com/office/drawing/2014/main" id="{0C9DD212-4F94-4903-9957-E3C38E4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7003" y="8101391"/>
            <a:ext cx="1240606" cy="288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60" name="text-550 is">
            <a:extLst xmlns:a="http://schemas.openxmlformats.org/drawingml/2006/main">
              <a:ext uri="{FF2B5EF4-FFF2-40B4-BE49-F238E27FC236}">
                <a16:creationId xmlns:a16="http://schemas.microsoft.com/office/drawing/2014/main" id="{0ED3F972-24E5-465D-8749-CF4916D2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7738" y="8101427"/>
            <a:ext cx="209142" cy="288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561" name="text-551 Sufficient?">
            <a:extLst xmlns:a="http://schemas.openxmlformats.org/drawingml/2006/main">
              <a:ext uri="{FF2B5EF4-FFF2-40B4-BE49-F238E27FC236}">
                <a16:creationId xmlns:a16="http://schemas.microsoft.com/office/drawing/2014/main" id="{9D360FC0-FE5E-4A51-87DF-DD8222B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0563" y="8352774"/>
            <a:ext cx="1102693" cy="288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Sufficient?</a:t>
            </a:r>
          </a:p>
        </p:txBody>
      </p:sp>
      <p:sp>
        <p:nvSpPr>
          <p:cNvPr id="562" name="path-552">
            <a:extLst xmlns:a="http://schemas.openxmlformats.org/drawingml/2006/main">
              <a:ext uri="{FF2B5EF4-FFF2-40B4-BE49-F238E27FC236}">
                <a16:creationId xmlns:a16="http://schemas.microsoft.com/office/drawing/2014/main" id="{7E4E8ED8-3C43-453E-93D2-90DFF88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2834" y="8073931"/>
            <a:ext cx="1608065" cy="580713"/>
          </a:xfrm>
          <a:custGeom xmlns:a="http://schemas.openxmlformats.org/drawingml/2006/main">
            <a:pathLst>
              <a:path w="1097356" h="396283">
                <a:moveTo>
                  <a:pt x="0" y="0"/>
                </a:moveTo>
                <a:lnTo>
                  <a:pt x="0" y="396283"/>
                </a:lnTo>
                <a:lnTo>
                  <a:pt x="1097356" y="396283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1100"/>
            </a:solidFill>
            <a:prstDash val="solid"/>
          </a:ln>
        </p:spPr>
      </p:sp>
      <p:sp>
        <p:nvSpPr>
          <p:cNvPr id="563" name="text-553 Localizing">
            <a:extLst xmlns:a="http://schemas.openxmlformats.org/drawingml/2006/main">
              <a:ext uri="{FF2B5EF4-FFF2-40B4-BE49-F238E27FC236}">
                <a16:creationId xmlns:a16="http://schemas.microsoft.com/office/drawing/2014/main" id="{01E53242-7179-4258-8A0D-14FA3061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6034" y="8112465"/>
            <a:ext cx="954441" cy="288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564" name="path-555">
            <a:extLst xmlns:a="http://schemas.openxmlformats.org/drawingml/2006/main">
              <a:ext uri="{FF2B5EF4-FFF2-40B4-BE49-F238E27FC236}">
                <a16:creationId xmlns:a16="http://schemas.microsoft.com/office/drawing/2014/main" id="{70DCBAC0-CC55-4068-A067-C2F582B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0660" y="8345405"/>
            <a:ext cx="447038" cy="191"/>
          </a:xfrm>
          <a:custGeom xmlns:a="http://schemas.openxmlformats.org/drawingml/2006/main">
            <a:pathLst>
              <a:path w="305062" h="191">
                <a:moveTo>
                  <a:pt x="0" y="0"/>
                </a:moveTo>
                <a:lnTo>
                  <a:pt x="305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931100"/>
            </a:solidFill>
            <a:prstDash val="solid"/>
          </a:ln>
        </p:spPr>
      </p:sp>
      <p:sp>
        <p:nvSpPr>
          <p:cNvPr id="565" name="text-556 Next">
            <a:extLst xmlns:a="http://schemas.openxmlformats.org/drawingml/2006/main">
              <a:ext uri="{FF2B5EF4-FFF2-40B4-BE49-F238E27FC236}">
                <a16:creationId xmlns:a16="http://schemas.microsoft.com/office/drawing/2014/main" id="{EC849DBE-8F6D-4B9E-84BA-5F9F51D9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0660" y="8112487"/>
            <a:ext cx="484212" cy="288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66" name="text-557 Visual">
            <a:extLst xmlns:a="http://schemas.openxmlformats.org/drawingml/2006/main">
              <a:ext uri="{FF2B5EF4-FFF2-40B4-BE49-F238E27FC236}">
                <a16:creationId xmlns:a16="http://schemas.microsoft.com/office/drawing/2014/main" id="{6223E551-64E7-44C4-A804-472A626E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8186" y="8338449"/>
            <a:ext cx="595179" cy="28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67" name="text-557 Fixation">
            <a:extLst xmlns:a="http://schemas.openxmlformats.org/drawingml/2006/main">
              <a:ext uri="{FF2B5EF4-FFF2-40B4-BE49-F238E27FC236}">
                <a16:creationId xmlns:a16="http://schemas.microsoft.com/office/drawing/2014/main" id="{74784485-7968-4BDB-8CE5-C042B9F5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3515" y="8338440"/>
            <a:ext cx="759331" cy="288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568" name="path-558">
            <a:extLst xmlns:a="http://schemas.openxmlformats.org/drawingml/2006/main">
              <a:ext uri="{FF2B5EF4-FFF2-40B4-BE49-F238E27FC236}">
                <a16:creationId xmlns:a16="http://schemas.microsoft.com/office/drawing/2014/main" id="{00D0F0A2-DFCD-442D-BA44-20B1D7BB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9273" y="8365895"/>
            <a:ext cx="322774" cy="191"/>
          </a:xfrm>
          <a:custGeom xmlns:a="http://schemas.openxmlformats.org/drawingml/2006/main">
            <a:pathLst>
              <a:path w="220264" h="191">
                <a:moveTo>
                  <a:pt x="0" y="0"/>
                </a:moveTo>
                <a:lnTo>
                  <a:pt x="2202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569" name="path-559">
            <a:extLst xmlns:a="http://schemas.openxmlformats.org/drawingml/2006/main">
              <a:ext uri="{FF2B5EF4-FFF2-40B4-BE49-F238E27FC236}">
                <a16:creationId xmlns:a16="http://schemas.microsoft.com/office/drawing/2014/main" id="{D99C83BC-4F5C-4446-8DD5-1EC09B21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513" y="8323362"/>
            <a:ext cx="113435" cy="85076"/>
          </a:xfrm>
          <a:custGeom xmlns:a="http://schemas.openxmlformats.org/drawingml/2006/main">
            <a:pathLst>
              <a:path w="77409" h="58056">
                <a:moveTo>
                  <a:pt x="77409" y="29028"/>
                </a:moveTo>
                <a:lnTo>
                  <a:pt x="0" y="0"/>
                </a:lnTo>
                <a:lnTo>
                  <a:pt x="29029" y="29028"/>
                </a:lnTo>
                <a:lnTo>
                  <a:pt x="0" y="58056"/>
                </a:lnTo>
                <a:lnTo>
                  <a:pt x="77409" y="2902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ath-560">
            <a:extLst xmlns:a="http://schemas.openxmlformats.org/drawingml/2006/main">
              <a:ext uri="{FF2B5EF4-FFF2-40B4-BE49-F238E27FC236}">
                <a16:creationId xmlns:a16="http://schemas.microsoft.com/office/drawing/2014/main" id="{1D4F65CE-B8C9-47DC-84AC-FE18D76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504" y="8323361"/>
            <a:ext cx="113442" cy="85077"/>
          </a:xfrm>
          <a:custGeom xmlns:a="http://schemas.openxmlformats.org/drawingml/2006/main">
            <a:pathLst>
              <a:path w="77414" h="58057">
                <a:moveTo>
                  <a:pt x="77414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7"/>
                </a:lnTo>
                <a:lnTo>
                  <a:pt x="77414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5300"/>
            </a:solidFill>
            <a:prstDash val="solid"/>
          </a:ln>
        </p:spPr>
      </p:sp>
      <p:sp>
        <p:nvSpPr>
          <p:cNvPr id="571" name="text-561 Yes">
            <a:extLst xmlns:a="http://schemas.openxmlformats.org/drawingml/2006/main">
              <a:ext uri="{FF2B5EF4-FFF2-40B4-BE49-F238E27FC236}">
                <a16:creationId xmlns:a16="http://schemas.microsoft.com/office/drawing/2014/main" id="{E89DE987-719C-4BCF-ACF1-9392C816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78168" y="7390290"/>
            <a:ext cx="392646" cy="288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72" name="path-562">
            <a:extLst xmlns:a="http://schemas.openxmlformats.org/drawingml/2006/main">
              <a:ext uri="{FF2B5EF4-FFF2-40B4-BE49-F238E27FC236}">
                <a16:creationId xmlns:a16="http://schemas.microsoft.com/office/drawing/2014/main" id="{3FF1172B-87DC-4DA6-AD63-79C5875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7743" y="7379149"/>
            <a:ext cx="261543" cy="375365"/>
          </a:xfrm>
          <a:custGeom xmlns:a="http://schemas.openxmlformats.org/drawingml/2006/main">
            <a:pathLst>
              <a:path w="178479" h="256152">
                <a:moveTo>
                  <a:pt x="178479" y="90251"/>
                </a:moveTo>
                <a:cubicBezTo>
                  <a:pt x="178479" y="65269"/>
                  <a:pt x="167748" y="41431"/>
                  <a:pt x="149099" y="24717"/>
                </a:cubicBezTo>
                <a:cubicBezTo>
                  <a:pt x="130539" y="8004"/>
                  <a:pt x="105381" y="0"/>
                  <a:pt x="80312" y="2726"/>
                </a:cubicBezTo>
                <a:cubicBezTo>
                  <a:pt x="39320" y="7300"/>
                  <a:pt x="6685" y="40463"/>
                  <a:pt x="2638" y="81543"/>
                </a:cubicBezTo>
                <a:cubicBezTo>
                  <a:pt x="0" y="109075"/>
                  <a:pt x="10028" y="135728"/>
                  <a:pt x="30171" y="154552"/>
                </a:cubicBezTo>
                <a:cubicBezTo>
                  <a:pt x="37736" y="161679"/>
                  <a:pt x="42134" y="171882"/>
                  <a:pt x="42399" y="182614"/>
                </a:cubicBezTo>
                <a:cubicBezTo>
                  <a:pt x="38793" y="185428"/>
                  <a:pt x="36505" y="189739"/>
                  <a:pt x="36505" y="194577"/>
                </a:cubicBezTo>
                <a:lnTo>
                  <a:pt x="36505" y="217712"/>
                </a:lnTo>
                <a:cubicBezTo>
                  <a:pt x="36505" y="226155"/>
                  <a:pt x="43454" y="233105"/>
                  <a:pt x="51900" y="233105"/>
                </a:cubicBezTo>
                <a:lnTo>
                  <a:pt x="54626" y="233105"/>
                </a:lnTo>
                <a:lnTo>
                  <a:pt x="62807" y="251578"/>
                </a:lnTo>
                <a:cubicBezTo>
                  <a:pt x="64038" y="254392"/>
                  <a:pt x="66853" y="256152"/>
                  <a:pt x="69844" y="256152"/>
                </a:cubicBezTo>
                <a:lnTo>
                  <a:pt x="110923" y="256152"/>
                </a:lnTo>
                <a:cubicBezTo>
                  <a:pt x="114002" y="256152"/>
                  <a:pt x="116729" y="254392"/>
                  <a:pt x="117961" y="251578"/>
                </a:cubicBezTo>
                <a:lnTo>
                  <a:pt x="126229" y="233105"/>
                </a:lnTo>
                <a:lnTo>
                  <a:pt x="128868" y="233105"/>
                </a:lnTo>
                <a:cubicBezTo>
                  <a:pt x="137400" y="233105"/>
                  <a:pt x="144262" y="226155"/>
                  <a:pt x="144262" y="217712"/>
                </a:cubicBezTo>
                <a:lnTo>
                  <a:pt x="144262" y="194577"/>
                </a:lnTo>
                <a:cubicBezTo>
                  <a:pt x="144262" y="189739"/>
                  <a:pt x="141975" y="185428"/>
                  <a:pt x="138368" y="182614"/>
                </a:cubicBezTo>
                <a:cubicBezTo>
                  <a:pt x="138632" y="171793"/>
                  <a:pt x="142854" y="161766"/>
                  <a:pt x="150067" y="154993"/>
                </a:cubicBezTo>
                <a:cubicBezTo>
                  <a:pt x="168188" y="138455"/>
                  <a:pt x="178479" y="114792"/>
                  <a:pt x="178479" y="90339"/>
                </a:cubicBezTo>
                <a:lnTo>
                  <a:pt x="178479" y="90251"/>
                </a:lnTo>
                <a:moveTo>
                  <a:pt x="105908" y="240758"/>
                </a:moveTo>
                <a:lnTo>
                  <a:pt x="74858" y="240758"/>
                </a:lnTo>
                <a:lnTo>
                  <a:pt x="71427" y="233105"/>
                </a:lnTo>
                <a:lnTo>
                  <a:pt x="109340" y="233105"/>
                </a:lnTo>
                <a:lnTo>
                  <a:pt x="105908" y="240758"/>
                </a:lnTo>
                <a:moveTo>
                  <a:pt x="51900" y="217712"/>
                </a:moveTo>
                <a:lnTo>
                  <a:pt x="51900" y="194577"/>
                </a:lnTo>
                <a:lnTo>
                  <a:pt x="128868" y="194577"/>
                </a:lnTo>
                <a:lnTo>
                  <a:pt x="128868" y="217712"/>
                </a:lnTo>
                <a:lnTo>
                  <a:pt x="51900" y="217712"/>
                </a:lnTo>
                <a:moveTo>
                  <a:pt x="123063" y="179183"/>
                </a:moveTo>
                <a:lnTo>
                  <a:pt x="57616" y="179183"/>
                </a:lnTo>
                <a:cubicBezTo>
                  <a:pt x="56561" y="165460"/>
                  <a:pt x="50580" y="152618"/>
                  <a:pt x="40728" y="143293"/>
                </a:cubicBezTo>
                <a:cubicBezTo>
                  <a:pt x="24015" y="127811"/>
                  <a:pt x="15745" y="105820"/>
                  <a:pt x="18033" y="83037"/>
                </a:cubicBezTo>
                <a:cubicBezTo>
                  <a:pt x="21200" y="49699"/>
                  <a:pt x="48732" y="21727"/>
                  <a:pt x="81982" y="18032"/>
                </a:cubicBezTo>
                <a:cubicBezTo>
                  <a:pt x="103094" y="15745"/>
                  <a:pt x="123238" y="22167"/>
                  <a:pt x="138895" y="36153"/>
                </a:cubicBezTo>
                <a:cubicBezTo>
                  <a:pt x="154289" y="49963"/>
                  <a:pt x="163086" y="69667"/>
                  <a:pt x="163086" y="90339"/>
                </a:cubicBezTo>
                <a:cubicBezTo>
                  <a:pt x="163086" y="110570"/>
                  <a:pt x="154553" y="130010"/>
                  <a:pt x="139687" y="143645"/>
                </a:cubicBezTo>
                <a:cubicBezTo>
                  <a:pt x="130012" y="152618"/>
                  <a:pt x="124118" y="165372"/>
                  <a:pt x="123150" y="179183"/>
                </a:cubicBezTo>
                <a:lnTo>
                  <a:pt x="123063" y="17918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63">
            <a:extLst xmlns:a="http://schemas.openxmlformats.org/drawingml/2006/main">
              <a:ext uri="{FF2B5EF4-FFF2-40B4-BE49-F238E27FC236}">
                <a16:creationId xmlns:a16="http://schemas.microsoft.com/office/drawing/2014/main" id="{4D877A03-46FA-42EA-8B8C-89EE3AA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7742" y="7379146"/>
            <a:ext cx="261543" cy="375496"/>
          </a:xfrm>
          <a:custGeom xmlns:a="http://schemas.openxmlformats.org/drawingml/2006/main">
            <a:pathLst>
              <a:path w="178479" h="256241">
                <a:moveTo>
                  <a:pt x="178479" y="90342"/>
                </a:moveTo>
                <a:cubicBezTo>
                  <a:pt x="178479" y="65270"/>
                  <a:pt x="167750" y="41433"/>
                  <a:pt x="149102" y="24721"/>
                </a:cubicBezTo>
                <a:cubicBezTo>
                  <a:pt x="130539" y="8006"/>
                  <a:pt x="105379" y="0"/>
                  <a:pt x="80310" y="2729"/>
                </a:cubicBezTo>
                <a:cubicBezTo>
                  <a:pt x="39319" y="7303"/>
                  <a:pt x="6688" y="40467"/>
                  <a:pt x="2641" y="81545"/>
                </a:cubicBezTo>
                <a:cubicBezTo>
                  <a:pt x="0" y="109075"/>
                  <a:pt x="10027" y="135731"/>
                  <a:pt x="30171" y="154552"/>
                </a:cubicBezTo>
                <a:cubicBezTo>
                  <a:pt x="37737" y="161679"/>
                  <a:pt x="42136" y="171885"/>
                  <a:pt x="42402" y="182614"/>
                </a:cubicBezTo>
                <a:cubicBezTo>
                  <a:pt x="38792" y="185431"/>
                  <a:pt x="36502" y="189739"/>
                  <a:pt x="36502" y="194664"/>
                </a:cubicBezTo>
                <a:lnTo>
                  <a:pt x="36502" y="217713"/>
                </a:lnTo>
                <a:cubicBezTo>
                  <a:pt x="36502" y="226243"/>
                  <a:pt x="43451" y="233107"/>
                  <a:pt x="51896" y="233107"/>
                </a:cubicBezTo>
                <a:lnTo>
                  <a:pt x="54622" y="233107"/>
                </a:lnTo>
                <a:lnTo>
                  <a:pt x="62807" y="251667"/>
                </a:lnTo>
                <a:cubicBezTo>
                  <a:pt x="64037" y="254393"/>
                  <a:pt x="66854" y="256241"/>
                  <a:pt x="69841" y="256241"/>
                </a:cubicBezTo>
                <a:lnTo>
                  <a:pt x="110922" y="256153"/>
                </a:lnTo>
                <a:cubicBezTo>
                  <a:pt x="114000" y="256153"/>
                  <a:pt x="116726" y="254393"/>
                  <a:pt x="117962" y="251579"/>
                </a:cubicBezTo>
                <a:lnTo>
                  <a:pt x="126226" y="233107"/>
                </a:lnTo>
                <a:lnTo>
                  <a:pt x="128867" y="233107"/>
                </a:lnTo>
                <a:cubicBezTo>
                  <a:pt x="137397" y="233107"/>
                  <a:pt x="144262" y="226158"/>
                  <a:pt x="144262" y="217713"/>
                </a:cubicBezTo>
                <a:lnTo>
                  <a:pt x="144262" y="194579"/>
                </a:lnTo>
                <a:cubicBezTo>
                  <a:pt x="144262" y="189739"/>
                  <a:pt x="141971" y="185431"/>
                  <a:pt x="138367" y="182614"/>
                </a:cubicBezTo>
                <a:cubicBezTo>
                  <a:pt x="138633" y="171794"/>
                  <a:pt x="142856" y="161770"/>
                  <a:pt x="150065" y="154994"/>
                </a:cubicBezTo>
                <a:cubicBezTo>
                  <a:pt x="168186" y="138455"/>
                  <a:pt x="178479" y="114885"/>
                  <a:pt x="178479" y="90342"/>
                </a:cubicBezTo>
                <a:moveTo>
                  <a:pt x="105906" y="240759"/>
                </a:moveTo>
                <a:lnTo>
                  <a:pt x="109341" y="233107"/>
                </a:lnTo>
                <a:lnTo>
                  <a:pt x="71428" y="233107"/>
                </a:lnTo>
                <a:lnTo>
                  <a:pt x="74857" y="240759"/>
                </a:lnTo>
                <a:close/>
                <a:moveTo>
                  <a:pt x="51896" y="217713"/>
                </a:moveTo>
                <a:lnTo>
                  <a:pt x="128867" y="217713"/>
                </a:lnTo>
                <a:lnTo>
                  <a:pt x="128867" y="194579"/>
                </a:lnTo>
                <a:lnTo>
                  <a:pt x="51896" y="194664"/>
                </a:lnTo>
                <a:close/>
                <a:moveTo>
                  <a:pt x="123063" y="179185"/>
                </a:moveTo>
                <a:lnTo>
                  <a:pt x="57615" y="179185"/>
                </a:lnTo>
                <a:cubicBezTo>
                  <a:pt x="56561" y="165463"/>
                  <a:pt x="50575" y="152619"/>
                  <a:pt x="40724" y="143295"/>
                </a:cubicBezTo>
                <a:cubicBezTo>
                  <a:pt x="24009" y="127810"/>
                  <a:pt x="15746" y="105821"/>
                  <a:pt x="18036" y="83039"/>
                </a:cubicBezTo>
                <a:cubicBezTo>
                  <a:pt x="21198" y="49700"/>
                  <a:pt x="48733" y="21725"/>
                  <a:pt x="81982" y="18033"/>
                </a:cubicBezTo>
                <a:cubicBezTo>
                  <a:pt x="103095" y="15746"/>
                  <a:pt x="123239" y="22168"/>
                  <a:pt x="138894" y="36153"/>
                </a:cubicBezTo>
                <a:cubicBezTo>
                  <a:pt x="154288" y="49966"/>
                  <a:pt x="163085" y="69668"/>
                  <a:pt x="163085" y="90342"/>
                </a:cubicBezTo>
                <a:cubicBezTo>
                  <a:pt x="163085" y="110571"/>
                  <a:pt x="154555" y="130009"/>
                  <a:pt x="139681" y="143734"/>
                </a:cubicBezTo>
                <a:cubicBezTo>
                  <a:pt x="130012" y="152619"/>
                  <a:pt x="124111" y="165372"/>
                  <a:pt x="123148" y="179185"/>
                </a:cubicBezTo>
                <a:lnTo>
                  <a:pt x="123063" y="179185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74" name="path-564">
            <a:extLst xmlns:a="http://schemas.openxmlformats.org/drawingml/2006/main">
              <a:ext uri="{FF2B5EF4-FFF2-40B4-BE49-F238E27FC236}">
                <a16:creationId xmlns:a16="http://schemas.microsoft.com/office/drawing/2014/main" id="{89EFC31E-E67D-4B43-9914-CF7820B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340" y="7432642"/>
            <a:ext cx="83916" cy="84175"/>
          </a:xfrm>
          <a:custGeom xmlns:a="http://schemas.openxmlformats.org/drawingml/2006/main">
            <a:pathLst>
              <a:path w="57265" h="57442">
                <a:moveTo>
                  <a:pt x="48293" y="441"/>
                </a:moveTo>
                <a:cubicBezTo>
                  <a:pt x="23047" y="3256"/>
                  <a:pt x="2903" y="23663"/>
                  <a:pt x="439" y="48997"/>
                </a:cubicBezTo>
                <a:cubicBezTo>
                  <a:pt x="0" y="53219"/>
                  <a:pt x="3167" y="57002"/>
                  <a:pt x="7389" y="57442"/>
                </a:cubicBezTo>
                <a:cubicBezTo>
                  <a:pt x="7653" y="57442"/>
                  <a:pt x="7830" y="57442"/>
                  <a:pt x="8092" y="57442"/>
                </a:cubicBezTo>
                <a:cubicBezTo>
                  <a:pt x="12052" y="57442"/>
                  <a:pt x="15394" y="54451"/>
                  <a:pt x="15745" y="50493"/>
                </a:cubicBezTo>
                <a:cubicBezTo>
                  <a:pt x="17505" y="32636"/>
                  <a:pt x="32195" y="17681"/>
                  <a:pt x="49963" y="15746"/>
                </a:cubicBezTo>
                <a:cubicBezTo>
                  <a:pt x="54186" y="15307"/>
                  <a:pt x="57265" y="11436"/>
                  <a:pt x="56825" y="7214"/>
                </a:cubicBezTo>
                <a:cubicBezTo>
                  <a:pt x="56297" y="2992"/>
                  <a:pt x="52603" y="0"/>
                  <a:pt x="48293" y="44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65">
            <a:extLst xmlns:a="http://schemas.openxmlformats.org/drawingml/2006/main">
              <a:ext uri="{FF2B5EF4-FFF2-40B4-BE49-F238E27FC236}">
                <a16:creationId xmlns:a16="http://schemas.microsoft.com/office/drawing/2014/main" id="{A31FFB9C-0179-473F-B185-12F14FCD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340" y="7432640"/>
            <a:ext cx="83914" cy="84180"/>
          </a:xfrm>
          <a:custGeom xmlns:a="http://schemas.openxmlformats.org/drawingml/2006/main">
            <a:pathLst>
              <a:path w="57264" h="57445">
                <a:moveTo>
                  <a:pt x="48291" y="442"/>
                </a:moveTo>
                <a:cubicBezTo>
                  <a:pt x="23046" y="3256"/>
                  <a:pt x="2902" y="23664"/>
                  <a:pt x="442" y="48997"/>
                </a:cubicBezTo>
                <a:cubicBezTo>
                  <a:pt x="0" y="53223"/>
                  <a:pt x="3162" y="57003"/>
                  <a:pt x="7385" y="57445"/>
                </a:cubicBezTo>
                <a:cubicBezTo>
                  <a:pt x="7652" y="57445"/>
                  <a:pt x="7827" y="57445"/>
                  <a:pt x="8088" y="57445"/>
                </a:cubicBezTo>
                <a:cubicBezTo>
                  <a:pt x="12050" y="57445"/>
                  <a:pt x="15388" y="54449"/>
                  <a:pt x="15746" y="50493"/>
                </a:cubicBezTo>
                <a:cubicBezTo>
                  <a:pt x="17503" y="32636"/>
                  <a:pt x="32194" y="17684"/>
                  <a:pt x="49963" y="15746"/>
                </a:cubicBezTo>
                <a:cubicBezTo>
                  <a:pt x="54186" y="15309"/>
                  <a:pt x="57264" y="11438"/>
                  <a:pt x="56821" y="7212"/>
                </a:cubicBezTo>
                <a:cubicBezTo>
                  <a:pt x="56294" y="2990"/>
                  <a:pt x="52599" y="0"/>
                  <a:pt x="48291" y="4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76" name="path-566">
            <a:extLst xmlns:a="http://schemas.openxmlformats.org/drawingml/2006/main">
              <a:ext uri="{FF2B5EF4-FFF2-40B4-BE49-F238E27FC236}">
                <a16:creationId xmlns:a16="http://schemas.microsoft.com/office/drawing/2014/main" id="{46441383-EC17-45F0-8E40-7FCFF46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84" y="7303354"/>
            <a:ext cx="22688" cy="56459"/>
          </a:xfrm>
          <a:custGeom xmlns:a="http://schemas.openxmlformats.org/drawingml/2006/main">
            <a:pathLst>
              <a:path w="15482" h="38528">
                <a:moveTo>
                  <a:pt x="7741" y="38528"/>
                </a:moveTo>
                <a:cubicBezTo>
                  <a:pt x="11963" y="38528"/>
                  <a:pt x="15482" y="35098"/>
                  <a:pt x="15482" y="30788"/>
                </a:cubicBezTo>
                <a:lnTo>
                  <a:pt x="15394" y="7741"/>
                </a:lnTo>
                <a:cubicBezTo>
                  <a:pt x="15394" y="3431"/>
                  <a:pt x="11963" y="0"/>
                  <a:pt x="7741" y="0"/>
                </a:cubicBezTo>
                <a:cubicBezTo>
                  <a:pt x="3518" y="0"/>
                  <a:pt x="0" y="3431"/>
                  <a:pt x="0" y="7741"/>
                </a:cubicBezTo>
                <a:lnTo>
                  <a:pt x="88" y="30788"/>
                </a:lnTo>
                <a:cubicBezTo>
                  <a:pt x="88" y="35098"/>
                  <a:pt x="3518" y="38528"/>
                  <a:pt x="7741" y="3852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67">
            <a:extLst xmlns:a="http://schemas.openxmlformats.org/drawingml/2006/main">
              <a:ext uri="{FF2B5EF4-FFF2-40B4-BE49-F238E27FC236}">
                <a16:creationId xmlns:a16="http://schemas.microsoft.com/office/drawing/2014/main" id="{1141825C-3423-4C2E-9FCF-905E3EB4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784" y="7303355"/>
            <a:ext cx="22683" cy="56459"/>
          </a:xfrm>
          <a:custGeom xmlns:a="http://schemas.openxmlformats.org/drawingml/2006/main">
            <a:pathLst>
              <a:path w="15479" h="38528">
                <a:moveTo>
                  <a:pt x="7737" y="38528"/>
                </a:moveTo>
                <a:cubicBezTo>
                  <a:pt x="11959" y="38528"/>
                  <a:pt x="15479" y="35096"/>
                  <a:pt x="15479" y="30786"/>
                </a:cubicBezTo>
                <a:lnTo>
                  <a:pt x="15394" y="7740"/>
                </a:lnTo>
                <a:cubicBezTo>
                  <a:pt x="15394" y="3517"/>
                  <a:pt x="11959" y="0"/>
                  <a:pt x="7737" y="0"/>
                </a:cubicBezTo>
                <a:cubicBezTo>
                  <a:pt x="3514" y="0"/>
                  <a:pt x="0" y="3517"/>
                  <a:pt x="0" y="7740"/>
                </a:cubicBezTo>
                <a:lnTo>
                  <a:pt x="85" y="30786"/>
                </a:lnTo>
                <a:cubicBezTo>
                  <a:pt x="85" y="35096"/>
                  <a:pt x="3514" y="38528"/>
                  <a:pt x="7737" y="385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78" name="path-568">
            <a:extLst xmlns:a="http://schemas.openxmlformats.org/drawingml/2006/main">
              <a:ext uri="{FF2B5EF4-FFF2-40B4-BE49-F238E27FC236}">
                <a16:creationId xmlns:a16="http://schemas.microsoft.com/office/drawing/2014/main" id="{F99776BF-05C7-4B1A-90E0-A2B285D1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161" y="7365098"/>
            <a:ext cx="48726" cy="47566"/>
          </a:xfrm>
          <a:custGeom xmlns:a="http://schemas.openxmlformats.org/drawingml/2006/main">
            <a:pathLst>
              <a:path w="33251" h="32459">
                <a:moveTo>
                  <a:pt x="19353" y="30260"/>
                </a:moveTo>
                <a:cubicBezTo>
                  <a:pt x="20848" y="31756"/>
                  <a:pt x="22872" y="32459"/>
                  <a:pt x="24807" y="32459"/>
                </a:cubicBezTo>
                <a:cubicBezTo>
                  <a:pt x="26830" y="32459"/>
                  <a:pt x="28765" y="31756"/>
                  <a:pt x="30261" y="30260"/>
                </a:cubicBezTo>
                <a:cubicBezTo>
                  <a:pt x="33251" y="27182"/>
                  <a:pt x="33251" y="22343"/>
                  <a:pt x="30261" y="19353"/>
                </a:cubicBezTo>
                <a:lnTo>
                  <a:pt x="13899" y="2991"/>
                </a:lnTo>
                <a:cubicBezTo>
                  <a:pt x="10908" y="0"/>
                  <a:pt x="6070" y="0"/>
                  <a:pt x="3080" y="2991"/>
                </a:cubicBezTo>
                <a:cubicBezTo>
                  <a:pt x="0" y="5982"/>
                  <a:pt x="0" y="10907"/>
                  <a:pt x="3080" y="13899"/>
                </a:cubicBezTo>
                <a:lnTo>
                  <a:pt x="19353" y="3026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69">
            <a:extLst xmlns:a="http://schemas.openxmlformats.org/drawingml/2006/main">
              <a:ext uri="{FF2B5EF4-FFF2-40B4-BE49-F238E27FC236}">
                <a16:creationId xmlns:a16="http://schemas.microsoft.com/office/drawing/2014/main" id="{CD49280F-19F2-4654-A0B8-6F6FE6E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163" y="7365101"/>
            <a:ext cx="48722" cy="47563"/>
          </a:xfrm>
          <a:custGeom xmlns:a="http://schemas.openxmlformats.org/drawingml/2006/main">
            <a:pathLst>
              <a:path w="33248" h="32458">
                <a:moveTo>
                  <a:pt x="19350" y="30258"/>
                </a:moveTo>
                <a:cubicBezTo>
                  <a:pt x="20841" y="31752"/>
                  <a:pt x="22864" y="32458"/>
                  <a:pt x="24803" y="32458"/>
                </a:cubicBezTo>
                <a:cubicBezTo>
                  <a:pt x="26826" y="32458"/>
                  <a:pt x="28765" y="31752"/>
                  <a:pt x="30255" y="30258"/>
                </a:cubicBezTo>
                <a:cubicBezTo>
                  <a:pt x="33248" y="27178"/>
                  <a:pt x="33248" y="22343"/>
                  <a:pt x="30255" y="19347"/>
                </a:cubicBezTo>
                <a:lnTo>
                  <a:pt x="13892" y="2987"/>
                </a:lnTo>
                <a:cubicBezTo>
                  <a:pt x="10905" y="0"/>
                  <a:pt x="6070" y="0"/>
                  <a:pt x="3072" y="2987"/>
                </a:cubicBezTo>
                <a:cubicBezTo>
                  <a:pt x="0" y="6067"/>
                  <a:pt x="0" y="10905"/>
                  <a:pt x="3072" y="13895"/>
                </a:cubicBezTo>
                <a:lnTo>
                  <a:pt x="19350" y="30258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80" name="path-570">
            <a:extLst xmlns:a="http://schemas.openxmlformats.org/drawingml/2006/main">
              <a:ext uri="{FF2B5EF4-FFF2-40B4-BE49-F238E27FC236}">
                <a16:creationId xmlns:a16="http://schemas.microsoft.com/office/drawing/2014/main" id="{B3E8390C-A0AC-411A-BF7A-25DE48A4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6" y="7644173"/>
            <a:ext cx="48725" cy="47566"/>
          </a:xfrm>
          <a:custGeom xmlns:a="http://schemas.openxmlformats.org/drawingml/2006/main">
            <a:pathLst>
              <a:path w="33251" h="32459">
                <a:moveTo>
                  <a:pt x="13898" y="2991"/>
                </a:moveTo>
                <a:cubicBezTo>
                  <a:pt x="10907" y="0"/>
                  <a:pt x="6070" y="0"/>
                  <a:pt x="3078" y="2991"/>
                </a:cubicBezTo>
                <a:cubicBezTo>
                  <a:pt x="0" y="5982"/>
                  <a:pt x="0" y="10907"/>
                  <a:pt x="3078" y="13899"/>
                </a:cubicBezTo>
                <a:lnTo>
                  <a:pt x="19353" y="30260"/>
                </a:lnTo>
                <a:cubicBezTo>
                  <a:pt x="20848" y="31667"/>
                  <a:pt x="22870" y="32459"/>
                  <a:pt x="24806" y="32459"/>
                </a:cubicBezTo>
                <a:cubicBezTo>
                  <a:pt x="26742" y="32459"/>
                  <a:pt x="28764" y="31667"/>
                  <a:pt x="30260" y="30172"/>
                </a:cubicBezTo>
                <a:cubicBezTo>
                  <a:pt x="33251" y="27181"/>
                  <a:pt x="33251" y="22343"/>
                  <a:pt x="30260" y="19353"/>
                </a:cubicBezTo>
                <a:lnTo>
                  <a:pt x="13898" y="2991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71">
            <a:extLst xmlns:a="http://schemas.openxmlformats.org/drawingml/2006/main">
              <a:ext uri="{FF2B5EF4-FFF2-40B4-BE49-F238E27FC236}">
                <a16:creationId xmlns:a16="http://schemas.microsoft.com/office/drawing/2014/main" id="{AFDEB664-8BDD-47A3-B820-5B703A0C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5" y="7644174"/>
            <a:ext cx="48722" cy="47563"/>
          </a:xfrm>
          <a:custGeom xmlns:a="http://schemas.openxmlformats.org/drawingml/2006/main">
            <a:pathLst>
              <a:path w="33248" h="32458">
                <a:moveTo>
                  <a:pt x="13898" y="2990"/>
                </a:moveTo>
                <a:cubicBezTo>
                  <a:pt x="10905" y="0"/>
                  <a:pt x="6064" y="0"/>
                  <a:pt x="3078" y="2990"/>
                </a:cubicBezTo>
                <a:cubicBezTo>
                  <a:pt x="0" y="5977"/>
                  <a:pt x="0" y="10905"/>
                  <a:pt x="3078" y="13898"/>
                </a:cubicBezTo>
                <a:lnTo>
                  <a:pt x="19350" y="30258"/>
                </a:lnTo>
                <a:cubicBezTo>
                  <a:pt x="20847" y="31752"/>
                  <a:pt x="22870" y="32458"/>
                  <a:pt x="24809" y="32458"/>
                </a:cubicBezTo>
                <a:cubicBezTo>
                  <a:pt x="26742" y="32458"/>
                  <a:pt x="28759" y="31752"/>
                  <a:pt x="30255" y="30168"/>
                </a:cubicBezTo>
                <a:cubicBezTo>
                  <a:pt x="33248" y="27178"/>
                  <a:pt x="33248" y="22343"/>
                  <a:pt x="30255" y="19347"/>
                </a:cubicBezTo>
                <a:lnTo>
                  <a:pt x="13898" y="2990"/>
                </a:ln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82" name="path-572">
            <a:extLst xmlns:a="http://schemas.openxmlformats.org/drawingml/2006/main">
              <a:ext uri="{FF2B5EF4-FFF2-40B4-BE49-F238E27FC236}">
                <a16:creationId xmlns:a16="http://schemas.microsoft.com/office/drawing/2014/main" id="{DBACD38C-E1CC-475E-A299-3C3855D5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47" y="7517719"/>
            <a:ext cx="56459" cy="22559"/>
          </a:xfrm>
          <a:custGeom xmlns:a="http://schemas.openxmlformats.org/drawingml/2006/main">
            <a:pathLst>
              <a:path w="38528" h="15394">
                <a:moveTo>
                  <a:pt x="30787" y="0"/>
                </a:moveTo>
                <a:lnTo>
                  <a:pt x="7741" y="0"/>
                </a:lnTo>
                <a:cubicBezTo>
                  <a:pt x="3431" y="0"/>
                  <a:pt x="0" y="3431"/>
                  <a:pt x="0" y="7741"/>
                </a:cubicBezTo>
                <a:cubicBezTo>
                  <a:pt x="0" y="11963"/>
                  <a:pt x="3431" y="15394"/>
                  <a:pt x="7741" y="15394"/>
                </a:cubicBezTo>
                <a:lnTo>
                  <a:pt x="30787" y="15394"/>
                </a:lnTo>
                <a:cubicBezTo>
                  <a:pt x="35098" y="15394"/>
                  <a:pt x="38528" y="11963"/>
                  <a:pt x="38528" y="7741"/>
                </a:cubicBezTo>
                <a:cubicBezTo>
                  <a:pt x="38528" y="3431"/>
                  <a:pt x="35098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73">
            <a:extLst xmlns:a="http://schemas.openxmlformats.org/drawingml/2006/main">
              <a:ext uri="{FF2B5EF4-FFF2-40B4-BE49-F238E27FC236}">
                <a16:creationId xmlns:a16="http://schemas.microsoft.com/office/drawing/2014/main" id="{F886E61A-302C-4D18-89D3-CE3199B1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542" y="7517717"/>
            <a:ext cx="56455" cy="22559"/>
          </a:xfrm>
          <a:custGeom xmlns:a="http://schemas.openxmlformats.org/drawingml/2006/main">
            <a:pathLst>
              <a:path w="38525" h="15394">
                <a:moveTo>
                  <a:pt x="30789" y="0"/>
                </a:moveTo>
                <a:lnTo>
                  <a:pt x="7743" y="0"/>
                </a:lnTo>
                <a:cubicBezTo>
                  <a:pt x="3435" y="0"/>
                  <a:pt x="0" y="3432"/>
                  <a:pt x="0" y="7740"/>
                </a:cubicBezTo>
                <a:cubicBezTo>
                  <a:pt x="0" y="11962"/>
                  <a:pt x="3435" y="15394"/>
                  <a:pt x="7743" y="15394"/>
                </a:cubicBezTo>
                <a:lnTo>
                  <a:pt x="30789" y="15394"/>
                </a:lnTo>
                <a:cubicBezTo>
                  <a:pt x="35102" y="15394"/>
                  <a:pt x="38525" y="11962"/>
                  <a:pt x="38525" y="7740"/>
                </a:cubicBezTo>
                <a:cubicBezTo>
                  <a:pt x="38525" y="3432"/>
                  <a:pt x="35102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84" name="path-574">
            <a:extLst xmlns:a="http://schemas.openxmlformats.org/drawingml/2006/main">
              <a:ext uri="{FF2B5EF4-FFF2-40B4-BE49-F238E27FC236}">
                <a16:creationId xmlns:a16="http://schemas.microsoft.com/office/drawing/2014/main" id="{6B64F511-BB1D-4C04-8850-6D923235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377" y="7517719"/>
            <a:ext cx="56330" cy="22559"/>
          </a:xfrm>
          <a:custGeom xmlns:a="http://schemas.openxmlformats.org/drawingml/2006/main">
            <a:pathLst>
              <a:path w="38440" h="15394">
                <a:moveTo>
                  <a:pt x="30787" y="0"/>
                </a:moveTo>
                <a:lnTo>
                  <a:pt x="7652" y="0"/>
                </a:lnTo>
                <a:cubicBezTo>
                  <a:pt x="3430" y="0"/>
                  <a:pt x="0" y="3431"/>
                  <a:pt x="0" y="7653"/>
                </a:cubicBezTo>
                <a:cubicBezTo>
                  <a:pt x="0" y="11875"/>
                  <a:pt x="3430" y="15394"/>
                  <a:pt x="7652" y="15394"/>
                </a:cubicBezTo>
                <a:lnTo>
                  <a:pt x="30787" y="15394"/>
                </a:lnTo>
                <a:cubicBezTo>
                  <a:pt x="35010" y="15394"/>
                  <a:pt x="38440" y="11875"/>
                  <a:pt x="38440" y="7653"/>
                </a:cubicBezTo>
                <a:cubicBezTo>
                  <a:pt x="38440" y="3431"/>
                  <a:pt x="35010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75">
            <a:extLst xmlns:a="http://schemas.openxmlformats.org/drawingml/2006/main">
              <a:ext uri="{FF2B5EF4-FFF2-40B4-BE49-F238E27FC236}">
                <a16:creationId xmlns:a16="http://schemas.microsoft.com/office/drawing/2014/main" id="{5E5608E2-FC60-46FA-A221-3547186D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9369" y="7517717"/>
            <a:ext cx="56330" cy="22559"/>
          </a:xfrm>
          <a:custGeom xmlns:a="http://schemas.openxmlformats.org/drawingml/2006/main">
            <a:pathLst>
              <a:path w="38440" h="15394">
                <a:moveTo>
                  <a:pt x="30789" y="0"/>
                </a:moveTo>
                <a:lnTo>
                  <a:pt x="7658" y="0"/>
                </a:lnTo>
                <a:cubicBezTo>
                  <a:pt x="3435" y="0"/>
                  <a:pt x="0" y="3432"/>
                  <a:pt x="0" y="7655"/>
                </a:cubicBezTo>
                <a:cubicBezTo>
                  <a:pt x="0" y="11962"/>
                  <a:pt x="3435" y="15394"/>
                  <a:pt x="7658" y="15394"/>
                </a:cubicBezTo>
                <a:lnTo>
                  <a:pt x="30789" y="15394"/>
                </a:lnTo>
                <a:cubicBezTo>
                  <a:pt x="35011" y="15394"/>
                  <a:pt x="38440" y="11877"/>
                  <a:pt x="38440" y="7655"/>
                </a:cubicBezTo>
                <a:cubicBezTo>
                  <a:pt x="38440" y="3432"/>
                  <a:pt x="35011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86" name="path-576">
            <a:extLst xmlns:a="http://schemas.openxmlformats.org/drawingml/2006/main">
              <a:ext uri="{FF2B5EF4-FFF2-40B4-BE49-F238E27FC236}">
                <a16:creationId xmlns:a16="http://schemas.microsoft.com/office/drawing/2014/main" id="{70677119-F8C4-4F55-B128-B3659AF3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291" y="7644173"/>
            <a:ext cx="48725" cy="47694"/>
          </a:xfrm>
          <a:custGeom xmlns:a="http://schemas.openxmlformats.org/drawingml/2006/main">
            <a:pathLst>
              <a:path w="33251" h="32547">
                <a:moveTo>
                  <a:pt x="19353" y="3078"/>
                </a:moveTo>
                <a:lnTo>
                  <a:pt x="2991" y="19353"/>
                </a:lnTo>
                <a:cubicBezTo>
                  <a:pt x="0" y="22343"/>
                  <a:pt x="0" y="27269"/>
                  <a:pt x="2991" y="30260"/>
                </a:cubicBezTo>
                <a:cubicBezTo>
                  <a:pt x="4486" y="31755"/>
                  <a:pt x="6509" y="32547"/>
                  <a:pt x="8445" y="32547"/>
                </a:cubicBezTo>
                <a:cubicBezTo>
                  <a:pt x="10380" y="32547"/>
                  <a:pt x="12403" y="31755"/>
                  <a:pt x="13899" y="30260"/>
                </a:cubicBezTo>
                <a:lnTo>
                  <a:pt x="30172" y="13899"/>
                </a:lnTo>
                <a:cubicBezTo>
                  <a:pt x="33251" y="10907"/>
                  <a:pt x="33251" y="6070"/>
                  <a:pt x="30172" y="3078"/>
                </a:cubicBezTo>
                <a:cubicBezTo>
                  <a:pt x="27182" y="0"/>
                  <a:pt x="22343" y="0"/>
                  <a:pt x="19353" y="307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77">
            <a:extLst xmlns:a="http://schemas.openxmlformats.org/drawingml/2006/main">
              <a:ext uri="{FF2B5EF4-FFF2-40B4-BE49-F238E27FC236}">
                <a16:creationId xmlns:a16="http://schemas.microsoft.com/office/drawing/2014/main" id="{240B3514-B8FD-4853-BABE-A8AB84D5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288" y="7644174"/>
            <a:ext cx="48731" cy="47688"/>
          </a:xfrm>
          <a:custGeom xmlns:a="http://schemas.openxmlformats.org/drawingml/2006/main">
            <a:pathLst>
              <a:path w="33254" h="32542">
                <a:moveTo>
                  <a:pt x="19356" y="3078"/>
                </a:moveTo>
                <a:lnTo>
                  <a:pt x="2987" y="19347"/>
                </a:lnTo>
                <a:cubicBezTo>
                  <a:pt x="0" y="22343"/>
                  <a:pt x="0" y="27269"/>
                  <a:pt x="2987" y="30258"/>
                </a:cubicBezTo>
                <a:cubicBezTo>
                  <a:pt x="4489" y="31752"/>
                  <a:pt x="6513" y="32542"/>
                  <a:pt x="8445" y="32542"/>
                </a:cubicBezTo>
                <a:cubicBezTo>
                  <a:pt x="10384" y="32542"/>
                  <a:pt x="12401" y="31752"/>
                  <a:pt x="13898" y="30258"/>
                </a:cubicBezTo>
                <a:lnTo>
                  <a:pt x="30171" y="13898"/>
                </a:lnTo>
                <a:cubicBezTo>
                  <a:pt x="33254" y="10905"/>
                  <a:pt x="33254" y="6067"/>
                  <a:pt x="30171" y="3078"/>
                </a:cubicBezTo>
                <a:cubicBezTo>
                  <a:pt x="27178" y="0"/>
                  <a:pt x="22343" y="0"/>
                  <a:pt x="19356" y="30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88" name="path-578">
            <a:extLst xmlns:a="http://schemas.openxmlformats.org/drawingml/2006/main">
              <a:ext uri="{FF2B5EF4-FFF2-40B4-BE49-F238E27FC236}">
                <a16:creationId xmlns:a16="http://schemas.microsoft.com/office/drawing/2014/main" id="{8A7AC5EF-7898-4774-99C1-D8640204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6" y="7364968"/>
            <a:ext cx="48725" cy="47695"/>
          </a:xfrm>
          <a:custGeom xmlns:a="http://schemas.openxmlformats.org/drawingml/2006/main">
            <a:pathLst>
              <a:path w="33251" h="32548">
                <a:moveTo>
                  <a:pt x="19353" y="3080"/>
                </a:moveTo>
                <a:lnTo>
                  <a:pt x="2991" y="19353"/>
                </a:lnTo>
                <a:cubicBezTo>
                  <a:pt x="0" y="22432"/>
                  <a:pt x="0" y="27270"/>
                  <a:pt x="2991" y="30261"/>
                </a:cubicBezTo>
                <a:cubicBezTo>
                  <a:pt x="4486" y="31756"/>
                  <a:pt x="6509" y="32548"/>
                  <a:pt x="8444" y="32548"/>
                </a:cubicBezTo>
                <a:cubicBezTo>
                  <a:pt x="10380" y="32548"/>
                  <a:pt x="12403" y="31756"/>
                  <a:pt x="13898" y="30261"/>
                </a:cubicBezTo>
                <a:lnTo>
                  <a:pt x="30172" y="13899"/>
                </a:lnTo>
                <a:cubicBezTo>
                  <a:pt x="33251" y="10909"/>
                  <a:pt x="33251" y="6070"/>
                  <a:pt x="30172" y="3080"/>
                </a:cubicBezTo>
                <a:cubicBezTo>
                  <a:pt x="27180" y="0"/>
                  <a:pt x="22343" y="0"/>
                  <a:pt x="19353" y="308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79">
            <a:extLst xmlns:a="http://schemas.openxmlformats.org/drawingml/2006/main">
              <a:ext uri="{FF2B5EF4-FFF2-40B4-BE49-F238E27FC236}">
                <a16:creationId xmlns:a16="http://schemas.microsoft.com/office/drawing/2014/main" id="{FEB10C37-AE59-47AC-8F1F-796152DE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5365" y="7365101"/>
            <a:ext cx="48722" cy="47563"/>
          </a:xfrm>
          <a:custGeom xmlns:a="http://schemas.openxmlformats.org/drawingml/2006/main">
            <a:pathLst>
              <a:path w="33248" h="32458">
                <a:moveTo>
                  <a:pt x="19350" y="2987"/>
                </a:moveTo>
                <a:lnTo>
                  <a:pt x="2993" y="19263"/>
                </a:lnTo>
                <a:cubicBezTo>
                  <a:pt x="0" y="22343"/>
                  <a:pt x="0" y="27178"/>
                  <a:pt x="2993" y="30168"/>
                </a:cubicBezTo>
                <a:cubicBezTo>
                  <a:pt x="4483" y="31664"/>
                  <a:pt x="6507" y="32458"/>
                  <a:pt x="8439" y="32458"/>
                </a:cubicBezTo>
                <a:cubicBezTo>
                  <a:pt x="10378" y="32458"/>
                  <a:pt x="12401" y="31664"/>
                  <a:pt x="13898" y="30168"/>
                </a:cubicBezTo>
                <a:lnTo>
                  <a:pt x="30171" y="13807"/>
                </a:lnTo>
                <a:cubicBezTo>
                  <a:pt x="33248" y="10817"/>
                  <a:pt x="33248" y="5977"/>
                  <a:pt x="30171" y="2987"/>
                </a:cubicBezTo>
                <a:cubicBezTo>
                  <a:pt x="27184" y="0"/>
                  <a:pt x="22343" y="0"/>
                  <a:pt x="19350" y="298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890">
            <a:solidFill>
              <a:srgbClr val="009051"/>
            </a:solidFill>
            <a:prstDash val="solid"/>
          </a:ln>
        </p:spPr>
      </p:sp>
      <p:sp>
        <p:nvSpPr>
          <p:cNvPr id="590" name="path-580">
            <a:extLst xmlns:a="http://schemas.openxmlformats.org/drawingml/2006/main">
              <a:ext uri="{FF2B5EF4-FFF2-40B4-BE49-F238E27FC236}">
                <a16:creationId xmlns:a16="http://schemas.microsoft.com/office/drawing/2014/main" id="{DE570AF4-8EDE-4253-AE0D-CB3E975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5562" y="7702824"/>
            <a:ext cx="44858" cy="44858"/>
          </a:xfrm>
          <a:custGeom xmlns:a="http://schemas.openxmlformats.org/drawingml/2006/main">
            <a:pathLst>
              <a:path w="30611" h="30611">
                <a:moveTo>
                  <a:pt x="30611" y="15306"/>
                </a:moveTo>
                <a:cubicBezTo>
                  <a:pt x="30611" y="6862"/>
                  <a:pt x="23752" y="0"/>
                  <a:pt x="15306" y="0"/>
                </a:cubicBezTo>
                <a:cubicBezTo>
                  <a:pt x="6861" y="0"/>
                  <a:pt x="0" y="6862"/>
                  <a:pt x="0" y="15306"/>
                </a:cubicBezTo>
                <a:cubicBezTo>
                  <a:pt x="0" y="23750"/>
                  <a:pt x="6861" y="30611"/>
                  <a:pt x="15306" y="30611"/>
                </a:cubicBezTo>
                <a:cubicBezTo>
                  <a:pt x="23752" y="30611"/>
                  <a:pt x="30611" y="23750"/>
                  <a:pt x="30611" y="1530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81">
            <a:extLst xmlns:a="http://schemas.openxmlformats.org/drawingml/2006/main">
              <a:ext uri="{FF2B5EF4-FFF2-40B4-BE49-F238E27FC236}">
                <a16:creationId xmlns:a16="http://schemas.microsoft.com/office/drawing/2014/main" id="{959FA08B-61E1-45E5-A687-145D25B5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5565" y="7702821"/>
            <a:ext cx="44851" cy="44856"/>
          </a:xfrm>
          <a:custGeom xmlns:a="http://schemas.openxmlformats.org/drawingml/2006/main">
            <a:pathLst>
              <a:path w="30607" h="30610">
                <a:moveTo>
                  <a:pt x="30607" y="15306"/>
                </a:moveTo>
                <a:cubicBezTo>
                  <a:pt x="30607" y="6864"/>
                  <a:pt x="23749" y="0"/>
                  <a:pt x="15303" y="0"/>
                </a:cubicBezTo>
                <a:cubicBezTo>
                  <a:pt x="6858" y="0"/>
                  <a:pt x="0" y="6864"/>
                  <a:pt x="0" y="15306"/>
                </a:cubicBezTo>
                <a:cubicBezTo>
                  <a:pt x="0" y="23752"/>
                  <a:pt x="6858" y="30610"/>
                  <a:pt x="15303" y="30610"/>
                </a:cubicBezTo>
                <a:cubicBezTo>
                  <a:pt x="23749" y="30610"/>
                  <a:pt x="30607" y="23752"/>
                  <a:pt x="30607" y="153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92" name="path-582">
            <a:extLst xmlns:a="http://schemas.openxmlformats.org/drawingml/2006/main">
              <a:ext uri="{FF2B5EF4-FFF2-40B4-BE49-F238E27FC236}">
                <a16:creationId xmlns:a16="http://schemas.microsoft.com/office/drawing/2014/main" id="{02076562-178F-431C-B951-B470A096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61" y="7717777"/>
            <a:ext cx="44858" cy="44858"/>
          </a:xfrm>
          <a:custGeom xmlns:a="http://schemas.openxmlformats.org/drawingml/2006/main">
            <a:pathLst>
              <a:path w="30611" h="30611">
                <a:moveTo>
                  <a:pt x="15305" y="30611"/>
                </a:moveTo>
                <a:cubicBezTo>
                  <a:pt x="23749" y="30611"/>
                  <a:pt x="30611" y="23750"/>
                  <a:pt x="30611" y="15306"/>
                </a:cubicBezTo>
                <a:cubicBezTo>
                  <a:pt x="30611" y="6860"/>
                  <a:pt x="23749" y="0"/>
                  <a:pt x="15305" y="0"/>
                </a:cubicBezTo>
                <a:cubicBezTo>
                  <a:pt x="6861" y="0"/>
                  <a:pt x="0" y="6860"/>
                  <a:pt x="0" y="15306"/>
                </a:cubicBezTo>
                <a:cubicBezTo>
                  <a:pt x="0" y="23750"/>
                  <a:pt x="6861" y="30611"/>
                  <a:pt x="15305" y="30611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83">
            <a:extLst xmlns:a="http://schemas.openxmlformats.org/drawingml/2006/main">
              <a:ext uri="{FF2B5EF4-FFF2-40B4-BE49-F238E27FC236}">
                <a16:creationId xmlns:a16="http://schemas.microsoft.com/office/drawing/2014/main" id="{FBFF3AFE-AC92-4604-8FE3-5F2FF157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55" y="7717776"/>
            <a:ext cx="44869" cy="44856"/>
          </a:xfrm>
          <a:custGeom xmlns:a="http://schemas.openxmlformats.org/drawingml/2006/main">
            <a:pathLst>
              <a:path w="30619" h="30610">
                <a:moveTo>
                  <a:pt x="15309" y="30610"/>
                </a:moveTo>
                <a:cubicBezTo>
                  <a:pt x="23755" y="30610"/>
                  <a:pt x="30619" y="23749"/>
                  <a:pt x="30619" y="15303"/>
                </a:cubicBezTo>
                <a:cubicBezTo>
                  <a:pt x="30619" y="6858"/>
                  <a:pt x="23755" y="0"/>
                  <a:pt x="15309" y="0"/>
                </a:cubicBezTo>
                <a:cubicBezTo>
                  <a:pt x="6864" y="0"/>
                  <a:pt x="0" y="6858"/>
                  <a:pt x="0" y="15303"/>
                </a:cubicBezTo>
                <a:cubicBezTo>
                  <a:pt x="0" y="23749"/>
                  <a:pt x="6864" y="30610"/>
                  <a:pt x="15309" y="306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94" name="path-584">
            <a:extLst xmlns:a="http://schemas.openxmlformats.org/drawingml/2006/main">
              <a:ext uri="{FF2B5EF4-FFF2-40B4-BE49-F238E27FC236}">
                <a16:creationId xmlns:a16="http://schemas.microsoft.com/office/drawing/2014/main" id="{7B504290-799A-4519-A1D1-CD76339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062" y="7827215"/>
            <a:ext cx="128128" cy="42150"/>
          </a:xfrm>
          <a:custGeom xmlns:a="http://schemas.openxmlformats.org/drawingml/2006/main">
            <a:pathLst>
              <a:path w="87436" h="28764">
                <a:moveTo>
                  <a:pt x="441" y="14514"/>
                </a:moveTo>
                <a:cubicBezTo>
                  <a:pt x="968" y="17241"/>
                  <a:pt x="3608" y="19088"/>
                  <a:pt x="6334" y="18561"/>
                </a:cubicBezTo>
                <a:cubicBezTo>
                  <a:pt x="6773" y="18473"/>
                  <a:pt x="52603" y="10644"/>
                  <a:pt x="78904" y="27884"/>
                </a:cubicBezTo>
                <a:cubicBezTo>
                  <a:pt x="79696" y="28501"/>
                  <a:pt x="80664" y="28764"/>
                  <a:pt x="81632" y="28764"/>
                </a:cubicBezTo>
                <a:cubicBezTo>
                  <a:pt x="83302" y="28764"/>
                  <a:pt x="84887" y="27972"/>
                  <a:pt x="85853" y="26477"/>
                </a:cubicBezTo>
                <a:cubicBezTo>
                  <a:pt x="87436" y="24102"/>
                  <a:pt x="86733" y="21022"/>
                  <a:pt x="84446" y="19440"/>
                </a:cubicBezTo>
                <a:cubicBezTo>
                  <a:pt x="54715" y="0"/>
                  <a:pt x="6598" y="8268"/>
                  <a:pt x="4574" y="8620"/>
                </a:cubicBezTo>
                <a:cubicBezTo>
                  <a:pt x="1848" y="9147"/>
                  <a:pt x="0" y="11699"/>
                  <a:pt x="441" y="14514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85">
            <a:extLst xmlns:a="http://schemas.openxmlformats.org/drawingml/2006/main">
              <a:ext uri="{FF2B5EF4-FFF2-40B4-BE49-F238E27FC236}">
                <a16:creationId xmlns:a16="http://schemas.microsoft.com/office/drawing/2014/main" id="{6FA598E1-2E74-41AD-B81D-5F83CB13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060" y="7827210"/>
            <a:ext cx="128126" cy="42152"/>
          </a:xfrm>
          <a:custGeom xmlns:a="http://schemas.openxmlformats.org/drawingml/2006/main">
            <a:pathLst>
              <a:path w="87434" h="28765">
                <a:moveTo>
                  <a:pt x="442" y="14519"/>
                </a:moveTo>
                <a:cubicBezTo>
                  <a:pt x="969" y="17242"/>
                  <a:pt x="3605" y="19093"/>
                  <a:pt x="6337" y="18566"/>
                </a:cubicBezTo>
                <a:cubicBezTo>
                  <a:pt x="6773" y="18475"/>
                  <a:pt x="52599" y="10645"/>
                  <a:pt x="78904" y="27890"/>
                </a:cubicBezTo>
                <a:cubicBezTo>
                  <a:pt x="79698" y="28505"/>
                  <a:pt x="80661" y="28765"/>
                  <a:pt x="81630" y="28765"/>
                </a:cubicBezTo>
                <a:cubicBezTo>
                  <a:pt x="83302" y="28765"/>
                  <a:pt x="84884" y="27974"/>
                  <a:pt x="85853" y="26481"/>
                </a:cubicBezTo>
                <a:cubicBezTo>
                  <a:pt x="87434" y="24106"/>
                  <a:pt x="86737" y="21026"/>
                  <a:pt x="84447" y="19441"/>
                </a:cubicBezTo>
                <a:cubicBezTo>
                  <a:pt x="54713" y="0"/>
                  <a:pt x="6598" y="8273"/>
                  <a:pt x="4574" y="8621"/>
                </a:cubicBezTo>
                <a:cubicBezTo>
                  <a:pt x="1848" y="9148"/>
                  <a:pt x="0" y="11790"/>
                  <a:pt x="442" y="145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96" name="path-586">
            <a:extLst xmlns:a="http://schemas.openxmlformats.org/drawingml/2006/main">
              <a:ext uri="{FF2B5EF4-FFF2-40B4-BE49-F238E27FC236}">
                <a16:creationId xmlns:a16="http://schemas.microsoft.com/office/drawing/2014/main" id="{F7B190B5-B8FA-4C2B-BC87-7090D8BA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0447" y="7640821"/>
            <a:ext cx="95904" cy="49499"/>
          </a:xfrm>
          <a:custGeom xmlns:a="http://schemas.openxmlformats.org/drawingml/2006/main">
            <a:pathLst>
              <a:path w="65445" h="33778">
                <a:moveTo>
                  <a:pt x="5630" y="33778"/>
                </a:moveTo>
                <a:cubicBezTo>
                  <a:pt x="6949" y="33778"/>
                  <a:pt x="8357" y="33251"/>
                  <a:pt x="9324" y="32107"/>
                </a:cubicBezTo>
                <a:cubicBezTo>
                  <a:pt x="10292" y="31139"/>
                  <a:pt x="31403" y="8620"/>
                  <a:pt x="56649" y="28852"/>
                </a:cubicBezTo>
                <a:cubicBezTo>
                  <a:pt x="58760" y="30611"/>
                  <a:pt x="61927" y="30260"/>
                  <a:pt x="63685" y="28149"/>
                </a:cubicBezTo>
                <a:cubicBezTo>
                  <a:pt x="65445" y="25949"/>
                  <a:pt x="65094" y="22783"/>
                  <a:pt x="62983" y="21023"/>
                </a:cubicBezTo>
                <a:cubicBezTo>
                  <a:pt x="36770" y="0"/>
                  <a:pt x="11523" y="14602"/>
                  <a:pt x="1848" y="25334"/>
                </a:cubicBezTo>
                <a:cubicBezTo>
                  <a:pt x="0" y="27356"/>
                  <a:pt x="176" y="30611"/>
                  <a:pt x="2199" y="32459"/>
                </a:cubicBezTo>
                <a:cubicBezTo>
                  <a:pt x="3165" y="33338"/>
                  <a:pt x="4398" y="33778"/>
                  <a:pt x="5630" y="33778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87">
            <a:extLst xmlns:a="http://schemas.openxmlformats.org/drawingml/2006/main">
              <a:ext uri="{FF2B5EF4-FFF2-40B4-BE49-F238E27FC236}">
                <a16:creationId xmlns:a16="http://schemas.microsoft.com/office/drawing/2014/main" id="{D534110A-3585-482D-BA0C-4AD091E6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0447" y="7640818"/>
            <a:ext cx="95899" cy="49503"/>
          </a:xfrm>
          <a:custGeom xmlns:a="http://schemas.openxmlformats.org/drawingml/2006/main">
            <a:pathLst>
              <a:path w="65442" h="33781">
                <a:moveTo>
                  <a:pt x="5628" y="33781"/>
                </a:moveTo>
                <a:cubicBezTo>
                  <a:pt x="6949" y="33781"/>
                  <a:pt x="8354" y="33254"/>
                  <a:pt x="9324" y="32109"/>
                </a:cubicBezTo>
                <a:cubicBezTo>
                  <a:pt x="10293" y="31140"/>
                  <a:pt x="31400" y="8621"/>
                  <a:pt x="56646" y="28856"/>
                </a:cubicBezTo>
                <a:cubicBezTo>
                  <a:pt x="58754" y="30613"/>
                  <a:pt x="61928" y="30258"/>
                  <a:pt x="63685" y="28150"/>
                </a:cubicBezTo>
                <a:cubicBezTo>
                  <a:pt x="65442" y="25951"/>
                  <a:pt x="65091" y="22785"/>
                  <a:pt x="62977" y="21026"/>
                </a:cubicBezTo>
                <a:cubicBezTo>
                  <a:pt x="36768" y="0"/>
                  <a:pt x="11523" y="14688"/>
                  <a:pt x="1848" y="25336"/>
                </a:cubicBezTo>
                <a:cubicBezTo>
                  <a:pt x="0" y="27447"/>
                  <a:pt x="176" y="30613"/>
                  <a:pt x="2199" y="32458"/>
                </a:cubicBezTo>
                <a:cubicBezTo>
                  <a:pt x="3162" y="33339"/>
                  <a:pt x="4398" y="33781"/>
                  <a:pt x="5628" y="337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598" name="path-588">
            <a:extLst xmlns:a="http://schemas.openxmlformats.org/drawingml/2006/main">
              <a:ext uri="{FF2B5EF4-FFF2-40B4-BE49-F238E27FC236}">
                <a16:creationId xmlns:a16="http://schemas.microsoft.com/office/drawing/2014/main" id="{D4EB6981-AE48-4409-9EE1-EEACAFC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763" y="7672403"/>
            <a:ext cx="94745" cy="30420"/>
          </a:xfrm>
          <a:custGeom xmlns:a="http://schemas.openxmlformats.org/drawingml/2006/main">
            <a:pathLst>
              <a:path w="64655" h="20759">
                <a:moveTo>
                  <a:pt x="5718" y="20055"/>
                </a:moveTo>
                <a:cubicBezTo>
                  <a:pt x="6246" y="20055"/>
                  <a:pt x="6861" y="19968"/>
                  <a:pt x="7390" y="19792"/>
                </a:cubicBezTo>
                <a:cubicBezTo>
                  <a:pt x="7653" y="19703"/>
                  <a:pt x="34218" y="10731"/>
                  <a:pt x="57088" y="19792"/>
                </a:cubicBezTo>
                <a:cubicBezTo>
                  <a:pt x="59728" y="20759"/>
                  <a:pt x="62630" y="19528"/>
                  <a:pt x="63685" y="16888"/>
                </a:cubicBezTo>
                <a:cubicBezTo>
                  <a:pt x="64655" y="14250"/>
                  <a:pt x="63423" y="11347"/>
                  <a:pt x="60783" y="10379"/>
                </a:cubicBezTo>
                <a:cubicBezTo>
                  <a:pt x="34483" y="0"/>
                  <a:pt x="5278" y="9852"/>
                  <a:pt x="4047" y="10291"/>
                </a:cubicBezTo>
                <a:cubicBezTo>
                  <a:pt x="1407" y="11172"/>
                  <a:pt x="0" y="14074"/>
                  <a:pt x="968" y="16712"/>
                </a:cubicBezTo>
                <a:cubicBezTo>
                  <a:pt x="1672" y="18736"/>
                  <a:pt x="3606" y="20055"/>
                  <a:pt x="5718" y="20055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589">
            <a:extLst xmlns:a="http://schemas.openxmlformats.org/drawingml/2006/main">
              <a:ext uri="{FF2B5EF4-FFF2-40B4-BE49-F238E27FC236}">
                <a16:creationId xmlns:a16="http://schemas.microsoft.com/office/drawing/2014/main" id="{FCCA466F-55B4-493A-BAD8-03828375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760" y="7672401"/>
            <a:ext cx="94745" cy="30420"/>
          </a:xfrm>
          <a:custGeom xmlns:a="http://schemas.openxmlformats.org/drawingml/2006/main">
            <a:pathLst>
              <a:path w="64655" h="20759">
                <a:moveTo>
                  <a:pt x="5719" y="20144"/>
                </a:moveTo>
                <a:cubicBezTo>
                  <a:pt x="6246" y="20144"/>
                  <a:pt x="6858" y="20053"/>
                  <a:pt x="7391" y="19793"/>
                </a:cubicBezTo>
                <a:cubicBezTo>
                  <a:pt x="7652" y="19702"/>
                  <a:pt x="34218" y="10820"/>
                  <a:pt x="57088" y="19793"/>
                </a:cubicBezTo>
                <a:cubicBezTo>
                  <a:pt x="59729" y="20759"/>
                  <a:pt x="62631" y="19526"/>
                  <a:pt x="63685" y="16888"/>
                </a:cubicBezTo>
                <a:cubicBezTo>
                  <a:pt x="64655" y="14337"/>
                  <a:pt x="63425" y="11347"/>
                  <a:pt x="60783" y="10381"/>
                </a:cubicBezTo>
                <a:cubicBezTo>
                  <a:pt x="34484" y="0"/>
                  <a:pt x="5277" y="9854"/>
                  <a:pt x="4047" y="10290"/>
                </a:cubicBezTo>
                <a:cubicBezTo>
                  <a:pt x="1412" y="11172"/>
                  <a:pt x="0" y="14077"/>
                  <a:pt x="969" y="16712"/>
                </a:cubicBezTo>
                <a:cubicBezTo>
                  <a:pt x="1672" y="18826"/>
                  <a:pt x="3611" y="20144"/>
                  <a:pt x="5719" y="201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600" name="path-590">
            <a:extLst xmlns:a="http://schemas.openxmlformats.org/drawingml/2006/main">
              <a:ext uri="{FF2B5EF4-FFF2-40B4-BE49-F238E27FC236}">
                <a16:creationId xmlns:a16="http://schemas.microsoft.com/office/drawing/2014/main" id="{50590565-03FD-47AD-9319-387D4072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407" y="7573663"/>
            <a:ext cx="437366" cy="451160"/>
          </a:xfrm>
          <a:custGeom xmlns:a="http://schemas.openxmlformats.org/drawingml/2006/main">
            <a:pathLst>
              <a:path w="298462" h="307875">
                <a:moveTo>
                  <a:pt x="38967" y="265301"/>
                </a:moveTo>
                <a:cubicBezTo>
                  <a:pt x="41079" y="283333"/>
                  <a:pt x="48028" y="307434"/>
                  <a:pt x="83917" y="307875"/>
                </a:cubicBezTo>
                <a:cubicBezTo>
                  <a:pt x="84885" y="307875"/>
                  <a:pt x="85941" y="307875"/>
                  <a:pt x="86909" y="307875"/>
                </a:cubicBezTo>
                <a:cubicBezTo>
                  <a:pt x="109779" y="307875"/>
                  <a:pt x="124645" y="304444"/>
                  <a:pt x="132298" y="297406"/>
                </a:cubicBezTo>
                <a:cubicBezTo>
                  <a:pt x="138103" y="298023"/>
                  <a:pt x="143733" y="298463"/>
                  <a:pt x="149187" y="298463"/>
                </a:cubicBezTo>
                <a:cubicBezTo>
                  <a:pt x="231522" y="298463"/>
                  <a:pt x="298462" y="231522"/>
                  <a:pt x="298462" y="149275"/>
                </a:cubicBezTo>
                <a:cubicBezTo>
                  <a:pt x="298462" y="66940"/>
                  <a:pt x="231522" y="0"/>
                  <a:pt x="149187" y="0"/>
                </a:cubicBezTo>
                <a:cubicBezTo>
                  <a:pt x="66940" y="0"/>
                  <a:pt x="0" y="66940"/>
                  <a:pt x="0" y="149275"/>
                </a:cubicBezTo>
                <a:cubicBezTo>
                  <a:pt x="0" y="186836"/>
                  <a:pt x="13986" y="222550"/>
                  <a:pt x="39408" y="250170"/>
                </a:cubicBezTo>
                <a:cubicBezTo>
                  <a:pt x="38616" y="255712"/>
                  <a:pt x="38440" y="260726"/>
                  <a:pt x="38967" y="265301"/>
                </a:cubicBezTo>
                <a:moveTo>
                  <a:pt x="84005" y="297759"/>
                </a:moveTo>
                <a:cubicBezTo>
                  <a:pt x="56649" y="297406"/>
                  <a:pt x="51019" y="281398"/>
                  <a:pt x="48995" y="264157"/>
                </a:cubicBezTo>
                <a:cubicBezTo>
                  <a:pt x="48468" y="259934"/>
                  <a:pt x="48732" y="254920"/>
                  <a:pt x="49700" y="249379"/>
                </a:cubicBezTo>
                <a:cubicBezTo>
                  <a:pt x="51635" y="238647"/>
                  <a:pt x="56032" y="227740"/>
                  <a:pt x="58848" y="220526"/>
                </a:cubicBezTo>
                <a:cubicBezTo>
                  <a:pt x="59728" y="218415"/>
                  <a:pt x="60431" y="216656"/>
                  <a:pt x="61047" y="215160"/>
                </a:cubicBezTo>
                <a:cubicBezTo>
                  <a:pt x="63069" y="209530"/>
                  <a:pt x="62013" y="202758"/>
                  <a:pt x="61047" y="196688"/>
                </a:cubicBezTo>
                <a:cubicBezTo>
                  <a:pt x="60696" y="194313"/>
                  <a:pt x="60079" y="190793"/>
                  <a:pt x="60255" y="189123"/>
                </a:cubicBezTo>
                <a:cubicBezTo>
                  <a:pt x="62013" y="188595"/>
                  <a:pt x="64038" y="188332"/>
                  <a:pt x="65268" y="189211"/>
                </a:cubicBezTo>
                <a:cubicBezTo>
                  <a:pt x="68876" y="191674"/>
                  <a:pt x="69052" y="202670"/>
                  <a:pt x="69227" y="209267"/>
                </a:cubicBezTo>
                <a:cubicBezTo>
                  <a:pt x="69315" y="212434"/>
                  <a:pt x="69403" y="215424"/>
                  <a:pt x="69667" y="217976"/>
                </a:cubicBezTo>
                <a:cubicBezTo>
                  <a:pt x="70636" y="226155"/>
                  <a:pt x="77321" y="235569"/>
                  <a:pt x="103357" y="233721"/>
                </a:cubicBezTo>
                <a:cubicBezTo>
                  <a:pt x="109515" y="233281"/>
                  <a:pt x="119278" y="230378"/>
                  <a:pt x="130626" y="227123"/>
                </a:cubicBezTo>
                <a:cubicBezTo>
                  <a:pt x="141358" y="223956"/>
                  <a:pt x="153585" y="220438"/>
                  <a:pt x="164228" y="218503"/>
                </a:cubicBezTo>
                <a:cubicBezTo>
                  <a:pt x="170650" y="217359"/>
                  <a:pt x="173289" y="218503"/>
                  <a:pt x="173464" y="219119"/>
                </a:cubicBezTo>
                <a:cubicBezTo>
                  <a:pt x="173905" y="220702"/>
                  <a:pt x="171882" y="224309"/>
                  <a:pt x="169595" y="225276"/>
                </a:cubicBezTo>
                <a:cubicBezTo>
                  <a:pt x="161853" y="228355"/>
                  <a:pt x="127987" y="241110"/>
                  <a:pt x="127636" y="241286"/>
                </a:cubicBezTo>
                <a:cubicBezTo>
                  <a:pt x="125349" y="242166"/>
                  <a:pt x="123940" y="244628"/>
                  <a:pt x="124557" y="247092"/>
                </a:cubicBezTo>
                <a:cubicBezTo>
                  <a:pt x="125085" y="249554"/>
                  <a:pt x="127372" y="251226"/>
                  <a:pt x="129923" y="251050"/>
                </a:cubicBezTo>
                <a:cubicBezTo>
                  <a:pt x="130099" y="250962"/>
                  <a:pt x="130274" y="250962"/>
                  <a:pt x="130362" y="251050"/>
                </a:cubicBezTo>
                <a:cubicBezTo>
                  <a:pt x="131154" y="252721"/>
                  <a:pt x="130274" y="258791"/>
                  <a:pt x="128516" y="263541"/>
                </a:cubicBezTo>
                <a:cubicBezTo>
                  <a:pt x="127724" y="265563"/>
                  <a:pt x="128339" y="267850"/>
                  <a:pt x="130011" y="269258"/>
                </a:cubicBezTo>
                <a:cubicBezTo>
                  <a:pt x="133705" y="272249"/>
                  <a:pt x="129835" y="277351"/>
                  <a:pt x="129043" y="278319"/>
                </a:cubicBezTo>
                <a:cubicBezTo>
                  <a:pt x="128075" y="279463"/>
                  <a:pt x="127724" y="280957"/>
                  <a:pt x="127987" y="282453"/>
                </a:cubicBezTo>
                <a:cubicBezTo>
                  <a:pt x="128427" y="285093"/>
                  <a:pt x="127987" y="287115"/>
                  <a:pt x="126492" y="288962"/>
                </a:cubicBezTo>
                <a:cubicBezTo>
                  <a:pt x="123677" y="292393"/>
                  <a:pt x="114441" y="298199"/>
                  <a:pt x="84005" y="297759"/>
                </a:cubicBezTo>
                <a:moveTo>
                  <a:pt x="149187" y="10116"/>
                </a:moveTo>
                <a:cubicBezTo>
                  <a:pt x="225892" y="10116"/>
                  <a:pt x="288347" y="72482"/>
                  <a:pt x="288347" y="149187"/>
                </a:cubicBezTo>
                <a:cubicBezTo>
                  <a:pt x="288347" y="225980"/>
                  <a:pt x="225892" y="288347"/>
                  <a:pt x="149187" y="288347"/>
                </a:cubicBezTo>
                <a:cubicBezTo>
                  <a:pt x="145579" y="288347"/>
                  <a:pt x="141709" y="288171"/>
                  <a:pt x="137928" y="287819"/>
                </a:cubicBezTo>
                <a:cubicBezTo>
                  <a:pt x="137928" y="287554"/>
                  <a:pt x="138015" y="287203"/>
                  <a:pt x="138015" y="286851"/>
                </a:cubicBezTo>
                <a:cubicBezTo>
                  <a:pt x="138103" y="286499"/>
                  <a:pt x="138103" y="286236"/>
                  <a:pt x="138103" y="285972"/>
                </a:cubicBezTo>
                <a:cubicBezTo>
                  <a:pt x="138191" y="284916"/>
                  <a:pt x="138279" y="283949"/>
                  <a:pt x="138191" y="282893"/>
                </a:cubicBezTo>
                <a:cubicBezTo>
                  <a:pt x="139775" y="280430"/>
                  <a:pt x="142150" y="275944"/>
                  <a:pt x="141622" y="270930"/>
                </a:cubicBezTo>
                <a:cubicBezTo>
                  <a:pt x="141446" y="268379"/>
                  <a:pt x="140478" y="266092"/>
                  <a:pt x="138983" y="264069"/>
                </a:cubicBezTo>
                <a:cubicBezTo>
                  <a:pt x="140302" y="259670"/>
                  <a:pt x="141797" y="252721"/>
                  <a:pt x="139863" y="247444"/>
                </a:cubicBezTo>
                <a:cubicBezTo>
                  <a:pt x="150506" y="243397"/>
                  <a:pt x="167922" y="236800"/>
                  <a:pt x="173376" y="234601"/>
                </a:cubicBezTo>
                <a:cubicBezTo>
                  <a:pt x="179710" y="232049"/>
                  <a:pt x="185252" y="223693"/>
                  <a:pt x="183141" y="216392"/>
                </a:cubicBezTo>
                <a:cubicBezTo>
                  <a:pt x="183141" y="216127"/>
                  <a:pt x="183053" y="215952"/>
                  <a:pt x="182965" y="215688"/>
                </a:cubicBezTo>
                <a:cubicBezTo>
                  <a:pt x="182261" y="213840"/>
                  <a:pt x="180766" y="211202"/>
                  <a:pt x="177160" y="209530"/>
                </a:cubicBezTo>
                <a:cubicBezTo>
                  <a:pt x="173993" y="208036"/>
                  <a:pt x="169331" y="207331"/>
                  <a:pt x="162382" y="208563"/>
                </a:cubicBezTo>
                <a:cubicBezTo>
                  <a:pt x="151209" y="210586"/>
                  <a:pt x="138808" y="214192"/>
                  <a:pt x="127812" y="217359"/>
                </a:cubicBezTo>
                <a:cubicBezTo>
                  <a:pt x="117520" y="220438"/>
                  <a:pt x="107755" y="223253"/>
                  <a:pt x="102653" y="223606"/>
                </a:cubicBezTo>
                <a:cubicBezTo>
                  <a:pt x="92626" y="224309"/>
                  <a:pt x="80575" y="223693"/>
                  <a:pt x="79695" y="216744"/>
                </a:cubicBezTo>
                <a:cubicBezTo>
                  <a:pt x="79431" y="214721"/>
                  <a:pt x="79343" y="211993"/>
                  <a:pt x="79343" y="209003"/>
                </a:cubicBezTo>
                <a:cubicBezTo>
                  <a:pt x="79080" y="198887"/>
                  <a:pt x="78815" y="186309"/>
                  <a:pt x="71075" y="180854"/>
                </a:cubicBezTo>
                <a:cubicBezTo>
                  <a:pt x="67028" y="178128"/>
                  <a:pt x="61927" y="177776"/>
                  <a:pt x="55857" y="179886"/>
                </a:cubicBezTo>
                <a:cubicBezTo>
                  <a:pt x="48556" y="182437"/>
                  <a:pt x="49875" y="190882"/>
                  <a:pt x="51019" y="198272"/>
                </a:cubicBezTo>
                <a:cubicBezTo>
                  <a:pt x="51811" y="203109"/>
                  <a:pt x="52690" y="208475"/>
                  <a:pt x="51546" y="211641"/>
                </a:cubicBezTo>
                <a:cubicBezTo>
                  <a:pt x="51019" y="213049"/>
                  <a:pt x="50315" y="214809"/>
                  <a:pt x="49524" y="216744"/>
                </a:cubicBezTo>
                <a:cubicBezTo>
                  <a:pt x="49083" y="217887"/>
                  <a:pt x="48556" y="219207"/>
                  <a:pt x="48028" y="220438"/>
                </a:cubicBezTo>
                <a:cubicBezTo>
                  <a:pt x="47852" y="220878"/>
                  <a:pt x="47676" y="221319"/>
                  <a:pt x="47501" y="221758"/>
                </a:cubicBezTo>
                <a:cubicBezTo>
                  <a:pt x="47060" y="222989"/>
                  <a:pt x="46533" y="224220"/>
                  <a:pt x="46093" y="225628"/>
                </a:cubicBezTo>
                <a:cubicBezTo>
                  <a:pt x="46004" y="225893"/>
                  <a:pt x="45828" y="226155"/>
                  <a:pt x="45741" y="226507"/>
                </a:cubicBezTo>
                <a:cubicBezTo>
                  <a:pt x="45213" y="228004"/>
                  <a:pt x="44597" y="229674"/>
                  <a:pt x="44070" y="231347"/>
                </a:cubicBezTo>
                <a:cubicBezTo>
                  <a:pt x="43894" y="231786"/>
                  <a:pt x="43805" y="232226"/>
                  <a:pt x="43629" y="232665"/>
                </a:cubicBezTo>
                <a:cubicBezTo>
                  <a:pt x="43190" y="234073"/>
                  <a:pt x="42751" y="235481"/>
                  <a:pt x="42310" y="236888"/>
                </a:cubicBezTo>
                <a:cubicBezTo>
                  <a:pt x="42222" y="237239"/>
                  <a:pt x="42134" y="237503"/>
                  <a:pt x="42046" y="237856"/>
                </a:cubicBezTo>
                <a:cubicBezTo>
                  <a:pt x="21374" y="212961"/>
                  <a:pt x="10116" y="181823"/>
                  <a:pt x="10116" y="149187"/>
                </a:cubicBezTo>
                <a:cubicBezTo>
                  <a:pt x="10116" y="72482"/>
                  <a:pt x="72482" y="10116"/>
                  <a:pt x="149187" y="1011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91">
            <a:extLst xmlns:a="http://schemas.openxmlformats.org/drawingml/2006/main">
              <a:ext uri="{FF2B5EF4-FFF2-40B4-BE49-F238E27FC236}">
                <a16:creationId xmlns:a16="http://schemas.microsoft.com/office/drawing/2014/main" id="{6C88AD7C-E3CF-4CBB-82BC-5CCCC8D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405" y="7573661"/>
            <a:ext cx="437370" cy="451158"/>
          </a:xfrm>
          <a:custGeom xmlns:a="http://schemas.openxmlformats.org/drawingml/2006/main">
            <a:pathLst>
              <a:path w="298465" h="307873">
                <a:moveTo>
                  <a:pt x="38967" y="265301"/>
                </a:moveTo>
                <a:cubicBezTo>
                  <a:pt x="41076" y="283331"/>
                  <a:pt x="48031" y="307437"/>
                  <a:pt x="83920" y="307873"/>
                </a:cubicBezTo>
                <a:cubicBezTo>
                  <a:pt x="84884" y="307873"/>
                  <a:pt x="85938" y="307873"/>
                  <a:pt x="86907" y="307873"/>
                </a:cubicBezTo>
                <a:cubicBezTo>
                  <a:pt x="109777" y="307873"/>
                  <a:pt x="124645" y="304447"/>
                  <a:pt x="132296" y="297408"/>
                </a:cubicBezTo>
                <a:cubicBezTo>
                  <a:pt x="138106" y="298110"/>
                  <a:pt x="143734" y="298465"/>
                  <a:pt x="149187" y="298465"/>
                </a:cubicBezTo>
                <a:cubicBezTo>
                  <a:pt x="231520" y="298465"/>
                  <a:pt x="298465" y="231523"/>
                  <a:pt x="298465" y="149278"/>
                </a:cubicBezTo>
                <a:cubicBezTo>
                  <a:pt x="298465" y="66942"/>
                  <a:pt x="231520" y="0"/>
                  <a:pt x="149187" y="0"/>
                </a:cubicBezTo>
                <a:cubicBezTo>
                  <a:pt x="66939" y="0"/>
                  <a:pt x="0" y="66942"/>
                  <a:pt x="0" y="149278"/>
                </a:cubicBezTo>
                <a:cubicBezTo>
                  <a:pt x="0" y="186837"/>
                  <a:pt x="13983" y="222551"/>
                  <a:pt x="39410" y="250171"/>
                </a:cubicBezTo>
                <a:cubicBezTo>
                  <a:pt x="38616" y="255714"/>
                  <a:pt x="38440" y="260727"/>
                  <a:pt x="38967" y="265301"/>
                </a:cubicBezTo>
                <a:moveTo>
                  <a:pt x="84005" y="297759"/>
                </a:moveTo>
                <a:cubicBezTo>
                  <a:pt x="56646" y="297408"/>
                  <a:pt x="51017" y="281398"/>
                  <a:pt x="48994" y="264159"/>
                </a:cubicBezTo>
                <a:cubicBezTo>
                  <a:pt x="48467" y="259937"/>
                  <a:pt x="48733" y="254920"/>
                  <a:pt x="49697" y="249468"/>
                </a:cubicBezTo>
                <a:cubicBezTo>
                  <a:pt x="51635" y="238645"/>
                  <a:pt x="56034" y="227740"/>
                  <a:pt x="58936" y="220527"/>
                </a:cubicBezTo>
                <a:cubicBezTo>
                  <a:pt x="59729" y="218416"/>
                  <a:pt x="60432" y="216656"/>
                  <a:pt x="61044" y="215159"/>
                </a:cubicBezTo>
                <a:cubicBezTo>
                  <a:pt x="63067" y="209534"/>
                  <a:pt x="62013" y="202761"/>
                  <a:pt x="61044" y="196775"/>
                </a:cubicBezTo>
                <a:cubicBezTo>
                  <a:pt x="60693" y="194316"/>
                  <a:pt x="60081" y="190884"/>
                  <a:pt x="60256" y="189124"/>
                </a:cubicBezTo>
                <a:cubicBezTo>
                  <a:pt x="62013" y="188594"/>
                  <a:pt x="64037" y="188333"/>
                  <a:pt x="65267" y="189211"/>
                </a:cubicBezTo>
                <a:cubicBezTo>
                  <a:pt x="68877" y="191674"/>
                  <a:pt x="69053" y="202670"/>
                  <a:pt x="69229" y="209268"/>
                </a:cubicBezTo>
                <a:cubicBezTo>
                  <a:pt x="69314" y="212433"/>
                  <a:pt x="69405" y="215426"/>
                  <a:pt x="69665" y="217977"/>
                </a:cubicBezTo>
                <a:cubicBezTo>
                  <a:pt x="70634" y="226155"/>
                  <a:pt x="77323" y="235570"/>
                  <a:pt x="103356" y="233722"/>
                </a:cubicBezTo>
                <a:cubicBezTo>
                  <a:pt x="109517" y="233280"/>
                  <a:pt x="119277" y="230378"/>
                  <a:pt x="130630" y="227125"/>
                </a:cubicBezTo>
                <a:cubicBezTo>
                  <a:pt x="141354" y="223956"/>
                  <a:pt x="153585" y="220439"/>
                  <a:pt x="164230" y="218507"/>
                </a:cubicBezTo>
                <a:cubicBezTo>
                  <a:pt x="170652" y="217359"/>
                  <a:pt x="173293" y="218507"/>
                  <a:pt x="173469" y="219119"/>
                </a:cubicBezTo>
                <a:cubicBezTo>
                  <a:pt x="173905" y="220706"/>
                  <a:pt x="171882" y="224308"/>
                  <a:pt x="169592" y="225280"/>
                </a:cubicBezTo>
                <a:cubicBezTo>
                  <a:pt x="161855" y="228355"/>
                  <a:pt x="127989" y="241110"/>
                  <a:pt x="127631" y="241286"/>
                </a:cubicBezTo>
                <a:cubicBezTo>
                  <a:pt x="125347" y="242168"/>
                  <a:pt x="123942" y="244627"/>
                  <a:pt x="124560" y="247093"/>
                </a:cubicBezTo>
                <a:cubicBezTo>
                  <a:pt x="125087" y="249556"/>
                  <a:pt x="127371" y="251225"/>
                  <a:pt x="129921" y="251049"/>
                </a:cubicBezTo>
                <a:cubicBezTo>
                  <a:pt x="130097" y="250964"/>
                  <a:pt x="130273" y="250964"/>
                  <a:pt x="130364" y="251049"/>
                </a:cubicBezTo>
                <a:cubicBezTo>
                  <a:pt x="131157" y="252721"/>
                  <a:pt x="130273" y="258789"/>
                  <a:pt x="128516" y="263629"/>
                </a:cubicBezTo>
                <a:cubicBezTo>
                  <a:pt x="127722" y="265653"/>
                  <a:pt x="128340" y="267852"/>
                  <a:pt x="130006" y="269261"/>
                </a:cubicBezTo>
                <a:cubicBezTo>
                  <a:pt x="133708" y="272250"/>
                  <a:pt x="129831" y="277354"/>
                  <a:pt x="129043" y="278321"/>
                </a:cubicBezTo>
                <a:cubicBezTo>
                  <a:pt x="128074" y="279463"/>
                  <a:pt x="127722" y="280956"/>
                  <a:pt x="127989" y="282456"/>
                </a:cubicBezTo>
                <a:cubicBezTo>
                  <a:pt x="128431" y="285094"/>
                  <a:pt x="127989" y="287115"/>
                  <a:pt x="126492" y="288962"/>
                </a:cubicBezTo>
                <a:cubicBezTo>
                  <a:pt x="123675" y="292394"/>
                  <a:pt x="114436" y="298198"/>
                  <a:pt x="84005" y="297759"/>
                </a:cubicBezTo>
                <a:moveTo>
                  <a:pt x="149187" y="10114"/>
                </a:moveTo>
                <a:cubicBezTo>
                  <a:pt x="225892" y="10114"/>
                  <a:pt x="288347" y="72485"/>
                  <a:pt x="288347" y="149278"/>
                </a:cubicBezTo>
                <a:cubicBezTo>
                  <a:pt x="288347" y="225980"/>
                  <a:pt x="225892" y="288347"/>
                  <a:pt x="149187" y="288347"/>
                </a:cubicBezTo>
                <a:cubicBezTo>
                  <a:pt x="145576" y="288347"/>
                  <a:pt x="141711" y="288172"/>
                  <a:pt x="137931" y="287905"/>
                </a:cubicBezTo>
                <a:cubicBezTo>
                  <a:pt x="137931" y="287554"/>
                  <a:pt x="138015" y="287202"/>
                  <a:pt x="138015" y="286854"/>
                </a:cubicBezTo>
                <a:cubicBezTo>
                  <a:pt x="138106" y="286503"/>
                  <a:pt x="138106" y="286236"/>
                  <a:pt x="138106" y="285973"/>
                </a:cubicBezTo>
                <a:cubicBezTo>
                  <a:pt x="138191" y="284918"/>
                  <a:pt x="138282" y="283949"/>
                  <a:pt x="138191" y="282895"/>
                </a:cubicBezTo>
                <a:cubicBezTo>
                  <a:pt x="139778" y="280429"/>
                  <a:pt x="142153" y="275943"/>
                  <a:pt x="141620" y="270933"/>
                </a:cubicBezTo>
                <a:cubicBezTo>
                  <a:pt x="141444" y="268382"/>
                  <a:pt x="140481" y="266092"/>
                  <a:pt x="138979" y="264069"/>
                </a:cubicBezTo>
                <a:cubicBezTo>
                  <a:pt x="140305" y="259670"/>
                  <a:pt x="141802" y="252721"/>
                  <a:pt x="139863" y="247441"/>
                </a:cubicBezTo>
                <a:cubicBezTo>
                  <a:pt x="150508" y="243394"/>
                  <a:pt x="167919" y="236800"/>
                  <a:pt x="173378" y="234601"/>
                </a:cubicBezTo>
                <a:cubicBezTo>
                  <a:pt x="179715" y="232047"/>
                  <a:pt x="185252" y="223693"/>
                  <a:pt x="183138" y="216392"/>
                </a:cubicBezTo>
                <a:cubicBezTo>
                  <a:pt x="183138" y="216132"/>
                  <a:pt x="183053" y="215953"/>
                  <a:pt x="182962" y="215687"/>
                </a:cubicBezTo>
                <a:cubicBezTo>
                  <a:pt x="182266" y="213842"/>
                  <a:pt x="180763" y="211203"/>
                  <a:pt x="177158" y="209534"/>
                </a:cubicBezTo>
                <a:cubicBezTo>
                  <a:pt x="173990" y="208035"/>
                  <a:pt x="169331" y="207335"/>
                  <a:pt x="162382" y="208562"/>
                </a:cubicBezTo>
                <a:cubicBezTo>
                  <a:pt x="151210" y="210585"/>
                  <a:pt x="138803" y="214193"/>
                  <a:pt x="127807" y="217449"/>
                </a:cubicBezTo>
                <a:cubicBezTo>
                  <a:pt x="117520" y="220439"/>
                  <a:pt x="107754" y="223250"/>
                  <a:pt x="102653" y="223605"/>
                </a:cubicBezTo>
                <a:cubicBezTo>
                  <a:pt x="92626" y="224308"/>
                  <a:pt x="80576" y="223693"/>
                  <a:pt x="79698" y="216744"/>
                </a:cubicBezTo>
                <a:cubicBezTo>
                  <a:pt x="79431" y="214720"/>
                  <a:pt x="79346" y="211994"/>
                  <a:pt x="79346" y="209004"/>
                </a:cubicBezTo>
                <a:cubicBezTo>
                  <a:pt x="79080" y="198890"/>
                  <a:pt x="78813" y="186310"/>
                  <a:pt x="71077" y="180945"/>
                </a:cubicBezTo>
                <a:cubicBezTo>
                  <a:pt x="67030" y="178128"/>
                  <a:pt x="61928" y="177776"/>
                  <a:pt x="55858" y="179888"/>
                </a:cubicBezTo>
                <a:cubicBezTo>
                  <a:pt x="48558" y="182438"/>
                  <a:pt x="49872" y="190884"/>
                  <a:pt x="51017" y="198363"/>
                </a:cubicBezTo>
                <a:cubicBezTo>
                  <a:pt x="51811" y="203112"/>
                  <a:pt x="52690" y="208477"/>
                  <a:pt x="51544" y="211643"/>
                </a:cubicBezTo>
                <a:cubicBezTo>
                  <a:pt x="51017" y="213051"/>
                  <a:pt x="50315" y="214808"/>
                  <a:pt x="49521" y="216744"/>
                </a:cubicBezTo>
                <a:cubicBezTo>
                  <a:pt x="49085" y="217886"/>
                  <a:pt x="48558" y="219206"/>
                  <a:pt x="48031" y="220527"/>
                </a:cubicBezTo>
                <a:cubicBezTo>
                  <a:pt x="47849" y="220882"/>
                  <a:pt x="47673" y="221318"/>
                  <a:pt x="47497" y="221757"/>
                </a:cubicBezTo>
                <a:cubicBezTo>
                  <a:pt x="47061" y="222990"/>
                  <a:pt x="46534" y="224223"/>
                  <a:pt x="46092" y="225628"/>
                </a:cubicBezTo>
                <a:cubicBezTo>
                  <a:pt x="46007" y="225892"/>
                  <a:pt x="45831" y="226155"/>
                  <a:pt x="45741" y="226507"/>
                </a:cubicBezTo>
                <a:cubicBezTo>
                  <a:pt x="45213" y="228003"/>
                  <a:pt x="44596" y="229678"/>
                  <a:pt x="44068" y="231347"/>
                </a:cubicBezTo>
                <a:cubicBezTo>
                  <a:pt x="43893" y="231787"/>
                  <a:pt x="43808" y="232223"/>
                  <a:pt x="43632" y="232668"/>
                </a:cubicBezTo>
                <a:cubicBezTo>
                  <a:pt x="43190" y="234077"/>
                  <a:pt x="42748" y="235479"/>
                  <a:pt x="42312" y="236888"/>
                </a:cubicBezTo>
                <a:cubicBezTo>
                  <a:pt x="42221" y="237242"/>
                  <a:pt x="42136" y="237594"/>
                  <a:pt x="42045" y="237854"/>
                </a:cubicBezTo>
                <a:cubicBezTo>
                  <a:pt x="21374" y="212960"/>
                  <a:pt x="10117" y="181820"/>
                  <a:pt x="10117" y="149278"/>
                </a:cubicBezTo>
                <a:cubicBezTo>
                  <a:pt x="10117" y="72485"/>
                  <a:pt x="72482" y="10114"/>
                  <a:pt x="149187" y="101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312">
            <a:solidFill>
              <a:srgbClr val="931100"/>
            </a:solidFill>
            <a:prstDash val="solid"/>
          </a:ln>
        </p:spPr>
      </p:sp>
      <p:sp>
        <p:nvSpPr>
          <p:cNvPr id="602" name="text-592 No">
            <a:extLst xmlns:a="http://schemas.openxmlformats.org/drawingml/2006/main">
              <a:ext uri="{FF2B5EF4-FFF2-40B4-BE49-F238E27FC236}">
                <a16:creationId xmlns:a16="http://schemas.microsoft.com/office/drawing/2014/main" id="{5EBDCA56-E6C1-4E1E-8259-69416C7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1497" y="7660438"/>
            <a:ext cx="312079" cy="288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pic>
        <p:nvPic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CEB280FB-B591-46DE-AB82-81CC7AD42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9112315564a62"/>
          <a:stretch xmlns:a="http://schemas.openxmlformats.org/drawingml/2006/main"/>
        </p:blipFill>
        <p:spPr>
          <a:xfrm xmlns:a="http://schemas.openxmlformats.org/drawingml/2006/main">
            <a:off x="2791110" y="1009743"/>
            <a:ext cx="725813" cy="725813"/>
          </a:xfrm>
          <a:prstGeom xmlns:a="http://schemas.openxmlformats.org/drawingml/2006/main" prst="rect">
            <a:avLst/>
          </a:prstGeom>
        </p:spPr>
      </p:pic>
      <p:sp>
        <p:nvSpPr>
          <p:cNvPr id="604" name="text-594 Visual">
            <a:extLst xmlns:a="http://schemas.openxmlformats.org/drawingml/2006/main">
              <a:ext uri="{FF2B5EF4-FFF2-40B4-BE49-F238E27FC236}">
                <a16:creationId xmlns:a16="http://schemas.microsoft.com/office/drawing/2014/main" id="{4F4857F2-2190-4ACA-B041-6F67D650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673" y="1079668"/>
            <a:ext cx="721067" cy="32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605" name="text-594 Environment">
            <a:extLst xmlns:a="http://schemas.openxmlformats.org/drawingml/2006/main">
              <a:ext uri="{FF2B5EF4-FFF2-40B4-BE49-F238E27FC236}">
                <a16:creationId xmlns:a16="http://schemas.microsoft.com/office/drawing/2014/main" id="{9FA2AFD2-E5E1-4C22-8E39-FCE582DE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429" y="1079660"/>
            <a:ext cx="1459853" cy="324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606" name="text-596 (image">
            <a:extLst xmlns:a="http://schemas.openxmlformats.org/drawingml/2006/main">
              <a:ext uri="{FF2B5EF4-FFF2-40B4-BE49-F238E27FC236}">
                <a16:creationId xmlns:a16="http://schemas.microsoft.com/office/drawing/2014/main" id="{7938720E-9C74-4E0B-8322-43F98A6A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767" y="1358230"/>
            <a:ext cx="667594" cy="28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(image</a:t>
            </a:r>
          </a:p>
        </p:txBody>
      </p:sp>
      <p:sp>
        <p:nvSpPr>
          <p:cNvPr id="607" name="text-596 as">
            <a:extLst xmlns:a="http://schemas.openxmlformats.org/drawingml/2006/main">
              <a:ext uri="{FF2B5EF4-FFF2-40B4-BE49-F238E27FC236}">
                <a16:creationId xmlns:a16="http://schemas.microsoft.com/office/drawing/2014/main" id="{A23B80BE-22B3-463A-82AF-88CBA44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521" y="1358255"/>
            <a:ext cx="254984" cy="288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608" name="text-596 an">
            <a:extLst xmlns:a="http://schemas.openxmlformats.org/drawingml/2006/main">
              <a:ext uri="{FF2B5EF4-FFF2-40B4-BE49-F238E27FC236}">
                <a16:creationId xmlns:a16="http://schemas.microsoft.com/office/drawing/2014/main" id="{FC1B6E34-3A94-499C-96F3-D85C953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656" y="1358210"/>
            <a:ext cx="266573" cy="288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</a:t>
            </a:r>
          </a:p>
        </p:txBody>
      </p:sp>
      <p:sp>
        <p:nvSpPr>
          <p:cNvPr id="609" name="text-596 example)">
            <a:extLst xmlns:a="http://schemas.openxmlformats.org/drawingml/2006/main">
              <a:ext uri="{FF2B5EF4-FFF2-40B4-BE49-F238E27FC236}">
                <a16:creationId xmlns:a16="http://schemas.microsoft.com/office/drawing/2014/main" id="{24A174A6-FA6F-4248-AB7E-395499F4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6386" y="1358213"/>
            <a:ext cx="885444" cy="288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example)</a:t>
            </a:r>
          </a:p>
        </p:txBody>
      </p:sp>
      <p:sp>
        <p:nvSpPr>
          <p:cNvPr id="610" name="path-597">
            <a:extLst xmlns:a="http://schemas.openxmlformats.org/drawingml/2006/main">
              <a:ext uri="{FF2B5EF4-FFF2-40B4-BE49-F238E27FC236}">
                <a16:creationId xmlns:a16="http://schemas.microsoft.com/office/drawing/2014/main" id="{95BE69AC-BEF3-405B-9F87-EB45FBC4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808" y="2664649"/>
            <a:ext cx="1415992" cy="360288"/>
          </a:xfrm>
          <a:custGeom xmlns:a="http://schemas.openxmlformats.org/drawingml/2006/main">
            <a:pathLst>
              <a:path w="966283" h="245863">
                <a:moveTo>
                  <a:pt x="966283" y="0"/>
                </a:moveTo>
                <a:lnTo>
                  <a:pt x="966283" y="175492"/>
                </a:lnTo>
                <a:cubicBezTo>
                  <a:pt x="966283" y="214372"/>
                  <a:pt x="934792" y="245863"/>
                  <a:pt x="895916" y="245863"/>
                </a:cubicBezTo>
                <a:lnTo>
                  <a:pt x="0" y="245863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dash"/>
          </a:ln>
        </p:spPr>
      </p:sp>
      <p:sp>
        <p:nvSpPr>
          <p:cNvPr id="611" name="path-598">
            <a:extLst xmlns:a="http://schemas.openxmlformats.org/drawingml/2006/main">
              <a:ext uri="{FF2B5EF4-FFF2-40B4-BE49-F238E27FC236}">
                <a16:creationId xmlns:a16="http://schemas.microsoft.com/office/drawing/2014/main" id="{B465603A-EBE0-4175-87AC-799B355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9909" y="2982399"/>
            <a:ext cx="113434" cy="85077"/>
          </a:xfrm>
          <a:custGeom xmlns:a="http://schemas.openxmlformats.org/drawingml/2006/main">
            <a:pathLst>
              <a:path w="77408" h="58057">
                <a:moveTo>
                  <a:pt x="0" y="29029"/>
                </a:moveTo>
                <a:lnTo>
                  <a:pt x="77408" y="58057"/>
                </a:lnTo>
                <a:lnTo>
                  <a:pt x="48381" y="29029"/>
                </a:lnTo>
                <a:lnTo>
                  <a:pt x="77408" y="0"/>
                </a:lnTo>
                <a:lnTo>
                  <a:pt x="0" y="29029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path-599">
            <a:extLst xmlns:a="http://schemas.openxmlformats.org/drawingml/2006/main">
              <a:ext uri="{FF2B5EF4-FFF2-40B4-BE49-F238E27FC236}">
                <a16:creationId xmlns:a16="http://schemas.microsoft.com/office/drawing/2014/main" id="{67F38A08-29CD-4DAA-B335-5F8C862A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9909" y="2982403"/>
            <a:ext cx="113433" cy="85068"/>
          </a:xfrm>
          <a:custGeom xmlns:a="http://schemas.openxmlformats.org/drawingml/2006/main">
            <a:pathLst>
              <a:path w="77408" h="58051">
                <a:moveTo>
                  <a:pt x="0" y="29026"/>
                </a:moveTo>
                <a:lnTo>
                  <a:pt x="77408" y="58051"/>
                </a:lnTo>
                <a:lnTo>
                  <a:pt x="48382" y="29026"/>
                </a:lnTo>
                <a:lnTo>
                  <a:pt x="77408" y="0"/>
                </a:lnTo>
                <a:lnTo>
                  <a:pt x="0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613" name="text-600 Parameterize">
            <a:extLst xmlns:a="http://schemas.openxmlformats.org/drawingml/2006/main">
              <a:ext uri="{FF2B5EF4-FFF2-40B4-BE49-F238E27FC236}">
                <a16:creationId xmlns:a16="http://schemas.microsoft.com/office/drawing/2014/main" id="{DBB2AB7C-4909-4D64-A062-520EA04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9159" y="3042850"/>
            <a:ext cx="1263693" cy="28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Parameterize</a:t>
            </a:r>
          </a:p>
        </p:txBody>
      </p:sp>
      <p:sp>
        <p:nvSpPr>
          <p:cNvPr id="614" name="text-601 Parameterize">
            <a:extLst xmlns:a="http://schemas.openxmlformats.org/drawingml/2006/main">
              <a:ext uri="{FF2B5EF4-FFF2-40B4-BE49-F238E27FC236}">
                <a16:creationId xmlns:a16="http://schemas.microsoft.com/office/drawing/2014/main" id="{7DA17FE4-4D15-47B7-8B02-F159FCB8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9159" y="6043842"/>
            <a:ext cx="1263693" cy="28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Parameterize</a:t>
            </a:r>
          </a:p>
        </p:txBody>
      </p:sp>
      <p:sp>
        <p:nvSpPr>
          <p:cNvPr id="615" name="path-603">
            <a:extLst xmlns:a="http://schemas.openxmlformats.org/drawingml/2006/main">
              <a:ext uri="{FF2B5EF4-FFF2-40B4-BE49-F238E27FC236}">
                <a16:creationId xmlns:a16="http://schemas.microsoft.com/office/drawing/2014/main" id="{7153B991-1062-404E-A52B-75A6D59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382" y="3399405"/>
            <a:ext cx="147479" cy="179889"/>
          </a:xfrm>
          <a:custGeom xmlns:a="http://schemas.openxmlformats.org/drawingml/2006/main">
            <a:pathLst>
              <a:path w="100641" h="122758">
                <a:moveTo>
                  <a:pt x="14848" y="108846"/>
                </a:moveTo>
                <a:cubicBezTo>
                  <a:pt x="13303" y="115427"/>
                  <a:pt x="12918" y="116783"/>
                  <a:pt x="4436" y="116783"/>
                </a:cubicBezTo>
                <a:cubicBezTo>
                  <a:pt x="2121" y="116783"/>
                  <a:pt x="0" y="116783"/>
                  <a:pt x="0" y="120446"/>
                </a:cubicBezTo>
                <a:cubicBezTo>
                  <a:pt x="0" y="121987"/>
                  <a:pt x="965" y="122758"/>
                  <a:pt x="2506" y="122758"/>
                </a:cubicBezTo>
                <a:cubicBezTo>
                  <a:pt x="7714" y="122758"/>
                  <a:pt x="13303" y="122181"/>
                  <a:pt x="18701" y="122181"/>
                </a:cubicBezTo>
                <a:cubicBezTo>
                  <a:pt x="25065" y="122181"/>
                  <a:pt x="31619" y="122758"/>
                  <a:pt x="37788" y="122758"/>
                </a:cubicBezTo>
                <a:cubicBezTo>
                  <a:pt x="38753" y="122758"/>
                  <a:pt x="41260" y="122758"/>
                  <a:pt x="41260" y="118904"/>
                </a:cubicBezTo>
                <a:cubicBezTo>
                  <a:pt x="41260" y="116783"/>
                  <a:pt x="39333" y="116783"/>
                  <a:pt x="36632" y="116783"/>
                </a:cubicBezTo>
                <a:cubicBezTo>
                  <a:pt x="26992" y="116783"/>
                  <a:pt x="26992" y="115427"/>
                  <a:pt x="26992" y="113685"/>
                </a:cubicBezTo>
                <a:cubicBezTo>
                  <a:pt x="26992" y="111364"/>
                  <a:pt x="35090" y="79842"/>
                  <a:pt x="36441" y="75020"/>
                </a:cubicBezTo>
                <a:cubicBezTo>
                  <a:pt x="38947" y="80613"/>
                  <a:pt x="44346" y="87361"/>
                  <a:pt x="54177" y="87361"/>
                </a:cubicBezTo>
                <a:cubicBezTo>
                  <a:pt x="76541" y="87361"/>
                  <a:pt x="100641" y="59208"/>
                  <a:pt x="100641" y="30857"/>
                </a:cubicBezTo>
                <a:cubicBezTo>
                  <a:pt x="100641" y="12729"/>
                  <a:pt x="89653" y="0"/>
                  <a:pt x="75000" y="0"/>
                </a:cubicBezTo>
                <a:cubicBezTo>
                  <a:pt x="65359" y="0"/>
                  <a:pt x="56104" y="6943"/>
                  <a:pt x="49744" y="14465"/>
                </a:cubicBezTo>
                <a:cubicBezTo>
                  <a:pt x="47814" y="4051"/>
                  <a:pt x="39524" y="0"/>
                  <a:pt x="32390" y="0"/>
                </a:cubicBezTo>
                <a:cubicBezTo>
                  <a:pt x="23523" y="0"/>
                  <a:pt x="19860" y="7522"/>
                  <a:pt x="18125" y="10994"/>
                </a:cubicBezTo>
                <a:cubicBezTo>
                  <a:pt x="14653" y="17551"/>
                  <a:pt x="12147" y="29121"/>
                  <a:pt x="12147" y="29701"/>
                </a:cubicBezTo>
                <a:cubicBezTo>
                  <a:pt x="12147" y="31628"/>
                  <a:pt x="14074" y="31628"/>
                  <a:pt x="14462" y="31628"/>
                </a:cubicBezTo>
                <a:cubicBezTo>
                  <a:pt x="16389" y="31628"/>
                  <a:pt x="16580" y="31437"/>
                  <a:pt x="17739" y="27195"/>
                </a:cubicBezTo>
                <a:cubicBezTo>
                  <a:pt x="21017" y="13500"/>
                  <a:pt x="24873" y="4242"/>
                  <a:pt x="31813" y="4242"/>
                </a:cubicBezTo>
                <a:cubicBezTo>
                  <a:pt x="35090" y="4242"/>
                  <a:pt x="37788" y="5787"/>
                  <a:pt x="37788" y="13115"/>
                </a:cubicBezTo>
                <a:cubicBezTo>
                  <a:pt x="37788" y="17551"/>
                  <a:pt x="37212" y="19672"/>
                  <a:pt x="36441" y="22949"/>
                </a:cubicBezTo>
                <a:lnTo>
                  <a:pt x="14848" y="108846"/>
                </a:lnTo>
                <a:moveTo>
                  <a:pt x="48779" y="25071"/>
                </a:moveTo>
                <a:cubicBezTo>
                  <a:pt x="50129" y="19863"/>
                  <a:pt x="55333" y="14465"/>
                  <a:pt x="58805" y="11573"/>
                </a:cubicBezTo>
                <a:cubicBezTo>
                  <a:pt x="65553" y="5592"/>
                  <a:pt x="71143" y="4242"/>
                  <a:pt x="74420" y="4242"/>
                </a:cubicBezTo>
                <a:cubicBezTo>
                  <a:pt x="82134" y="4242"/>
                  <a:pt x="86761" y="10994"/>
                  <a:pt x="86761" y="22373"/>
                </a:cubicBezTo>
                <a:cubicBezTo>
                  <a:pt x="86761" y="33749"/>
                  <a:pt x="80398" y="55928"/>
                  <a:pt x="76927" y="63256"/>
                </a:cubicBezTo>
                <a:cubicBezTo>
                  <a:pt x="70372" y="76756"/>
                  <a:pt x="61117" y="83122"/>
                  <a:pt x="53983" y="83122"/>
                </a:cubicBezTo>
                <a:cubicBezTo>
                  <a:pt x="41260" y="83122"/>
                  <a:pt x="38753" y="67116"/>
                  <a:pt x="38753" y="65956"/>
                </a:cubicBezTo>
                <a:cubicBezTo>
                  <a:pt x="38753" y="65571"/>
                  <a:pt x="38753" y="65186"/>
                  <a:pt x="39333" y="62870"/>
                </a:cubicBezTo>
                <a:lnTo>
                  <a:pt x="48779" y="250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path-604">
            <a:extLst xmlns:a="http://schemas.openxmlformats.org/drawingml/2006/main">
              <a:ext uri="{FF2B5EF4-FFF2-40B4-BE49-F238E27FC236}">
                <a16:creationId xmlns:a16="http://schemas.microsoft.com/office/drawing/2014/main" id="{E243C0D5-2077-4CD4-98CD-292F600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0893" y="3478911"/>
            <a:ext cx="140416" cy="89613"/>
          </a:xfrm>
          <a:custGeom xmlns:a="http://schemas.openxmlformats.org/drawingml/2006/main">
            <a:pathLst>
              <a:path w="95821" h="61153">
                <a:moveTo>
                  <a:pt x="43052" y="14576"/>
                </a:moveTo>
                <a:lnTo>
                  <a:pt x="58437" y="14576"/>
                </a:lnTo>
                <a:cubicBezTo>
                  <a:pt x="57358" y="19166"/>
                  <a:pt x="54794" y="29833"/>
                  <a:pt x="54794" y="38744"/>
                </a:cubicBezTo>
                <a:cubicBezTo>
                  <a:pt x="54794" y="48463"/>
                  <a:pt x="58437" y="61153"/>
                  <a:pt x="65994" y="61153"/>
                </a:cubicBezTo>
                <a:cubicBezTo>
                  <a:pt x="70718" y="61153"/>
                  <a:pt x="76116" y="56295"/>
                  <a:pt x="76116" y="51435"/>
                </a:cubicBezTo>
                <a:cubicBezTo>
                  <a:pt x="76116" y="49275"/>
                  <a:pt x="75173" y="47924"/>
                  <a:pt x="73958" y="46033"/>
                </a:cubicBezTo>
                <a:cubicBezTo>
                  <a:pt x="66939" y="36044"/>
                  <a:pt x="66939" y="25377"/>
                  <a:pt x="66939" y="21868"/>
                </a:cubicBezTo>
                <a:cubicBezTo>
                  <a:pt x="66939" y="21732"/>
                  <a:pt x="66939" y="17411"/>
                  <a:pt x="67345" y="14576"/>
                </a:cubicBezTo>
                <a:lnTo>
                  <a:pt x="85564" y="14576"/>
                </a:lnTo>
                <a:cubicBezTo>
                  <a:pt x="88397" y="14576"/>
                  <a:pt x="90288" y="14576"/>
                  <a:pt x="92852" y="12418"/>
                </a:cubicBezTo>
                <a:cubicBezTo>
                  <a:pt x="93797" y="11608"/>
                  <a:pt x="95821" y="9448"/>
                  <a:pt x="95821" y="6075"/>
                </a:cubicBezTo>
                <a:cubicBezTo>
                  <a:pt x="95821" y="0"/>
                  <a:pt x="90422" y="0"/>
                  <a:pt x="87994" y="0"/>
                </a:cubicBezTo>
                <a:lnTo>
                  <a:pt x="28476" y="0"/>
                </a:lnTo>
                <a:cubicBezTo>
                  <a:pt x="25237" y="0"/>
                  <a:pt x="18894" y="0"/>
                  <a:pt x="9988" y="7424"/>
                </a:cubicBezTo>
                <a:cubicBezTo>
                  <a:pt x="6748" y="10123"/>
                  <a:pt x="0" y="16872"/>
                  <a:pt x="0" y="19032"/>
                </a:cubicBezTo>
                <a:cubicBezTo>
                  <a:pt x="0" y="21462"/>
                  <a:pt x="2024" y="21462"/>
                  <a:pt x="4184" y="21462"/>
                </a:cubicBezTo>
                <a:cubicBezTo>
                  <a:pt x="6882" y="21462"/>
                  <a:pt x="7152" y="21462"/>
                  <a:pt x="8097" y="20381"/>
                </a:cubicBezTo>
                <a:cubicBezTo>
                  <a:pt x="10257" y="17951"/>
                  <a:pt x="13361" y="14576"/>
                  <a:pt x="25103" y="14576"/>
                </a:cubicBezTo>
                <a:lnTo>
                  <a:pt x="34009" y="14576"/>
                </a:lnTo>
                <a:cubicBezTo>
                  <a:pt x="30230" y="26592"/>
                  <a:pt x="22267" y="41038"/>
                  <a:pt x="18219" y="47924"/>
                </a:cubicBezTo>
                <a:cubicBezTo>
                  <a:pt x="16870" y="50220"/>
                  <a:pt x="15791" y="52108"/>
                  <a:pt x="15791" y="54269"/>
                </a:cubicBezTo>
                <a:cubicBezTo>
                  <a:pt x="15791" y="57374"/>
                  <a:pt x="18219" y="61019"/>
                  <a:pt x="23212" y="61019"/>
                </a:cubicBezTo>
                <a:cubicBezTo>
                  <a:pt x="27261" y="61019"/>
                  <a:pt x="30636" y="58049"/>
                  <a:pt x="31985" y="55080"/>
                </a:cubicBezTo>
                <a:cubicBezTo>
                  <a:pt x="32525" y="53865"/>
                  <a:pt x="34145" y="48869"/>
                  <a:pt x="35494" y="43739"/>
                </a:cubicBezTo>
                <a:lnTo>
                  <a:pt x="43052" y="14576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path-605">
            <a:extLst xmlns:a="http://schemas.openxmlformats.org/drawingml/2006/main">
              <a:ext uri="{FF2B5EF4-FFF2-40B4-BE49-F238E27FC236}">
                <a16:creationId xmlns:a16="http://schemas.microsoft.com/office/drawing/2014/main" id="{6F3F694B-65CC-4536-AFC9-00E55588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6240" y="3312496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path-606">
            <a:extLst xmlns:a="http://schemas.openxmlformats.org/drawingml/2006/main">
              <a:ext uri="{FF2B5EF4-FFF2-40B4-BE49-F238E27FC236}">
                <a16:creationId xmlns:a16="http://schemas.microsoft.com/office/drawing/2014/main" id="{3F989A69-6766-4948-8F1A-369F15D4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7452" y="3328222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607">
            <a:extLst xmlns:a="http://schemas.openxmlformats.org/drawingml/2006/main">
              <a:ext uri="{FF2B5EF4-FFF2-40B4-BE49-F238E27FC236}">
                <a16:creationId xmlns:a16="http://schemas.microsoft.com/office/drawing/2014/main" id="{E1ED4789-E350-4996-A710-CEE196D0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8034" y="3435456"/>
            <a:ext cx="71987" cy="131330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608">
            <a:extLst xmlns:a="http://schemas.openxmlformats.org/drawingml/2006/main">
              <a:ext uri="{FF2B5EF4-FFF2-40B4-BE49-F238E27FC236}">
                <a16:creationId xmlns:a16="http://schemas.microsoft.com/office/drawing/2014/main" id="{B72FEFA1-7474-41E3-B6DB-E7C12C2A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860" y="3312496"/>
            <a:ext cx="11303" cy="282526"/>
          </a:xfrm>
          <a:custGeom xmlns:a="http://schemas.openxmlformats.org/drawingml/2006/main">
            <a:pathLst>
              <a:path w="7714" h="192798">
                <a:moveTo>
                  <a:pt x="7714" y="6943"/>
                </a:moveTo>
                <a:cubicBezTo>
                  <a:pt x="7714" y="3471"/>
                  <a:pt x="7714" y="0"/>
                  <a:pt x="3857" y="0"/>
                </a:cubicBezTo>
                <a:cubicBezTo>
                  <a:pt x="0" y="0"/>
                  <a:pt x="0" y="3471"/>
                  <a:pt x="0" y="6943"/>
                </a:cubicBezTo>
                <a:lnTo>
                  <a:pt x="0" y="185858"/>
                </a:lnTo>
                <a:cubicBezTo>
                  <a:pt x="0" y="189329"/>
                  <a:pt x="0" y="192798"/>
                  <a:pt x="3857" y="192798"/>
                </a:cubicBezTo>
                <a:cubicBezTo>
                  <a:pt x="7714" y="192798"/>
                  <a:pt x="7714" y="189329"/>
                  <a:pt x="7714" y="185858"/>
                </a:cubicBezTo>
                <a:lnTo>
                  <a:pt x="7714" y="694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609">
            <a:extLst xmlns:a="http://schemas.openxmlformats.org/drawingml/2006/main">
              <a:ext uri="{FF2B5EF4-FFF2-40B4-BE49-F238E27FC236}">
                <a16:creationId xmlns:a16="http://schemas.microsoft.com/office/drawing/2014/main" id="{8278D2B3-770F-4DC2-8F55-B06F2B4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7814" y="3396646"/>
            <a:ext cx="118380" cy="129951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610">
            <a:extLst xmlns:a="http://schemas.openxmlformats.org/drawingml/2006/main">
              <a:ext uri="{FF2B5EF4-FFF2-40B4-BE49-F238E27FC236}">
                <a16:creationId xmlns:a16="http://schemas.microsoft.com/office/drawing/2014/main" id="{83EB9237-011E-4140-8D15-E25C934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094" y="3435456"/>
            <a:ext cx="91765" cy="135193"/>
          </a:xfrm>
          <a:custGeom xmlns:a="http://schemas.openxmlformats.org/drawingml/2006/main">
            <a:pathLst>
              <a:path w="62621" h="92256">
                <a:moveTo>
                  <a:pt x="62621" y="46534"/>
                </a:moveTo>
                <a:cubicBezTo>
                  <a:pt x="62621" y="31699"/>
                  <a:pt x="60867" y="21044"/>
                  <a:pt x="54660" y="11602"/>
                </a:cubicBezTo>
                <a:cubicBezTo>
                  <a:pt x="50475" y="5399"/>
                  <a:pt x="42108" y="0"/>
                  <a:pt x="31312" y="0"/>
                </a:cubicBezTo>
                <a:cubicBezTo>
                  <a:pt x="0" y="0"/>
                  <a:pt x="0" y="36824"/>
                  <a:pt x="0" y="46534"/>
                </a:cubicBezTo>
                <a:cubicBezTo>
                  <a:pt x="0" y="56246"/>
                  <a:pt x="0" y="92256"/>
                  <a:pt x="31312" y="92256"/>
                </a:cubicBezTo>
                <a:cubicBezTo>
                  <a:pt x="62621" y="92256"/>
                  <a:pt x="62621" y="56246"/>
                  <a:pt x="62621" y="46534"/>
                </a:cubicBezTo>
                <a:moveTo>
                  <a:pt x="31312" y="88478"/>
                </a:moveTo>
                <a:cubicBezTo>
                  <a:pt x="25103" y="88478"/>
                  <a:pt x="16870" y="84837"/>
                  <a:pt x="14172" y="73778"/>
                </a:cubicBezTo>
                <a:cubicBezTo>
                  <a:pt x="12282" y="65821"/>
                  <a:pt x="12282" y="54761"/>
                  <a:pt x="12282" y="44781"/>
                </a:cubicBezTo>
                <a:cubicBezTo>
                  <a:pt x="12282" y="34936"/>
                  <a:pt x="12282" y="24685"/>
                  <a:pt x="14306" y="17267"/>
                </a:cubicBezTo>
                <a:cubicBezTo>
                  <a:pt x="17140" y="6612"/>
                  <a:pt x="25778" y="3781"/>
                  <a:pt x="31312" y="3781"/>
                </a:cubicBezTo>
                <a:cubicBezTo>
                  <a:pt x="38599" y="3781"/>
                  <a:pt x="45618" y="8231"/>
                  <a:pt x="48045" y="16054"/>
                </a:cubicBezTo>
                <a:cubicBezTo>
                  <a:pt x="50206" y="23336"/>
                  <a:pt x="50339" y="33048"/>
                  <a:pt x="50339" y="44781"/>
                </a:cubicBezTo>
                <a:cubicBezTo>
                  <a:pt x="50339" y="54761"/>
                  <a:pt x="50339" y="64742"/>
                  <a:pt x="48585" y="73239"/>
                </a:cubicBezTo>
                <a:cubicBezTo>
                  <a:pt x="45887" y="85512"/>
                  <a:pt x="36709" y="88478"/>
                  <a:pt x="31312" y="88478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611">
            <a:extLst xmlns:a="http://schemas.openxmlformats.org/drawingml/2006/main">
              <a:ext uri="{FF2B5EF4-FFF2-40B4-BE49-F238E27FC236}">
                <a16:creationId xmlns:a16="http://schemas.microsoft.com/office/drawing/2014/main" id="{3130854F-29B6-41E6-9D71-146DE54E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4650" y="3312496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path-612">
            <a:extLst xmlns:a="http://schemas.openxmlformats.org/drawingml/2006/main">
              <a:ext uri="{FF2B5EF4-FFF2-40B4-BE49-F238E27FC236}">
                <a16:creationId xmlns:a16="http://schemas.microsoft.com/office/drawing/2014/main" id="{0C7A0830-3AF5-4386-A992-7F5842FF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997" y="5666929"/>
            <a:ext cx="1417803" cy="359640"/>
          </a:xfrm>
          <a:custGeom xmlns:a="http://schemas.openxmlformats.org/drawingml/2006/main">
            <a:pathLst>
              <a:path w="967519" h="245421">
                <a:moveTo>
                  <a:pt x="967519" y="0"/>
                </a:moveTo>
                <a:lnTo>
                  <a:pt x="967519" y="105558"/>
                </a:lnTo>
                <a:cubicBezTo>
                  <a:pt x="967519" y="108460"/>
                  <a:pt x="967344" y="111365"/>
                  <a:pt x="966992" y="114354"/>
                </a:cubicBezTo>
                <a:lnTo>
                  <a:pt x="966901" y="115321"/>
                </a:lnTo>
                <a:cubicBezTo>
                  <a:pt x="966550" y="118223"/>
                  <a:pt x="966289" y="121219"/>
                  <a:pt x="966289" y="124118"/>
                </a:cubicBezTo>
                <a:lnTo>
                  <a:pt x="966289" y="182617"/>
                </a:lnTo>
                <a:cubicBezTo>
                  <a:pt x="966289" y="217274"/>
                  <a:pt x="938136" y="245421"/>
                  <a:pt x="903482" y="245421"/>
                </a:cubicBezTo>
                <a:lnTo>
                  <a:pt x="0" y="24542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dash"/>
          </a:ln>
        </p:spPr>
      </p:sp>
      <p:sp>
        <p:nvSpPr>
          <p:cNvPr id="625" name="path-613">
            <a:extLst xmlns:a="http://schemas.openxmlformats.org/drawingml/2006/main">
              <a:ext uri="{FF2B5EF4-FFF2-40B4-BE49-F238E27FC236}">
                <a16:creationId xmlns:a16="http://schemas.microsoft.com/office/drawing/2014/main" id="{6D00E86E-F15F-428C-9FDD-FC728F9E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8105" y="5984033"/>
            <a:ext cx="113435" cy="85076"/>
          </a:xfrm>
          <a:custGeom xmlns:a="http://schemas.openxmlformats.org/drawingml/2006/main">
            <a:pathLst>
              <a:path w="77409" h="58056">
                <a:moveTo>
                  <a:pt x="0" y="29028"/>
                </a:moveTo>
                <a:lnTo>
                  <a:pt x="77409" y="58056"/>
                </a:lnTo>
                <a:lnTo>
                  <a:pt x="48381" y="29028"/>
                </a:lnTo>
                <a:lnTo>
                  <a:pt x="77409" y="0"/>
                </a:lnTo>
                <a:lnTo>
                  <a:pt x="0" y="29028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614">
            <a:extLst xmlns:a="http://schemas.openxmlformats.org/drawingml/2006/main">
              <a:ext uri="{FF2B5EF4-FFF2-40B4-BE49-F238E27FC236}">
                <a16:creationId xmlns:a16="http://schemas.microsoft.com/office/drawing/2014/main" id="{7CDD14D4-4D5E-4EE3-B82B-0143B8BE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8098" y="5984030"/>
            <a:ext cx="113433" cy="85077"/>
          </a:xfrm>
          <a:custGeom xmlns:a="http://schemas.openxmlformats.org/drawingml/2006/main">
            <a:pathLst>
              <a:path w="77408" h="58057">
                <a:moveTo>
                  <a:pt x="0" y="29029"/>
                </a:moveTo>
                <a:lnTo>
                  <a:pt x="77408" y="58057"/>
                </a:lnTo>
                <a:lnTo>
                  <a:pt x="48382" y="29029"/>
                </a:lnTo>
                <a:lnTo>
                  <a:pt x="77408" y="0"/>
                </a:lnTo>
                <a:lnTo>
                  <a:pt x="0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627" name="text-615 Parameterize">
            <a:extLst xmlns:a="http://schemas.openxmlformats.org/drawingml/2006/main">
              <a:ext uri="{FF2B5EF4-FFF2-40B4-BE49-F238E27FC236}">
                <a16:creationId xmlns:a16="http://schemas.microsoft.com/office/drawing/2014/main" id="{326268AB-AACD-43FC-8268-E83744BC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9159" y="6043842"/>
            <a:ext cx="1263693" cy="28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Parameterize</a:t>
            </a:r>
          </a:p>
        </p:txBody>
      </p:sp>
      <p:sp>
        <p:nvSpPr>
          <p:cNvPr id="628" name="path-616">
            <a:extLst xmlns:a="http://schemas.openxmlformats.org/drawingml/2006/main">
              <a:ext uri="{FF2B5EF4-FFF2-40B4-BE49-F238E27FC236}">
                <a16:creationId xmlns:a16="http://schemas.microsoft.com/office/drawing/2014/main" id="{B672788D-F451-4655-BA06-BD3771E3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237" y="3358019"/>
            <a:ext cx="10312106" cy="1219040"/>
          </a:xfrm>
          <a:custGeom xmlns:a="http://schemas.openxmlformats.org/drawingml/2006/main">
            <a:pathLst>
              <a:path w="7037057" h="831882">
                <a:moveTo>
                  <a:pt x="7037057" y="0"/>
                </a:moveTo>
                <a:cubicBezTo>
                  <a:pt x="6392370" y="11523"/>
                  <a:pt x="5172302" y="43369"/>
                  <a:pt x="3929546" y="129485"/>
                </a:cubicBezTo>
                <a:moveTo>
                  <a:pt x="3927698" y="103183"/>
                </a:moveTo>
                <a:lnTo>
                  <a:pt x="3931393" y="155875"/>
                </a:lnTo>
                <a:moveTo>
                  <a:pt x="3822404" y="110659"/>
                </a:moveTo>
                <a:lnTo>
                  <a:pt x="3826093" y="163264"/>
                </a:lnTo>
                <a:moveTo>
                  <a:pt x="3824251" y="136964"/>
                </a:moveTo>
                <a:cubicBezTo>
                  <a:pt x="3168737" y="184023"/>
                  <a:pt x="2511297" y="246390"/>
                  <a:pt x="1932839" y="329078"/>
                </a:cubicBezTo>
                <a:cubicBezTo>
                  <a:pt x="841209" y="485126"/>
                  <a:pt x="284216" y="677324"/>
                  <a:pt x="0" y="8318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dash"/>
          </a:ln>
        </p:spPr>
      </p:sp>
      <p:sp>
        <p:nvSpPr>
          <p:cNvPr id="629" name="path-617">
            <a:extLst xmlns:a="http://schemas.openxmlformats.org/drawingml/2006/main">
              <a:ext uri="{FF2B5EF4-FFF2-40B4-BE49-F238E27FC236}">
                <a16:creationId xmlns:a16="http://schemas.microsoft.com/office/drawing/2014/main" id="{333976D7-8595-447C-8CBF-42EF9528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783" y="4519053"/>
            <a:ext cx="119532" cy="93325"/>
          </a:xfrm>
          <a:custGeom xmlns:a="http://schemas.openxmlformats.org/drawingml/2006/main">
            <a:pathLst>
              <a:path w="81569" h="63685">
                <a:moveTo>
                  <a:pt x="0" y="63685"/>
                </a:moveTo>
                <a:lnTo>
                  <a:pt x="81569" y="50315"/>
                </a:lnTo>
                <a:lnTo>
                  <a:pt x="41933" y="39584"/>
                </a:lnTo>
                <a:lnTo>
                  <a:pt x="52629" y="0"/>
                </a:lnTo>
                <a:lnTo>
                  <a:pt x="0" y="63685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618">
            <a:extLst xmlns:a="http://schemas.openxmlformats.org/drawingml/2006/main">
              <a:ext uri="{FF2B5EF4-FFF2-40B4-BE49-F238E27FC236}">
                <a16:creationId xmlns:a16="http://schemas.microsoft.com/office/drawing/2014/main" id="{1AA72EE7-A41A-4CA9-B88A-A8CC458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748" y="4519050"/>
            <a:ext cx="119630" cy="93325"/>
          </a:xfrm>
          <a:custGeom xmlns:a="http://schemas.openxmlformats.org/drawingml/2006/main">
            <a:pathLst>
              <a:path w="81636" h="63685">
                <a:moveTo>
                  <a:pt x="0" y="63685"/>
                </a:moveTo>
                <a:lnTo>
                  <a:pt x="81636" y="50315"/>
                </a:lnTo>
                <a:lnTo>
                  <a:pt x="41960" y="39585"/>
                </a:lnTo>
                <a:lnTo>
                  <a:pt x="52696" y="0"/>
                </a:lnTo>
                <a:lnTo>
                  <a:pt x="0" y="63685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631" name="text-619 (Gaussian">
            <a:extLst xmlns:a="http://schemas.openxmlformats.org/drawingml/2006/main">
              <a:ext uri="{FF2B5EF4-FFF2-40B4-BE49-F238E27FC236}">
                <a16:creationId xmlns:a16="http://schemas.microsoft.com/office/drawing/2014/main" id="{4C55EB51-E658-4776-9C85-6F53894C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0856" y="2828082"/>
            <a:ext cx="916062" cy="270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523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(Gaussian</a:t>
            </a:r>
          </a:p>
        </p:txBody>
      </p:sp>
      <p:sp>
        <p:nvSpPr>
          <p:cNvPr id="632" name="text-620 distribution)">
            <a:extLst xmlns:a="http://schemas.openxmlformats.org/drawingml/2006/main">
              <a:ext uri="{FF2B5EF4-FFF2-40B4-BE49-F238E27FC236}">
                <a16:creationId xmlns:a16="http://schemas.microsoft.com/office/drawing/2014/main" id="{7A7CDF92-8B9D-46B1-B48C-DF21A7D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0856" y="3053518"/>
            <a:ext cx="1034283" cy="270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523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distribution)</a:t>
            </a:r>
          </a:p>
        </p:txBody>
      </p:sp>
      <p:sp>
        <p:nvSpPr>
          <p:cNvPr id="633" name="text-621 Sample">
            <a:extLst xmlns:a="http://schemas.openxmlformats.org/drawingml/2006/main">
              <a:ext uri="{FF2B5EF4-FFF2-40B4-BE49-F238E27FC236}">
                <a16:creationId xmlns:a16="http://schemas.microsoft.com/office/drawing/2014/main" id="{39F913D9-1A16-4074-A435-48E9F989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3389" y="3500731"/>
            <a:ext cx="736477" cy="288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634" name="path-623">
            <a:extLst xmlns:a="http://schemas.openxmlformats.org/drawingml/2006/main">
              <a:ext uri="{FF2B5EF4-FFF2-40B4-BE49-F238E27FC236}">
                <a16:creationId xmlns:a16="http://schemas.microsoft.com/office/drawing/2014/main" id="{B4DBD0D6-575F-42BD-9B5E-C40C74BD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827" y="3519332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path-624">
            <a:extLst xmlns:a="http://schemas.openxmlformats.org/drawingml/2006/main">
              <a:ext uri="{FF2B5EF4-FFF2-40B4-BE49-F238E27FC236}">
                <a16:creationId xmlns:a16="http://schemas.microsoft.com/office/drawing/2014/main" id="{A714B1FC-8162-47E6-9BB8-24218707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409" y="3626567"/>
            <a:ext cx="71987" cy="131330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path-626">
            <a:extLst xmlns:a="http://schemas.openxmlformats.org/drawingml/2006/main">
              <a:ext uri="{FF2B5EF4-FFF2-40B4-BE49-F238E27FC236}">
                <a16:creationId xmlns:a16="http://schemas.microsoft.com/office/drawing/2014/main" id="{BE053CE3-92B8-48A8-BFFF-84533688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827" y="6457489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path-627">
            <a:extLst xmlns:a="http://schemas.openxmlformats.org/drawingml/2006/main">
              <a:ext uri="{FF2B5EF4-FFF2-40B4-BE49-F238E27FC236}">
                <a16:creationId xmlns:a16="http://schemas.microsoft.com/office/drawing/2014/main" id="{908324BB-0761-46FE-9212-0D2EFB51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311" y="6564724"/>
            <a:ext cx="87413" cy="131330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text-628 Sample">
            <a:extLst xmlns:a="http://schemas.openxmlformats.org/drawingml/2006/main">
              <a:ext uri="{FF2B5EF4-FFF2-40B4-BE49-F238E27FC236}">
                <a16:creationId xmlns:a16="http://schemas.microsoft.com/office/drawing/2014/main" id="{82AE95D1-95BB-4580-9163-B0D75A4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3389" y="6438814"/>
            <a:ext cx="736477" cy="288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639" name="path-629">
            <a:extLst xmlns:a="http://schemas.openxmlformats.org/drawingml/2006/main">
              <a:ext uri="{FF2B5EF4-FFF2-40B4-BE49-F238E27FC236}">
                <a16:creationId xmlns:a16="http://schemas.microsoft.com/office/drawing/2014/main" id="{B95ECA16-C74D-463A-AA88-F805D716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154" y="6323043"/>
            <a:ext cx="10385189" cy="2078693"/>
          </a:xfrm>
          <a:custGeom xmlns:a="http://schemas.openxmlformats.org/drawingml/2006/main">
            <a:pathLst>
              <a:path w="7086930" h="1418515">
                <a:moveTo>
                  <a:pt x="7086930" y="8888"/>
                </a:moveTo>
                <a:cubicBezTo>
                  <a:pt x="6440219" y="0"/>
                  <a:pt x="5215668" y="706"/>
                  <a:pt x="3979327" y="96058"/>
                </a:cubicBezTo>
                <a:moveTo>
                  <a:pt x="3977304" y="69759"/>
                </a:moveTo>
                <a:lnTo>
                  <a:pt x="3981441" y="122361"/>
                </a:lnTo>
                <a:moveTo>
                  <a:pt x="3872009" y="78116"/>
                </a:moveTo>
                <a:lnTo>
                  <a:pt x="3876232" y="130718"/>
                </a:lnTo>
                <a:moveTo>
                  <a:pt x="3874124" y="104416"/>
                </a:moveTo>
                <a:cubicBezTo>
                  <a:pt x="3180176" y="160980"/>
                  <a:pt x="2487542" y="248062"/>
                  <a:pt x="1896416" y="380713"/>
                </a:cubicBezTo>
                <a:cubicBezTo>
                  <a:pt x="563760" y="679702"/>
                  <a:pt x="133968" y="1123307"/>
                  <a:pt x="0" y="14185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dash"/>
          </a:ln>
        </p:spPr>
      </p:sp>
      <p:sp>
        <p:nvSpPr>
          <p:cNvPr id="640" name="path-630">
            <a:extLst xmlns:a="http://schemas.openxmlformats.org/drawingml/2006/main">
              <a:ext uri="{FF2B5EF4-FFF2-40B4-BE49-F238E27FC236}">
                <a16:creationId xmlns:a16="http://schemas.microsoft.com/office/drawing/2014/main" id="{9B87F240-B59A-4BA7-AC41-8FF13747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065" y="8346564"/>
            <a:ext cx="81312" cy="121039"/>
          </a:xfrm>
          <a:custGeom xmlns:a="http://schemas.openxmlformats.org/drawingml/2006/main">
            <a:pathLst>
              <a:path w="55488" h="82598">
                <a:moveTo>
                  <a:pt x="0" y="82598"/>
                </a:moveTo>
                <a:lnTo>
                  <a:pt x="55488" y="21375"/>
                </a:lnTo>
                <a:lnTo>
                  <a:pt x="17813" y="37649"/>
                </a:lnTo>
                <a:lnTo>
                  <a:pt x="1513" y="0"/>
                </a:lnTo>
                <a:lnTo>
                  <a:pt x="0" y="82598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path-631">
            <a:extLst xmlns:a="http://schemas.openxmlformats.org/drawingml/2006/main">
              <a:ext uri="{FF2B5EF4-FFF2-40B4-BE49-F238E27FC236}">
                <a16:creationId xmlns:a16="http://schemas.microsoft.com/office/drawing/2014/main" id="{C6B7EC6C-E9AB-4EFF-BAB0-52DC78AE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115" y="8346563"/>
            <a:ext cx="81215" cy="121041"/>
          </a:xfrm>
          <a:custGeom xmlns:a="http://schemas.openxmlformats.org/drawingml/2006/main">
            <a:pathLst>
              <a:path w="55422" h="82600">
                <a:moveTo>
                  <a:pt x="0" y="82600"/>
                </a:moveTo>
                <a:lnTo>
                  <a:pt x="55422" y="21377"/>
                </a:lnTo>
                <a:lnTo>
                  <a:pt x="17769" y="37650"/>
                </a:lnTo>
                <a:lnTo>
                  <a:pt x="1496" y="0"/>
                </a:lnTo>
                <a:lnTo>
                  <a:pt x="0" y="8260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931100"/>
            </a:solidFill>
            <a:prstDash val="solid"/>
          </a:ln>
        </p:spPr>
      </p:sp>
      <p:sp>
        <p:nvSpPr>
          <p:cNvPr id="642" name="path-632">
            <a:extLst xmlns:a="http://schemas.openxmlformats.org/drawingml/2006/main">
              <a:ext uri="{FF2B5EF4-FFF2-40B4-BE49-F238E27FC236}">
                <a16:creationId xmlns:a16="http://schemas.microsoft.com/office/drawing/2014/main" id="{DBCEA0C5-6D00-4097-9BFD-FA9165CA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48200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path-633">
            <a:extLst xmlns:a="http://schemas.openxmlformats.org/drawingml/2006/main">
              <a:ext uri="{FF2B5EF4-FFF2-40B4-BE49-F238E27FC236}">
                <a16:creationId xmlns:a16="http://schemas.microsoft.com/office/drawing/2014/main" id="{5B391507-9BEF-4369-9E6D-312E5CD0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4820167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44" name="path-634">
            <a:extLst xmlns:a="http://schemas.openxmlformats.org/drawingml/2006/main">
              <a:ext uri="{FF2B5EF4-FFF2-40B4-BE49-F238E27FC236}">
                <a16:creationId xmlns:a16="http://schemas.microsoft.com/office/drawing/2014/main" id="{EE2FE1A3-C9E4-4FF0-B283-83318B75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4820076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635">
            <a:extLst xmlns:a="http://schemas.openxmlformats.org/drawingml/2006/main">
              <a:ext uri="{FF2B5EF4-FFF2-40B4-BE49-F238E27FC236}">
                <a16:creationId xmlns:a16="http://schemas.microsoft.com/office/drawing/2014/main" id="{C66E8EDC-37F2-47E1-B92A-C97BA612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4820167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46" name="path-636">
            <a:extLst xmlns:a="http://schemas.openxmlformats.org/drawingml/2006/main">
              <a:ext uri="{FF2B5EF4-FFF2-40B4-BE49-F238E27FC236}">
                <a16:creationId xmlns:a16="http://schemas.microsoft.com/office/drawing/2014/main" id="{E911FC48-4A9B-4A99-93FD-ED040371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48200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37">
            <a:extLst xmlns:a="http://schemas.openxmlformats.org/drawingml/2006/main">
              <a:ext uri="{FF2B5EF4-FFF2-40B4-BE49-F238E27FC236}">
                <a16:creationId xmlns:a16="http://schemas.microsoft.com/office/drawing/2014/main" id="{EE1707C5-E3FD-4378-BFB2-D197DE5F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4820167"/>
            <a:ext cx="178144" cy="178140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48" name="path-638">
            <a:extLst xmlns:a="http://schemas.openxmlformats.org/drawingml/2006/main">
              <a:ext uri="{FF2B5EF4-FFF2-40B4-BE49-F238E27FC236}">
                <a16:creationId xmlns:a16="http://schemas.microsoft.com/office/drawing/2014/main" id="{4EBD1C3B-2BD0-4203-BD73-D6CAB770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4998349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39">
            <a:extLst xmlns:a="http://schemas.openxmlformats.org/drawingml/2006/main">
              <a:ext uri="{FF2B5EF4-FFF2-40B4-BE49-F238E27FC236}">
                <a16:creationId xmlns:a16="http://schemas.microsoft.com/office/drawing/2014/main" id="{B6481E21-2CCE-4261-A9E2-298DFB84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4998307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50" name="path-640">
            <a:extLst xmlns:a="http://schemas.openxmlformats.org/drawingml/2006/main">
              <a:ext uri="{FF2B5EF4-FFF2-40B4-BE49-F238E27FC236}">
                <a16:creationId xmlns:a16="http://schemas.microsoft.com/office/drawing/2014/main" id="{471856A9-7022-41B3-B9D1-698B715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4998349"/>
            <a:ext cx="178236" cy="178237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path-641">
            <a:extLst xmlns:a="http://schemas.openxmlformats.org/drawingml/2006/main">
              <a:ext uri="{FF2B5EF4-FFF2-40B4-BE49-F238E27FC236}">
                <a16:creationId xmlns:a16="http://schemas.microsoft.com/office/drawing/2014/main" id="{2C0567A6-D82D-45AA-888A-B80B6C40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4998307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52" name="path-642">
            <a:extLst xmlns:a="http://schemas.openxmlformats.org/drawingml/2006/main">
              <a:ext uri="{FF2B5EF4-FFF2-40B4-BE49-F238E27FC236}">
                <a16:creationId xmlns:a16="http://schemas.microsoft.com/office/drawing/2014/main" id="{519B05FE-B72A-4F1A-9AFB-F17F385A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4998349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path-643">
            <a:extLst xmlns:a="http://schemas.openxmlformats.org/drawingml/2006/main">
              <a:ext uri="{FF2B5EF4-FFF2-40B4-BE49-F238E27FC236}">
                <a16:creationId xmlns:a16="http://schemas.microsoft.com/office/drawing/2014/main" id="{4F863EC6-1165-47DC-BD4F-7F315C4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4998307"/>
            <a:ext cx="178144" cy="178277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54" name="path-644">
            <a:extLst xmlns:a="http://schemas.openxmlformats.org/drawingml/2006/main">
              <a:ext uri="{FF2B5EF4-FFF2-40B4-BE49-F238E27FC236}">
                <a16:creationId xmlns:a16="http://schemas.microsoft.com/office/drawing/2014/main" id="{6271A97F-6373-435C-A96F-566E69B5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517662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path-645">
            <a:extLst xmlns:a="http://schemas.openxmlformats.org/drawingml/2006/main">
              <a:ext uri="{FF2B5EF4-FFF2-40B4-BE49-F238E27FC236}">
                <a16:creationId xmlns:a16="http://schemas.microsoft.com/office/drawing/2014/main" id="{1E07FEE9-37AC-43AC-9201-4D4EC884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517658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56" name="path-646">
            <a:extLst xmlns:a="http://schemas.openxmlformats.org/drawingml/2006/main">
              <a:ext uri="{FF2B5EF4-FFF2-40B4-BE49-F238E27FC236}">
                <a16:creationId xmlns:a16="http://schemas.microsoft.com/office/drawing/2014/main" id="{1595B3CC-2296-47F5-B377-1C56220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5176622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path-647">
            <a:extLst xmlns:a="http://schemas.openxmlformats.org/drawingml/2006/main">
              <a:ext uri="{FF2B5EF4-FFF2-40B4-BE49-F238E27FC236}">
                <a16:creationId xmlns:a16="http://schemas.microsoft.com/office/drawing/2014/main" id="{8BD33500-C67D-4ED9-9AFA-79014952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517658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58" name="path-648">
            <a:extLst xmlns:a="http://schemas.openxmlformats.org/drawingml/2006/main">
              <a:ext uri="{FF2B5EF4-FFF2-40B4-BE49-F238E27FC236}">
                <a16:creationId xmlns:a16="http://schemas.microsoft.com/office/drawing/2014/main" id="{EBCA7375-0F3A-4078-8896-A132316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517662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path-649">
            <a:extLst xmlns:a="http://schemas.openxmlformats.org/drawingml/2006/main">
              <a:ext uri="{FF2B5EF4-FFF2-40B4-BE49-F238E27FC236}">
                <a16:creationId xmlns:a16="http://schemas.microsoft.com/office/drawing/2014/main" id="{04427958-2101-4810-A8D2-1958B758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5176584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60" name="path-650">
            <a:extLst xmlns:a="http://schemas.openxmlformats.org/drawingml/2006/main">
              <a:ext uri="{FF2B5EF4-FFF2-40B4-BE49-F238E27FC236}">
                <a16:creationId xmlns:a16="http://schemas.microsoft.com/office/drawing/2014/main" id="{E0AFC158-1D02-4F38-B17F-23DD9722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48200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path-651">
            <a:extLst xmlns:a="http://schemas.openxmlformats.org/drawingml/2006/main">
              <a:ext uri="{FF2B5EF4-FFF2-40B4-BE49-F238E27FC236}">
                <a16:creationId xmlns:a16="http://schemas.microsoft.com/office/drawing/2014/main" id="{89D31B67-92A0-482B-9669-04E20C6F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4820167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62" name="path-652">
            <a:extLst xmlns:a="http://schemas.openxmlformats.org/drawingml/2006/main">
              <a:ext uri="{FF2B5EF4-FFF2-40B4-BE49-F238E27FC236}">
                <a16:creationId xmlns:a16="http://schemas.microsoft.com/office/drawing/2014/main" id="{5A6763E2-6A46-497E-B195-0041AB55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4998349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path-653">
            <a:extLst xmlns:a="http://schemas.openxmlformats.org/drawingml/2006/main">
              <a:ext uri="{FF2B5EF4-FFF2-40B4-BE49-F238E27FC236}">
                <a16:creationId xmlns:a16="http://schemas.microsoft.com/office/drawing/2014/main" id="{A42721FC-4C8A-4DFF-A70E-9A8FD045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4998307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64" name="path-654">
            <a:extLst xmlns:a="http://schemas.openxmlformats.org/drawingml/2006/main">
              <a:ext uri="{FF2B5EF4-FFF2-40B4-BE49-F238E27FC236}">
                <a16:creationId xmlns:a16="http://schemas.microsoft.com/office/drawing/2014/main" id="{15318CF7-2A82-47FF-BA09-AF5203DF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517662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655">
            <a:extLst xmlns:a="http://schemas.openxmlformats.org/drawingml/2006/main">
              <a:ext uri="{FF2B5EF4-FFF2-40B4-BE49-F238E27FC236}">
                <a16:creationId xmlns:a16="http://schemas.microsoft.com/office/drawing/2014/main" id="{F36188AB-A7B3-46B5-8D56-466A8BF9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517658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66" name="path-656">
            <a:extLst xmlns:a="http://schemas.openxmlformats.org/drawingml/2006/main">
              <a:ext uri="{FF2B5EF4-FFF2-40B4-BE49-F238E27FC236}">
                <a16:creationId xmlns:a16="http://schemas.microsoft.com/office/drawing/2014/main" id="{7C701BFE-0F76-4B8D-9ECF-924282B9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5354764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657">
            <a:extLst xmlns:a="http://schemas.openxmlformats.org/drawingml/2006/main">
              <a:ext uri="{FF2B5EF4-FFF2-40B4-BE49-F238E27FC236}">
                <a16:creationId xmlns:a16="http://schemas.microsoft.com/office/drawing/2014/main" id="{E1ABF1A2-782F-4A18-B3A8-414E848A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535485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68" name="path-658">
            <a:extLst xmlns:a="http://schemas.openxmlformats.org/drawingml/2006/main">
              <a:ext uri="{FF2B5EF4-FFF2-40B4-BE49-F238E27FC236}">
                <a16:creationId xmlns:a16="http://schemas.microsoft.com/office/drawing/2014/main" id="{D8C7E9B4-AC78-4211-A6D7-1CCF0C2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5354764"/>
            <a:ext cx="178236" cy="178237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path-659">
            <a:extLst xmlns:a="http://schemas.openxmlformats.org/drawingml/2006/main">
              <a:ext uri="{FF2B5EF4-FFF2-40B4-BE49-F238E27FC236}">
                <a16:creationId xmlns:a16="http://schemas.microsoft.com/office/drawing/2014/main" id="{B99D6B42-B8DF-4E5A-9311-AD856AE0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535485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70" name="path-660">
            <a:extLst xmlns:a="http://schemas.openxmlformats.org/drawingml/2006/main">
              <a:ext uri="{FF2B5EF4-FFF2-40B4-BE49-F238E27FC236}">
                <a16:creationId xmlns:a16="http://schemas.microsoft.com/office/drawing/2014/main" id="{C6D17552-D2A9-44C9-9014-CF5B3CF0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5354764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path-661">
            <a:extLst xmlns:a="http://schemas.openxmlformats.org/drawingml/2006/main">
              <a:ext uri="{FF2B5EF4-FFF2-40B4-BE49-F238E27FC236}">
                <a16:creationId xmlns:a16="http://schemas.microsoft.com/office/drawing/2014/main" id="{08974326-1A2F-41D1-9CE1-DB4950E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5354857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72" name="path-662">
            <a:extLst xmlns:a="http://schemas.openxmlformats.org/drawingml/2006/main">
              <a:ext uri="{FF2B5EF4-FFF2-40B4-BE49-F238E27FC236}">
                <a16:creationId xmlns:a16="http://schemas.microsoft.com/office/drawing/2014/main" id="{EC9CB327-C221-4989-A645-A6E0267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5354764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path-663">
            <a:extLst xmlns:a="http://schemas.openxmlformats.org/drawingml/2006/main">
              <a:ext uri="{FF2B5EF4-FFF2-40B4-BE49-F238E27FC236}">
                <a16:creationId xmlns:a16="http://schemas.microsoft.com/office/drawing/2014/main" id="{9EDC9943-FD14-4C56-A99F-883BA93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535485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74" name="path-664">
            <a:extLst xmlns:a="http://schemas.openxmlformats.org/drawingml/2006/main">
              <a:ext uri="{FF2B5EF4-FFF2-40B4-BE49-F238E27FC236}">
                <a16:creationId xmlns:a16="http://schemas.microsoft.com/office/drawing/2014/main" id="{1624E974-E90C-4716-A487-1598336B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48200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path-665">
            <a:extLst xmlns:a="http://schemas.openxmlformats.org/drawingml/2006/main">
              <a:ext uri="{FF2B5EF4-FFF2-40B4-BE49-F238E27FC236}">
                <a16:creationId xmlns:a16="http://schemas.microsoft.com/office/drawing/2014/main" id="{6433D9EF-0C68-4215-B7F0-4F6A4422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4820167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76" name="path-666">
            <a:extLst xmlns:a="http://schemas.openxmlformats.org/drawingml/2006/main">
              <a:ext uri="{FF2B5EF4-FFF2-40B4-BE49-F238E27FC236}">
                <a16:creationId xmlns:a16="http://schemas.microsoft.com/office/drawing/2014/main" id="{3F5862B8-9EB6-452B-86A6-10DB8E1A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4998349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667">
            <a:extLst xmlns:a="http://schemas.openxmlformats.org/drawingml/2006/main">
              <a:ext uri="{FF2B5EF4-FFF2-40B4-BE49-F238E27FC236}">
                <a16:creationId xmlns:a16="http://schemas.microsoft.com/office/drawing/2014/main" id="{17A8C97C-6655-4BC8-98F0-84CC4BD4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4998307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78" name="path-668">
            <a:extLst xmlns:a="http://schemas.openxmlformats.org/drawingml/2006/main">
              <a:ext uri="{FF2B5EF4-FFF2-40B4-BE49-F238E27FC236}">
                <a16:creationId xmlns:a16="http://schemas.microsoft.com/office/drawing/2014/main" id="{A329ED13-5716-40B9-9F79-F48257D5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517662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669">
            <a:extLst xmlns:a="http://schemas.openxmlformats.org/drawingml/2006/main">
              <a:ext uri="{FF2B5EF4-FFF2-40B4-BE49-F238E27FC236}">
                <a16:creationId xmlns:a16="http://schemas.microsoft.com/office/drawing/2014/main" id="{395280DF-1129-4799-9A69-27A10750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517658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80" name="path-670">
            <a:extLst xmlns:a="http://schemas.openxmlformats.org/drawingml/2006/main">
              <a:ext uri="{FF2B5EF4-FFF2-40B4-BE49-F238E27FC236}">
                <a16:creationId xmlns:a16="http://schemas.microsoft.com/office/drawing/2014/main" id="{EB8BBCB2-12A7-4529-BE60-D72ACB4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5354764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71">
            <a:extLst xmlns:a="http://schemas.openxmlformats.org/drawingml/2006/main">
              <a:ext uri="{FF2B5EF4-FFF2-40B4-BE49-F238E27FC236}">
                <a16:creationId xmlns:a16="http://schemas.microsoft.com/office/drawing/2014/main" id="{76654C95-367C-4C44-85CF-5F37209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535485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82" name="path-672">
            <a:extLst xmlns:a="http://schemas.openxmlformats.org/drawingml/2006/main">
              <a:ext uri="{FF2B5EF4-FFF2-40B4-BE49-F238E27FC236}">
                <a16:creationId xmlns:a16="http://schemas.microsoft.com/office/drawing/2014/main" id="{0FFB0F04-02D0-4181-A327-0F5A4A42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553303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73">
            <a:extLst xmlns:a="http://schemas.openxmlformats.org/drawingml/2006/main">
              <a:ext uri="{FF2B5EF4-FFF2-40B4-BE49-F238E27FC236}">
                <a16:creationId xmlns:a16="http://schemas.microsoft.com/office/drawing/2014/main" id="{AD31510E-C5D1-42AF-918A-E0BC9477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5533130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84" name="path-674">
            <a:extLst xmlns:a="http://schemas.openxmlformats.org/drawingml/2006/main">
              <a:ext uri="{FF2B5EF4-FFF2-40B4-BE49-F238E27FC236}">
                <a16:creationId xmlns:a16="http://schemas.microsoft.com/office/drawing/2014/main" id="{773409FF-945B-4ECB-83EA-44C4F2B9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5533039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path-675">
            <a:extLst xmlns:a="http://schemas.openxmlformats.org/drawingml/2006/main">
              <a:ext uri="{FF2B5EF4-FFF2-40B4-BE49-F238E27FC236}">
                <a16:creationId xmlns:a16="http://schemas.microsoft.com/office/drawing/2014/main" id="{DC474E14-450F-4B63-AA0E-C6488FC5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5533130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86" name="path-676">
            <a:extLst xmlns:a="http://schemas.openxmlformats.org/drawingml/2006/main">
              <a:ext uri="{FF2B5EF4-FFF2-40B4-BE49-F238E27FC236}">
                <a16:creationId xmlns:a16="http://schemas.microsoft.com/office/drawing/2014/main" id="{B01844FC-4D34-44CF-9236-7E9F94CD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553303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77">
            <a:extLst xmlns:a="http://schemas.openxmlformats.org/drawingml/2006/main">
              <a:ext uri="{FF2B5EF4-FFF2-40B4-BE49-F238E27FC236}">
                <a16:creationId xmlns:a16="http://schemas.microsoft.com/office/drawing/2014/main" id="{A61C4599-CCE2-4E85-B67E-A79937A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5533130"/>
            <a:ext cx="178144" cy="178140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88" name="path-678">
            <a:extLst xmlns:a="http://schemas.openxmlformats.org/drawingml/2006/main">
              <a:ext uri="{FF2B5EF4-FFF2-40B4-BE49-F238E27FC236}">
                <a16:creationId xmlns:a16="http://schemas.microsoft.com/office/drawing/2014/main" id="{7D0A93AE-A330-43F9-BF15-60F361F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553303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path-679">
            <a:extLst xmlns:a="http://schemas.openxmlformats.org/drawingml/2006/main">
              <a:ext uri="{FF2B5EF4-FFF2-40B4-BE49-F238E27FC236}">
                <a16:creationId xmlns:a16="http://schemas.microsoft.com/office/drawing/2014/main" id="{B9D74B7B-5BFC-436E-A0DF-7F8B5163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5533130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90" name="path-680">
            <a:extLst xmlns:a="http://schemas.openxmlformats.org/drawingml/2006/main">
              <a:ext uri="{FF2B5EF4-FFF2-40B4-BE49-F238E27FC236}">
                <a16:creationId xmlns:a16="http://schemas.microsoft.com/office/drawing/2014/main" id="{94BD533A-0BDF-4418-A402-C6AAA12D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553303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path-681">
            <a:extLst xmlns:a="http://schemas.openxmlformats.org/drawingml/2006/main">
              <a:ext uri="{FF2B5EF4-FFF2-40B4-BE49-F238E27FC236}">
                <a16:creationId xmlns:a16="http://schemas.microsoft.com/office/drawing/2014/main" id="{64E1DD94-DE20-4229-BFB6-A6733640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5533130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92" name="path-682">
            <a:extLst xmlns:a="http://schemas.openxmlformats.org/drawingml/2006/main">
              <a:ext uri="{FF2B5EF4-FFF2-40B4-BE49-F238E27FC236}">
                <a16:creationId xmlns:a16="http://schemas.microsoft.com/office/drawing/2014/main" id="{D33F41DE-FDE2-4139-9975-D8878550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4820167"/>
            <a:ext cx="191" cy="891103"/>
          </a:xfrm>
          <a:custGeom xmlns:a="http://schemas.openxmlformats.org/drawingml/2006/main">
            <a:pathLst>
              <a:path w="191" h="608095">
                <a:moveTo>
                  <a:pt x="0" y="0"/>
                </a:moveTo>
                <a:lnTo>
                  <a:pt x="0" y="608095"/>
                </a:lnTo>
                <a:lnTo>
                  <a:pt x="31" y="608095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693" name="path-683">
            <a:extLst xmlns:a="http://schemas.openxmlformats.org/drawingml/2006/main">
              <a:ext uri="{FF2B5EF4-FFF2-40B4-BE49-F238E27FC236}">
                <a16:creationId xmlns:a16="http://schemas.microsoft.com/office/drawing/2014/main" id="{B01EF6AA-AC35-42F4-A107-28338BFD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4820167"/>
            <a:ext cx="891236" cy="891103"/>
          </a:xfrm>
          <a:custGeom xmlns:a="http://schemas.openxmlformats.org/drawingml/2006/main">
            <a:pathLst>
              <a:path w="608186" h="608095">
                <a:moveTo>
                  <a:pt x="608172" y="608095"/>
                </a:moveTo>
                <a:lnTo>
                  <a:pt x="608186" y="608095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694" name="path-684">
            <a:extLst xmlns:a="http://schemas.openxmlformats.org/drawingml/2006/main">
              <a:ext uri="{FF2B5EF4-FFF2-40B4-BE49-F238E27FC236}">
                <a16:creationId xmlns:a16="http://schemas.microsoft.com/office/drawing/2014/main" id="{B9CEBC75-208E-4116-A6D6-B9650C9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491804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path-685">
            <a:extLst xmlns:a="http://schemas.openxmlformats.org/drawingml/2006/main">
              <a:ext uri="{FF2B5EF4-FFF2-40B4-BE49-F238E27FC236}">
                <a16:creationId xmlns:a16="http://schemas.microsoft.com/office/drawing/2014/main" id="{C664D172-FD4B-4AEE-B29C-910A39D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4918135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96" name="path-686">
            <a:extLst xmlns:a="http://schemas.openxmlformats.org/drawingml/2006/main">
              <a:ext uri="{FF2B5EF4-FFF2-40B4-BE49-F238E27FC236}">
                <a16:creationId xmlns:a16="http://schemas.microsoft.com/office/drawing/2014/main" id="{BC294C26-E103-401F-BDC3-86B965D9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491804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path-687">
            <a:extLst xmlns:a="http://schemas.openxmlformats.org/drawingml/2006/main">
              <a:ext uri="{FF2B5EF4-FFF2-40B4-BE49-F238E27FC236}">
                <a16:creationId xmlns:a16="http://schemas.microsoft.com/office/drawing/2014/main" id="{F9A5F1D0-C848-401E-878E-A823F26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4918135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698" name="path-688">
            <a:extLst xmlns:a="http://schemas.openxmlformats.org/drawingml/2006/main">
              <a:ext uri="{FF2B5EF4-FFF2-40B4-BE49-F238E27FC236}">
                <a16:creationId xmlns:a16="http://schemas.microsoft.com/office/drawing/2014/main" id="{35A69D99-790E-42C9-99FB-00E8415F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491804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path-689">
            <a:extLst xmlns:a="http://schemas.openxmlformats.org/drawingml/2006/main">
              <a:ext uri="{FF2B5EF4-FFF2-40B4-BE49-F238E27FC236}">
                <a16:creationId xmlns:a16="http://schemas.microsoft.com/office/drawing/2014/main" id="{13C59EC2-3E94-4470-BF80-7271A44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4918135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00" name="path-690">
            <a:extLst xmlns:a="http://schemas.openxmlformats.org/drawingml/2006/main">
              <a:ext uri="{FF2B5EF4-FFF2-40B4-BE49-F238E27FC236}">
                <a16:creationId xmlns:a16="http://schemas.microsoft.com/office/drawing/2014/main" id="{48FC98FF-210F-4C94-A5F5-3150CB39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5096315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" name="path-691">
            <a:extLst xmlns:a="http://schemas.openxmlformats.org/drawingml/2006/main">
              <a:ext uri="{FF2B5EF4-FFF2-40B4-BE49-F238E27FC236}">
                <a16:creationId xmlns:a16="http://schemas.microsoft.com/office/drawing/2014/main" id="{009BDCAD-9281-4285-A1A2-DF9895E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5096275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02" name="path-692">
            <a:extLst xmlns:a="http://schemas.openxmlformats.org/drawingml/2006/main">
              <a:ext uri="{FF2B5EF4-FFF2-40B4-BE49-F238E27FC236}">
                <a16:creationId xmlns:a16="http://schemas.microsoft.com/office/drawing/2014/main" id="{B508EEC3-45B4-4D90-8A8D-CF6FFB47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5096315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path-693">
            <a:extLst xmlns:a="http://schemas.openxmlformats.org/drawingml/2006/main">
              <a:ext uri="{FF2B5EF4-FFF2-40B4-BE49-F238E27FC236}">
                <a16:creationId xmlns:a16="http://schemas.microsoft.com/office/drawing/2014/main" id="{DC02FC56-9502-4FA0-8190-F360221C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5096275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04" name="path-694">
            <a:extLst xmlns:a="http://schemas.openxmlformats.org/drawingml/2006/main">
              <a:ext uri="{FF2B5EF4-FFF2-40B4-BE49-F238E27FC236}">
                <a16:creationId xmlns:a16="http://schemas.microsoft.com/office/drawing/2014/main" id="{58E17DA3-CFED-4BD5-90B6-DBE6D4D2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5096315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path-695">
            <a:extLst xmlns:a="http://schemas.openxmlformats.org/drawingml/2006/main">
              <a:ext uri="{FF2B5EF4-FFF2-40B4-BE49-F238E27FC236}">
                <a16:creationId xmlns:a16="http://schemas.microsoft.com/office/drawing/2014/main" id="{0056F96E-98AB-4536-B808-4252A112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5096275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06" name="path-696">
            <a:extLst xmlns:a="http://schemas.openxmlformats.org/drawingml/2006/main">
              <a:ext uri="{FF2B5EF4-FFF2-40B4-BE49-F238E27FC236}">
                <a16:creationId xmlns:a16="http://schemas.microsoft.com/office/drawing/2014/main" id="{4A5F3300-D5B5-4699-953B-429DE3BF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527458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path-697">
            <a:extLst xmlns:a="http://schemas.openxmlformats.org/drawingml/2006/main">
              <a:ext uri="{FF2B5EF4-FFF2-40B4-BE49-F238E27FC236}">
                <a16:creationId xmlns:a16="http://schemas.microsoft.com/office/drawing/2014/main" id="{250116F6-70C9-4414-872D-6D49C350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5274552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08" name="path-698">
            <a:extLst xmlns:a="http://schemas.openxmlformats.org/drawingml/2006/main">
              <a:ext uri="{FF2B5EF4-FFF2-40B4-BE49-F238E27FC236}">
                <a16:creationId xmlns:a16="http://schemas.microsoft.com/office/drawing/2014/main" id="{E47BCF27-A812-493B-9CCE-1A287F74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527458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path-699">
            <a:extLst xmlns:a="http://schemas.openxmlformats.org/drawingml/2006/main">
              <a:ext uri="{FF2B5EF4-FFF2-40B4-BE49-F238E27FC236}">
                <a16:creationId xmlns:a16="http://schemas.microsoft.com/office/drawing/2014/main" id="{5D0E32FF-77FD-402C-92C9-EBFA55A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5274552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10" name="path-700">
            <a:extLst xmlns:a="http://schemas.openxmlformats.org/drawingml/2006/main">
              <a:ext uri="{FF2B5EF4-FFF2-40B4-BE49-F238E27FC236}">
                <a16:creationId xmlns:a16="http://schemas.microsoft.com/office/drawing/2014/main" id="{173CE0AD-D95D-4B97-9E1D-8ECF88F7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527458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path-701">
            <a:extLst xmlns:a="http://schemas.openxmlformats.org/drawingml/2006/main">
              <a:ext uri="{FF2B5EF4-FFF2-40B4-BE49-F238E27FC236}">
                <a16:creationId xmlns:a16="http://schemas.microsoft.com/office/drawing/2014/main" id="{0D77EB9B-79AE-4BFF-A658-A24D75A5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5274552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12" name="path-702">
            <a:extLst xmlns:a="http://schemas.openxmlformats.org/drawingml/2006/main">
              <a:ext uri="{FF2B5EF4-FFF2-40B4-BE49-F238E27FC236}">
                <a16:creationId xmlns:a16="http://schemas.microsoft.com/office/drawing/2014/main" id="{27FF2EFB-2847-49AA-959C-762F656B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491804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path-703">
            <a:extLst xmlns:a="http://schemas.openxmlformats.org/drawingml/2006/main">
              <a:ext uri="{FF2B5EF4-FFF2-40B4-BE49-F238E27FC236}">
                <a16:creationId xmlns:a16="http://schemas.microsoft.com/office/drawing/2014/main" id="{D3724C43-AA87-467E-8251-53BB44B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4918135"/>
            <a:ext cx="178144" cy="178140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14" name="path-704">
            <a:extLst xmlns:a="http://schemas.openxmlformats.org/drawingml/2006/main">
              <a:ext uri="{FF2B5EF4-FFF2-40B4-BE49-F238E27FC236}">
                <a16:creationId xmlns:a16="http://schemas.microsoft.com/office/drawing/2014/main" id="{9BB387A6-9338-4762-8929-B1B88A3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5096315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path-705">
            <a:extLst xmlns:a="http://schemas.openxmlformats.org/drawingml/2006/main">
              <a:ext uri="{FF2B5EF4-FFF2-40B4-BE49-F238E27FC236}">
                <a16:creationId xmlns:a16="http://schemas.microsoft.com/office/drawing/2014/main" id="{E1784DAA-CAC4-408B-B310-371084F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5096275"/>
            <a:ext cx="178144" cy="178277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16" name="path-706">
            <a:extLst xmlns:a="http://schemas.openxmlformats.org/drawingml/2006/main">
              <a:ext uri="{FF2B5EF4-FFF2-40B4-BE49-F238E27FC236}">
                <a16:creationId xmlns:a16="http://schemas.microsoft.com/office/drawing/2014/main" id="{0D47C1AB-8564-4E4D-A430-6D3D7295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527458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path-707">
            <a:extLst xmlns:a="http://schemas.openxmlformats.org/drawingml/2006/main">
              <a:ext uri="{FF2B5EF4-FFF2-40B4-BE49-F238E27FC236}">
                <a16:creationId xmlns:a16="http://schemas.microsoft.com/office/drawing/2014/main" id="{EE18D7F5-B692-4078-925F-1E8A19E8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5274552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18" name="path-708">
            <a:extLst xmlns:a="http://schemas.openxmlformats.org/drawingml/2006/main">
              <a:ext uri="{FF2B5EF4-FFF2-40B4-BE49-F238E27FC236}">
                <a16:creationId xmlns:a16="http://schemas.microsoft.com/office/drawing/2014/main" id="{43E096E5-F590-4141-8AC9-535A1D5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5452732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709">
            <a:extLst xmlns:a="http://schemas.openxmlformats.org/drawingml/2006/main">
              <a:ext uri="{FF2B5EF4-FFF2-40B4-BE49-F238E27FC236}">
                <a16:creationId xmlns:a16="http://schemas.microsoft.com/office/drawing/2014/main" id="{547A00E9-C879-4F56-84B7-C51F894D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5452825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20" name="path-710">
            <a:extLst xmlns:a="http://schemas.openxmlformats.org/drawingml/2006/main">
              <a:ext uri="{FF2B5EF4-FFF2-40B4-BE49-F238E27FC236}">
                <a16:creationId xmlns:a16="http://schemas.microsoft.com/office/drawing/2014/main" id="{6F6177B4-2B6E-4E20-AA0F-09B34874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5452732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path-711">
            <a:extLst xmlns:a="http://schemas.openxmlformats.org/drawingml/2006/main">
              <a:ext uri="{FF2B5EF4-FFF2-40B4-BE49-F238E27FC236}">
                <a16:creationId xmlns:a16="http://schemas.microsoft.com/office/drawing/2014/main" id="{0138B767-CEBD-46E3-A627-FE7A2232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5452825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22" name="path-712">
            <a:extLst xmlns:a="http://schemas.openxmlformats.org/drawingml/2006/main">
              <a:ext uri="{FF2B5EF4-FFF2-40B4-BE49-F238E27FC236}">
                <a16:creationId xmlns:a16="http://schemas.microsoft.com/office/drawing/2014/main" id="{F74217EC-3F61-40C2-B63D-256092F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5452732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713">
            <a:extLst xmlns:a="http://schemas.openxmlformats.org/drawingml/2006/main">
              <a:ext uri="{FF2B5EF4-FFF2-40B4-BE49-F238E27FC236}">
                <a16:creationId xmlns:a16="http://schemas.microsoft.com/office/drawing/2014/main" id="{79EBD47D-C22B-41A0-8AC3-573D88EB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5452825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24" name="path-714">
            <a:extLst xmlns:a="http://schemas.openxmlformats.org/drawingml/2006/main">
              <a:ext uri="{FF2B5EF4-FFF2-40B4-BE49-F238E27FC236}">
                <a16:creationId xmlns:a16="http://schemas.microsoft.com/office/drawing/2014/main" id="{F76D0B5F-3459-4A7D-9D97-0DF229EF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5452732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715">
            <a:extLst xmlns:a="http://schemas.openxmlformats.org/drawingml/2006/main">
              <a:ext uri="{FF2B5EF4-FFF2-40B4-BE49-F238E27FC236}">
                <a16:creationId xmlns:a16="http://schemas.microsoft.com/office/drawing/2014/main" id="{E322929B-C5A8-41C4-9E81-B5B8A008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5452825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26" name="path-716">
            <a:extLst xmlns:a="http://schemas.openxmlformats.org/drawingml/2006/main">
              <a:ext uri="{FF2B5EF4-FFF2-40B4-BE49-F238E27FC236}">
                <a16:creationId xmlns:a16="http://schemas.microsoft.com/office/drawing/2014/main" id="{DBB3335E-0112-41C3-9C1A-51D8E746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4918042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717">
            <a:extLst xmlns:a="http://schemas.openxmlformats.org/drawingml/2006/main">
              <a:ext uri="{FF2B5EF4-FFF2-40B4-BE49-F238E27FC236}">
                <a16:creationId xmlns:a16="http://schemas.microsoft.com/office/drawing/2014/main" id="{63A65495-427E-4BFC-9560-92B1E525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4918135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28" name="path-718">
            <a:extLst xmlns:a="http://schemas.openxmlformats.org/drawingml/2006/main">
              <a:ext uri="{FF2B5EF4-FFF2-40B4-BE49-F238E27FC236}">
                <a16:creationId xmlns:a16="http://schemas.microsoft.com/office/drawing/2014/main" id="{1F31DA19-DF04-4F37-88E4-92FCB0F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5096315"/>
            <a:ext cx="178234" cy="178237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719">
            <a:extLst xmlns:a="http://schemas.openxmlformats.org/drawingml/2006/main">
              <a:ext uri="{FF2B5EF4-FFF2-40B4-BE49-F238E27FC236}">
                <a16:creationId xmlns:a16="http://schemas.microsoft.com/office/drawing/2014/main" id="{59C08C39-DB05-4469-A757-3CBB8D2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5096275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30" name="path-720">
            <a:extLst xmlns:a="http://schemas.openxmlformats.org/drawingml/2006/main">
              <a:ext uri="{FF2B5EF4-FFF2-40B4-BE49-F238E27FC236}">
                <a16:creationId xmlns:a16="http://schemas.microsoft.com/office/drawing/2014/main" id="{304C075A-5320-48C0-ADF5-4102704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5274587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721">
            <a:extLst xmlns:a="http://schemas.openxmlformats.org/drawingml/2006/main">
              <a:ext uri="{FF2B5EF4-FFF2-40B4-BE49-F238E27FC236}">
                <a16:creationId xmlns:a16="http://schemas.microsoft.com/office/drawing/2014/main" id="{3804A832-B1F8-4A99-B85F-B1BD8C9C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5274552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32" name="path-722">
            <a:extLst xmlns:a="http://schemas.openxmlformats.org/drawingml/2006/main">
              <a:ext uri="{FF2B5EF4-FFF2-40B4-BE49-F238E27FC236}">
                <a16:creationId xmlns:a16="http://schemas.microsoft.com/office/drawing/2014/main" id="{389408D6-D0EA-40B4-A7C3-DF3D4452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5452732"/>
            <a:ext cx="178234" cy="178237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path-723">
            <a:extLst xmlns:a="http://schemas.openxmlformats.org/drawingml/2006/main">
              <a:ext uri="{FF2B5EF4-FFF2-40B4-BE49-F238E27FC236}">
                <a16:creationId xmlns:a16="http://schemas.microsoft.com/office/drawing/2014/main" id="{CF6A036A-E1A2-4A97-9887-C61132E2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5452825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34" name="path-724">
            <a:extLst xmlns:a="http://schemas.openxmlformats.org/drawingml/2006/main">
              <a:ext uri="{FF2B5EF4-FFF2-40B4-BE49-F238E27FC236}">
                <a16:creationId xmlns:a16="http://schemas.microsoft.com/office/drawing/2014/main" id="{D35E1490-883E-467C-B9FF-5BD756BF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563100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path-725">
            <a:extLst xmlns:a="http://schemas.openxmlformats.org/drawingml/2006/main">
              <a:ext uri="{FF2B5EF4-FFF2-40B4-BE49-F238E27FC236}">
                <a16:creationId xmlns:a16="http://schemas.microsoft.com/office/drawing/2014/main" id="{E312A408-47C4-4D6D-A84D-7CED3F01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5631098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36" name="path-726">
            <a:extLst xmlns:a="http://schemas.openxmlformats.org/drawingml/2006/main">
              <a:ext uri="{FF2B5EF4-FFF2-40B4-BE49-F238E27FC236}">
                <a16:creationId xmlns:a16="http://schemas.microsoft.com/office/drawing/2014/main" id="{33044FE9-C0F4-4224-B5D8-F8A06CF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563100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727">
            <a:extLst xmlns:a="http://schemas.openxmlformats.org/drawingml/2006/main">
              <a:ext uri="{FF2B5EF4-FFF2-40B4-BE49-F238E27FC236}">
                <a16:creationId xmlns:a16="http://schemas.microsoft.com/office/drawing/2014/main" id="{7465675C-FB19-44AA-994F-394A69D2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5631098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38" name="path-728">
            <a:extLst xmlns:a="http://schemas.openxmlformats.org/drawingml/2006/main">
              <a:ext uri="{FF2B5EF4-FFF2-40B4-BE49-F238E27FC236}">
                <a16:creationId xmlns:a16="http://schemas.microsoft.com/office/drawing/2014/main" id="{48F91C1E-FD6B-4140-A3D2-FD8A0824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563100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29">
            <a:extLst xmlns:a="http://schemas.openxmlformats.org/drawingml/2006/main">
              <a:ext uri="{FF2B5EF4-FFF2-40B4-BE49-F238E27FC236}">
                <a16:creationId xmlns:a16="http://schemas.microsoft.com/office/drawing/2014/main" id="{98FBD7C0-B72F-42E1-94DF-0156DE3A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5631098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40" name="path-730">
            <a:extLst xmlns:a="http://schemas.openxmlformats.org/drawingml/2006/main">
              <a:ext uri="{FF2B5EF4-FFF2-40B4-BE49-F238E27FC236}">
                <a16:creationId xmlns:a16="http://schemas.microsoft.com/office/drawing/2014/main" id="{9569B81A-2FD7-4779-BD85-C1353A97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563100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31">
            <a:extLst xmlns:a="http://schemas.openxmlformats.org/drawingml/2006/main">
              <a:ext uri="{FF2B5EF4-FFF2-40B4-BE49-F238E27FC236}">
                <a16:creationId xmlns:a16="http://schemas.microsoft.com/office/drawing/2014/main" id="{AE124D3D-6AB4-4DF3-BBD0-871CC205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5631098"/>
            <a:ext cx="178144" cy="178140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42" name="path-732">
            <a:extLst xmlns:a="http://schemas.openxmlformats.org/drawingml/2006/main">
              <a:ext uri="{FF2B5EF4-FFF2-40B4-BE49-F238E27FC236}">
                <a16:creationId xmlns:a16="http://schemas.microsoft.com/office/drawing/2014/main" id="{4394A89B-E975-4750-A5D6-83DD9837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5631005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33">
            <a:extLst xmlns:a="http://schemas.openxmlformats.org/drawingml/2006/main">
              <a:ext uri="{FF2B5EF4-FFF2-40B4-BE49-F238E27FC236}">
                <a16:creationId xmlns:a16="http://schemas.microsoft.com/office/drawing/2014/main" id="{BAA6A112-6409-4A8E-B01C-E5980F73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5631098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44" name="path-734">
            <a:extLst xmlns:a="http://schemas.openxmlformats.org/drawingml/2006/main">
              <a:ext uri="{FF2B5EF4-FFF2-40B4-BE49-F238E27FC236}">
                <a16:creationId xmlns:a16="http://schemas.microsoft.com/office/drawing/2014/main" id="{B537854E-8EB4-4EC2-9B4E-7A977233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4918135"/>
            <a:ext cx="191" cy="891103"/>
          </a:xfrm>
          <a:custGeom xmlns:a="http://schemas.openxmlformats.org/drawingml/2006/main">
            <a:pathLst>
              <a:path w="191" h="608095">
                <a:moveTo>
                  <a:pt x="0" y="0"/>
                </a:moveTo>
                <a:lnTo>
                  <a:pt x="0" y="608095"/>
                </a:lnTo>
                <a:lnTo>
                  <a:pt x="40" y="608095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745" name="path-735">
            <a:extLst xmlns:a="http://schemas.openxmlformats.org/drawingml/2006/main">
              <a:ext uri="{FF2B5EF4-FFF2-40B4-BE49-F238E27FC236}">
                <a16:creationId xmlns:a16="http://schemas.microsoft.com/office/drawing/2014/main" id="{FE9E3BD9-7FA4-4BAA-838B-7C8EC3B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9429" y="4918135"/>
            <a:ext cx="191" cy="891103"/>
          </a:xfrm>
          <a:custGeom xmlns:a="http://schemas.openxmlformats.org/drawingml/2006/main">
            <a:pathLst>
              <a:path w="191" h="608095">
                <a:moveTo>
                  <a:pt x="0" y="608095"/>
                </a:moveTo>
                <a:lnTo>
                  <a:pt x="5" y="608095"/>
                </a:lnTo>
                <a:lnTo>
                  <a:pt x="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746" name="path-736">
            <a:extLst xmlns:a="http://schemas.openxmlformats.org/drawingml/2006/main">
              <a:ext uri="{FF2B5EF4-FFF2-40B4-BE49-F238E27FC236}">
                <a16:creationId xmlns:a16="http://schemas.microsoft.com/office/drawing/2014/main" id="{6CC5F050-B488-47CB-BDCA-17BAABC1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4918135"/>
            <a:ext cx="891169" cy="191"/>
          </a:xfrm>
          <a:custGeom xmlns:a="http://schemas.openxmlformats.org/drawingml/2006/main">
            <a:pathLst>
              <a:path w="608141" h="191">
                <a:moveTo>
                  <a:pt x="60814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747" name="path-737">
            <a:extLst xmlns:a="http://schemas.openxmlformats.org/drawingml/2006/main">
              <a:ext uri="{FF2B5EF4-FFF2-40B4-BE49-F238E27FC236}">
                <a16:creationId xmlns:a16="http://schemas.microsoft.com/office/drawing/2014/main" id="{710DD229-FCFD-48D2-9356-F7F0644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4918135"/>
            <a:ext cx="191" cy="191"/>
          </a:xfrm>
          <a:custGeom xmlns:a="http://schemas.openxmlformats.org/drawingml/2006/main">
            <a:pathLst>
              <a:path w="191" h="191">
                <a:moveTo>
                  <a:pt x="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748" name="path-738">
            <a:extLst xmlns:a="http://schemas.openxmlformats.org/drawingml/2006/main">
              <a:ext uri="{FF2B5EF4-FFF2-40B4-BE49-F238E27FC236}">
                <a16:creationId xmlns:a16="http://schemas.microsoft.com/office/drawing/2014/main" id="{F786D079-08E5-4700-AEDE-552D1E03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501600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39">
            <a:extLst xmlns:a="http://schemas.openxmlformats.org/drawingml/2006/main">
              <a:ext uri="{FF2B5EF4-FFF2-40B4-BE49-F238E27FC236}">
                <a16:creationId xmlns:a16="http://schemas.microsoft.com/office/drawing/2014/main" id="{65D03A34-0461-499B-85D0-D4C079C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5016103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50" name="path-740">
            <a:extLst xmlns:a="http://schemas.openxmlformats.org/drawingml/2006/main">
              <a:ext uri="{FF2B5EF4-FFF2-40B4-BE49-F238E27FC236}">
                <a16:creationId xmlns:a16="http://schemas.microsoft.com/office/drawing/2014/main" id="{2DCA0775-DA81-4D23-8E0B-07F4E624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501600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741">
            <a:extLst xmlns:a="http://schemas.openxmlformats.org/drawingml/2006/main">
              <a:ext uri="{FF2B5EF4-FFF2-40B4-BE49-F238E27FC236}">
                <a16:creationId xmlns:a16="http://schemas.microsoft.com/office/drawing/2014/main" id="{C2BB98D7-D0EB-4810-BC3A-D254EDEB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5016103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52" name="path-742">
            <a:extLst xmlns:a="http://schemas.openxmlformats.org/drawingml/2006/main">
              <a:ext uri="{FF2B5EF4-FFF2-40B4-BE49-F238E27FC236}">
                <a16:creationId xmlns:a16="http://schemas.microsoft.com/office/drawing/2014/main" id="{84023D7A-14F4-4066-815D-3C5A319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501600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743">
            <a:extLst xmlns:a="http://schemas.openxmlformats.org/drawingml/2006/main">
              <a:ext uri="{FF2B5EF4-FFF2-40B4-BE49-F238E27FC236}">
                <a16:creationId xmlns:a16="http://schemas.microsoft.com/office/drawing/2014/main" id="{744159D0-2F47-4BB6-AC54-D62A3AAC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5016103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54" name="path-744">
            <a:extLst xmlns:a="http://schemas.openxmlformats.org/drawingml/2006/main">
              <a:ext uri="{FF2B5EF4-FFF2-40B4-BE49-F238E27FC236}">
                <a16:creationId xmlns:a16="http://schemas.microsoft.com/office/drawing/2014/main" id="{D3C20C49-F9A7-42B7-831F-031AD836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5194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745">
            <a:extLst xmlns:a="http://schemas.openxmlformats.org/drawingml/2006/main">
              <a:ext uri="{FF2B5EF4-FFF2-40B4-BE49-F238E27FC236}">
                <a16:creationId xmlns:a16="http://schemas.microsoft.com/office/drawing/2014/main" id="{D2A28899-5D45-4D47-9B31-C5903811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5194242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56" name="path-746">
            <a:extLst xmlns:a="http://schemas.openxmlformats.org/drawingml/2006/main">
              <a:ext uri="{FF2B5EF4-FFF2-40B4-BE49-F238E27FC236}">
                <a16:creationId xmlns:a16="http://schemas.microsoft.com/office/drawing/2014/main" id="{3C89F8BF-8907-4F27-8730-0192D9BB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5194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747">
            <a:extLst xmlns:a="http://schemas.openxmlformats.org/drawingml/2006/main">
              <a:ext uri="{FF2B5EF4-FFF2-40B4-BE49-F238E27FC236}">
                <a16:creationId xmlns:a16="http://schemas.microsoft.com/office/drawing/2014/main" id="{3B3349B0-DC3F-42B2-A49E-CB8694CD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5194242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58" name="path-748">
            <a:extLst xmlns:a="http://schemas.openxmlformats.org/drawingml/2006/main">
              <a:ext uri="{FF2B5EF4-FFF2-40B4-BE49-F238E27FC236}">
                <a16:creationId xmlns:a16="http://schemas.microsoft.com/office/drawing/2014/main" id="{5FB23B3D-13D6-4B02-B84D-16B3EAC8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5194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749">
            <a:extLst xmlns:a="http://schemas.openxmlformats.org/drawingml/2006/main">
              <a:ext uri="{FF2B5EF4-FFF2-40B4-BE49-F238E27FC236}">
                <a16:creationId xmlns:a16="http://schemas.microsoft.com/office/drawing/2014/main" id="{C6356666-B9F0-4613-89BA-49550628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5194242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60" name="path-750">
            <a:extLst xmlns:a="http://schemas.openxmlformats.org/drawingml/2006/main">
              <a:ext uri="{FF2B5EF4-FFF2-40B4-BE49-F238E27FC236}">
                <a16:creationId xmlns:a16="http://schemas.microsoft.com/office/drawing/2014/main" id="{3959543F-6E1E-4FAA-8AD4-1CC418F6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537255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751">
            <a:extLst xmlns:a="http://schemas.openxmlformats.org/drawingml/2006/main">
              <a:ext uri="{FF2B5EF4-FFF2-40B4-BE49-F238E27FC236}">
                <a16:creationId xmlns:a16="http://schemas.microsoft.com/office/drawing/2014/main" id="{CB9A4F05-AD36-4955-899F-B11F3FCC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5372515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62" name="path-752">
            <a:extLst xmlns:a="http://schemas.openxmlformats.org/drawingml/2006/main">
              <a:ext uri="{FF2B5EF4-FFF2-40B4-BE49-F238E27FC236}">
                <a16:creationId xmlns:a16="http://schemas.microsoft.com/office/drawing/2014/main" id="{91007FB7-D141-4758-8AAD-621082F2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537255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753">
            <a:extLst xmlns:a="http://schemas.openxmlformats.org/drawingml/2006/main">
              <a:ext uri="{FF2B5EF4-FFF2-40B4-BE49-F238E27FC236}">
                <a16:creationId xmlns:a16="http://schemas.microsoft.com/office/drawing/2014/main" id="{4CD5D2F0-68D5-400B-83C3-6B4D82A2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5372515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64" name="path-754">
            <a:extLst xmlns:a="http://schemas.openxmlformats.org/drawingml/2006/main">
              <a:ext uri="{FF2B5EF4-FFF2-40B4-BE49-F238E27FC236}">
                <a16:creationId xmlns:a16="http://schemas.microsoft.com/office/drawing/2014/main" id="{13ED410E-9350-4411-9E77-7EFC4C08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537255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755">
            <a:extLst xmlns:a="http://schemas.openxmlformats.org/drawingml/2006/main">
              <a:ext uri="{FF2B5EF4-FFF2-40B4-BE49-F238E27FC236}">
                <a16:creationId xmlns:a16="http://schemas.microsoft.com/office/drawing/2014/main" id="{F3C59B71-CD97-4679-8139-8C5141BB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5372515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66" name="path-756">
            <a:extLst xmlns:a="http://schemas.openxmlformats.org/drawingml/2006/main">
              <a:ext uri="{FF2B5EF4-FFF2-40B4-BE49-F238E27FC236}">
                <a16:creationId xmlns:a16="http://schemas.microsoft.com/office/drawing/2014/main" id="{96B314E7-C13D-4A48-A9BB-BA22AC32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5016009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757">
            <a:extLst xmlns:a="http://schemas.openxmlformats.org/drawingml/2006/main">
              <a:ext uri="{FF2B5EF4-FFF2-40B4-BE49-F238E27FC236}">
                <a16:creationId xmlns:a16="http://schemas.microsoft.com/office/drawing/2014/main" id="{734B21B6-1FE1-4E6D-8BE5-C3E95BD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5016103"/>
            <a:ext cx="178144" cy="178140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68" name="path-758">
            <a:extLst xmlns:a="http://schemas.openxmlformats.org/drawingml/2006/main">
              <a:ext uri="{FF2B5EF4-FFF2-40B4-BE49-F238E27FC236}">
                <a16:creationId xmlns:a16="http://schemas.microsoft.com/office/drawing/2014/main" id="{F12B7EA4-529D-4C21-938B-7B052561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5194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759">
            <a:extLst xmlns:a="http://schemas.openxmlformats.org/drawingml/2006/main">
              <a:ext uri="{FF2B5EF4-FFF2-40B4-BE49-F238E27FC236}">
                <a16:creationId xmlns:a16="http://schemas.microsoft.com/office/drawing/2014/main" id="{4BA0F7C8-41E9-471E-90A1-506C36A5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5194242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70" name="path-760">
            <a:extLst xmlns:a="http://schemas.openxmlformats.org/drawingml/2006/main">
              <a:ext uri="{FF2B5EF4-FFF2-40B4-BE49-F238E27FC236}">
                <a16:creationId xmlns:a16="http://schemas.microsoft.com/office/drawing/2014/main" id="{12E921A8-7875-4777-8995-DCCF488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537255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761">
            <a:extLst xmlns:a="http://schemas.openxmlformats.org/drawingml/2006/main">
              <a:ext uri="{FF2B5EF4-FFF2-40B4-BE49-F238E27FC236}">
                <a16:creationId xmlns:a16="http://schemas.microsoft.com/office/drawing/2014/main" id="{511856FC-7429-4811-BA5D-1C8DBCC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5372515"/>
            <a:ext cx="178144" cy="178277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72" name="path-762">
            <a:extLst xmlns:a="http://schemas.openxmlformats.org/drawingml/2006/main">
              <a:ext uri="{FF2B5EF4-FFF2-40B4-BE49-F238E27FC236}">
                <a16:creationId xmlns:a16="http://schemas.microsoft.com/office/drawing/2014/main" id="{F6D881DE-6A26-405D-BFF2-BB27486F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5550697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63">
            <a:extLst xmlns:a="http://schemas.openxmlformats.org/drawingml/2006/main">
              <a:ext uri="{FF2B5EF4-FFF2-40B4-BE49-F238E27FC236}">
                <a16:creationId xmlns:a16="http://schemas.microsoft.com/office/drawing/2014/main" id="{D2F8E6A6-C0F3-47BB-9E38-7E097681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5550793"/>
            <a:ext cx="178269" cy="178264"/>
          </a:xfrm>
          <a:custGeom xmlns:a="http://schemas.openxmlformats.org/drawingml/2006/main">
            <a:pathLst>
              <a:path w="121652" h="121649">
                <a:moveTo>
                  <a:pt x="0" y="0"/>
                </a:moveTo>
                <a:lnTo>
                  <a:pt x="0" y="121649"/>
                </a:lnTo>
                <a:lnTo>
                  <a:pt x="121652" y="121649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74" name="path-764">
            <a:extLst xmlns:a="http://schemas.openxmlformats.org/drawingml/2006/main">
              <a:ext uri="{FF2B5EF4-FFF2-40B4-BE49-F238E27FC236}">
                <a16:creationId xmlns:a16="http://schemas.microsoft.com/office/drawing/2014/main" id="{FD34961C-6AF8-4A91-8334-44712675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5550697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765">
            <a:extLst xmlns:a="http://schemas.openxmlformats.org/drawingml/2006/main">
              <a:ext uri="{FF2B5EF4-FFF2-40B4-BE49-F238E27FC236}">
                <a16:creationId xmlns:a16="http://schemas.microsoft.com/office/drawing/2014/main" id="{8002E66C-610F-4D7A-A0EE-070D7803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5550793"/>
            <a:ext cx="178269" cy="178264"/>
          </a:xfrm>
          <a:custGeom xmlns:a="http://schemas.openxmlformats.org/drawingml/2006/main">
            <a:pathLst>
              <a:path w="121652" h="121649">
                <a:moveTo>
                  <a:pt x="0" y="0"/>
                </a:moveTo>
                <a:lnTo>
                  <a:pt x="0" y="121649"/>
                </a:lnTo>
                <a:lnTo>
                  <a:pt x="121652" y="121649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76" name="path-766">
            <a:extLst xmlns:a="http://schemas.openxmlformats.org/drawingml/2006/main">
              <a:ext uri="{FF2B5EF4-FFF2-40B4-BE49-F238E27FC236}">
                <a16:creationId xmlns:a16="http://schemas.microsoft.com/office/drawing/2014/main" id="{07DF77B0-6BDA-4621-8D36-54985C53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5550697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767">
            <a:extLst xmlns:a="http://schemas.openxmlformats.org/drawingml/2006/main">
              <a:ext uri="{FF2B5EF4-FFF2-40B4-BE49-F238E27FC236}">
                <a16:creationId xmlns:a16="http://schemas.microsoft.com/office/drawing/2014/main" id="{7FE458D8-D24A-4DC8-BB09-1F75B58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5550793"/>
            <a:ext cx="178277" cy="178264"/>
          </a:xfrm>
          <a:custGeom xmlns:a="http://schemas.openxmlformats.org/drawingml/2006/main">
            <a:pathLst>
              <a:path w="121658" h="121649">
                <a:moveTo>
                  <a:pt x="0" y="0"/>
                </a:moveTo>
                <a:lnTo>
                  <a:pt x="0" y="121649"/>
                </a:lnTo>
                <a:lnTo>
                  <a:pt x="121658" y="121649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78" name="path-768">
            <a:extLst xmlns:a="http://schemas.openxmlformats.org/drawingml/2006/main">
              <a:ext uri="{FF2B5EF4-FFF2-40B4-BE49-F238E27FC236}">
                <a16:creationId xmlns:a16="http://schemas.microsoft.com/office/drawing/2014/main" id="{55F1F8DA-4A2B-4A24-B0B2-97A85E11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5550697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769">
            <a:extLst xmlns:a="http://schemas.openxmlformats.org/drawingml/2006/main">
              <a:ext uri="{FF2B5EF4-FFF2-40B4-BE49-F238E27FC236}">
                <a16:creationId xmlns:a16="http://schemas.microsoft.com/office/drawing/2014/main" id="{8A4983C4-88F2-4651-AB0B-9D9BEC7F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5550793"/>
            <a:ext cx="178144" cy="178264"/>
          </a:xfrm>
          <a:custGeom xmlns:a="http://schemas.openxmlformats.org/drawingml/2006/main">
            <a:pathLst>
              <a:path w="121567" h="121649">
                <a:moveTo>
                  <a:pt x="0" y="0"/>
                </a:moveTo>
                <a:lnTo>
                  <a:pt x="0" y="121649"/>
                </a:lnTo>
                <a:lnTo>
                  <a:pt x="121567" y="121649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80" name="path-770">
            <a:extLst xmlns:a="http://schemas.openxmlformats.org/drawingml/2006/main">
              <a:ext uri="{FF2B5EF4-FFF2-40B4-BE49-F238E27FC236}">
                <a16:creationId xmlns:a16="http://schemas.microsoft.com/office/drawing/2014/main" id="{DB31D9CE-D902-4A0E-AC8B-CBC0454A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5016009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771">
            <a:extLst xmlns:a="http://schemas.openxmlformats.org/drawingml/2006/main">
              <a:ext uri="{FF2B5EF4-FFF2-40B4-BE49-F238E27FC236}">
                <a16:creationId xmlns:a16="http://schemas.microsoft.com/office/drawing/2014/main" id="{FD8A8BCB-DE8B-4C3F-BFEF-C6755883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5016103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82" name="path-772">
            <a:extLst xmlns:a="http://schemas.openxmlformats.org/drawingml/2006/main">
              <a:ext uri="{FF2B5EF4-FFF2-40B4-BE49-F238E27FC236}">
                <a16:creationId xmlns:a16="http://schemas.microsoft.com/office/drawing/2014/main" id="{C59E507B-E615-47BB-BEF9-D7C7306A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5194282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773">
            <a:extLst xmlns:a="http://schemas.openxmlformats.org/drawingml/2006/main">
              <a:ext uri="{FF2B5EF4-FFF2-40B4-BE49-F238E27FC236}">
                <a16:creationId xmlns:a16="http://schemas.microsoft.com/office/drawing/2014/main" id="{8CAFF8A1-8033-43FA-9D97-510CE967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5194242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84" name="path-774">
            <a:extLst xmlns:a="http://schemas.openxmlformats.org/drawingml/2006/main">
              <a:ext uri="{FF2B5EF4-FFF2-40B4-BE49-F238E27FC236}">
                <a16:creationId xmlns:a16="http://schemas.microsoft.com/office/drawing/2014/main" id="{A6EFC79D-528B-4180-81A3-0CEC33C7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5372553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75">
            <a:extLst xmlns:a="http://schemas.openxmlformats.org/drawingml/2006/main">
              <a:ext uri="{FF2B5EF4-FFF2-40B4-BE49-F238E27FC236}">
                <a16:creationId xmlns:a16="http://schemas.microsoft.com/office/drawing/2014/main" id="{FD662F6D-2BC1-4E60-B778-05F77628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5372515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86" name="path-776">
            <a:extLst xmlns:a="http://schemas.openxmlformats.org/drawingml/2006/main">
              <a:ext uri="{FF2B5EF4-FFF2-40B4-BE49-F238E27FC236}">
                <a16:creationId xmlns:a16="http://schemas.microsoft.com/office/drawing/2014/main" id="{C2BA18DD-3939-4474-B8A3-36F6FFF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5550697"/>
            <a:ext cx="178234" cy="178236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77">
            <a:extLst xmlns:a="http://schemas.openxmlformats.org/drawingml/2006/main">
              <a:ext uri="{FF2B5EF4-FFF2-40B4-BE49-F238E27FC236}">
                <a16:creationId xmlns:a16="http://schemas.microsoft.com/office/drawing/2014/main" id="{9E97E7F8-979A-41D7-9FFC-462AFFA7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5550793"/>
            <a:ext cx="178269" cy="178264"/>
          </a:xfrm>
          <a:custGeom xmlns:a="http://schemas.openxmlformats.org/drawingml/2006/main">
            <a:pathLst>
              <a:path w="121652" h="121649">
                <a:moveTo>
                  <a:pt x="0" y="0"/>
                </a:moveTo>
                <a:lnTo>
                  <a:pt x="0" y="121649"/>
                </a:lnTo>
                <a:lnTo>
                  <a:pt x="121652" y="121649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88" name="path-778">
            <a:extLst xmlns:a="http://schemas.openxmlformats.org/drawingml/2006/main">
              <a:ext uri="{FF2B5EF4-FFF2-40B4-BE49-F238E27FC236}">
                <a16:creationId xmlns:a16="http://schemas.microsoft.com/office/drawing/2014/main" id="{84ABADDD-6122-4AFB-A43A-3A4D3F9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57289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79">
            <a:extLst xmlns:a="http://schemas.openxmlformats.org/drawingml/2006/main">
              <a:ext uri="{FF2B5EF4-FFF2-40B4-BE49-F238E27FC236}">
                <a16:creationId xmlns:a16="http://schemas.microsoft.com/office/drawing/2014/main" id="{015DD152-BE0F-4832-833C-5DCC983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5729057"/>
            <a:ext cx="178269" cy="178149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90" name="path-780">
            <a:extLst xmlns:a="http://schemas.openxmlformats.org/drawingml/2006/main">
              <a:ext uri="{FF2B5EF4-FFF2-40B4-BE49-F238E27FC236}">
                <a16:creationId xmlns:a16="http://schemas.microsoft.com/office/drawing/2014/main" id="{99F1126E-F35F-4D25-BD7C-9B5865D9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57289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781">
            <a:extLst xmlns:a="http://schemas.openxmlformats.org/drawingml/2006/main">
              <a:ext uri="{FF2B5EF4-FFF2-40B4-BE49-F238E27FC236}">
                <a16:creationId xmlns:a16="http://schemas.microsoft.com/office/drawing/2014/main" id="{8BA06958-0096-40DD-B9F8-32C383E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5729057"/>
            <a:ext cx="178269" cy="178149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92" name="path-782">
            <a:extLst xmlns:a="http://schemas.openxmlformats.org/drawingml/2006/main">
              <a:ext uri="{FF2B5EF4-FFF2-40B4-BE49-F238E27FC236}">
                <a16:creationId xmlns:a16="http://schemas.microsoft.com/office/drawing/2014/main" id="{A5D012B3-9367-477A-AFF3-5661200B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57289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783">
            <a:extLst xmlns:a="http://schemas.openxmlformats.org/drawingml/2006/main">
              <a:ext uri="{FF2B5EF4-FFF2-40B4-BE49-F238E27FC236}">
                <a16:creationId xmlns:a16="http://schemas.microsoft.com/office/drawing/2014/main" id="{2094D16C-ECCE-4A3C-8A0C-57D99A87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5729057"/>
            <a:ext cx="178277" cy="178149"/>
          </a:xfrm>
          <a:custGeom xmlns:a="http://schemas.openxmlformats.org/drawingml/2006/main">
            <a:pathLst>
              <a:path w="121658" h="121570">
                <a:moveTo>
                  <a:pt x="0" y="0"/>
                </a:moveTo>
                <a:lnTo>
                  <a:pt x="0" y="121570"/>
                </a:lnTo>
                <a:lnTo>
                  <a:pt x="121658" y="121570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94" name="path-784">
            <a:extLst xmlns:a="http://schemas.openxmlformats.org/drawingml/2006/main">
              <a:ext uri="{FF2B5EF4-FFF2-40B4-BE49-F238E27FC236}">
                <a16:creationId xmlns:a16="http://schemas.microsoft.com/office/drawing/2014/main" id="{F355FCA2-A19A-439A-99C0-BCF4C9CA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57289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785">
            <a:extLst xmlns:a="http://schemas.openxmlformats.org/drawingml/2006/main">
              <a:ext uri="{FF2B5EF4-FFF2-40B4-BE49-F238E27FC236}">
                <a16:creationId xmlns:a16="http://schemas.microsoft.com/office/drawing/2014/main" id="{5F1219D9-95D9-44F2-89B2-4192A9E8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5729057"/>
            <a:ext cx="178144" cy="178149"/>
          </a:xfrm>
          <a:custGeom xmlns:a="http://schemas.openxmlformats.org/drawingml/2006/main">
            <a:pathLst>
              <a:path w="121567" h="121570">
                <a:moveTo>
                  <a:pt x="0" y="0"/>
                </a:moveTo>
                <a:lnTo>
                  <a:pt x="0" y="121570"/>
                </a:lnTo>
                <a:lnTo>
                  <a:pt x="121567" y="121570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96" name="path-786">
            <a:extLst xmlns:a="http://schemas.openxmlformats.org/drawingml/2006/main">
              <a:ext uri="{FF2B5EF4-FFF2-40B4-BE49-F238E27FC236}">
                <a16:creationId xmlns:a16="http://schemas.microsoft.com/office/drawing/2014/main" id="{FED8E5B1-686E-4F1B-9B80-BA0DCBBF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5728970"/>
            <a:ext cx="178234" cy="178236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787">
            <a:extLst xmlns:a="http://schemas.openxmlformats.org/drawingml/2006/main">
              <a:ext uri="{FF2B5EF4-FFF2-40B4-BE49-F238E27FC236}">
                <a16:creationId xmlns:a16="http://schemas.microsoft.com/office/drawing/2014/main" id="{4C924ADA-CA7A-432E-B015-B54C6027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5729057"/>
            <a:ext cx="178269" cy="178149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798" name="path-788">
            <a:extLst xmlns:a="http://schemas.openxmlformats.org/drawingml/2006/main">
              <a:ext uri="{FF2B5EF4-FFF2-40B4-BE49-F238E27FC236}">
                <a16:creationId xmlns:a16="http://schemas.microsoft.com/office/drawing/2014/main" id="{8FB869FA-EAC1-4AF8-B541-7068CD4E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5016103"/>
            <a:ext cx="191" cy="891103"/>
          </a:xfrm>
          <a:custGeom xmlns:a="http://schemas.openxmlformats.org/drawingml/2006/main">
            <a:pathLst>
              <a:path w="191" h="608095">
                <a:moveTo>
                  <a:pt x="0" y="0"/>
                </a:moveTo>
                <a:lnTo>
                  <a:pt x="0" y="608095"/>
                </a:lnTo>
                <a:lnTo>
                  <a:pt x="42" y="608095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799" name="path-789">
            <a:extLst xmlns:a="http://schemas.openxmlformats.org/drawingml/2006/main">
              <a:ext uri="{FF2B5EF4-FFF2-40B4-BE49-F238E27FC236}">
                <a16:creationId xmlns:a16="http://schemas.microsoft.com/office/drawing/2014/main" id="{E2C26562-C3ED-4DEC-923C-33DBFB9B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5016103"/>
            <a:ext cx="191" cy="191"/>
          </a:xfrm>
          <a:custGeom xmlns:a="http://schemas.openxmlformats.org/drawingml/2006/main">
            <a:pathLst>
              <a:path w="191" h="191">
                <a:moveTo>
                  <a:pt x="4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800" name="path-790">
            <a:extLst xmlns:a="http://schemas.openxmlformats.org/drawingml/2006/main">
              <a:ext uri="{FF2B5EF4-FFF2-40B4-BE49-F238E27FC236}">
                <a16:creationId xmlns:a16="http://schemas.microsoft.com/office/drawing/2014/main" id="{67BE0887-532F-456D-9B47-87ECA3C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841" y="5251196"/>
            <a:ext cx="407333" cy="402973"/>
          </a:xfrm>
          <a:custGeom xmlns:a="http://schemas.openxmlformats.org/drawingml/2006/main">
            <a:pathLst>
              <a:path w="277967" h="274992">
                <a:moveTo>
                  <a:pt x="0" y="0"/>
                </a:moveTo>
                <a:lnTo>
                  <a:pt x="277967" y="0"/>
                </a:lnTo>
                <a:lnTo>
                  <a:pt x="277967" y="274992"/>
                </a:lnTo>
                <a:lnTo>
                  <a:pt x="0" y="27499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792">
            <a:extLst xmlns:a="http://schemas.openxmlformats.org/drawingml/2006/main">
              <a:ext uri="{FF2B5EF4-FFF2-40B4-BE49-F238E27FC236}">
                <a16:creationId xmlns:a16="http://schemas.microsoft.com/office/drawing/2014/main" id="{BE69960E-1BDF-4DFB-8FE2-67C60ED8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174" y="5367379"/>
            <a:ext cx="118380" cy="129951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793">
            <a:extLst xmlns:a="http://schemas.openxmlformats.org/drawingml/2006/main">
              <a:ext uri="{FF2B5EF4-FFF2-40B4-BE49-F238E27FC236}">
                <a16:creationId xmlns:a16="http://schemas.microsoft.com/office/drawing/2014/main" id="{032E8531-83D9-4037-B95B-5E2D1582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731" y="5406189"/>
            <a:ext cx="71987" cy="131330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794">
            <a:extLst xmlns:a="http://schemas.openxmlformats.org/drawingml/2006/main">
              <a:ext uri="{FF2B5EF4-FFF2-40B4-BE49-F238E27FC236}">
                <a16:creationId xmlns:a16="http://schemas.microsoft.com/office/drawing/2014/main" id="{DB543B38-98E0-46EC-841E-1F4064F7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782235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795">
            <a:extLst xmlns:a="http://schemas.openxmlformats.org/drawingml/2006/main">
              <a:ext uri="{FF2B5EF4-FFF2-40B4-BE49-F238E27FC236}">
                <a16:creationId xmlns:a16="http://schemas.microsoft.com/office/drawing/2014/main" id="{A8419D8F-07A6-4B6D-98FB-01DEFB1E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782231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05" name="path-796">
            <a:extLst xmlns:a="http://schemas.openxmlformats.org/drawingml/2006/main">
              <a:ext uri="{FF2B5EF4-FFF2-40B4-BE49-F238E27FC236}">
                <a16:creationId xmlns:a16="http://schemas.microsoft.com/office/drawing/2014/main" id="{E56B5ED5-C750-4B10-895F-DDCA2A47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7822354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797">
            <a:extLst xmlns:a="http://schemas.openxmlformats.org/drawingml/2006/main">
              <a:ext uri="{FF2B5EF4-FFF2-40B4-BE49-F238E27FC236}">
                <a16:creationId xmlns:a16="http://schemas.microsoft.com/office/drawing/2014/main" id="{862A23C9-5F5E-443C-9E8C-298C7E8D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782231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07" name="path-798">
            <a:extLst xmlns:a="http://schemas.openxmlformats.org/drawingml/2006/main">
              <a:ext uri="{FF2B5EF4-FFF2-40B4-BE49-F238E27FC236}">
                <a16:creationId xmlns:a16="http://schemas.microsoft.com/office/drawing/2014/main" id="{3AE30914-1042-4522-B106-94C1BEF6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782235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path-799">
            <a:extLst xmlns:a="http://schemas.openxmlformats.org/drawingml/2006/main">
              <a:ext uri="{FF2B5EF4-FFF2-40B4-BE49-F238E27FC236}">
                <a16:creationId xmlns:a16="http://schemas.microsoft.com/office/drawing/2014/main" id="{3E556881-4CA0-4DD0-A5DA-2D8436D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7822314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09" name="path-800">
            <a:extLst xmlns:a="http://schemas.openxmlformats.org/drawingml/2006/main">
              <a:ext uri="{FF2B5EF4-FFF2-40B4-BE49-F238E27FC236}">
                <a16:creationId xmlns:a16="http://schemas.microsoft.com/office/drawing/2014/main" id="{BF08A62B-B82C-4CE8-913C-E19D3C0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800049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801">
            <a:extLst xmlns:a="http://schemas.openxmlformats.org/drawingml/2006/main">
              <a:ext uri="{FF2B5EF4-FFF2-40B4-BE49-F238E27FC236}">
                <a16:creationId xmlns:a16="http://schemas.microsoft.com/office/drawing/2014/main" id="{889C8ED7-8305-4213-881D-04F0334A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800058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11" name="path-802">
            <a:extLst xmlns:a="http://schemas.openxmlformats.org/drawingml/2006/main">
              <a:ext uri="{FF2B5EF4-FFF2-40B4-BE49-F238E27FC236}">
                <a16:creationId xmlns:a16="http://schemas.microsoft.com/office/drawing/2014/main" id="{60B62FEB-CEF9-4EA0-AD88-7C42CBB9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8000497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803">
            <a:extLst xmlns:a="http://schemas.openxmlformats.org/drawingml/2006/main">
              <a:ext uri="{FF2B5EF4-FFF2-40B4-BE49-F238E27FC236}">
                <a16:creationId xmlns:a16="http://schemas.microsoft.com/office/drawing/2014/main" id="{445587B9-1C18-4345-9FC9-C26C2098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800058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13" name="path-804">
            <a:extLst xmlns:a="http://schemas.openxmlformats.org/drawingml/2006/main">
              <a:ext uri="{FF2B5EF4-FFF2-40B4-BE49-F238E27FC236}">
                <a16:creationId xmlns:a16="http://schemas.microsoft.com/office/drawing/2014/main" id="{B4401668-0422-418C-9F17-037DB638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800049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805">
            <a:extLst xmlns:a="http://schemas.openxmlformats.org/drawingml/2006/main">
              <a:ext uri="{FF2B5EF4-FFF2-40B4-BE49-F238E27FC236}">
                <a16:creationId xmlns:a16="http://schemas.microsoft.com/office/drawing/2014/main" id="{928A9F2E-C61A-439D-A57F-659AA174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8000587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15" name="path-806">
            <a:extLst xmlns:a="http://schemas.openxmlformats.org/drawingml/2006/main">
              <a:ext uri="{FF2B5EF4-FFF2-40B4-BE49-F238E27FC236}">
                <a16:creationId xmlns:a16="http://schemas.microsoft.com/office/drawing/2014/main" id="{985652E9-B838-4BA6-B2E9-B98ACD40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81787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807">
            <a:extLst xmlns:a="http://schemas.openxmlformats.org/drawingml/2006/main">
              <a:ext uri="{FF2B5EF4-FFF2-40B4-BE49-F238E27FC236}">
                <a16:creationId xmlns:a16="http://schemas.microsoft.com/office/drawing/2014/main" id="{01CCA6FB-C942-4683-B786-490A77C9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8178860"/>
            <a:ext cx="178277" cy="178144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17" name="path-808">
            <a:extLst xmlns:a="http://schemas.openxmlformats.org/drawingml/2006/main">
              <a:ext uri="{FF2B5EF4-FFF2-40B4-BE49-F238E27FC236}">
                <a16:creationId xmlns:a16="http://schemas.microsoft.com/office/drawing/2014/main" id="{8A91B7E2-E697-4E8F-8CB4-E582B7CE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8178770"/>
            <a:ext cx="178236" cy="178236"/>
          </a:xfrm>
          <a:custGeom xmlns:a="http://schemas.openxmlformats.org/drawingml/2006/main">
            <a:pathLst>
              <a:path w="121630" h="121630">
                <a:moveTo>
                  <a:pt x="0" y="0"/>
                </a:moveTo>
                <a:lnTo>
                  <a:pt x="121630" y="0"/>
                </a:lnTo>
                <a:lnTo>
                  <a:pt x="121630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809">
            <a:extLst xmlns:a="http://schemas.openxmlformats.org/drawingml/2006/main">
              <a:ext uri="{FF2B5EF4-FFF2-40B4-BE49-F238E27FC236}">
                <a16:creationId xmlns:a16="http://schemas.microsoft.com/office/drawing/2014/main" id="{71361579-5EF5-4BAE-A316-AC15CA4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8178860"/>
            <a:ext cx="178269" cy="178144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19" name="path-810">
            <a:extLst xmlns:a="http://schemas.openxmlformats.org/drawingml/2006/main">
              <a:ext uri="{FF2B5EF4-FFF2-40B4-BE49-F238E27FC236}">
                <a16:creationId xmlns:a16="http://schemas.microsoft.com/office/drawing/2014/main" id="{5BE8B7B9-FCC4-4599-9A9E-56B547F9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81787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811">
            <a:extLst xmlns:a="http://schemas.openxmlformats.org/drawingml/2006/main">
              <a:ext uri="{FF2B5EF4-FFF2-40B4-BE49-F238E27FC236}">
                <a16:creationId xmlns:a16="http://schemas.microsoft.com/office/drawing/2014/main" id="{B8F588FB-E647-4185-ACBD-8F3580BD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8178860"/>
            <a:ext cx="178144" cy="178144"/>
          </a:xfrm>
          <a:custGeom xmlns:a="http://schemas.openxmlformats.org/drawingml/2006/main">
            <a:pathLst>
              <a:path w="121567" h="121567">
                <a:moveTo>
                  <a:pt x="0" y="0"/>
                </a:moveTo>
                <a:lnTo>
                  <a:pt x="0" y="121567"/>
                </a:lnTo>
                <a:lnTo>
                  <a:pt x="121567" y="121567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21" name="path-812">
            <a:extLst xmlns:a="http://schemas.openxmlformats.org/drawingml/2006/main">
              <a:ext uri="{FF2B5EF4-FFF2-40B4-BE49-F238E27FC236}">
                <a16:creationId xmlns:a16="http://schemas.microsoft.com/office/drawing/2014/main" id="{DBF20337-9C27-48FB-BEEF-5088E016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782235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813">
            <a:extLst xmlns:a="http://schemas.openxmlformats.org/drawingml/2006/main">
              <a:ext uri="{FF2B5EF4-FFF2-40B4-BE49-F238E27FC236}">
                <a16:creationId xmlns:a16="http://schemas.microsoft.com/office/drawing/2014/main" id="{2B919D5E-D8E2-4B96-8064-79C7A74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782231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23" name="path-814">
            <a:extLst xmlns:a="http://schemas.openxmlformats.org/drawingml/2006/main">
              <a:ext uri="{FF2B5EF4-FFF2-40B4-BE49-F238E27FC236}">
                <a16:creationId xmlns:a16="http://schemas.microsoft.com/office/drawing/2014/main" id="{9F446C6C-267A-4907-A352-46E45ED4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800049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815">
            <a:extLst xmlns:a="http://schemas.openxmlformats.org/drawingml/2006/main">
              <a:ext uri="{FF2B5EF4-FFF2-40B4-BE49-F238E27FC236}">
                <a16:creationId xmlns:a16="http://schemas.microsoft.com/office/drawing/2014/main" id="{6CED3961-CD35-4839-8E80-C1796E3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800058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25" name="path-816">
            <a:extLst xmlns:a="http://schemas.openxmlformats.org/drawingml/2006/main">
              <a:ext uri="{FF2B5EF4-FFF2-40B4-BE49-F238E27FC236}">
                <a16:creationId xmlns:a16="http://schemas.microsoft.com/office/drawing/2014/main" id="{D9DCE36D-E7E0-49DD-BE4B-48797B65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81787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path-817">
            <a:extLst xmlns:a="http://schemas.openxmlformats.org/drawingml/2006/main">
              <a:ext uri="{FF2B5EF4-FFF2-40B4-BE49-F238E27FC236}">
                <a16:creationId xmlns:a16="http://schemas.microsoft.com/office/drawing/2014/main" id="{9462831E-73F2-4F58-A7F2-A1AE04A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8178860"/>
            <a:ext cx="178277" cy="178144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27" name="path-818">
            <a:extLst xmlns:a="http://schemas.openxmlformats.org/drawingml/2006/main">
              <a:ext uri="{FF2B5EF4-FFF2-40B4-BE49-F238E27FC236}">
                <a16:creationId xmlns:a16="http://schemas.microsoft.com/office/drawing/2014/main" id="{74E5C18F-18A9-4D65-8AF4-F887176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835704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819">
            <a:extLst xmlns:a="http://schemas.openxmlformats.org/drawingml/2006/main">
              <a:ext uri="{FF2B5EF4-FFF2-40B4-BE49-F238E27FC236}">
                <a16:creationId xmlns:a16="http://schemas.microsoft.com/office/drawing/2014/main" id="{CCA6DF13-B909-40BD-A949-BBE0E297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835700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29" name="path-820">
            <a:extLst xmlns:a="http://schemas.openxmlformats.org/drawingml/2006/main">
              <a:ext uri="{FF2B5EF4-FFF2-40B4-BE49-F238E27FC236}">
                <a16:creationId xmlns:a16="http://schemas.microsoft.com/office/drawing/2014/main" id="{5F0DBBA1-C6B8-40FD-B91E-D846CF49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8357043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821">
            <a:extLst xmlns:a="http://schemas.openxmlformats.org/drawingml/2006/main">
              <a:ext uri="{FF2B5EF4-FFF2-40B4-BE49-F238E27FC236}">
                <a16:creationId xmlns:a16="http://schemas.microsoft.com/office/drawing/2014/main" id="{5DEBC266-07FE-4D29-BD8E-997A1D88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835700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31" name="path-822">
            <a:extLst xmlns:a="http://schemas.openxmlformats.org/drawingml/2006/main">
              <a:ext uri="{FF2B5EF4-FFF2-40B4-BE49-F238E27FC236}">
                <a16:creationId xmlns:a16="http://schemas.microsoft.com/office/drawing/2014/main" id="{6E2F493A-D540-4054-8705-4656B613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835704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823">
            <a:extLst xmlns:a="http://schemas.openxmlformats.org/drawingml/2006/main">
              <a:ext uri="{FF2B5EF4-FFF2-40B4-BE49-F238E27FC236}">
                <a16:creationId xmlns:a16="http://schemas.microsoft.com/office/drawing/2014/main" id="{BC8BF73E-8AA1-4E7B-866B-814279D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8357004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33" name="path-824">
            <a:extLst xmlns:a="http://schemas.openxmlformats.org/drawingml/2006/main">
              <a:ext uri="{FF2B5EF4-FFF2-40B4-BE49-F238E27FC236}">
                <a16:creationId xmlns:a16="http://schemas.microsoft.com/office/drawing/2014/main" id="{99162231-5F13-4CB0-B13B-40D0C07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835704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825">
            <a:extLst xmlns:a="http://schemas.openxmlformats.org/drawingml/2006/main">
              <a:ext uri="{FF2B5EF4-FFF2-40B4-BE49-F238E27FC236}">
                <a16:creationId xmlns:a16="http://schemas.microsoft.com/office/drawing/2014/main" id="{34EB4AB2-CEB8-4ADE-8F95-FA34CDC2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835700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35" name="path-826">
            <a:extLst xmlns:a="http://schemas.openxmlformats.org/drawingml/2006/main">
              <a:ext uri="{FF2B5EF4-FFF2-40B4-BE49-F238E27FC236}">
                <a16:creationId xmlns:a16="http://schemas.microsoft.com/office/drawing/2014/main" id="{093E024F-272C-40DA-A1AF-02CB4E7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782235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827">
            <a:extLst xmlns:a="http://schemas.openxmlformats.org/drawingml/2006/main">
              <a:ext uri="{FF2B5EF4-FFF2-40B4-BE49-F238E27FC236}">
                <a16:creationId xmlns:a16="http://schemas.microsoft.com/office/drawing/2014/main" id="{3F5211FD-C820-4AE2-9730-B2E8FF42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782231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37" name="path-828">
            <a:extLst xmlns:a="http://schemas.openxmlformats.org/drawingml/2006/main">
              <a:ext uri="{FF2B5EF4-FFF2-40B4-BE49-F238E27FC236}">
                <a16:creationId xmlns:a16="http://schemas.microsoft.com/office/drawing/2014/main" id="{4D17E075-8229-4580-8016-81185EA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800049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829">
            <a:extLst xmlns:a="http://schemas.openxmlformats.org/drawingml/2006/main">
              <a:ext uri="{FF2B5EF4-FFF2-40B4-BE49-F238E27FC236}">
                <a16:creationId xmlns:a16="http://schemas.microsoft.com/office/drawing/2014/main" id="{68A134E3-69C4-4B55-9B29-B3133241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800058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39" name="path-830">
            <a:extLst xmlns:a="http://schemas.openxmlformats.org/drawingml/2006/main">
              <a:ext uri="{FF2B5EF4-FFF2-40B4-BE49-F238E27FC236}">
                <a16:creationId xmlns:a16="http://schemas.microsoft.com/office/drawing/2014/main" id="{CA50F3D0-2805-4FD0-AEF6-C001C2B1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8178770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path-831">
            <a:extLst xmlns:a="http://schemas.openxmlformats.org/drawingml/2006/main">
              <a:ext uri="{FF2B5EF4-FFF2-40B4-BE49-F238E27FC236}">
                <a16:creationId xmlns:a16="http://schemas.microsoft.com/office/drawing/2014/main" id="{40981E1B-CEE5-4E8E-8E3A-B64F6BE4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8178860"/>
            <a:ext cx="178269" cy="178144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41" name="path-832">
            <a:extLst xmlns:a="http://schemas.openxmlformats.org/drawingml/2006/main">
              <a:ext uri="{FF2B5EF4-FFF2-40B4-BE49-F238E27FC236}">
                <a16:creationId xmlns:a16="http://schemas.microsoft.com/office/drawing/2014/main" id="{FC65321C-CE86-49AA-B513-E3D13D43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835704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833">
            <a:extLst xmlns:a="http://schemas.openxmlformats.org/drawingml/2006/main">
              <a:ext uri="{FF2B5EF4-FFF2-40B4-BE49-F238E27FC236}">
                <a16:creationId xmlns:a16="http://schemas.microsoft.com/office/drawing/2014/main" id="{7FD21E8C-216E-4FEB-9473-64BCE8F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835700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43" name="path-834">
            <a:extLst xmlns:a="http://schemas.openxmlformats.org/drawingml/2006/main">
              <a:ext uri="{FF2B5EF4-FFF2-40B4-BE49-F238E27FC236}">
                <a16:creationId xmlns:a16="http://schemas.microsoft.com/office/drawing/2014/main" id="{87E0403A-1CF2-4741-89C8-BA0CA525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8535316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path-835">
            <a:extLst xmlns:a="http://schemas.openxmlformats.org/drawingml/2006/main">
              <a:ext uri="{FF2B5EF4-FFF2-40B4-BE49-F238E27FC236}">
                <a16:creationId xmlns:a16="http://schemas.microsoft.com/office/drawing/2014/main" id="{83B3A4F3-FCCE-47A2-88F2-6038DF5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853527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45" name="path-836">
            <a:extLst xmlns:a="http://schemas.openxmlformats.org/drawingml/2006/main">
              <a:ext uri="{FF2B5EF4-FFF2-40B4-BE49-F238E27FC236}">
                <a16:creationId xmlns:a16="http://schemas.microsoft.com/office/drawing/2014/main" id="{F2EB50BB-DAD2-49A1-BD40-83598120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8535316"/>
            <a:ext cx="178236" cy="178236"/>
          </a:xfrm>
          <a:custGeom xmlns:a="http://schemas.openxmlformats.org/drawingml/2006/main">
            <a:pathLst>
              <a:path w="121630" h="121630">
                <a:moveTo>
                  <a:pt x="0" y="0"/>
                </a:moveTo>
                <a:lnTo>
                  <a:pt x="121630" y="0"/>
                </a:lnTo>
                <a:lnTo>
                  <a:pt x="121630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path-837">
            <a:extLst xmlns:a="http://schemas.openxmlformats.org/drawingml/2006/main">
              <a:ext uri="{FF2B5EF4-FFF2-40B4-BE49-F238E27FC236}">
                <a16:creationId xmlns:a16="http://schemas.microsoft.com/office/drawing/2014/main" id="{C6E074BC-B7B0-4FB1-B40D-C831BF40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853527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47" name="path-838">
            <a:extLst xmlns:a="http://schemas.openxmlformats.org/drawingml/2006/main">
              <a:ext uri="{FF2B5EF4-FFF2-40B4-BE49-F238E27FC236}">
                <a16:creationId xmlns:a16="http://schemas.microsoft.com/office/drawing/2014/main" id="{9B61A22E-2191-4CAC-A5D2-A201901D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8535316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839">
            <a:extLst xmlns:a="http://schemas.openxmlformats.org/drawingml/2006/main">
              <a:ext uri="{FF2B5EF4-FFF2-40B4-BE49-F238E27FC236}">
                <a16:creationId xmlns:a16="http://schemas.microsoft.com/office/drawing/2014/main" id="{A2FEF305-C58B-4ADE-B43B-7C672D0C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8535277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49" name="path-840">
            <a:extLst xmlns:a="http://schemas.openxmlformats.org/drawingml/2006/main">
              <a:ext uri="{FF2B5EF4-FFF2-40B4-BE49-F238E27FC236}">
                <a16:creationId xmlns:a16="http://schemas.microsoft.com/office/drawing/2014/main" id="{9D2578C6-F32F-4830-9A8D-24B67496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8535316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path-841">
            <a:extLst xmlns:a="http://schemas.openxmlformats.org/drawingml/2006/main">
              <a:ext uri="{FF2B5EF4-FFF2-40B4-BE49-F238E27FC236}">
                <a16:creationId xmlns:a16="http://schemas.microsoft.com/office/drawing/2014/main" id="{3888ED2D-0992-4546-92A9-0178F89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853527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51" name="path-842">
            <a:extLst xmlns:a="http://schemas.openxmlformats.org/drawingml/2006/main">
              <a:ext uri="{FF2B5EF4-FFF2-40B4-BE49-F238E27FC236}">
                <a16:creationId xmlns:a16="http://schemas.microsoft.com/office/drawing/2014/main" id="{9F8818F1-FDD9-43E1-910A-635C8916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8535316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843">
            <a:extLst xmlns:a="http://schemas.openxmlformats.org/drawingml/2006/main">
              <a:ext uri="{FF2B5EF4-FFF2-40B4-BE49-F238E27FC236}">
                <a16:creationId xmlns:a16="http://schemas.microsoft.com/office/drawing/2014/main" id="{E1371700-1DFD-4B82-846B-2287264C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853527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53" name="path-844">
            <a:extLst xmlns:a="http://schemas.openxmlformats.org/drawingml/2006/main">
              <a:ext uri="{FF2B5EF4-FFF2-40B4-BE49-F238E27FC236}">
                <a16:creationId xmlns:a16="http://schemas.microsoft.com/office/drawing/2014/main" id="{3A1FB772-7883-49C3-8D98-0460CC7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7822314"/>
            <a:ext cx="191" cy="89123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31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854" name="path-845">
            <a:extLst xmlns:a="http://schemas.openxmlformats.org/drawingml/2006/main">
              <a:ext uri="{FF2B5EF4-FFF2-40B4-BE49-F238E27FC236}">
                <a16:creationId xmlns:a16="http://schemas.microsoft.com/office/drawing/2014/main" id="{430530DB-B08B-4885-AE54-85BEDB2F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7822314"/>
            <a:ext cx="891236" cy="891236"/>
          </a:xfrm>
          <a:custGeom xmlns:a="http://schemas.openxmlformats.org/drawingml/2006/main">
            <a:pathLst>
              <a:path w="608186" h="608186">
                <a:moveTo>
                  <a:pt x="608172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855" name="path-846">
            <a:extLst xmlns:a="http://schemas.openxmlformats.org/drawingml/2006/main">
              <a:ext uri="{FF2B5EF4-FFF2-40B4-BE49-F238E27FC236}">
                <a16:creationId xmlns:a16="http://schemas.microsoft.com/office/drawing/2014/main" id="{22EF7AFD-9802-4E97-B28F-C3FAF2FE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7920319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path-847">
            <a:extLst xmlns:a="http://schemas.openxmlformats.org/drawingml/2006/main">
              <a:ext uri="{FF2B5EF4-FFF2-40B4-BE49-F238E27FC236}">
                <a16:creationId xmlns:a16="http://schemas.microsoft.com/office/drawing/2014/main" id="{02EA199D-5EEE-43BC-8625-C1639B60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7920281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57" name="path-848">
            <a:extLst xmlns:a="http://schemas.openxmlformats.org/drawingml/2006/main">
              <a:ext uri="{FF2B5EF4-FFF2-40B4-BE49-F238E27FC236}">
                <a16:creationId xmlns:a16="http://schemas.microsoft.com/office/drawing/2014/main" id="{AD7F9CFA-07D7-419C-81A7-BAEFB0C1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7920319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path-849">
            <a:extLst xmlns:a="http://schemas.openxmlformats.org/drawingml/2006/main">
              <a:ext uri="{FF2B5EF4-FFF2-40B4-BE49-F238E27FC236}">
                <a16:creationId xmlns:a16="http://schemas.microsoft.com/office/drawing/2014/main" id="{E2ACA9CB-9AF9-45C6-ACAF-46F54502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7920281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59" name="path-850">
            <a:extLst xmlns:a="http://schemas.openxmlformats.org/drawingml/2006/main">
              <a:ext uri="{FF2B5EF4-FFF2-40B4-BE49-F238E27FC236}">
                <a16:creationId xmlns:a16="http://schemas.microsoft.com/office/drawing/2014/main" id="{E21B21CD-FBAB-4494-9FA6-F645C479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7920319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path-851">
            <a:extLst xmlns:a="http://schemas.openxmlformats.org/drawingml/2006/main">
              <a:ext uri="{FF2B5EF4-FFF2-40B4-BE49-F238E27FC236}">
                <a16:creationId xmlns:a16="http://schemas.microsoft.com/office/drawing/2014/main" id="{08AD2A67-7C9C-4DD9-9287-195B7E5D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7920281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61" name="path-852">
            <a:extLst xmlns:a="http://schemas.openxmlformats.org/drawingml/2006/main">
              <a:ext uri="{FF2B5EF4-FFF2-40B4-BE49-F238E27FC236}">
                <a16:creationId xmlns:a16="http://schemas.microsoft.com/office/drawing/2014/main" id="{C2BF4BFA-EA46-4E9E-9104-C08A8D54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8098463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path-853">
            <a:extLst xmlns:a="http://schemas.openxmlformats.org/drawingml/2006/main">
              <a:ext uri="{FF2B5EF4-FFF2-40B4-BE49-F238E27FC236}">
                <a16:creationId xmlns:a16="http://schemas.microsoft.com/office/drawing/2014/main" id="{63D97C84-8F9B-4349-811C-477ACD01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809855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63" name="path-854">
            <a:extLst xmlns:a="http://schemas.openxmlformats.org/drawingml/2006/main">
              <a:ext uri="{FF2B5EF4-FFF2-40B4-BE49-F238E27FC236}">
                <a16:creationId xmlns:a16="http://schemas.microsoft.com/office/drawing/2014/main" id="{329B1345-CD1A-4914-8A8B-4F57D28A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8098463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path-855">
            <a:extLst xmlns:a="http://schemas.openxmlformats.org/drawingml/2006/main">
              <a:ext uri="{FF2B5EF4-FFF2-40B4-BE49-F238E27FC236}">
                <a16:creationId xmlns:a16="http://schemas.microsoft.com/office/drawing/2014/main" id="{9BDE1402-733A-490E-9CBB-E0822CC9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809855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65" name="path-856">
            <a:extLst xmlns:a="http://schemas.openxmlformats.org/drawingml/2006/main">
              <a:ext uri="{FF2B5EF4-FFF2-40B4-BE49-F238E27FC236}">
                <a16:creationId xmlns:a16="http://schemas.microsoft.com/office/drawing/2014/main" id="{C71D7B29-2AF8-4F9B-9C50-69DF1B3A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8098463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path-857">
            <a:extLst xmlns:a="http://schemas.openxmlformats.org/drawingml/2006/main">
              <a:ext uri="{FF2B5EF4-FFF2-40B4-BE49-F238E27FC236}">
                <a16:creationId xmlns:a16="http://schemas.microsoft.com/office/drawing/2014/main" id="{5212C9B2-7AB6-4D45-8504-5097C33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809855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67" name="path-858">
            <a:extLst xmlns:a="http://schemas.openxmlformats.org/drawingml/2006/main">
              <a:ext uri="{FF2B5EF4-FFF2-40B4-BE49-F238E27FC236}">
                <a16:creationId xmlns:a16="http://schemas.microsoft.com/office/drawing/2014/main" id="{7CF23485-7331-4F3E-936E-661FFC84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827673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859">
            <a:extLst xmlns:a="http://schemas.openxmlformats.org/drawingml/2006/main">
              <a:ext uri="{FF2B5EF4-FFF2-40B4-BE49-F238E27FC236}">
                <a16:creationId xmlns:a16="http://schemas.microsoft.com/office/drawing/2014/main" id="{49F75464-C900-4197-8AA5-7A899C7D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8276827"/>
            <a:ext cx="178277" cy="178144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69" name="path-860">
            <a:extLst xmlns:a="http://schemas.openxmlformats.org/drawingml/2006/main">
              <a:ext uri="{FF2B5EF4-FFF2-40B4-BE49-F238E27FC236}">
                <a16:creationId xmlns:a16="http://schemas.microsoft.com/office/drawing/2014/main" id="{44FC254D-AEDC-49AE-A299-3A93FD9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827673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path-861">
            <a:extLst xmlns:a="http://schemas.openxmlformats.org/drawingml/2006/main">
              <a:ext uri="{FF2B5EF4-FFF2-40B4-BE49-F238E27FC236}">
                <a16:creationId xmlns:a16="http://schemas.microsoft.com/office/drawing/2014/main" id="{4E8919E0-F9A5-430C-9952-FA885ED5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8276827"/>
            <a:ext cx="178277" cy="178144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71" name="path-862">
            <a:extLst xmlns:a="http://schemas.openxmlformats.org/drawingml/2006/main">
              <a:ext uri="{FF2B5EF4-FFF2-40B4-BE49-F238E27FC236}">
                <a16:creationId xmlns:a16="http://schemas.microsoft.com/office/drawing/2014/main" id="{36A30F18-C28D-498F-8A40-C6207D8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827673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path-863">
            <a:extLst xmlns:a="http://schemas.openxmlformats.org/drawingml/2006/main">
              <a:ext uri="{FF2B5EF4-FFF2-40B4-BE49-F238E27FC236}">
                <a16:creationId xmlns:a16="http://schemas.microsoft.com/office/drawing/2014/main" id="{D1A99337-1E10-4612-BD9E-AF190521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8276827"/>
            <a:ext cx="178269" cy="178144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73" name="path-864">
            <a:extLst xmlns:a="http://schemas.openxmlformats.org/drawingml/2006/main">
              <a:ext uri="{FF2B5EF4-FFF2-40B4-BE49-F238E27FC236}">
                <a16:creationId xmlns:a16="http://schemas.microsoft.com/office/drawing/2014/main" id="{7DDFDCE0-AD08-43C4-BCF3-361FB241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7920319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path-865">
            <a:extLst xmlns:a="http://schemas.openxmlformats.org/drawingml/2006/main">
              <a:ext uri="{FF2B5EF4-FFF2-40B4-BE49-F238E27FC236}">
                <a16:creationId xmlns:a16="http://schemas.microsoft.com/office/drawing/2014/main" id="{3782F212-9D42-46C3-B52B-FB53FDA0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7920281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75" name="path-866">
            <a:extLst xmlns:a="http://schemas.openxmlformats.org/drawingml/2006/main">
              <a:ext uri="{FF2B5EF4-FFF2-40B4-BE49-F238E27FC236}">
                <a16:creationId xmlns:a16="http://schemas.microsoft.com/office/drawing/2014/main" id="{5409AD30-BA44-4863-BCD1-2DF18F9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8098463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867">
            <a:extLst xmlns:a="http://schemas.openxmlformats.org/drawingml/2006/main">
              <a:ext uri="{FF2B5EF4-FFF2-40B4-BE49-F238E27FC236}">
                <a16:creationId xmlns:a16="http://schemas.microsoft.com/office/drawing/2014/main" id="{1B387673-BBF0-4463-BB69-F51C65A2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8098554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77" name="path-868">
            <a:extLst xmlns:a="http://schemas.openxmlformats.org/drawingml/2006/main">
              <a:ext uri="{FF2B5EF4-FFF2-40B4-BE49-F238E27FC236}">
                <a16:creationId xmlns:a16="http://schemas.microsoft.com/office/drawing/2014/main" id="{3284DF33-A805-4A67-B46F-587AC709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827673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869">
            <a:extLst xmlns:a="http://schemas.openxmlformats.org/drawingml/2006/main">
              <a:ext uri="{FF2B5EF4-FFF2-40B4-BE49-F238E27FC236}">
                <a16:creationId xmlns:a16="http://schemas.microsoft.com/office/drawing/2014/main" id="{F6F206F9-8FB6-43C3-B23C-1762E153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8276827"/>
            <a:ext cx="178144" cy="178144"/>
          </a:xfrm>
          <a:custGeom xmlns:a="http://schemas.openxmlformats.org/drawingml/2006/main">
            <a:pathLst>
              <a:path w="121567" h="121567">
                <a:moveTo>
                  <a:pt x="0" y="0"/>
                </a:moveTo>
                <a:lnTo>
                  <a:pt x="0" y="121567"/>
                </a:lnTo>
                <a:lnTo>
                  <a:pt x="121567" y="121567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79" name="path-870">
            <a:extLst xmlns:a="http://schemas.openxmlformats.org/drawingml/2006/main">
              <a:ext uri="{FF2B5EF4-FFF2-40B4-BE49-F238E27FC236}">
                <a16:creationId xmlns:a16="http://schemas.microsoft.com/office/drawing/2014/main" id="{1A50930D-5DD8-4B14-9306-4AEC799F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8455008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871">
            <a:extLst xmlns:a="http://schemas.openxmlformats.org/drawingml/2006/main">
              <a:ext uri="{FF2B5EF4-FFF2-40B4-BE49-F238E27FC236}">
                <a16:creationId xmlns:a16="http://schemas.microsoft.com/office/drawing/2014/main" id="{EE4AAA9E-66D6-499F-9696-99464EAA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8454972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81" name="path-872">
            <a:extLst xmlns:a="http://schemas.openxmlformats.org/drawingml/2006/main">
              <a:ext uri="{FF2B5EF4-FFF2-40B4-BE49-F238E27FC236}">
                <a16:creationId xmlns:a16="http://schemas.microsoft.com/office/drawing/2014/main" id="{15438AB9-D75F-40E6-A922-425CBDC5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8455008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873">
            <a:extLst xmlns:a="http://schemas.openxmlformats.org/drawingml/2006/main">
              <a:ext uri="{FF2B5EF4-FFF2-40B4-BE49-F238E27FC236}">
                <a16:creationId xmlns:a16="http://schemas.microsoft.com/office/drawing/2014/main" id="{1B18741A-AA6E-4CF1-A296-6EFA427D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8454972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83" name="path-874">
            <a:extLst xmlns:a="http://schemas.openxmlformats.org/drawingml/2006/main">
              <a:ext uri="{FF2B5EF4-FFF2-40B4-BE49-F238E27FC236}">
                <a16:creationId xmlns:a16="http://schemas.microsoft.com/office/drawing/2014/main" id="{0FCD3972-02C8-4ABC-8955-546E5A47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8455008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875">
            <a:extLst xmlns:a="http://schemas.openxmlformats.org/drawingml/2006/main">
              <a:ext uri="{FF2B5EF4-FFF2-40B4-BE49-F238E27FC236}">
                <a16:creationId xmlns:a16="http://schemas.microsoft.com/office/drawing/2014/main" id="{80A10653-53F9-4BAC-B6FD-31A363EB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8454972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85" name="path-876">
            <a:extLst xmlns:a="http://schemas.openxmlformats.org/drawingml/2006/main">
              <a:ext uri="{FF2B5EF4-FFF2-40B4-BE49-F238E27FC236}">
                <a16:creationId xmlns:a16="http://schemas.microsoft.com/office/drawing/2014/main" id="{ECDEB422-5B43-4D18-8B19-243D0736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8455008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877">
            <a:extLst xmlns:a="http://schemas.openxmlformats.org/drawingml/2006/main">
              <a:ext uri="{FF2B5EF4-FFF2-40B4-BE49-F238E27FC236}">
                <a16:creationId xmlns:a16="http://schemas.microsoft.com/office/drawing/2014/main" id="{C1733F99-114E-4DFF-B59E-A8577B96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8454972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87" name="path-878">
            <a:extLst xmlns:a="http://schemas.openxmlformats.org/drawingml/2006/main">
              <a:ext uri="{FF2B5EF4-FFF2-40B4-BE49-F238E27FC236}">
                <a16:creationId xmlns:a16="http://schemas.microsoft.com/office/drawing/2014/main" id="{1D635348-7F1A-4D4E-8D6C-C8B67DF4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7920319"/>
            <a:ext cx="178234" cy="178236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879">
            <a:extLst xmlns:a="http://schemas.openxmlformats.org/drawingml/2006/main">
              <a:ext uri="{FF2B5EF4-FFF2-40B4-BE49-F238E27FC236}">
                <a16:creationId xmlns:a16="http://schemas.microsoft.com/office/drawing/2014/main" id="{1660DA93-ABCC-4BD5-8688-50AC2DCB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7920281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89" name="path-880">
            <a:extLst xmlns:a="http://schemas.openxmlformats.org/drawingml/2006/main">
              <a:ext uri="{FF2B5EF4-FFF2-40B4-BE49-F238E27FC236}">
                <a16:creationId xmlns:a16="http://schemas.microsoft.com/office/drawing/2014/main" id="{965F29FD-65F6-4DA7-86FE-FE3E3B5F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8098463"/>
            <a:ext cx="178234" cy="178236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881">
            <a:extLst xmlns:a="http://schemas.openxmlformats.org/drawingml/2006/main">
              <a:ext uri="{FF2B5EF4-FFF2-40B4-BE49-F238E27FC236}">
                <a16:creationId xmlns:a16="http://schemas.microsoft.com/office/drawing/2014/main" id="{200B162C-95A1-49A5-A7E0-AE2E668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809855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91" name="path-882">
            <a:extLst xmlns:a="http://schemas.openxmlformats.org/drawingml/2006/main">
              <a:ext uri="{FF2B5EF4-FFF2-40B4-BE49-F238E27FC236}">
                <a16:creationId xmlns:a16="http://schemas.microsoft.com/office/drawing/2014/main" id="{86EBFBC1-A55E-4396-BE07-F55E95C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8276736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83">
            <a:extLst xmlns:a="http://schemas.openxmlformats.org/drawingml/2006/main">
              <a:ext uri="{FF2B5EF4-FFF2-40B4-BE49-F238E27FC236}">
                <a16:creationId xmlns:a16="http://schemas.microsoft.com/office/drawing/2014/main" id="{17382C1F-44C8-4224-8044-1B49F18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8276827"/>
            <a:ext cx="178269" cy="178144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93" name="path-884">
            <a:extLst xmlns:a="http://schemas.openxmlformats.org/drawingml/2006/main">
              <a:ext uri="{FF2B5EF4-FFF2-40B4-BE49-F238E27FC236}">
                <a16:creationId xmlns:a16="http://schemas.microsoft.com/office/drawing/2014/main" id="{D36BFBB0-B704-4E84-AF23-55EED512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8455008"/>
            <a:ext cx="178234" cy="178236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885">
            <a:extLst xmlns:a="http://schemas.openxmlformats.org/drawingml/2006/main">
              <a:ext uri="{FF2B5EF4-FFF2-40B4-BE49-F238E27FC236}">
                <a16:creationId xmlns:a16="http://schemas.microsoft.com/office/drawing/2014/main" id="{6BBD4B0B-77C9-41FC-9B6F-F5FC1F78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8454972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95" name="path-886">
            <a:extLst xmlns:a="http://schemas.openxmlformats.org/drawingml/2006/main">
              <a:ext uri="{FF2B5EF4-FFF2-40B4-BE49-F238E27FC236}">
                <a16:creationId xmlns:a16="http://schemas.microsoft.com/office/drawing/2014/main" id="{9E303DC7-5790-4D4C-AECF-D58EBFC8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8633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887">
            <a:extLst xmlns:a="http://schemas.openxmlformats.org/drawingml/2006/main">
              <a:ext uri="{FF2B5EF4-FFF2-40B4-BE49-F238E27FC236}">
                <a16:creationId xmlns:a16="http://schemas.microsoft.com/office/drawing/2014/main" id="{067E1A53-4043-492C-80C4-22F89347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863324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97" name="path-888">
            <a:extLst xmlns:a="http://schemas.openxmlformats.org/drawingml/2006/main">
              <a:ext uri="{FF2B5EF4-FFF2-40B4-BE49-F238E27FC236}">
                <a16:creationId xmlns:a16="http://schemas.microsoft.com/office/drawing/2014/main" id="{BF888790-1551-4E2A-8585-0C88B4A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8633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889">
            <a:extLst xmlns:a="http://schemas.openxmlformats.org/drawingml/2006/main">
              <a:ext uri="{FF2B5EF4-FFF2-40B4-BE49-F238E27FC236}">
                <a16:creationId xmlns:a16="http://schemas.microsoft.com/office/drawing/2014/main" id="{980BE183-33AF-40C9-89B6-C4200E0D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8633244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899" name="path-890">
            <a:extLst xmlns:a="http://schemas.openxmlformats.org/drawingml/2006/main">
              <a:ext uri="{FF2B5EF4-FFF2-40B4-BE49-F238E27FC236}">
                <a16:creationId xmlns:a16="http://schemas.microsoft.com/office/drawing/2014/main" id="{89672D69-EF51-47F2-8C00-335C4EA0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8633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891">
            <a:extLst xmlns:a="http://schemas.openxmlformats.org/drawingml/2006/main">
              <a:ext uri="{FF2B5EF4-FFF2-40B4-BE49-F238E27FC236}">
                <a16:creationId xmlns:a16="http://schemas.microsoft.com/office/drawing/2014/main" id="{EA0B2C62-3099-4D37-9112-C9D65E9A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863324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01" name="path-892">
            <a:extLst xmlns:a="http://schemas.openxmlformats.org/drawingml/2006/main">
              <a:ext uri="{FF2B5EF4-FFF2-40B4-BE49-F238E27FC236}">
                <a16:creationId xmlns:a16="http://schemas.microsoft.com/office/drawing/2014/main" id="{82C52676-36BF-4BA0-83CF-004C5CC5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8633282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path-893">
            <a:extLst xmlns:a="http://schemas.openxmlformats.org/drawingml/2006/main">
              <a:ext uri="{FF2B5EF4-FFF2-40B4-BE49-F238E27FC236}">
                <a16:creationId xmlns:a16="http://schemas.microsoft.com/office/drawing/2014/main" id="{93516E92-F103-483E-B008-E8BEC0F8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8633244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03" name="path-894">
            <a:extLst xmlns:a="http://schemas.openxmlformats.org/drawingml/2006/main">
              <a:ext uri="{FF2B5EF4-FFF2-40B4-BE49-F238E27FC236}">
                <a16:creationId xmlns:a16="http://schemas.microsoft.com/office/drawing/2014/main" id="{792CE180-C67B-4877-B8FF-228EBB18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8633282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path-895">
            <a:extLst xmlns:a="http://schemas.openxmlformats.org/drawingml/2006/main">
              <a:ext uri="{FF2B5EF4-FFF2-40B4-BE49-F238E27FC236}">
                <a16:creationId xmlns:a16="http://schemas.microsoft.com/office/drawing/2014/main" id="{168CBE77-996E-468D-94BE-DF47B50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8633244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05" name="path-896">
            <a:extLst xmlns:a="http://schemas.openxmlformats.org/drawingml/2006/main">
              <a:ext uri="{FF2B5EF4-FFF2-40B4-BE49-F238E27FC236}">
                <a16:creationId xmlns:a16="http://schemas.microsoft.com/office/drawing/2014/main" id="{51986789-36EC-4500-832B-C3FB9F0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7920281"/>
            <a:ext cx="191" cy="89123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40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906" name="path-897">
            <a:extLst xmlns:a="http://schemas.openxmlformats.org/drawingml/2006/main">
              <a:ext uri="{FF2B5EF4-FFF2-40B4-BE49-F238E27FC236}">
                <a16:creationId xmlns:a16="http://schemas.microsoft.com/office/drawing/2014/main" id="{43FA7C5D-A18A-449C-8306-8AF339E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8811517"/>
            <a:ext cx="891169" cy="191"/>
          </a:xfrm>
          <a:custGeom xmlns:a="http://schemas.openxmlformats.org/drawingml/2006/main">
            <a:pathLst>
              <a:path w="608141" h="191">
                <a:moveTo>
                  <a:pt x="0" y="0"/>
                </a:moveTo>
                <a:lnTo>
                  <a:pt x="608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907" name="path-898">
            <a:extLst xmlns:a="http://schemas.openxmlformats.org/drawingml/2006/main">
              <a:ext uri="{FF2B5EF4-FFF2-40B4-BE49-F238E27FC236}">
                <a16:creationId xmlns:a16="http://schemas.microsoft.com/office/drawing/2014/main" id="{D3A068C3-49D6-4591-BA22-AAD00572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7920281"/>
            <a:ext cx="891236" cy="891236"/>
          </a:xfrm>
          <a:custGeom xmlns:a="http://schemas.openxmlformats.org/drawingml/2006/main">
            <a:pathLst>
              <a:path w="608186" h="608186">
                <a:moveTo>
                  <a:pt x="608181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908" name="path-899">
            <a:extLst xmlns:a="http://schemas.openxmlformats.org/drawingml/2006/main">
              <a:ext uri="{FF2B5EF4-FFF2-40B4-BE49-F238E27FC236}">
                <a16:creationId xmlns:a16="http://schemas.microsoft.com/office/drawing/2014/main" id="{C7744F4F-8D1E-4457-A40F-F72FC69C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8018285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900">
            <a:extLst xmlns:a="http://schemas.openxmlformats.org/drawingml/2006/main">
              <a:ext uri="{FF2B5EF4-FFF2-40B4-BE49-F238E27FC236}">
                <a16:creationId xmlns:a16="http://schemas.microsoft.com/office/drawing/2014/main" id="{3AD00A43-DF4C-430D-87FF-21C25D22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8018249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10" name="path-901">
            <a:extLst xmlns:a="http://schemas.openxmlformats.org/drawingml/2006/main">
              <a:ext uri="{FF2B5EF4-FFF2-40B4-BE49-F238E27FC236}">
                <a16:creationId xmlns:a16="http://schemas.microsoft.com/office/drawing/2014/main" id="{DE9585EF-3997-4855-BF2D-A294E48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8018285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902">
            <a:extLst xmlns:a="http://schemas.openxmlformats.org/drawingml/2006/main">
              <a:ext uri="{FF2B5EF4-FFF2-40B4-BE49-F238E27FC236}">
                <a16:creationId xmlns:a16="http://schemas.microsoft.com/office/drawing/2014/main" id="{A8FCE0DA-F96F-4B45-918C-8AC7B16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8018249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12" name="path-903">
            <a:extLst xmlns:a="http://schemas.openxmlformats.org/drawingml/2006/main">
              <a:ext uri="{FF2B5EF4-FFF2-40B4-BE49-F238E27FC236}">
                <a16:creationId xmlns:a16="http://schemas.microsoft.com/office/drawing/2014/main" id="{DD3DA6E6-3852-4355-949C-3120B230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8018285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904">
            <a:extLst xmlns:a="http://schemas.openxmlformats.org/drawingml/2006/main">
              <a:ext uri="{FF2B5EF4-FFF2-40B4-BE49-F238E27FC236}">
                <a16:creationId xmlns:a16="http://schemas.microsoft.com/office/drawing/2014/main" id="{54987590-ED4A-45BE-987E-540A5671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8018249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14" name="path-905">
            <a:extLst xmlns:a="http://schemas.openxmlformats.org/drawingml/2006/main">
              <a:ext uri="{FF2B5EF4-FFF2-40B4-BE49-F238E27FC236}">
                <a16:creationId xmlns:a16="http://schemas.microsoft.com/office/drawing/2014/main" id="{8B1AE6BF-9487-401F-8E5D-EA6AB04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819643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906">
            <a:extLst xmlns:a="http://schemas.openxmlformats.org/drawingml/2006/main">
              <a:ext uri="{FF2B5EF4-FFF2-40B4-BE49-F238E27FC236}">
                <a16:creationId xmlns:a16="http://schemas.microsoft.com/office/drawing/2014/main" id="{5642F117-8752-44D3-8566-A9CF25E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8196522"/>
            <a:ext cx="178269" cy="178269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16" name="path-907">
            <a:extLst xmlns:a="http://schemas.openxmlformats.org/drawingml/2006/main">
              <a:ext uri="{FF2B5EF4-FFF2-40B4-BE49-F238E27FC236}">
                <a16:creationId xmlns:a16="http://schemas.microsoft.com/office/drawing/2014/main" id="{C76CE209-FFEF-487F-8A1D-78817A6B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819643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908">
            <a:extLst xmlns:a="http://schemas.openxmlformats.org/drawingml/2006/main">
              <a:ext uri="{FF2B5EF4-FFF2-40B4-BE49-F238E27FC236}">
                <a16:creationId xmlns:a16="http://schemas.microsoft.com/office/drawing/2014/main" id="{C5AAD0C4-AF08-4A83-9122-0B0E8257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8196522"/>
            <a:ext cx="178269" cy="178269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18" name="path-909">
            <a:extLst xmlns:a="http://schemas.openxmlformats.org/drawingml/2006/main">
              <a:ext uri="{FF2B5EF4-FFF2-40B4-BE49-F238E27FC236}">
                <a16:creationId xmlns:a16="http://schemas.microsoft.com/office/drawing/2014/main" id="{3992FDEF-FABC-42CC-9B43-5803C20C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819643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910">
            <a:extLst xmlns:a="http://schemas.openxmlformats.org/drawingml/2006/main">
              <a:ext uri="{FF2B5EF4-FFF2-40B4-BE49-F238E27FC236}">
                <a16:creationId xmlns:a16="http://schemas.microsoft.com/office/drawing/2014/main" id="{62295081-E59C-4473-A2E5-2E4C3374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8196522"/>
            <a:ext cx="178277" cy="178269"/>
          </a:xfrm>
          <a:custGeom xmlns:a="http://schemas.openxmlformats.org/drawingml/2006/main">
            <a:pathLst>
              <a:path w="121658" h="121652">
                <a:moveTo>
                  <a:pt x="0" y="0"/>
                </a:moveTo>
                <a:lnTo>
                  <a:pt x="0" y="121652"/>
                </a:lnTo>
                <a:lnTo>
                  <a:pt x="121658" y="121652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20" name="path-911">
            <a:extLst xmlns:a="http://schemas.openxmlformats.org/drawingml/2006/main">
              <a:ext uri="{FF2B5EF4-FFF2-40B4-BE49-F238E27FC236}">
                <a16:creationId xmlns:a16="http://schemas.microsoft.com/office/drawing/2014/main" id="{AD3FA15E-467F-4034-8A83-82C133E2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8374702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912">
            <a:extLst xmlns:a="http://schemas.openxmlformats.org/drawingml/2006/main">
              <a:ext uri="{FF2B5EF4-FFF2-40B4-BE49-F238E27FC236}">
                <a16:creationId xmlns:a16="http://schemas.microsoft.com/office/drawing/2014/main" id="{3342C166-0B6A-4628-BB7B-D05342C6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8374791"/>
            <a:ext cx="178269" cy="178149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22" name="path-913">
            <a:extLst xmlns:a="http://schemas.openxmlformats.org/drawingml/2006/main">
              <a:ext uri="{FF2B5EF4-FFF2-40B4-BE49-F238E27FC236}">
                <a16:creationId xmlns:a16="http://schemas.microsoft.com/office/drawing/2014/main" id="{3F13FE83-48EB-4A28-83B8-1C19D582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8374702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914">
            <a:extLst xmlns:a="http://schemas.openxmlformats.org/drawingml/2006/main">
              <a:ext uri="{FF2B5EF4-FFF2-40B4-BE49-F238E27FC236}">
                <a16:creationId xmlns:a16="http://schemas.microsoft.com/office/drawing/2014/main" id="{9FF9A7CB-D06D-4AC9-BACB-8E9DDEE3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8374791"/>
            <a:ext cx="178269" cy="178149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24" name="path-915">
            <a:extLst xmlns:a="http://schemas.openxmlformats.org/drawingml/2006/main">
              <a:ext uri="{FF2B5EF4-FFF2-40B4-BE49-F238E27FC236}">
                <a16:creationId xmlns:a16="http://schemas.microsoft.com/office/drawing/2014/main" id="{4809ABC8-8912-476A-A911-09D77AA4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8374702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916">
            <a:extLst xmlns:a="http://schemas.openxmlformats.org/drawingml/2006/main">
              <a:ext uri="{FF2B5EF4-FFF2-40B4-BE49-F238E27FC236}">
                <a16:creationId xmlns:a16="http://schemas.microsoft.com/office/drawing/2014/main" id="{3EA67EB6-547E-40C5-B124-B2D0D09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8374791"/>
            <a:ext cx="178277" cy="178149"/>
          </a:xfrm>
          <a:custGeom xmlns:a="http://schemas.openxmlformats.org/drawingml/2006/main">
            <a:pathLst>
              <a:path w="121658" h="121570">
                <a:moveTo>
                  <a:pt x="0" y="0"/>
                </a:moveTo>
                <a:lnTo>
                  <a:pt x="0" y="121570"/>
                </a:lnTo>
                <a:lnTo>
                  <a:pt x="121658" y="121570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26" name="path-917">
            <a:extLst xmlns:a="http://schemas.openxmlformats.org/drawingml/2006/main">
              <a:ext uri="{FF2B5EF4-FFF2-40B4-BE49-F238E27FC236}">
                <a16:creationId xmlns:a16="http://schemas.microsoft.com/office/drawing/2014/main" id="{3BCCB030-2A39-4C4B-B087-FA64D62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8018285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918">
            <a:extLst xmlns:a="http://schemas.openxmlformats.org/drawingml/2006/main">
              <a:ext uri="{FF2B5EF4-FFF2-40B4-BE49-F238E27FC236}">
                <a16:creationId xmlns:a16="http://schemas.microsoft.com/office/drawing/2014/main" id="{E070288A-D5FA-42CF-9FDC-C529BDA3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8018249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28" name="path-919">
            <a:extLst xmlns:a="http://schemas.openxmlformats.org/drawingml/2006/main">
              <a:ext uri="{FF2B5EF4-FFF2-40B4-BE49-F238E27FC236}">
                <a16:creationId xmlns:a16="http://schemas.microsoft.com/office/drawing/2014/main" id="{51F6FEAA-DAEC-4047-B8EE-92F9ACE9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819643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920">
            <a:extLst xmlns:a="http://schemas.openxmlformats.org/drawingml/2006/main">
              <a:ext uri="{FF2B5EF4-FFF2-40B4-BE49-F238E27FC236}">
                <a16:creationId xmlns:a16="http://schemas.microsoft.com/office/drawing/2014/main" id="{75FDF2D4-F514-4286-A8B5-A58C08B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8196522"/>
            <a:ext cx="178144" cy="178269"/>
          </a:xfrm>
          <a:custGeom xmlns:a="http://schemas.openxmlformats.org/drawingml/2006/main">
            <a:pathLst>
              <a:path w="121567" h="121652">
                <a:moveTo>
                  <a:pt x="0" y="0"/>
                </a:moveTo>
                <a:lnTo>
                  <a:pt x="0" y="121652"/>
                </a:lnTo>
                <a:lnTo>
                  <a:pt x="121567" y="121652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30" name="path-921">
            <a:extLst xmlns:a="http://schemas.openxmlformats.org/drawingml/2006/main">
              <a:ext uri="{FF2B5EF4-FFF2-40B4-BE49-F238E27FC236}">
                <a16:creationId xmlns:a16="http://schemas.microsoft.com/office/drawing/2014/main" id="{EB04B651-A1DC-44E6-B902-D64FFD90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8374702"/>
            <a:ext cx="178235" cy="178236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922">
            <a:extLst xmlns:a="http://schemas.openxmlformats.org/drawingml/2006/main">
              <a:ext uri="{FF2B5EF4-FFF2-40B4-BE49-F238E27FC236}">
                <a16:creationId xmlns:a16="http://schemas.microsoft.com/office/drawing/2014/main" id="{4DE09F44-9FE9-4CB4-8390-C8F0FFB6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8374791"/>
            <a:ext cx="178144" cy="178149"/>
          </a:xfrm>
          <a:custGeom xmlns:a="http://schemas.openxmlformats.org/drawingml/2006/main">
            <a:pathLst>
              <a:path w="121567" h="121570">
                <a:moveTo>
                  <a:pt x="0" y="0"/>
                </a:moveTo>
                <a:lnTo>
                  <a:pt x="0" y="121570"/>
                </a:lnTo>
                <a:lnTo>
                  <a:pt x="121567" y="121570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32" name="path-923">
            <a:extLst xmlns:a="http://schemas.openxmlformats.org/drawingml/2006/main">
              <a:ext uri="{FF2B5EF4-FFF2-40B4-BE49-F238E27FC236}">
                <a16:creationId xmlns:a16="http://schemas.microsoft.com/office/drawing/2014/main" id="{CA8D23E7-B7CE-469E-9DDC-2295DC6D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85529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924">
            <a:extLst xmlns:a="http://schemas.openxmlformats.org/drawingml/2006/main">
              <a:ext uri="{FF2B5EF4-FFF2-40B4-BE49-F238E27FC236}">
                <a16:creationId xmlns:a16="http://schemas.microsoft.com/office/drawing/2014/main" id="{3BA0FE5D-AD18-4620-A24B-07BED11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8552939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34" name="path-925">
            <a:extLst xmlns:a="http://schemas.openxmlformats.org/drawingml/2006/main">
              <a:ext uri="{FF2B5EF4-FFF2-40B4-BE49-F238E27FC236}">
                <a16:creationId xmlns:a16="http://schemas.microsoft.com/office/drawing/2014/main" id="{3FF42F0E-BFDE-49A7-BF9C-281808FD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85529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926">
            <a:extLst xmlns:a="http://schemas.openxmlformats.org/drawingml/2006/main">
              <a:ext uri="{FF2B5EF4-FFF2-40B4-BE49-F238E27FC236}">
                <a16:creationId xmlns:a16="http://schemas.microsoft.com/office/drawing/2014/main" id="{D43E9258-6E62-4663-9277-408EB036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8552939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36" name="path-927">
            <a:extLst xmlns:a="http://schemas.openxmlformats.org/drawingml/2006/main">
              <a:ext uri="{FF2B5EF4-FFF2-40B4-BE49-F238E27FC236}">
                <a16:creationId xmlns:a16="http://schemas.microsoft.com/office/drawing/2014/main" id="{B1107FE1-24FB-4121-879C-993E07E2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85529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928">
            <a:extLst xmlns:a="http://schemas.openxmlformats.org/drawingml/2006/main">
              <a:ext uri="{FF2B5EF4-FFF2-40B4-BE49-F238E27FC236}">
                <a16:creationId xmlns:a16="http://schemas.microsoft.com/office/drawing/2014/main" id="{CC5BAAB4-340E-414F-9F88-01D105B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8552939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38" name="path-929">
            <a:extLst xmlns:a="http://schemas.openxmlformats.org/drawingml/2006/main">
              <a:ext uri="{FF2B5EF4-FFF2-40B4-BE49-F238E27FC236}">
                <a16:creationId xmlns:a16="http://schemas.microsoft.com/office/drawing/2014/main" id="{57B8A1EE-9DBE-427C-A830-A3714E6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855297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930">
            <a:extLst xmlns:a="http://schemas.openxmlformats.org/drawingml/2006/main">
              <a:ext uri="{FF2B5EF4-FFF2-40B4-BE49-F238E27FC236}">
                <a16:creationId xmlns:a16="http://schemas.microsoft.com/office/drawing/2014/main" id="{13B91549-790B-4A54-956B-5B28239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8552939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40" name="path-931">
            <a:extLst xmlns:a="http://schemas.openxmlformats.org/drawingml/2006/main">
              <a:ext uri="{FF2B5EF4-FFF2-40B4-BE49-F238E27FC236}">
                <a16:creationId xmlns:a16="http://schemas.microsoft.com/office/drawing/2014/main" id="{170D12C1-3347-4CD9-AD93-9F83BE38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8018285"/>
            <a:ext cx="178234" cy="178236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932">
            <a:extLst xmlns:a="http://schemas.openxmlformats.org/drawingml/2006/main">
              <a:ext uri="{FF2B5EF4-FFF2-40B4-BE49-F238E27FC236}">
                <a16:creationId xmlns:a16="http://schemas.microsoft.com/office/drawing/2014/main" id="{E1A0E000-7EA7-434B-8A57-C7A18B93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8018249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42" name="path-933">
            <a:extLst xmlns:a="http://schemas.openxmlformats.org/drawingml/2006/main">
              <a:ext uri="{FF2B5EF4-FFF2-40B4-BE49-F238E27FC236}">
                <a16:creationId xmlns:a16="http://schemas.microsoft.com/office/drawing/2014/main" id="{C264B4B7-D6B5-4DBE-BFF9-13F14BCC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8196430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934">
            <a:extLst xmlns:a="http://schemas.openxmlformats.org/drawingml/2006/main">
              <a:ext uri="{FF2B5EF4-FFF2-40B4-BE49-F238E27FC236}">
                <a16:creationId xmlns:a16="http://schemas.microsoft.com/office/drawing/2014/main" id="{9A57AEAC-D3C8-4A0F-AA41-6C1BA507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8196522"/>
            <a:ext cx="178269" cy="178269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44" name="path-935">
            <a:extLst xmlns:a="http://schemas.openxmlformats.org/drawingml/2006/main">
              <a:ext uri="{FF2B5EF4-FFF2-40B4-BE49-F238E27FC236}">
                <a16:creationId xmlns:a16="http://schemas.microsoft.com/office/drawing/2014/main" id="{DA8E746F-7106-41B7-8E37-AA4C896C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8374702"/>
            <a:ext cx="178234" cy="178236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936">
            <a:extLst xmlns:a="http://schemas.openxmlformats.org/drawingml/2006/main">
              <a:ext uri="{FF2B5EF4-FFF2-40B4-BE49-F238E27FC236}">
                <a16:creationId xmlns:a16="http://schemas.microsoft.com/office/drawing/2014/main" id="{31B6CDD6-9414-49E5-A57D-FCA19572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8374791"/>
            <a:ext cx="178269" cy="178149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46" name="path-937">
            <a:extLst xmlns:a="http://schemas.openxmlformats.org/drawingml/2006/main">
              <a:ext uri="{FF2B5EF4-FFF2-40B4-BE49-F238E27FC236}">
                <a16:creationId xmlns:a16="http://schemas.microsoft.com/office/drawing/2014/main" id="{A1B63BA1-D554-46BB-ABB0-5D1E770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8552976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938">
            <a:extLst xmlns:a="http://schemas.openxmlformats.org/drawingml/2006/main">
              <a:ext uri="{FF2B5EF4-FFF2-40B4-BE49-F238E27FC236}">
                <a16:creationId xmlns:a16="http://schemas.microsoft.com/office/drawing/2014/main" id="{9A4AEC1F-C0D0-41F9-B4A8-697DA50C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8552939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48" name="path-939">
            <a:extLst xmlns:a="http://schemas.openxmlformats.org/drawingml/2006/main">
              <a:ext uri="{FF2B5EF4-FFF2-40B4-BE49-F238E27FC236}">
                <a16:creationId xmlns:a16="http://schemas.microsoft.com/office/drawing/2014/main" id="{600F67C5-FE20-43A4-92D3-838ED56C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873124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940">
            <a:extLst xmlns:a="http://schemas.openxmlformats.org/drawingml/2006/main">
              <a:ext uri="{FF2B5EF4-FFF2-40B4-BE49-F238E27FC236}">
                <a16:creationId xmlns:a16="http://schemas.microsoft.com/office/drawing/2014/main" id="{500ADE24-8A98-4407-9133-3D637125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8731212"/>
            <a:ext cx="178269" cy="178269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50" name="path-941">
            <a:extLst xmlns:a="http://schemas.openxmlformats.org/drawingml/2006/main">
              <a:ext uri="{FF2B5EF4-FFF2-40B4-BE49-F238E27FC236}">
                <a16:creationId xmlns:a16="http://schemas.microsoft.com/office/drawing/2014/main" id="{0AB5CD43-D746-4EEB-8DE5-00D08A6D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873124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942">
            <a:extLst xmlns:a="http://schemas.openxmlformats.org/drawingml/2006/main">
              <a:ext uri="{FF2B5EF4-FFF2-40B4-BE49-F238E27FC236}">
                <a16:creationId xmlns:a16="http://schemas.microsoft.com/office/drawing/2014/main" id="{FF632F8E-F2BF-4AA8-B741-9CF54C58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8731212"/>
            <a:ext cx="178269" cy="178269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52" name="path-943">
            <a:extLst xmlns:a="http://schemas.openxmlformats.org/drawingml/2006/main">
              <a:ext uri="{FF2B5EF4-FFF2-40B4-BE49-F238E27FC236}">
                <a16:creationId xmlns:a16="http://schemas.microsoft.com/office/drawing/2014/main" id="{A5C210D4-AD7C-48CC-9D5E-CA323107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873124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944">
            <a:extLst xmlns:a="http://schemas.openxmlformats.org/drawingml/2006/main">
              <a:ext uri="{FF2B5EF4-FFF2-40B4-BE49-F238E27FC236}">
                <a16:creationId xmlns:a16="http://schemas.microsoft.com/office/drawing/2014/main" id="{F3FA0231-3B29-4BC2-B03E-CBAD1119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8731212"/>
            <a:ext cx="178277" cy="178269"/>
          </a:xfrm>
          <a:custGeom xmlns:a="http://schemas.openxmlformats.org/drawingml/2006/main">
            <a:pathLst>
              <a:path w="121658" h="121652">
                <a:moveTo>
                  <a:pt x="0" y="0"/>
                </a:moveTo>
                <a:lnTo>
                  <a:pt x="0" y="121652"/>
                </a:lnTo>
                <a:lnTo>
                  <a:pt x="121658" y="121652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54" name="path-945">
            <a:extLst xmlns:a="http://schemas.openxmlformats.org/drawingml/2006/main">
              <a:ext uri="{FF2B5EF4-FFF2-40B4-BE49-F238E27FC236}">
                <a16:creationId xmlns:a16="http://schemas.microsoft.com/office/drawing/2014/main" id="{CDA0DCEA-5E11-4B9B-B134-408C7C8B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873124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946">
            <a:extLst xmlns:a="http://schemas.openxmlformats.org/drawingml/2006/main">
              <a:ext uri="{FF2B5EF4-FFF2-40B4-BE49-F238E27FC236}">
                <a16:creationId xmlns:a16="http://schemas.microsoft.com/office/drawing/2014/main" id="{B758B57B-FA95-4851-A3D8-EF6D2D5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8731212"/>
            <a:ext cx="178144" cy="178269"/>
          </a:xfrm>
          <a:custGeom xmlns:a="http://schemas.openxmlformats.org/drawingml/2006/main">
            <a:pathLst>
              <a:path w="121567" h="121652">
                <a:moveTo>
                  <a:pt x="0" y="0"/>
                </a:moveTo>
                <a:lnTo>
                  <a:pt x="0" y="121652"/>
                </a:lnTo>
                <a:lnTo>
                  <a:pt x="121567" y="121652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56" name="path-947">
            <a:extLst xmlns:a="http://schemas.openxmlformats.org/drawingml/2006/main">
              <a:ext uri="{FF2B5EF4-FFF2-40B4-BE49-F238E27FC236}">
                <a16:creationId xmlns:a16="http://schemas.microsoft.com/office/drawing/2014/main" id="{512EA19D-9BCB-458F-AEFD-BA146598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8731248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948">
            <a:extLst xmlns:a="http://schemas.openxmlformats.org/drawingml/2006/main">
              <a:ext uri="{FF2B5EF4-FFF2-40B4-BE49-F238E27FC236}">
                <a16:creationId xmlns:a16="http://schemas.microsoft.com/office/drawing/2014/main" id="{CA266307-C31E-401E-B393-F7A424A6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8731212"/>
            <a:ext cx="178269" cy="178269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958" name="path-949">
            <a:extLst xmlns:a="http://schemas.openxmlformats.org/drawingml/2006/main">
              <a:ext uri="{FF2B5EF4-FFF2-40B4-BE49-F238E27FC236}">
                <a16:creationId xmlns:a16="http://schemas.microsoft.com/office/drawing/2014/main" id="{859F2097-94B7-41AC-AFD3-8F156E3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8018249"/>
            <a:ext cx="191" cy="891232"/>
          </a:xfrm>
          <a:custGeom xmlns:a="http://schemas.openxmlformats.org/drawingml/2006/main">
            <a:pathLst>
              <a:path w="191" h="608183">
                <a:moveTo>
                  <a:pt x="0" y="0"/>
                </a:moveTo>
                <a:lnTo>
                  <a:pt x="0" y="608183"/>
                </a:lnTo>
                <a:lnTo>
                  <a:pt x="42" y="608183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959" name="path-950">
            <a:extLst xmlns:a="http://schemas.openxmlformats.org/drawingml/2006/main">
              <a:ext uri="{FF2B5EF4-FFF2-40B4-BE49-F238E27FC236}">
                <a16:creationId xmlns:a16="http://schemas.microsoft.com/office/drawing/2014/main" id="{F97A2540-8843-429B-BD47-7AC2BBD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8018249"/>
            <a:ext cx="891165" cy="191"/>
          </a:xfrm>
          <a:custGeom xmlns:a="http://schemas.openxmlformats.org/drawingml/2006/main">
            <a:pathLst>
              <a:path w="608138" h="191">
                <a:moveTo>
                  <a:pt x="6081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960" name="path-951">
            <a:extLst xmlns:a="http://schemas.openxmlformats.org/drawingml/2006/main">
              <a:ext uri="{FF2B5EF4-FFF2-40B4-BE49-F238E27FC236}">
                <a16:creationId xmlns:a16="http://schemas.microsoft.com/office/drawing/2014/main" id="{2BFB8B90-EE79-4741-A599-18AA1B57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8018249"/>
            <a:ext cx="191" cy="191"/>
          </a:xfrm>
          <a:custGeom xmlns:a="http://schemas.openxmlformats.org/drawingml/2006/main">
            <a:pathLst>
              <a:path w="191" h="191">
                <a:moveTo>
                  <a:pt x="4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961" name="path-952">
            <a:extLst xmlns:a="http://schemas.openxmlformats.org/drawingml/2006/main">
              <a:ext uri="{FF2B5EF4-FFF2-40B4-BE49-F238E27FC236}">
                <a16:creationId xmlns:a16="http://schemas.microsoft.com/office/drawing/2014/main" id="{67C222F5-C87E-4CA7-B4FB-D31911D3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090" y="8251025"/>
            <a:ext cx="407333" cy="402972"/>
          </a:xfrm>
          <a:custGeom xmlns:a="http://schemas.openxmlformats.org/drawingml/2006/main">
            <a:pathLst>
              <a:path w="277967" h="274991">
                <a:moveTo>
                  <a:pt x="0" y="0"/>
                </a:moveTo>
                <a:lnTo>
                  <a:pt x="277967" y="0"/>
                </a:lnTo>
                <a:lnTo>
                  <a:pt x="277967" y="274991"/>
                </a:lnTo>
                <a:lnTo>
                  <a:pt x="0" y="27499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2" name="path-954">
            <a:extLst xmlns:a="http://schemas.openxmlformats.org/drawingml/2006/main">
              <a:ext uri="{FF2B5EF4-FFF2-40B4-BE49-F238E27FC236}">
                <a16:creationId xmlns:a16="http://schemas.microsoft.com/office/drawing/2014/main" id="{765705D0-F229-4E9A-8075-5B33333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20" y="8367295"/>
            <a:ext cx="118380" cy="129951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55">
            <a:extLst xmlns:a="http://schemas.openxmlformats.org/drawingml/2006/main">
              <a:ext uri="{FF2B5EF4-FFF2-40B4-BE49-F238E27FC236}">
                <a16:creationId xmlns:a16="http://schemas.microsoft.com/office/drawing/2014/main" id="{A1BDCA56-283A-4610-89D7-F9B4A86D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878" y="8406105"/>
            <a:ext cx="87413" cy="131330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4" name="path-956">
            <a:extLst xmlns:a="http://schemas.openxmlformats.org/drawingml/2006/main">
              <a:ext uri="{FF2B5EF4-FFF2-40B4-BE49-F238E27FC236}">
                <a16:creationId xmlns:a16="http://schemas.microsoft.com/office/drawing/2014/main" id="{1A6621BC-CEFD-435F-B3DC-20914AA3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020" y="2355028"/>
            <a:ext cx="1187971" cy="191"/>
          </a:xfrm>
          <a:custGeom xmlns:a="http://schemas.openxmlformats.org/drawingml/2006/main">
            <a:pathLst>
              <a:path w="810681" h="191">
                <a:moveTo>
                  <a:pt x="0" y="0"/>
                </a:moveTo>
                <a:lnTo>
                  <a:pt x="810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65" name="path-957">
            <a:extLst xmlns:a="http://schemas.openxmlformats.org/drawingml/2006/main">
              <a:ext uri="{FF2B5EF4-FFF2-40B4-BE49-F238E27FC236}">
                <a16:creationId xmlns:a16="http://schemas.microsoft.com/office/drawing/2014/main" id="{C1B0E9D2-A64F-49C4-B4A6-8355EDA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427" y="2312491"/>
            <a:ext cx="113434" cy="85075"/>
          </a:xfrm>
          <a:custGeom xmlns:a="http://schemas.openxmlformats.org/drawingml/2006/main">
            <a:pathLst>
              <a:path w="77408" h="58056">
                <a:moveTo>
                  <a:pt x="77408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8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6" name="path-958">
            <a:extLst xmlns:a="http://schemas.openxmlformats.org/drawingml/2006/main">
              <a:ext uri="{FF2B5EF4-FFF2-40B4-BE49-F238E27FC236}">
                <a16:creationId xmlns:a16="http://schemas.microsoft.com/office/drawing/2014/main" id="{E06C0B6E-D929-4EB8-B8F0-B152E1A6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448" y="2312489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67" name="path-959">
            <a:extLst xmlns:a="http://schemas.openxmlformats.org/drawingml/2006/main">
              <a:ext uri="{FF2B5EF4-FFF2-40B4-BE49-F238E27FC236}">
                <a16:creationId xmlns:a16="http://schemas.microsoft.com/office/drawing/2014/main" id="{14C2A63E-CE57-4500-AA8D-257B7226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089" y="2184061"/>
            <a:ext cx="901116" cy="354784"/>
          </a:xfrm>
          <a:custGeom xmlns:a="http://schemas.openxmlformats.org/drawingml/2006/main">
            <a:pathLst>
              <a:path w="614928" h="242107">
                <a:moveTo>
                  <a:pt x="0" y="0"/>
                </a:moveTo>
                <a:lnTo>
                  <a:pt x="614928" y="0"/>
                </a:lnTo>
                <a:lnTo>
                  <a:pt x="614928" y="242107"/>
                </a:lnTo>
                <a:lnTo>
                  <a:pt x="0" y="2421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960">
            <a:extLst xmlns:a="http://schemas.openxmlformats.org/drawingml/2006/main">
              <a:ext uri="{FF2B5EF4-FFF2-40B4-BE49-F238E27FC236}">
                <a16:creationId xmlns:a16="http://schemas.microsoft.com/office/drawing/2014/main" id="{0C8DAEBB-14B9-43BB-A46E-6AC52E6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040" y="2184106"/>
            <a:ext cx="901153" cy="354739"/>
          </a:xfrm>
          <a:custGeom xmlns:a="http://schemas.openxmlformats.org/drawingml/2006/main">
            <a:pathLst>
              <a:path w="614953" h="242077">
                <a:moveTo>
                  <a:pt x="0" y="0"/>
                </a:moveTo>
                <a:lnTo>
                  <a:pt x="0" y="242077"/>
                </a:lnTo>
                <a:lnTo>
                  <a:pt x="614953" y="242077"/>
                </a:lnTo>
                <a:lnTo>
                  <a:pt x="6149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0000"/>
            </a:solidFill>
            <a:prstDash val="solid"/>
          </a:ln>
        </p:spPr>
      </p:sp>
      <p:sp>
        <p:nvSpPr>
          <p:cNvPr id="969" name="text-961 Initialize">
            <a:extLst xmlns:a="http://schemas.openxmlformats.org/drawingml/2006/main">
              <a:ext uri="{FF2B5EF4-FFF2-40B4-BE49-F238E27FC236}">
                <a16:creationId xmlns:a16="http://schemas.microsoft.com/office/drawing/2014/main" id="{D515EFF1-8F92-4478-BD24-0A9330C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1148" y="2222639"/>
            <a:ext cx="782309" cy="288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Initialize</a:t>
            </a:r>
          </a:p>
        </p:txBody>
      </p:sp>
      <p:sp>
        <p:nvSpPr>
          <p:cNvPr id="970" name="path-962">
            <a:extLst xmlns:a="http://schemas.openxmlformats.org/drawingml/2006/main">
              <a:ext uri="{FF2B5EF4-FFF2-40B4-BE49-F238E27FC236}">
                <a16:creationId xmlns:a16="http://schemas.microsoft.com/office/drawing/2014/main" id="{920D41E1-10CB-4A0F-A77F-99EC8EE7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374" y="3073917"/>
            <a:ext cx="191" cy="1472846"/>
          </a:xfrm>
          <a:custGeom xmlns:a="http://schemas.openxmlformats.org/drawingml/2006/main">
            <a:pathLst>
              <a:path w="191" h="1005081">
                <a:moveTo>
                  <a:pt x="0" y="0"/>
                </a:moveTo>
                <a:lnTo>
                  <a:pt x="0" y="100508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71" name="path-963">
            <a:extLst xmlns:a="http://schemas.openxmlformats.org/drawingml/2006/main">
              <a:ext uri="{FF2B5EF4-FFF2-40B4-BE49-F238E27FC236}">
                <a16:creationId xmlns:a16="http://schemas.microsoft.com/office/drawing/2014/main" id="{D646CF67-00E1-41E2-811F-187E5E24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67" y="4504226"/>
            <a:ext cx="85077" cy="113435"/>
          </a:xfrm>
          <a:custGeom xmlns:a="http://schemas.openxmlformats.org/drawingml/2006/main">
            <a:pathLst>
              <a:path w="58057" h="77409">
                <a:moveTo>
                  <a:pt x="29029" y="77409"/>
                </a:moveTo>
                <a:lnTo>
                  <a:pt x="58057" y="0"/>
                </a:lnTo>
                <a:lnTo>
                  <a:pt x="29029" y="29030"/>
                </a:lnTo>
                <a:lnTo>
                  <a:pt x="0" y="0"/>
                </a:lnTo>
                <a:lnTo>
                  <a:pt x="29029" y="77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64">
            <a:extLst xmlns:a="http://schemas.openxmlformats.org/drawingml/2006/main">
              <a:ext uri="{FF2B5EF4-FFF2-40B4-BE49-F238E27FC236}">
                <a16:creationId xmlns:a16="http://schemas.microsoft.com/office/drawing/2014/main" id="{8440CF31-3419-4293-9E31-97764E12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40" y="4504224"/>
            <a:ext cx="85077" cy="113438"/>
          </a:xfrm>
          <a:custGeom xmlns:a="http://schemas.openxmlformats.org/drawingml/2006/main">
            <a:pathLst>
              <a:path w="58057" h="77411">
                <a:moveTo>
                  <a:pt x="29026" y="77411"/>
                </a:moveTo>
                <a:lnTo>
                  <a:pt x="58057" y="0"/>
                </a:lnTo>
                <a:lnTo>
                  <a:pt x="29026" y="29029"/>
                </a:lnTo>
                <a:lnTo>
                  <a:pt x="0" y="0"/>
                </a:lnTo>
                <a:lnTo>
                  <a:pt x="29026" y="7741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73" name="path-965">
            <a:extLst xmlns:a="http://schemas.openxmlformats.org/drawingml/2006/main">
              <a:ext uri="{FF2B5EF4-FFF2-40B4-BE49-F238E27FC236}">
                <a16:creationId xmlns:a16="http://schemas.microsoft.com/office/drawing/2014/main" id="{BD906024-ED24-47F1-9D70-2D30AA8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350" y="4201434"/>
            <a:ext cx="1380169" cy="1158195"/>
          </a:xfrm>
          <a:custGeom xmlns:a="http://schemas.openxmlformats.org/drawingml/2006/main">
            <a:pathLst>
              <a:path w="941838" h="790361">
                <a:moveTo>
                  <a:pt x="0" y="790361"/>
                </a:moveTo>
                <a:lnTo>
                  <a:pt x="218155" y="790361"/>
                </a:lnTo>
                <a:cubicBezTo>
                  <a:pt x="257032" y="790361"/>
                  <a:pt x="288523" y="758866"/>
                  <a:pt x="288523" y="719987"/>
                </a:cubicBezTo>
                <a:lnTo>
                  <a:pt x="288523" y="70371"/>
                </a:lnTo>
                <a:cubicBezTo>
                  <a:pt x="288523" y="31491"/>
                  <a:pt x="320014" y="0"/>
                  <a:pt x="358897" y="0"/>
                </a:cubicBezTo>
                <a:lnTo>
                  <a:pt x="9418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74" name="path-966">
            <a:extLst xmlns:a="http://schemas.openxmlformats.org/drawingml/2006/main">
              <a:ext uri="{FF2B5EF4-FFF2-40B4-BE49-F238E27FC236}">
                <a16:creationId xmlns:a16="http://schemas.microsoft.com/office/drawing/2014/main" id="{B5C5F014-9C01-49F2-A15E-B6577EB1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978" y="4158896"/>
            <a:ext cx="113434" cy="8507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28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path-967">
            <a:extLst xmlns:a="http://schemas.openxmlformats.org/drawingml/2006/main">
              <a:ext uri="{FF2B5EF4-FFF2-40B4-BE49-F238E27FC236}">
                <a16:creationId xmlns:a16="http://schemas.microsoft.com/office/drawing/2014/main" id="{36F85073-BD40-4FBA-9B10-43CA8D4F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976" y="4158900"/>
            <a:ext cx="113433" cy="85068"/>
          </a:xfrm>
          <a:custGeom xmlns:a="http://schemas.openxmlformats.org/drawingml/2006/main">
            <a:pathLst>
              <a:path w="77408" h="58051">
                <a:moveTo>
                  <a:pt x="77408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1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76" name="path-969">
            <a:extLst xmlns:a="http://schemas.openxmlformats.org/drawingml/2006/main">
              <a:ext uri="{FF2B5EF4-FFF2-40B4-BE49-F238E27FC236}">
                <a16:creationId xmlns:a16="http://schemas.microsoft.com/office/drawing/2014/main" id="{A6D6CD10-FCB2-4824-BC34-5D3224CD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880" y="3861422"/>
            <a:ext cx="140978" cy="257143"/>
          </a:xfrm>
          <a:custGeom xmlns:a="http://schemas.openxmlformats.org/drawingml/2006/main">
            <a:pathLst>
              <a:path w="96205" h="175476">
                <a:moveTo>
                  <a:pt x="60538" y="58884"/>
                </a:moveTo>
                <a:lnTo>
                  <a:pt x="77118" y="58884"/>
                </a:lnTo>
                <a:cubicBezTo>
                  <a:pt x="80975" y="58884"/>
                  <a:pt x="82902" y="58884"/>
                  <a:pt x="82902" y="55027"/>
                </a:cubicBezTo>
                <a:cubicBezTo>
                  <a:pt x="82902" y="52906"/>
                  <a:pt x="80975" y="52906"/>
                  <a:pt x="77697" y="52906"/>
                </a:cubicBezTo>
                <a:lnTo>
                  <a:pt x="61694" y="52906"/>
                </a:lnTo>
                <a:lnTo>
                  <a:pt x="65745" y="30872"/>
                </a:lnTo>
                <a:cubicBezTo>
                  <a:pt x="66515" y="26812"/>
                  <a:pt x="69213" y="13121"/>
                  <a:pt x="70372" y="10805"/>
                </a:cubicBezTo>
                <a:cubicBezTo>
                  <a:pt x="72105" y="7140"/>
                  <a:pt x="75385" y="4242"/>
                  <a:pt x="79433" y="4242"/>
                </a:cubicBezTo>
                <a:cubicBezTo>
                  <a:pt x="80204" y="4242"/>
                  <a:pt x="85217" y="4242"/>
                  <a:pt x="88879" y="7719"/>
                </a:cubicBezTo>
                <a:cubicBezTo>
                  <a:pt x="80395" y="8493"/>
                  <a:pt x="78468" y="15239"/>
                  <a:pt x="78468" y="18131"/>
                </a:cubicBezTo>
                <a:cubicBezTo>
                  <a:pt x="78468" y="22567"/>
                  <a:pt x="81940" y="24879"/>
                  <a:pt x="85602" y="24879"/>
                </a:cubicBezTo>
                <a:cubicBezTo>
                  <a:pt x="90615" y="24879"/>
                  <a:pt x="96205" y="20637"/>
                  <a:pt x="96205" y="13312"/>
                </a:cubicBezTo>
                <a:cubicBezTo>
                  <a:pt x="96205" y="4436"/>
                  <a:pt x="87338" y="0"/>
                  <a:pt x="79433" y="0"/>
                </a:cubicBezTo>
                <a:cubicBezTo>
                  <a:pt x="72879" y="0"/>
                  <a:pt x="60732" y="3471"/>
                  <a:pt x="54948" y="22567"/>
                </a:cubicBezTo>
                <a:cubicBezTo>
                  <a:pt x="53789" y="26621"/>
                  <a:pt x="53212" y="28554"/>
                  <a:pt x="48585" y="52906"/>
                </a:cubicBezTo>
                <a:lnTo>
                  <a:pt x="35282" y="52906"/>
                </a:lnTo>
                <a:cubicBezTo>
                  <a:pt x="31619" y="52906"/>
                  <a:pt x="29498" y="52906"/>
                  <a:pt x="29498" y="56572"/>
                </a:cubicBezTo>
                <a:cubicBezTo>
                  <a:pt x="29498" y="58884"/>
                  <a:pt x="31234" y="58884"/>
                  <a:pt x="34896" y="58884"/>
                </a:cubicBezTo>
                <a:lnTo>
                  <a:pt x="47620" y="58884"/>
                </a:lnTo>
                <a:lnTo>
                  <a:pt x="33161" y="134996"/>
                </a:lnTo>
                <a:cubicBezTo>
                  <a:pt x="29689" y="153689"/>
                  <a:pt x="26412" y="171237"/>
                  <a:pt x="16386" y="171237"/>
                </a:cubicBezTo>
                <a:cubicBezTo>
                  <a:pt x="15615" y="171237"/>
                  <a:pt x="10797" y="171237"/>
                  <a:pt x="7134" y="167762"/>
                </a:cubicBezTo>
                <a:cubicBezTo>
                  <a:pt x="16001" y="167183"/>
                  <a:pt x="17736" y="160243"/>
                  <a:pt x="17736" y="157351"/>
                </a:cubicBezTo>
                <a:cubicBezTo>
                  <a:pt x="17736" y="152918"/>
                  <a:pt x="14268" y="150603"/>
                  <a:pt x="10602" y="150603"/>
                </a:cubicBezTo>
                <a:cubicBezTo>
                  <a:pt x="5590" y="150603"/>
                  <a:pt x="0" y="154845"/>
                  <a:pt x="0" y="162170"/>
                </a:cubicBezTo>
                <a:cubicBezTo>
                  <a:pt x="0" y="170851"/>
                  <a:pt x="8484" y="175476"/>
                  <a:pt x="16386" y="175476"/>
                </a:cubicBezTo>
                <a:cubicBezTo>
                  <a:pt x="26992" y="175476"/>
                  <a:pt x="34702" y="164100"/>
                  <a:pt x="38174" y="156772"/>
                </a:cubicBezTo>
                <a:cubicBezTo>
                  <a:pt x="44343" y="144631"/>
                  <a:pt x="48779" y="121316"/>
                  <a:pt x="48970" y="119966"/>
                </a:cubicBezTo>
                <a:lnTo>
                  <a:pt x="60538" y="58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path-970">
            <a:extLst xmlns:a="http://schemas.openxmlformats.org/drawingml/2006/main">
              <a:ext uri="{FF2B5EF4-FFF2-40B4-BE49-F238E27FC236}">
                <a16:creationId xmlns:a16="http://schemas.microsoft.com/office/drawing/2014/main" id="{31A258F0-1584-4459-8C69-5CFE8D3B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732" y="4015725"/>
            <a:ext cx="71000" cy="87103"/>
          </a:xfrm>
          <a:custGeom xmlns:a="http://schemas.openxmlformats.org/drawingml/2006/main">
            <a:pathLst>
              <a:path w="48451" h="59439">
                <a:moveTo>
                  <a:pt x="0" y="1485"/>
                </a:moveTo>
                <a:lnTo>
                  <a:pt x="0" y="6347"/>
                </a:lnTo>
                <a:lnTo>
                  <a:pt x="1890" y="6347"/>
                </a:lnTo>
                <a:cubicBezTo>
                  <a:pt x="6073" y="6347"/>
                  <a:pt x="10121" y="6752"/>
                  <a:pt x="10121" y="13103"/>
                </a:cubicBezTo>
                <a:lnTo>
                  <a:pt x="10121" y="49042"/>
                </a:lnTo>
                <a:cubicBezTo>
                  <a:pt x="10121" y="54448"/>
                  <a:pt x="6884" y="54582"/>
                  <a:pt x="0" y="54582"/>
                </a:cubicBezTo>
                <a:lnTo>
                  <a:pt x="0" y="59439"/>
                </a:lnTo>
                <a:lnTo>
                  <a:pt x="33066" y="59439"/>
                </a:lnTo>
                <a:lnTo>
                  <a:pt x="33066" y="54582"/>
                </a:lnTo>
                <a:cubicBezTo>
                  <a:pt x="31581" y="54582"/>
                  <a:pt x="29961" y="54718"/>
                  <a:pt x="28476" y="54718"/>
                </a:cubicBezTo>
                <a:cubicBezTo>
                  <a:pt x="24024" y="54718"/>
                  <a:pt x="20379" y="54042"/>
                  <a:pt x="20379" y="49178"/>
                </a:cubicBezTo>
                <a:lnTo>
                  <a:pt x="20379" y="38639"/>
                </a:lnTo>
                <a:cubicBezTo>
                  <a:pt x="20379" y="36071"/>
                  <a:pt x="20245" y="33369"/>
                  <a:pt x="20245" y="30803"/>
                </a:cubicBezTo>
                <a:cubicBezTo>
                  <a:pt x="20245" y="20128"/>
                  <a:pt x="23754" y="3781"/>
                  <a:pt x="38464" y="3781"/>
                </a:cubicBezTo>
                <a:lnTo>
                  <a:pt x="38464" y="3915"/>
                </a:lnTo>
                <a:cubicBezTo>
                  <a:pt x="36845" y="4860"/>
                  <a:pt x="36169" y="6752"/>
                  <a:pt x="36169" y="8643"/>
                </a:cubicBezTo>
                <a:cubicBezTo>
                  <a:pt x="36169" y="12426"/>
                  <a:pt x="39003" y="14858"/>
                  <a:pt x="42378" y="14858"/>
                </a:cubicBezTo>
                <a:cubicBezTo>
                  <a:pt x="46021" y="14858"/>
                  <a:pt x="48451" y="11886"/>
                  <a:pt x="48451" y="8915"/>
                </a:cubicBezTo>
                <a:cubicBezTo>
                  <a:pt x="48451" y="3105"/>
                  <a:pt x="43052" y="0"/>
                  <a:pt x="37788" y="0"/>
                </a:cubicBezTo>
                <a:cubicBezTo>
                  <a:pt x="29151" y="0"/>
                  <a:pt x="21324" y="7428"/>
                  <a:pt x="19569" y="14858"/>
                </a:cubicBezTo>
                <a:lnTo>
                  <a:pt x="19434" y="0"/>
                </a:lnTo>
                <a:lnTo>
                  <a:pt x="12687" y="542"/>
                </a:lnTo>
                <a:lnTo>
                  <a:pt x="0" y="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path-971">
            <a:extLst xmlns:a="http://schemas.openxmlformats.org/drawingml/2006/main">
              <a:ext uri="{FF2B5EF4-FFF2-40B4-BE49-F238E27FC236}">
                <a16:creationId xmlns:a16="http://schemas.microsoft.com/office/drawing/2014/main" id="{2A356AE0-8F55-4859-B758-ACF41A66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215" y="4014760"/>
            <a:ext cx="84842" cy="90000"/>
          </a:xfrm>
          <a:custGeom xmlns:a="http://schemas.openxmlformats.org/drawingml/2006/main">
            <a:pathLst>
              <a:path w="57897" h="61416">
                <a:moveTo>
                  <a:pt x="12282" y="29258"/>
                </a:moveTo>
                <a:lnTo>
                  <a:pt x="54930" y="29258"/>
                </a:lnTo>
                <a:cubicBezTo>
                  <a:pt x="57224" y="29258"/>
                  <a:pt x="57897" y="28449"/>
                  <a:pt x="57897" y="26425"/>
                </a:cubicBezTo>
                <a:cubicBezTo>
                  <a:pt x="57897" y="11868"/>
                  <a:pt x="48585" y="0"/>
                  <a:pt x="31581" y="0"/>
                </a:cubicBezTo>
                <a:cubicBezTo>
                  <a:pt x="15251" y="0"/>
                  <a:pt x="0" y="12137"/>
                  <a:pt x="0" y="30611"/>
                </a:cubicBezTo>
                <a:cubicBezTo>
                  <a:pt x="0" y="48991"/>
                  <a:pt x="16330" y="61416"/>
                  <a:pt x="32930" y="61416"/>
                </a:cubicBezTo>
                <a:cubicBezTo>
                  <a:pt x="42782" y="61416"/>
                  <a:pt x="54794" y="55883"/>
                  <a:pt x="57493" y="45342"/>
                </a:cubicBezTo>
                <a:cubicBezTo>
                  <a:pt x="57627" y="44936"/>
                  <a:pt x="57763" y="44396"/>
                  <a:pt x="57763" y="43991"/>
                </a:cubicBezTo>
                <a:lnTo>
                  <a:pt x="57763" y="43585"/>
                </a:lnTo>
                <a:cubicBezTo>
                  <a:pt x="57627" y="42504"/>
                  <a:pt x="56684" y="41962"/>
                  <a:pt x="55603" y="41962"/>
                </a:cubicBezTo>
                <a:cubicBezTo>
                  <a:pt x="52905" y="41962"/>
                  <a:pt x="52364" y="46692"/>
                  <a:pt x="50609" y="48855"/>
                </a:cubicBezTo>
                <a:cubicBezTo>
                  <a:pt x="46697" y="54127"/>
                  <a:pt x="40218" y="57098"/>
                  <a:pt x="33606" y="57098"/>
                </a:cubicBezTo>
                <a:lnTo>
                  <a:pt x="33200" y="57098"/>
                </a:lnTo>
                <a:cubicBezTo>
                  <a:pt x="27803" y="57098"/>
                  <a:pt x="21864" y="54127"/>
                  <a:pt x="18624" y="50477"/>
                </a:cubicBezTo>
                <a:cubicBezTo>
                  <a:pt x="13227" y="44800"/>
                  <a:pt x="12282" y="36828"/>
                  <a:pt x="12282" y="29258"/>
                </a:cubicBezTo>
                <a:moveTo>
                  <a:pt x="12418" y="25751"/>
                </a:moveTo>
                <a:cubicBezTo>
                  <a:pt x="13902" y="15506"/>
                  <a:pt x="18354" y="3915"/>
                  <a:pt x="31445" y="3915"/>
                </a:cubicBezTo>
                <a:cubicBezTo>
                  <a:pt x="36305" y="3915"/>
                  <a:pt x="40218" y="5667"/>
                  <a:pt x="43997" y="9979"/>
                </a:cubicBezTo>
                <a:cubicBezTo>
                  <a:pt x="47236" y="14294"/>
                  <a:pt x="48451" y="20358"/>
                  <a:pt x="48451" y="25751"/>
                </a:cubicBezTo>
                <a:lnTo>
                  <a:pt x="12418" y="25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path-972">
            <a:extLst xmlns:a="http://schemas.openxmlformats.org/drawingml/2006/main">
              <a:ext uri="{FF2B5EF4-FFF2-40B4-BE49-F238E27FC236}">
                <a16:creationId xmlns:a16="http://schemas.microsoft.com/office/drawing/2014/main" id="{215BA259-2F71-438B-A641-B3E46AC4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22" y="4015725"/>
            <a:ext cx="106202" cy="125536"/>
          </a:xfrm>
          <a:custGeom xmlns:a="http://schemas.openxmlformats.org/drawingml/2006/main">
            <a:pathLst>
              <a:path w="72473" h="85667">
                <a:moveTo>
                  <a:pt x="0" y="1485"/>
                </a:moveTo>
                <a:lnTo>
                  <a:pt x="0" y="6345"/>
                </a:lnTo>
                <a:lnTo>
                  <a:pt x="2970" y="6345"/>
                </a:lnTo>
                <a:cubicBezTo>
                  <a:pt x="6748" y="6345"/>
                  <a:pt x="10121" y="6886"/>
                  <a:pt x="10121" y="12016"/>
                </a:cubicBezTo>
                <a:lnTo>
                  <a:pt x="10121" y="75525"/>
                </a:lnTo>
                <a:cubicBezTo>
                  <a:pt x="10121" y="80267"/>
                  <a:pt x="6748" y="80809"/>
                  <a:pt x="3239" y="80809"/>
                </a:cubicBezTo>
                <a:lnTo>
                  <a:pt x="0" y="80809"/>
                </a:lnTo>
                <a:lnTo>
                  <a:pt x="0" y="85667"/>
                </a:lnTo>
                <a:lnTo>
                  <a:pt x="31042" y="85667"/>
                </a:lnTo>
                <a:lnTo>
                  <a:pt x="31042" y="80809"/>
                </a:lnTo>
                <a:lnTo>
                  <a:pt x="27803" y="80809"/>
                </a:lnTo>
                <a:cubicBezTo>
                  <a:pt x="24024" y="80809"/>
                  <a:pt x="20918" y="80403"/>
                  <a:pt x="20918" y="75661"/>
                </a:cubicBezTo>
                <a:lnTo>
                  <a:pt x="20918" y="53064"/>
                </a:lnTo>
                <a:cubicBezTo>
                  <a:pt x="26048" y="58194"/>
                  <a:pt x="32660" y="60757"/>
                  <a:pt x="39543" y="60757"/>
                </a:cubicBezTo>
                <a:cubicBezTo>
                  <a:pt x="56278" y="60757"/>
                  <a:pt x="72473" y="48068"/>
                  <a:pt x="72473" y="30245"/>
                </a:cubicBezTo>
                <a:cubicBezTo>
                  <a:pt x="72473" y="13906"/>
                  <a:pt x="58706" y="0"/>
                  <a:pt x="41433" y="0"/>
                </a:cubicBezTo>
                <a:cubicBezTo>
                  <a:pt x="33470" y="0"/>
                  <a:pt x="26048" y="2836"/>
                  <a:pt x="20379" y="8101"/>
                </a:cubicBezTo>
                <a:lnTo>
                  <a:pt x="20379" y="0"/>
                </a:lnTo>
                <a:lnTo>
                  <a:pt x="0" y="1485"/>
                </a:lnTo>
                <a:moveTo>
                  <a:pt x="60057" y="32405"/>
                </a:moveTo>
                <a:cubicBezTo>
                  <a:pt x="58978" y="44017"/>
                  <a:pt x="51690" y="56979"/>
                  <a:pt x="38328" y="56979"/>
                </a:cubicBezTo>
                <a:cubicBezTo>
                  <a:pt x="32391" y="56979"/>
                  <a:pt x="26452" y="53873"/>
                  <a:pt x="23079" y="49013"/>
                </a:cubicBezTo>
                <a:cubicBezTo>
                  <a:pt x="21864" y="47662"/>
                  <a:pt x="20918" y="46178"/>
                  <a:pt x="20918" y="44287"/>
                </a:cubicBezTo>
                <a:lnTo>
                  <a:pt x="20918" y="22683"/>
                </a:lnTo>
                <a:cubicBezTo>
                  <a:pt x="20918" y="21062"/>
                  <a:pt x="20784" y="19442"/>
                  <a:pt x="20784" y="17687"/>
                </a:cubicBezTo>
                <a:cubicBezTo>
                  <a:pt x="20784" y="10261"/>
                  <a:pt x="30906" y="4320"/>
                  <a:pt x="39543" y="4320"/>
                </a:cubicBezTo>
                <a:cubicBezTo>
                  <a:pt x="53445" y="4320"/>
                  <a:pt x="60191" y="19038"/>
                  <a:pt x="60191" y="30381"/>
                </a:cubicBezTo>
                <a:cubicBezTo>
                  <a:pt x="60191" y="31054"/>
                  <a:pt x="60191" y="31730"/>
                  <a:pt x="60057" y="324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73">
            <a:extLst xmlns:a="http://schemas.openxmlformats.org/drawingml/2006/main">
              <a:ext uri="{FF2B5EF4-FFF2-40B4-BE49-F238E27FC236}">
                <a16:creationId xmlns:a16="http://schemas.microsoft.com/office/drawing/2014/main" id="{57F54654-C666-4330-9584-1D5898A8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782" y="3848731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74">
            <a:extLst xmlns:a="http://schemas.openxmlformats.org/drawingml/2006/main">
              <a:ext uri="{FF2B5EF4-FFF2-40B4-BE49-F238E27FC236}">
                <a16:creationId xmlns:a16="http://schemas.microsoft.com/office/drawing/2014/main" id="{41770A23-0109-437F-98B5-457533B6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993" y="3864457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75">
            <a:extLst xmlns:a="http://schemas.openxmlformats.org/drawingml/2006/main">
              <a:ext uri="{FF2B5EF4-FFF2-40B4-BE49-F238E27FC236}">
                <a16:creationId xmlns:a16="http://schemas.microsoft.com/office/drawing/2014/main" id="{5965411A-2EA1-466C-9CF8-818B2FBB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606" y="3971691"/>
            <a:ext cx="71987" cy="131330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76">
            <a:extLst xmlns:a="http://schemas.openxmlformats.org/drawingml/2006/main">
              <a:ext uri="{FF2B5EF4-FFF2-40B4-BE49-F238E27FC236}">
                <a16:creationId xmlns:a16="http://schemas.microsoft.com/office/drawing/2014/main" id="{649C27A9-897B-4C2F-992D-5AC83E4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886" y="3848731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77">
            <a:extLst xmlns:a="http://schemas.openxmlformats.org/drawingml/2006/main">
              <a:ext uri="{FF2B5EF4-FFF2-40B4-BE49-F238E27FC236}">
                <a16:creationId xmlns:a16="http://schemas.microsoft.com/office/drawing/2014/main" id="{F8E4F3CD-11F8-4052-BFE3-8DFB4183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116" y="3711302"/>
            <a:ext cx="803942" cy="282600"/>
          </a:xfrm>
          <a:custGeom xmlns:a="http://schemas.openxmlformats.org/drawingml/2006/main">
            <a:pathLst>
              <a:path w="548616" h="192848">
                <a:moveTo>
                  <a:pt x="0" y="0"/>
                </a:moveTo>
                <a:lnTo>
                  <a:pt x="548616" y="0"/>
                </a:lnTo>
                <a:lnTo>
                  <a:pt x="548616" y="192848"/>
                </a:lnTo>
                <a:lnTo>
                  <a:pt x="0" y="1928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5" name="text-978 Update">
            <a:extLst xmlns:a="http://schemas.openxmlformats.org/drawingml/2006/main">
              <a:ext uri="{FF2B5EF4-FFF2-40B4-BE49-F238E27FC236}">
                <a16:creationId xmlns:a16="http://schemas.microsoft.com/office/drawing/2014/main" id="{24F16B69-5003-4493-9759-399704E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7515" y="3713761"/>
            <a:ext cx="702332" cy="288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986" name="path-979">
            <a:extLst xmlns:a="http://schemas.openxmlformats.org/drawingml/2006/main">
              <a:ext uri="{FF2B5EF4-FFF2-40B4-BE49-F238E27FC236}">
                <a16:creationId xmlns:a16="http://schemas.microsoft.com/office/drawing/2014/main" id="{A8EBDB5D-9015-4AC6-B045-3844DD38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818" y="3993877"/>
            <a:ext cx="876540" cy="415091"/>
          </a:xfrm>
          <a:custGeom xmlns:a="http://schemas.openxmlformats.org/drawingml/2006/main">
            <a:pathLst>
              <a:path w="598157" h="283261">
                <a:moveTo>
                  <a:pt x="0" y="0"/>
                </a:moveTo>
                <a:lnTo>
                  <a:pt x="598157" y="0"/>
                </a:lnTo>
                <a:lnTo>
                  <a:pt x="598157" y="283261"/>
                </a:lnTo>
                <a:lnTo>
                  <a:pt x="0" y="2832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7" name="path-980">
            <a:extLst xmlns:a="http://schemas.openxmlformats.org/drawingml/2006/main">
              <a:ext uri="{FF2B5EF4-FFF2-40B4-BE49-F238E27FC236}">
                <a16:creationId xmlns:a16="http://schemas.microsoft.com/office/drawing/2014/main" id="{5F1316F1-7643-4F4B-8B34-A28C4281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814" y="3993900"/>
            <a:ext cx="876534" cy="415069"/>
          </a:xfrm>
          <a:custGeom xmlns:a="http://schemas.openxmlformats.org/drawingml/2006/main">
            <a:pathLst>
              <a:path w="598153" h="283246">
                <a:moveTo>
                  <a:pt x="0" y="0"/>
                </a:moveTo>
                <a:lnTo>
                  <a:pt x="0" y="283246"/>
                </a:lnTo>
                <a:lnTo>
                  <a:pt x="598153" y="283246"/>
                </a:lnTo>
                <a:lnTo>
                  <a:pt x="5981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0000"/>
            </a:solidFill>
            <a:prstDash val="solid"/>
          </a:ln>
        </p:spPr>
      </p:sp>
      <p:sp>
        <p:nvSpPr>
          <p:cNvPr id="988" name="path-982">
            <a:extLst xmlns:a="http://schemas.openxmlformats.org/drawingml/2006/main">
              <a:ext uri="{FF2B5EF4-FFF2-40B4-BE49-F238E27FC236}">
                <a16:creationId xmlns:a16="http://schemas.microsoft.com/office/drawing/2014/main" id="{61898600-38AA-4520-BA15-8CA91049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451" y="4081102"/>
            <a:ext cx="187317" cy="192857"/>
          </a:xfrm>
          <a:custGeom xmlns:a="http://schemas.openxmlformats.org/drawingml/2006/main">
            <a:pathLst>
              <a:path w="127827" h="131607">
                <a:moveTo>
                  <a:pt x="71334" y="15224"/>
                </a:moveTo>
                <a:cubicBezTo>
                  <a:pt x="71334" y="8676"/>
                  <a:pt x="71334" y="5978"/>
                  <a:pt x="89650" y="5978"/>
                </a:cubicBezTo>
                <a:lnTo>
                  <a:pt x="96013" y="5978"/>
                </a:lnTo>
                <a:lnTo>
                  <a:pt x="96013" y="0"/>
                </a:lnTo>
                <a:cubicBezTo>
                  <a:pt x="89074" y="580"/>
                  <a:pt x="71334" y="580"/>
                  <a:pt x="63429" y="580"/>
                </a:cubicBezTo>
                <a:cubicBezTo>
                  <a:pt x="55525" y="580"/>
                  <a:pt x="37597" y="580"/>
                  <a:pt x="30654" y="0"/>
                </a:cubicBezTo>
                <a:lnTo>
                  <a:pt x="30654" y="5978"/>
                </a:lnTo>
                <a:lnTo>
                  <a:pt x="37017" y="5978"/>
                </a:lnTo>
                <a:cubicBezTo>
                  <a:pt x="55333" y="5978"/>
                  <a:pt x="55333" y="8481"/>
                  <a:pt x="55333" y="15224"/>
                </a:cubicBezTo>
                <a:lnTo>
                  <a:pt x="55333" y="100797"/>
                </a:lnTo>
                <a:cubicBezTo>
                  <a:pt x="30078" y="94051"/>
                  <a:pt x="29113" y="64368"/>
                  <a:pt x="29113" y="51841"/>
                </a:cubicBezTo>
                <a:cubicBezTo>
                  <a:pt x="28918" y="28518"/>
                  <a:pt x="20437" y="24853"/>
                  <a:pt x="11953" y="24853"/>
                </a:cubicBezTo>
                <a:lnTo>
                  <a:pt x="4819" y="24853"/>
                </a:lnTo>
                <a:cubicBezTo>
                  <a:pt x="1927" y="24853"/>
                  <a:pt x="0" y="24853"/>
                  <a:pt x="0" y="26974"/>
                </a:cubicBezTo>
                <a:cubicBezTo>
                  <a:pt x="0" y="27939"/>
                  <a:pt x="580" y="28904"/>
                  <a:pt x="1736" y="29095"/>
                </a:cubicBezTo>
                <a:cubicBezTo>
                  <a:pt x="8099" y="29866"/>
                  <a:pt x="12918" y="32566"/>
                  <a:pt x="13112" y="55310"/>
                </a:cubicBezTo>
                <a:cubicBezTo>
                  <a:pt x="13112" y="59743"/>
                  <a:pt x="13688" y="74970"/>
                  <a:pt x="22944" y="87882"/>
                </a:cubicBezTo>
                <a:cubicBezTo>
                  <a:pt x="30463" y="98290"/>
                  <a:pt x="42222" y="103883"/>
                  <a:pt x="55333" y="105616"/>
                </a:cubicBezTo>
                <a:lnTo>
                  <a:pt x="55333" y="116395"/>
                </a:lnTo>
                <a:cubicBezTo>
                  <a:pt x="55333" y="122937"/>
                  <a:pt x="55333" y="125632"/>
                  <a:pt x="37017" y="125632"/>
                </a:cubicBezTo>
                <a:lnTo>
                  <a:pt x="30654" y="125632"/>
                </a:lnTo>
                <a:lnTo>
                  <a:pt x="30654" y="131607"/>
                </a:lnTo>
                <a:cubicBezTo>
                  <a:pt x="37597" y="131030"/>
                  <a:pt x="55333" y="131030"/>
                  <a:pt x="63238" y="131030"/>
                </a:cubicBezTo>
                <a:cubicBezTo>
                  <a:pt x="71143" y="131030"/>
                  <a:pt x="89074" y="131030"/>
                  <a:pt x="96013" y="131607"/>
                </a:cubicBezTo>
                <a:lnTo>
                  <a:pt x="96013" y="125632"/>
                </a:lnTo>
                <a:lnTo>
                  <a:pt x="89650" y="125632"/>
                </a:lnTo>
                <a:cubicBezTo>
                  <a:pt x="71334" y="125632"/>
                  <a:pt x="71334" y="123129"/>
                  <a:pt x="71334" y="116395"/>
                </a:cubicBezTo>
                <a:lnTo>
                  <a:pt x="71334" y="105616"/>
                </a:lnTo>
                <a:cubicBezTo>
                  <a:pt x="85217" y="103883"/>
                  <a:pt x="96978" y="98099"/>
                  <a:pt x="104498" y="88076"/>
                </a:cubicBezTo>
                <a:cubicBezTo>
                  <a:pt x="114524" y="74391"/>
                  <a:pt x="114715" y="59164"/>
                  <a:pt x="114715" y="50682"/>
                </a:cubicBezTo>
                <a:cubicBezTo>
                  <a:pt x="114715" y="47599"/>
                  <a:pt x="114909" y="30445"/>
                  <a:pt x="125320" y="29095"/>
                </a:cubicBezTo>
                <a:cubicBezTo>
                  <a:pt x="126476" y="28904"/>
                  <a:pt x="127827" y="28710"/>
                  <a:pt x="127827" y="26974"/>
                </a:cubicBezTo>
                <a:cubicBezTo>
                  <a:pt x="127827" y="24853"/>
                  <a:pt x="126282" y="24853"/>
                  <a:pt x="123199" y="24853"/>
                </a:cubicBezTo>
                <a:lnTo>
                  <a:pt x="115871" y="24853"/>
                </a:lnTo>
                <a:cubicBezTo>
                  <a:pt x="108352" y="24853"/>
                  <a:pt x="98905" y="26203"/>
                  <a:pt x="98714" y="54154"/>
                </a:cubicBezTo>
                <a:cubicBezTo>
                  <a:pt x="98520" y="75356"/>
                  <a:pt x="92157" y="95787"/>
                  <a:pt x="71334" y="100797"/>
                </a:cubicBezTo>
                <a:lnTo>
                  <a:pt x="71334" y="15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9" name="path-983">
            <a:extLst xmlns:a="http://schemas.openxmlformats.org/drawingml/2006/main">
              <a:ext uri="{FF2B5EF4-FFF2-40B4-BE49-F238E27FC236}">
                <a16:creationId xmlns:a16="http://schemas.microsoft.com/office/drawing/2014/main" id="{FFD0D29A-2817-4CA2-A070-06D28E0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070" y="4062065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0" name="path-984">
            <a:extLst xmlns:a="http://schemas.openxmlformats.org/drawingml/2006/main">
              <a:ext uri="{FF2B5EF4-FFF2-40B4-BE49-F238E27FC236}">
                <a16:creationId xmlns:a16="http://schemas.microsoft.com/office/drawing/2014/main" id="{0218B6B5-382F-44EA-988A-98FF8365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258" y="4188282"/>
            <a:ext cx="29944" cy="2994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1" name="path-985">
            <a:extLst xmlns:a="http://schemas.openxmlformats.org/drawingml/2006/main">
              <a:ext uri="{FF2B5EF4-FFF2-40B4-BE49-F238E27FC236}">
                <a16:creationId xmlns:a16="http://schemas.microsoft.com/office/drawing/2014/main" id="{77AF72A0-3D25-42C1-842E-721AB500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726" y="4244015"/>
            <a:ext cx="33052" cy="84573"/>
          </a:xfrm>
          <a:custGeom xmlns:a="http://schemas.openxmlformats.org/drawingml/2006/main">
            <a:pathLst>
              <a:path w="22555" h="57713">
                <a:moveTo>
                  <a:pt x="22555" y="20243"/>
                </a:moveTo>
                <a:cubicBezTo>
                  <a:pt x="22555" y="7519"/>
                  <a:pt x="17736" y="0"/>
                  <a:pt x="10217" y="0"/>
                </a:cubicBezTo>
                <a:cubicBezTo>
                  <a:pt x="3854" y="0"/>
                  <a:pt x="0" y="4819"/>
                  <a:pt x="0" y="10217"/>
                </a:cubicBezTo>
                <a:cubicBezTo>
                  <a:pt x="0" y="15424"/>
                  <a:pt x="3854" y="20434"/>
                  <a:pt x="10217" y="20434"/>
                </a:cubicBezTo>
                <a:cubicBezTo>
                  <a:pt x="12529" y="20434"/>
                  <a:pt x="15036" y="19663"/>
                  <a:pt x="16966" y="17931"/>
                </a:cubicBezTo>
                <a:cubicBezTo>
                  <a:pt x="17542" y="17542"/>
                  <a:pt x="17736" y="17351"/>
                  <a:pt x="17928" y="17351"/>
                </a:cubicBezTo>
                <a:cubicBezTo>
                  <a:pt x="18122" y="17351"/>
                  <a:pt x="18316" y="17542"/>
                  <a:pt x="18316" y="20243"/>
                </a:cubicBezTo>
                <a:cubicBezTo>
                  <a:pt x="18316" y="34540"/>
                  <a:pt x="11567" y="46131"/>
                  <a:pt x="5204" y="52506"/>
                </a:cubicBezTo>
                <a:cubicBezTo>
                  <a:pt x="3083" y="54630"/>
                  <a:pt x="3083" y="55016"/>
                  <a:pt x="3083" y="55595"/>
                </a:cubicBezTo>
                <a:cubicBezTo>
                  <a:pt x="3083" y="56943"/>
                  <a:pt x="4048" y="57713"/>
                  <a:pt x="5013" y="57713"/>
                </a:cubicBezTo>
                <a:cubicBezTo>
                  <a:pt x="7131" y="57713"/>
                  <a:pt x="22555" y="42848"/>
                  <a:pt x="22555" y="202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86">
            <a:extLst xmlns:a="http://schemas.openxmlformats.org/drawingml/2006/main">
              <a:ext uri="{FF2B5EF4-FFF2-40B4-BE49-F238E27FC236}">
                <a16:creationId xmlns:a16="http://schemas.microsoft.com/office/drawing/2014/main" id="{761CCB54-16ED-4AAC-A137-294608BC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298" y="4188282"/>
            <a:ext cx="29944" cy="2994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3" name="path-987">
            <a:extLst xmlns:a="http://schemas.openxmlformats.org/drawingml/2006/main">
              <a:ext uri="{FF2B5EF4-FFF2-40B4-BE49-F238E27FC236}">
                <a16:creationId xmlns:a16="http://schemas.microsoft.com/office/drawing/2014/main" id="{75FBBD58-1903-4549-B40A-35C45652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601" y="4062065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path-988">
            <a:extLst xmlns:a="http://schemas.openxmlformats.org/drawingml/2006/main">
              <a:ext uri="{FF2B5EF4-FFF2-40B4-BE49-F238E27FC236}">
                <a16:creationId xmlns:a16="http://schemas.microsoft.com/office/drawing/2014/main" id="{DCD92521-5B4E-4592-9F35-AC49E056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374" y="6076197"/>
            <a:ext cx="191" cy="1472846"/>
          </a:xfrm>
          <a:custGeom xmlns:a="http://schemas.openxmlformats.org/drawingml/2006/main">
            <a:pathLst>
              <a:path w="191" h="1005081">
                <a:moveTo>
                  <a:pt x="0" y="0"/>
                </a:moveTo>
                <a:lnTo>
                  <a:pt x="0" y="100508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95" name="path-989">
            <a:extLst xmlns:a="http://schemas.openxmlformats.org/drawingml/2006/main">
              <a:ext uri="{FF2B5EF4-FFF2-40B4-BE49-F238E27FC236}">
                <a16:creationId xmlns:a16="http://schemas.microsoft.com/office/drawing/2014/main" id="{174E0E4A-7809-4282-A767-9A6A392B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67" y="7506505"/>
            <a:ext cx="85077" cy="113433"/>
          </a:xfrm>
          <a:custGeom xmlns:a="http://schemas.openxmlformats.org/drawingml/2006/main">
            <a:pathLst>
              <a:path w="58057" h="77408">
                <a:moveTo>
                  <a:pt x="29029" y="77408"/>
                </a:moveTo>
                <a:lnTo>
                  <a:pt x="58057" y="0"/>
                </a:lnTo>
                <a:lnTo>
                  <a:pt x="29029" y="29028"/>
                </a:lnTo>
                <a:lnTo>
                  <a:pt x="0" y="0"/>
                </a:lnTo>
                <a:lnTo>
                  <a:pt x="29029" y="774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6" name="path-990">
            <a:extLst xmlns:a="http://schemas.openxmlformats.org/drawingml/2006/main">
              <a:ext uri="{FF2B5EF4-FFF2-40B4-BE49-F238E27FC236}">
                <a16:creationId xmlns:a16="http://schemas.microsoft.com/office/drawing/2014/main" id="{EC19C423-0DC8-41DD-A3EB-D831FA6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40" y="7506504"/>
            <a:ext cx="85077" cy="113438"/>
          </a:xfrm>
          <a:custGeom xmlns:a="http://schemas.openxmlformats.org/drawingml/2006/main">
            <a:pathLst>
              <a:path w="58057" h="77411">
                <a:moveTo>
                  <a:pt x="29026" y="77411"/>
                </a:moveTo>
                <a:lnTo>
                  <a:pt x="58057" y="0"/>
                </a:lnTo>
                <a:lnTo>
                  <a:pt x="29026" y="29029"/>
                </a:lnTo>
                <a:lnTo>
                  <a:pt x="0" y="0"/>
                </a:lnTo>
                <a:lnTo>
                  <a:pt x="29026" y="77411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97" name="path-991">
            <a:extLst xmlns:a="http://schemas.openxmlformats.org/drawingml/2006/main">
              <a:ext uri="{FF2B5EF4-FFF2-40B4-BE49-F238E27FC236}">
                <a16:creationId xmlns:a16="http://schemas.microsoft.com/office/drawing/2014/main" id="{56CA4D8E-1226-4D14-BDF1-CF3B164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260" y="7203714"/>
            <a:ext cx="1379903" cy="1155998"/>
          </a:xfrm>
          <a:custGeom xmlns:a="http://schemas.openxmlformats.org/drawingml/2006/main">
            <a:pathLst>
              <a:path w="941656" h="788861">
                <a:moveTo>
                  <a:pt x="0" y="788861"/>
                </a:moveTo>
                <a:lnTo>
                  <a:pt x="220264" y="788861"/>
                </a:lnTo>
                <a:cubicBezTo>
                  <a:pt x="259140" y="788861"/>
                  <a:pt x="290631" y="757367"/>
                  <a:pt x="290631" y="718488"/>
                </a:cubicBezTo>
                <a:lnTo>
                  <a:pt x="290631" y="70371"/>
                </a:lnTo>
                <a:cubicBezTo>
                  <a:pt x="290631" y="31485"/>
                  <a:pt x="322123" y="0"/>
                  <a:pt x="361005" y="0"/>
                </a:cubicBezTo>
                <a:lnTo>
                  <a:pt x="9416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998" name="path-992">
            <a:extLst xmlns:a="http://schemas.openxmlformats.org/drawingml/2006/main">
              <a:ext uri="{FF2B5EF4-FFF2-40B4-BE49-F238E27FC236}">
                <a16:creationId xmlns:a16="http://schemas.microsoft.com/office/drawing/2014/main" id="{8062E625-C5A4-4FCF-BEAD-B90AE2E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52" y="7161044"/>
            <a:ext cx="113434" cy="85076"/>
          </a:xfrm>
          <a:custGeom xmlns:a="http://schemas.openxmlformats.org/drawingml/2006/main">
            <a:pathLst>
              <a:path w="77408" h="58056">
                <a:moveTo>
                  <a:pt x="77408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8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9" name="path-993">
            <a:extLst xmlns:a="http://schemas.openxmlformats.org/drawingml/2006/main">
              <a:ext uri="{FF2B5EF4-FFF2-40B4-BE49-F238E27FC236}">
                <a16:creationId xmlns:a16="http://schemas.microsoft.com/office/drawing/2014/main" id="{7C736474-2244-419B-8AE5-49960C37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21" y="7161171"/>
            <a:ext cx="113433" cy="85077"/>
          </a:xfrm>
          <a:custGeom xmlns:a="http://schemas.openxmlformats.org/drawingml/2006/main">
            <a:pathLst>
              <a:path w="77408" h="58057">
                <a:moveTo>
                  <a:pt x="77408" y="29032"/>
                </a:moveTo>
                <a:lnTo>
                  <a:pt x="0" y="0"/>
                </a:lnTo>
                <a:lnTo>
                  <a:pt x="29032" y="29032"/>
                </a:lnTo>
                <a:lnTo>
                  <a:pt x="0" y="58057"/>
                </a:lnTo>
                <a:lnTo>
                  <a:pt x="77408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000" name="path-994">
            <a:extLst xmlns:a="http://schemas.openxmlformats.org/drawingml/2006/main">
              <a:ext uri="{FF2B5EF4-FFF2-40B4-BE49-F238E27FC236}">
                <a16:creationId xmlns:a16="http://schemas.microsoft.com/office/drawing/2014/main" id="{D84DFACB-3DD5-424C-BB67-66AA7712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790" y="6713449"/>
            <a:ext cx="803942" cy="282600"/>
          </a:xfrm>
          <a:custGeom xmlns:a="http://schemas.openxmlformats.org/drawingml/2006/main">
            <a:pathLst>
              <a:path w="548616" h="192848">
                <a:moveTo>
                  <a:pt x="0" y="0"/>
                </a:moveTo>
                <a:lnTo>
                  <a:pt x="548616" y="0"/>
                </a:lnTo>
                <a:lnTo>
                  <a:pt x="548616" y="192848"/>
                </a:lnTo>
                <a:lnTo>
                  <a:pt x="0" y="1928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1" name="text-995 Update">
            <a:extLst xmlns:a="http://schemas.openxmlformats.org/drawingml/2006/main">
              <a:ext uri="{FF2B5EF4-FFF2-40B4-BE49-F238E27FC236}">
                <a16:creationId xmlns:a16="http://schemas.microsoft.com/office/drawing/2014/main" id="{EEFFA245-FE2E-46DE-A53C-30D173F7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4292" y="6715908"/>
            <a:ext cx="702332" cy="288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002" name="path-996">
            <a:extLst xmlns:a="http://schemas.openxmlformats.org/drawingml/2006/main">
              <a:ext uri="{FF2B5EF4-FFF2-40B4-BE49-F238E27FC236}">
                <a16:creationId xmlns:a16="http://schemas.microsoft.com/office/drawing/2014/main" id="{13FCA34E-1766-4771-938F-3B0B1FC2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91" y="6996155"/>
            <a:ext cx="876540" cy="415090"/>
          </a:xfrm>
          <a:custGeom xmlns:a="http://schemas.openxmlformats.org/drawingml/2006/main">
            <a:pathLst>
              <a:path w="598157" h="283261">
                <a:moveTo>
                  <a:pt x="0" y="0"/>
                </a:moveTo>
                <a:lnTo>
                  <a:pt x="598157" y="0"/>
                </a:lnTo>
                <a:lnTo>
                  <a:pt x="598157" y="283261"/>
                </a:lnTo>
                <a:lnTo>
                  <a:pt x="0" y="2832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3" name="path-997">
            <a:extLst xmlns:a="http://schemas.openxmlformats.org/drawingml/2006/main">
              <a:ext uri="{FF2B5EF4-FFF2-40B4-BE49-F238E27FC236}">
                <a16:creationId xmlns:a16="http://schemas.microsoft.com/office/drawing/2014/main" id="{96EBD1F4-F8FB-4A3E-9E88-BEAA6A5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67" y="6996046"/>
            <a:ext cx="876534" cy="415193"/>
          </a:xfrm>
          <a:custGeom xmlns:a="http://schemas.openxmlformats.org/drawingml/2006/main">
            <a:pathLst>
              <a:path w="598153" h="283331">
                <a:moveTo>
                  <a:pt x="0" y="0"/>
                </a:moveTo>
                <a:lnTo>
                  <a:pt x="0" y="283331"/>
                </a:lnTo>
                <a:lnTo>
                  <a:pt x="598153" y="283331"/>
                </a:lnTo>
                <a:lnTo>
                  <a:pt x="5981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5781">
            <a:solidFill>
              <a:srgbClr val="000000"/>
            </a:solidFill>
            <a:prstDash val="solid"/>
          </a:ln>
        </p:spPr>
      </p:sp>
      <p:sp>
        <p:nvSpPr>
          <p:cNvPr id="1004" name="path-999">
            <a:extLst xmlns:a="http://schemas.openxmlformats.org/drawingml/2006/main">
              <a:ext uri="{FF2B5EF4-FFF2-40B4-BE49-F238E27FC236}">
                <a16:creationId xmlns:a16="http://schemas.microsoft.com/office/drawing/2014/main" id="{B71DA7BC-A6F0-4870-8856-968F0E1D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27" y="7083287"/>
            <a:ext cx="187317" cy="192857"/>
          </a:xfrm>
          <a:custGeom xmlns:a="http://schemas.openxmlformats.org/drawingml/2006/main">
            <a:pathLst>
              <a:path w="127827" h="131607">
                <a:moveTo>
                  <a:pt x="71334" y="15224"/>
                </a:moveTo>
                <a:cubicBezTo>
                  <a:pt x="71334" y="8676"/>
                  <a:pt x="71334" y="5978"/>
                  <a:pt x="89650" y="5978"/>
                </a:cubicBezTo>
                <a:lnTo>
                  <a:pt x="96013" y="5978"/>
                </a:lnTo>
                <a:lnTo>
                  <a:pt x="96013" y="0"/>
                </a:lnTo>
                <a:cubicBezTo>
                  <a:pt x="89074" y="580"/>
                  <a:pt x="71334" y="580"/>
                  <a:pt x="63429" y="580"/>
                </a:cubicBezTo>
                <a:cubicBezTo>
                  <a:pt x="55525" y="580"/>
                  <a:pt x="37597" y="580"/>
                  <a:pt x="30654" y="0"/>
                </a:cubicBezTo>
                <a:lnTo>
                  <a:pt x="30654" y="5978"/>
                </a:lnTo>
                <a:lnTo>
                  <a:pt x="37017" y="5978"/>
                </a:lnTo>
                <a:cubicBezTo>
                  <a:pt x="55333" y="5978"/>
                  <a:pt x="55333" y="8481"/>
                  <a:pt x="55333" y="15224"/>
                </a:cubicBezTo>
                <a:lnTo>
                  <a:pt x="55333" y="100797"/>
                </a:lnTo>
                <a:cubicBezTo>
                  <a:pt x="30078" y="94051"/>
                  <a:pt x="29113" y="64368"/>
                  <a:pt x="29113" y="51841"/>
                </a:cubicBezTo>
                <a:cubicBezTo>
                  <a:pt x="28918" y="28518"/>
                  <a:pt x="20437" y="24853"/>
                  <a:pt x="11953" y="24853"/>
                </a:cubicBezTo>
                <a:lnTo>
                  <a:pt x="4819" y="24853"/>
                </a:lnTo>
                <a:cubicBezTo>
                  <a:pt x="1927" y="24853"/>
                  <a:pt x="0" y="24853"/>
                  <a:pt x="0" y="26974"/>
                </a:cubicBezTo>
                <a:cubicBezTo>
                  <a:pt x="0" y="27939"/>
                  <a:pt x="580" y="28904"/>
                  <a:pt x="1736" y="29095"/>
                </a:cubicBezTo>
                <a:cubicBezTo>
                  <a:pt x="8099" y="29866"/>
                  <a:pt x="12918" y="32566"/>
                  <a:pt x="13112" y="55310"/>
                </a:cubicBezTo>
                <a:cubicBezTo>
                  <a:pt x="13112" y="59743"/>
                  <a:pt x="13688" y="74970"/>
                  <a:pt x="22944" y="87882"/>
                </a:cubicBezTo>
                <a:cubicBezTo>
                  <a:pt x="30463" y="98290"/>
                  <a:pt x="42222" y="103883"/>
                  <a:pt x="55333" y="105616"/>
                </a:cubicBezTo>
                <a:lnTo>
                  <a:pt x="55333" y="116395"/>
                </a:lnTo>
                <a:cubicBezTo>
                  <a:pt x="55333" y="122937"/>
                  <a:pt x="55333" y="125632"/>
                  <a:pt x="37017" y="125632"/>
                </a:cubicBezTo>
                <a:lnTo>
                  <a:pt x="30654" y="125632"/>
                </a:lnTo>
                <a:lnTo>
                  <a:pt x="30654" y="131607"/>
                </a:lnTo>
                <a:cubicBezTo>
                  <a:pt x="37597" y="131030"/>
                  <a:pt x="55333" y="131030"/>
                  <a:pt x="63238" y="131030"/>
                </a:cubicBezTo>
                <a:cubicBezTo>
                  <a:pt x="71143" y="131030"/>
                  <a:pt x="89074" y="131030"/>
                  <a:pt x="96013" y="131607"/>
                </a:cubicBezTo>
                <a:lnTo>
                  <a:pt x="96013" y="125632"/>
                </a:lnTo>
                <a:lnTo>
                  <a:pt x="89650" y="125632"/>
                </a:lnTo>
                <a:cubicBezTo>
                  <a:pt x="71334" y="125632"/>
                  <a:pt x="71334" y="123129"/>
                  <a:pt x="71334" y="116395"/>
                </a:cubicBezTo>
                <a:lnTo>
                  <a:pt x="71334" y="105616"/>
                </a:lnTo>
                <a:cubicBezTo>
                  <a:pt x="85217" y="103883"/>
                  <a:pt x="96978" y="98099"/>
                  <a:pt x="104498" y="88076"/>
                </a:cubicBezTo>
                <a:cubicBezTo>
                  <a:pt x="114524" y="74391"/>
                  <a:pt x="114715" y="59164"/>
                  <a:pt x="114715" y="50682"/>
                </a:cubicBezTo>
                <a:cubicBezTo>
                  <a:pt x="114715" y="47599"/>
                  <a:pt x="114909" y="30445"/>
                  <a:pt x="125320" y="29095"/>
                </a:cubicBezTo>
                <a:cubicBezTo>
                  <a:pt x="126476" y="28904"/>
                  <a:pt x="127827" y="28710"/>
                  <a:pt x="127827" y="26974"/>
                </a:cubicBezTo>
                <a:cubicBezTo>
                  <a:pt x="127827" y="24853"/>
                  <a:pt x="126282" y="24853"/>
                  <a:pt x="123199" y="24853"/>
                </a:cubicBezTo>
                <a:lnTo>
                  <a:pt x="115871" y="24853"/>
                </a:lnTo>
                <a:cubicBezTo>
                  <a:pt x="108352" y="24853"/>
                  <a:pt x="98905" y="26203"/>
                  <a:pt x="98714" y="54154"/>
                </a:cubicBezTo>
                <a:cubicBezTo>
                  <a:pt x="98520" y="75356"/>
                  <a:pt x="92157" y="95787"/>
                  <a:pt x="71334" y="100797"/>
                </a:cubicBezTo>
                <a:lnTo>
                  <a:pt x="71334" y="15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5" name="path-1000">
            <a:extLst xmlns:a="http://schemas.openxmlformats.org/drawingml/2006/main">
              <a:ext uri="{FF2B5EF4-FFF2-40B4-BE49-F238E27FC236}">
                <a16:creationId xmlns:a16="http://schemas.microsoft.com/office/drawing/2014/main" id="{4711D36C-4E23-415B-95E0-E6A2DBEF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745" y="7064249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6" name="path-1001">
            <a:extLst xmlns:a="http://schemas.openxmlformats.org/drawingml/2006/main">
              <a:ext uri="{FF2B5EF4-FFF2-40B4-BE49-F238E27FC236}">
                <a16:creationId xmlns:a16="http://schemas.microsoft.com/office/drawing/2014/main" id="{EC7B1074-1F1B-481D-8DD2-FD4AE3CA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934" y="7190467"/>
            <a:ext cx="29944" cy="2994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7" name="path-1002">
            <a:extLst xmlns:a="http://schemas.openxmlformats.org/drawingml/2006/main">
              <a:ext uri="{FF2B5EF4-FFF2-40B4-BE49-F238E27FC236}">
                <a16:creationId xmlns:a16="http://schemas.microsoft.com/office/drawing/2014/main" id="{C5AA84C2-8C42-42CE-A9A0-C364C4BC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402" y="7246199"/>
            <a:ext cx="33052" cy="84573"/>
          </a:xfrm>
          <a:custGeom xmlns:a="http://schemas.openxmlformats.org/drawingml/2006/main">
            <a:pathLst>
              <a:path w="22555" h="57713">
                <a:moveTo>
                  <a:pt x="22555" y="20243"/>
                </a:moveTo>
                <a:cubicBezTo>
                  <a:pt x="22555" y="7519"/>
                  <a:pt x="17736" y="0"/>
                  <a:pt x="10217" y="0"/>
                </a:cubicBezTo>
                <a:cubicBezTo>
                  <a:pt x="3854" y="0"/>
                  <a:pt x="0" y="4819"/>
                  <a:pt x="0" y="10217"/>
                </a:cubicBezTo>
                <a:cubicBezTo>
                  <a:pt x="0" y="15424"/>
                  <a:pt x="3854" y="20434"/>
                  <a:pt x="10217" y="20434"/>
                </a:cubicBezTo>
                <a:cubicBezTo>
                  <a:pt x="12529" y="20434"/>
                  <a:pt x="15036" y="19663"/>
                  <a:pt x="16966" y="17931"/>
                </a:cubicBezTo>
                <a:cubicBezTo>
                  <a:pt x="17542" y="17542"/>
                  <a:pt x="17736" y="17351"/>
                  <a:pt x="17928" y="17351"/>
                </a:cubicBezTo>
                <a:cubicBezTo>
                  <a:pt x="18122" y="17351"/>
                  <a:pt x="18316" y="17542"/>
                  <a:pt x="18316" y="20243"/>
                </a:cubicBezTo>
                <a:cubicBezTo>
                  <a:pt x="18316" y="34540"/>
                  <a:pt x="11567" y="46131"/>
                  <a:pt x="5204" y="52506"/>
                </a:cubicBezTo>
                <a:cubicBezTo>
                  <a:pt x="3083" y="54630"/>
                  <a:pt x="3083" y="55016"/>
                  <a:pt x="3083" y="55595"/>
                </a:cubicBezTo>
                <a:cubicBezTo>
                  <a:pt x="3083" y="56943"/>
                  <a:pt x="4048" y="57713"/>
                  <a:pt x="5013" y="57713"/>
                </a:cubicBezTo>
                <a:cubicBezTo>
                  <a:pt x="7131" y="57713"/>
                  <a:pt x="22555" y="42848"/>
                  <a:pt x="22555" y="202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1003">
            <a:extLst xmlns:a="http://schemas.openxmlformats.org/drawingml/2006/main">
              <a:ext uri="{FF2B5EF4-FFF2-40B4-BE49-F238E27FC236}">
                <a16:creationId xmlns:a16="http://schemas.microsoft.com/office/drawing/2014/main" id="{DBDB4A11-E789-4573-A08F-4D1E8BC4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975" y="7190467"/>
            <a:ext cx="29944" cy="2994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path-1004">
            <a:extLst xmlns:a="http://schemas.openxmlformats.org/drawingml/2006/main">
              <a:ext uri="{FF2B5EF4-FFF2-40B4-BE49-F238E27FC236}">
                <a16:creationId xmlns:a16="http://schemas.microsoft.com/office/drawing/2014/main" id="{1B2508D2-C034-4CB7-8EBE-DEB0FE61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77" y="7064249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1006">
            <a:extLst xmlns:a="http://schemas.openxmlformats.org/drawingml/2006/main">
              <a:ext uri="{FF2B5EF4-FFF2-40B4-BE49-F238E27FC236}">
                <a16:creationId xmlns:a16="http://schemas.microsoft.com/office/drawing/2014/main" id="{47B082DD-8A52-44FE-85A1-6AEA27EB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880" y="6856848"/>
            <a:ext cx="140978" cy="257143"/>
          </a:xfrm>
          <a:custGeom xmlns:a="http://schemas.openxmlformats.org/drawingml/2006/main">
            <a:pathLst>
              <a:path w="96205" h="175476">
                <a:moveTo>
                  <a:pt x="60538" y="58884"/>
                </a:moveTo>
                <a:lnTo>
                  <a:pt x="77118" y="58884"/>
                </a:lnTo>
                <a:cubicBezTo>
                  <a:pt x="80975" y="58884"/>
                  <a:pt x="82902" y="58884"/>
                  <a:pt x="82902" y="55027"/>
                </a:cubicBezTo>
                <a:cubicBezTo>
                  <a:pt x="82902" y="52906"/>
                  <a:pt x="80975" y="52906"/>
                  <a:pt x="77697" y="52906"/>
                </a:cubicBezTo>
                <a:lnTo>
                  <a:pt x="61694" y="52906"/>
                </a:lnTo>
                <a:lnTo>
                  <a:pt x="65745" y="30872"/>
                </a:lnTo>
                <a:cubicBezTo>
                  <a:pt x="66515" y="26812"/>
                  <a:pt x="69213" y="13121"/>
                  <a:pt x="70372" y="10805"/>
                </a:cubicBezTo>
                <a:cubicBezTo>
                  <a:pt x="72105" y="7140"/>
                  <a:pt x="75385" y="4242"/>
                  <a:pt x="79433" y="4242"/>
                </a:cubicBezTo>
                <a:cubicBezTo>
                  <a:pt x="80204" y="4242"/>
                  <a:pt x="85217" y="4242"/>
                  <a:pt x="88879" y="7719"/>
                </a:cubicBezTo>
                <a:cubicBezTo>
                  <a:pt x="80395" y="8493"/>
                  <a:pt x="78468" y="15239"/>
                  <a:pt x="78468" y="18131"/>
                </a:cubicBezTo>
                <a:cubicBezTo>
                  <a:pt x="78468" y="22567"/>
                  <a:pt x="81940" y="24879"/>
                  <a:pt x="85602" y="24879"/>
                </a:cubicBezTo>
                <a:cubicBezTo>
                  <a:pt x="90615" y="24879"/>
                  <a:pt x="96205" y="20637"/>
                  <a:pt x="96205" y="13312"/>
                </a:cubicBezTo>
                <a:cubicBezTo>
                  <a:pt x="96205" y="4436"/>
                  <a:pt x="87338" y="0"/>
                  <a:pt x="79433" y="0"/>
                </a:cubicBezTo>
                <a:cubicBezTo>
                  <a:pt x="72879" y="0"/>
                  <a:pt x="60732" y="3471"/>
                  <a:pt x="54948" y="22567"/>
                </a:cubicBezTo>
                <a:cubicBezTo>
                  <a:pt x="53789" y="26621"/>
                  <a:pt x="53212" y="28554"/>
                  <a:pt x="48585" y="52906"/>
                </a:cubicBezTo>
                <a:lnTo>
                  <a:pt x="35282" y="52906"/>
                </a:lnTo>
                <a:cubicBezTo>
                  <a:pt x="31619" y="52906"/>
                  <a:pt x="29498" y="52906"/>
                  <a:pt x="29498" y="56572"/>
                </a:cubicBezTo>
                <a:cubicBezTo>
                  <a:pt x="29498" y="58884"/>
                  <a:pt x="31234" y="58884"/>
                  <a:pt x="34896" y="58884"/>
                </a:cubicBezTo>
                <a:lnTo>
                  <a:pt x="47620" y="58884"/>
                </a:lnTo>
                <a:lnTo>
                  <a:pt x="33161" y="134996"/>
                </a:lnTo>
                <a:cubicBezTo>
                  <a:pt x="29689" y="153689"/>
                  <a:pt x="26412" y="171237"/>
                  <a:pt x="16386" y="171237"/>
                </a:cubicBezTo>
                <a:cubicBezTo>
                  <a:pt x="15615" y="171237"/>
                  <a:pt x="10797" y="171237"/>
                  <a:pt x="7134" y="167762"/>
                </a:cubicBezTo>
                <a:cubicBezTo>
                  <a:pt x="16001" y="167183"/>
                  <a:pt x="17736" y="160243"/>
                  <a:pt x="17736" y="157351"/>
                </a:cubicBezTo>
                <a:cubicBezTo>
                  <a:pt x="17736" y="152918"/>
                  <a:pt x="14268" y="150603"/>
                  <a:pt x="10602" y="150603"/>
                </a:cubicBezTo>
                <a:cubicBezTo>
                  <a:pt x="5590" y="150603"/>
                  <a:pt x="0" y="154845"/>
                  <a:pt x="0" y="162170"/>
                </a:cubicBezTo>
                <a:cubicBezTo>
                  <a:pt x="0" y="170851"/>
                  <a:pt x="8484" y="175476"/>
                  <a:pt x="16386" y="175476"/>
                </a:cubicBezTo>
                <a:cubicBezTo>
                  <a:pt x="26992" y="175476"/>
                  <a:pt x="34702" y="164100"/>
                  <a:pt x="38174" y="156772"/>
                </a:cubicBezTo>
                <a:cubicBezTo>
                  <a:pt x="44343" y="144631"/>
                  <a:pt x="48779" y="121316"/>
                  <a:pt x="48970" y="119966"/>
                </a:cubicBezTo>
                <a:lnTo>
                  <a:pt x="60538" y="58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path-1007">
            <a:extLst xmlns:a="http://schemas.openxmlformats.org/drawingml/2006/main">
              <a:ext uri="{FF2B5EF4-FFF2-40B4-BE49-F238E27FC236}">
                <a16:creationId xmlns:a16="http://schemas.microsoft.com/office/drawing/2014/main" id="{40D8C09F-BC2F-4E48-9C71-8CB8A69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732" y="7011152"/>
            <a:ext cx="71000" cy="87103"/>
          </a:xfrm>
          <a:custGeom xmlns:a="http://schemas.openxmlformats.org/drawingml/2006/main">
            <a:pathLst>
              <a:path w="48451" h="59439">
                <a:moveTo>
                  <a:pt x="0" y="1485"/>
                </a:moveTo>
                <a:lnTo>
                  <a:pt x="0" y="6347"/>
                </a:lnTo>
                <a:lnTo>
                  <a:pt x="1890" y="6347"/>
                </a:lnTo>
                <a:cubicBezTo>
                  <a:pt x="6073" y="6347"/>
                  <a:pt x="10121" y="6752"/>
                  <a:pt x="10121" y="13103"/>
                </a:cubicBezTo>
                <a:lnTo>
                  <a:pt x="10121" y="49042"/>
                </a:lnTo>
                <a:cubicBezTo>
                  <a:pt x="10121" y="54448"/>
                  <a:pt x="6884" y="54582"/>
                  <a:pt x="0" y="54582"/>
                </a:cubicBezTo>
                <a:lnTo>
                  <a:pt x="0" y="59439"/>
                </a:lnTo>
                <a:lnTo>
                  <a:pt x="33066" y="59439"/>
                </a:lnTo>
                <a:lnTo>
                  <a:pt x="33066" y="54582"/>
                </a:lnTo>
                <a:cubicBezTo>
                  <a:pt x="31581" y="54582"/>
                  <a:pt x="29961" y="54718"/>
                  <a:pt x="28476" y="54718"/>
                </a:cubicBezTo>
                <a:cubicBezTo>
                  <a:pt x="24024" y="54718"/>
                  <a:pt x="20379" y="54042"/>
                  <a:pt x="20379" y="49178"/>
                </a:cubicBezTo>
                <a:lnTo>
                  <a:pt x="20379" y="38639"/>
                </a:lnTo>
                <a:cubicBezTo>
                  <a:pt x="20379" y="36071"/>
                  <a:pt x="20245" y="33369"/>
                  <a:pt x="20245" y="30803"/>
                </a:cubicBezTo>
                <a:cubicBezTo>
                  <a:pt x="20245" y="20128"/>
                  <a:pt x="23754" y="3781"/>
                  <a:pt x="38464" y="3781"/>
                </a:cubicBezTo>
                <a:lnTo>
                  <a:pt x="38464" y="3915"/>
                </a:lnTo>
                <a:cubicBezTo>
                  <a:pt x="36845" y="4860"/>
                  <a:pt x="36169" y="6752"/>
                  <a:pt x="36169" y="8643"/>
                </a:cubicBezTo>
                <a:cubicBezTo>
                  <a:pt x="36169" y="12426"/>
                  <a:pt x="39003" y="14858"/>
                  <a:pt x="42378" y="14858"/>
                </a:cubicBezTo>
                <a:cubicBezTo>
                  <a:pt x="46021" y="14858"/>
                  <a:pt x="48451" y="11886"/>
                  <a:pt x="48451" y="8915"/>
                </a:cubicBezTo>
                <a:cubicBezTo>
                  <a:pt x="48451" y="3105"/>
                  <a:pt x="43052" y="0"/>
                  <a:pt x="37788" y="0"/>
                </a:cubicBezTo>
                <a:cubicBezTo>
                  <a:pt x="29151" y="0"/>
                  <a:pt x="21324" y="7428"/>
                  <a:pt x="19569" y="14858"/>
                </a:cubicBezTo>
                <a:lnTo>
                  <a:pt x="19434" y="0"/>
                </a:lnTo>
                <a:lnTo>
                  <a:pt x="12687" y="542"/>
                </a:lnTo>
                <a:lnTo>
                  <a:pt x="0" y="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1008">
            <a:extLst xmlns:a="http://schemas.openxmlformats.org/drawingml/2006/main">
              <a:ext uri="{FF2B5EF4-FFF2-40B4-BE49-F238E27FC236}">
                <a16:creationId xmlns:a16="http://schemas.microsoft.com/office/drawing/2014/main" id="{3D4EEC1D-D3FE-41F1-9EE7-C7EF30A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215" y="7010186"/>
            <a:ext cx="84842" cy="90000"/>
          </a:xfrm>
          <a:custGeom xmlns:a="http://schemas.openxmlformats.org/drawingml/2006/main">
            <a:pathLst>
              <a:path w="57897" h="61416">
                <a:moveTo>
                  <a:pt x="12282" y="29258"/>
                </a:moveTo>
                <a:lnTo>
                  <a:pt x="54930" y="29258"/>
                </a:lnTo>
                <a:cubicBezTo>
                  <a:pt x="57224" y="29258"/>
                  <a:pt x="57897" y="28449"/>
                  <a:pt x="57897" y="26425"/>
                </a:cubicBezTo>
                <a:cubicBezTo>
                  <a:pt x="57897" y="11868"/>
                  <a:pt x="48585" y="0"/>
                  <a:pt x="31581" y="0"/>
                </a:cubicBezTo>
                <a:cubicBezTo>
                  <a:pt x="15251" y="0"/>
                  <a:pt x="0" y="12137"/>
                  <a:pt x="0" y="30611"/>
                </a:cubicBezTo>
                <a:cubicBezTo>
                  <a:pt x="0" y="48991"/>
                  <a:pt x="16330" y="61416"/>
                  <a:pt x="32930" y="61416"/>
                </a:cubicBezTo>
                <a:cubicBezTo>
                  <a:pt x="42782" y="61416"/>
                  <a:pt x="54794" y="55883"/>
                  <a:pt x="57493" y="45342"/>
                </a:cubicBezTo>
                <a:cubicBezTo>
                  <a:pt x="57627" y="44936"/>
                  <a:pt x="57763" y="44396"/>
                  <a:pt x="57763" y="43991"/>
                </a:cubicBezTo>
                <a:lnTo>
                  <a:pt x="57763" y="43585"/>
                </a:lnTo>
                <a:cubicBezTo>
                  <a:pt x="57627" y="42504"/>
                  <a:pt x="56684" y="41962"/>
                  <a:pt x="55603" y="41962"/>
                </a:cubicBezTo>
                <a:cubicBezTo>
                  <a:pt x="52905" y="41962"/>
                  <a:pt x="52364" y="46692"/>
                  <a:pt x="50609" y="48855"/>
                </a:cubicBezTo>
                <a:cubicBezTo>
                  <a:pt x="46697" y="54127"/>
                  <a:pt x="40218" y="57098"/>
                  <a:pt x="33606" y="57098"/>
                </a:cubicBezTo>
                <a:lnTo>
                  <a:pt x="33200" y="57098"/>
                </a:lnTo>
                <a:cubicBezTo>
                  <a:pt x="27803" y="57098"/>
                  <a:pt x="21864" y="54127"/>
                  <a:pt x="18624" y="50477"/>
                </a:cubicBezTo>
                <a:cubicBezTo>
                  <a:pt x="13227" y="44800"/>
                  <a:pt x="12282" y="36828"/>
                  <a:pt x="12282" y="29258"/>
                </a:cubicBezTo>
                <a:moveTo>
                  <a:pt x="12418" y="25751"/>
                </a:moveTo>
                <a:cubicBezTo>
                  <a:pt x="13902" y="15506"/>
                  <a:pt x="18354" y="3915"/>
                  <a:pt x="31445" y="3915"/>
                </a:cubicBezTo>
                <a:cubicBezTo>
                  <a:pt x="36305" y="3915"/>
                  <a:pt x="40218" y="5667"/>
                  <a:pt x="43997" y="9979"/>
                </a:cubicBezTo>
                <a:cubicBezTo>
                  <a:pt x="47236" y="14294"/>
                  <a:pt x="48451" y="20358"/>
                  <a:pt x="48451" y="25751"/>
                </a:cubicBezTo>
                <a:lnTo>
                  <a:pt x="12418" y="25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3" name="path-1009">
            <a:extLst xmlns:a="http://schemas.openxmlformats.org/drawingml/2006/main">
              <a:ext uri="{FF2B5EF4-FFF2-40B4-BE49-F238E27FC236}">
                <a16:creationId xmlns:a16="http://schemas.microsoft.com/office/drawing/2014/main" id="{F3097EEC-BE8A-4E5F-96B0-03EC9F8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22" y="7011152"/>
            <a:ext cx="106202" cy="125536"/>
          </a:xfrm>
          <a:custGeom xmlns:a="http://schemas.openxmlformats.org/drawingml/2006/main">
            <a:pathLst>
              <a:path w="72473" h="85667">
                <a:moveTo>
                  <a:pt x="0" y="1485"/>
                </a:moveTo>
                <a:lnTo>
                  <a:pt x="0" y="6345"/>
                </a:lnTo>
                <a:lnTo>
                  <a:pt x="2970" y="6345"/>
                </a:lnTo>
                <a:cubicBezTo>
                  <a:pt x="6748" y="6345"/>
                  <a:pt x="10121" y="6886"/>
                  <a:pt x="10121" y="12016"/>
                </a:cubicBezTo>
                <a:lnTo>
                  <a:pt x="10121" y="75525"/>
                </a:lnTo>
                <a:cubicBezTo>
                  <a:pt x="10121" y="80267"/>
                  <a:pt x="6748" y="80809"/>
                  <a:pt x="3239" y="80809"/>
                </a:cubicBezTo>
                <a:lnTo>
                  <a:pt x="0" y="80809"/>
                </a:lnTo>
                <a:lnTo>
                  <a:pt x="0" y="85667"/>
                </a:lnTo>
                <a:lnTo>
                  <a:pt x="31042" y="85667"/>
                </a:lnTo>
                <a:lnTo>
                  <a:pt x="31042" y="80809"/>
                </a:lnTo>
                <a:lnTo>
                  <a:pt x="27803" y="80809"/>
                </a:lnTo>
                <a:cubicBezTo>
                  <a:pt x="24024" y="80809"/>
                  <a:pt x="20918" y="80403"/>
                  <a:pt x="20918" y="75661"/>
                </a:cubicBezTo>
                <a:lnTo>
                  <a:pt x="20918" y="53064"/>
                </a:lnTo>
                <a:cubicBezTo>
                  <a:pt x="26048" y="58194"/>
                  <a:pt x="32660" y="60757"/>
                  <a:pt x="39543" y="60757"/>
                </a:cubicBezTo>
                <a:cubicBezTo>
                  <a:pt x="56278" y="60757"/>
                  <a:pt x="72473" y="48068"/>
                  <a:pt x="72473" y="30245"/>
                </a:cubicBezTo>
                <a:cubicBezTo>
                  <a:pt x="72473" y="13906"/>
                  <a:pt x="58706" y="0"/>
                  <a:pt x="41433" y="0"/>
                </a:cubicBezTo>
                <a:cubicBezTo>
                  <a:pt x="33470" y="0"/>
                  <a:pt x="26048" y="2836"/>
                  <a:pt x="20379" y="8101"/>
                </a:cubicBezTo>
                <a:lnTo>
                  <a:pt x="20379" y="0"/>
                </a:lnTo>
                <a:lnTo>
                  <a:pt x="0" y="1485"/>
                </a:lnTo>
                <a:moveTo>
                  <a:pt x="60057" y="32405"/>
                </a:moveTo>
                <a:cubicBezTo>
                  <a:pt x="58978" y="44017"/>
                  <a:pt x="51690" y="56979"/>
                  <a:pt x="38328" y="56979"/>
                </a:cubicBezTo>
                <a:cubicBezTo>
                  <a:pt x="32391" y="56979"/>
                  <a:pt x="26452" y="53873"/>
                  <a:pt x="23079" y="49013"/>
                </a:cubicBezTo>
                <a:cubicBezTo>
                  <a:pt x="21864" y="47662"/>
                  <a:pt x="20918" y="46178"/>
                  <a:pt x="20918" y="44287"/>
                </a:cubicBezTo>
                <a:lnTo>
                  <a:pt x="20918" y="22683"/>
                </a:lnTo>
                <a:cubicBezTo>
                  <a:pt x="20918" y="21062"/>
                  <a:pt x="20784" y="19442"/>
                  <a:pt x="20784" y="17687"/>
                </a:cubicBezTo>
                <a:cubicBezTo>
                  <a:pt x="20784" y="10261"/>
                  <a:pt x="30906" y="4320"/>
                  <a:pt x="39543" y="4320"/>
                </a:cubicBezTo>
                <a:cubicBezTo>
                  <a:pt x="53445" y="4320"/>
                  <a:pt x="60191" y="19038"/>
                  <a:pt x="60191" y="30381"/>
                </a:cubicBezTo>
                <a:cubicBezTo>
                  <a:pt x="60191" y="31054"/>
                  <a:pt x="60191" y="31730"/>
                  <a:pt x="60057" y="324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path-1010">
            <a:extLst xmlns:a="http://schemas.openxmlformats.org/drawingml/2006/main">
              <a:ext uri="{FF2B5EF4-FFF2-40B4-BE49-F238E27FC236}">
                <a16:creationId xmlns:a16="http://schemas.microsoft.com/office/drawing/2014/main" id="{3DE078D5-9817-4BA6-9870-CD37DD8D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782" y="6844157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5" name="path-1011">
            <a:extLst xmlns:a="http://schemas.openxmlformats.org/drawingml/2006/main">
              <a:ext uri="{FF2B5EF4-FFF2-40B4-BE49-F238E27FC236}">
                <a16:creationId xmlns:a16="http://schemas.microsoft.com/office/drawing/2014/main" id="{4C8BC82D-9A44-4B76-AE04-E31A066C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993" y="6859883"/>
            <a:ext cx="72045" cy="198375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path-1012">
            <a:extLst xmlns:a="http://schemas.openxmlformats.org/drawingml/2006/main">
              <a:ext uri="{FF2B5EF4-FFF2-40B4-BE49-F238E27FC236}">
                <a16:creationId xmlns:a16="http://schemas.microsoft.com/office/drawing/2014/main" id="{75A3F24E-AD9E-4C41-AF3A-4995A42E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507" y="6967117"/>
            <a:ext cx="87413" cy="131330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7" name="path-1013">
            <a:extLst xmlns:a="http://schemas.openxmlformats.org/drawingml/2006/main">
              <a:ext uri="{FF2B5EF4-FFF2-40B4-BE49-F238E27FC236}">
                <a16:creationId xmlns:a16="http://schemas.microsoft.com/office/drawing/2014/main" id="{09A2C8E3-6509-41D4-AD43-FC4B6A7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886" y="6844157"/>
            <a:ext cx="65544" cy="282526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1014">
            <a:extLst xmlns:a="http://schemas.openxmlformats.org/drawingml/2006/main">
              <a:ext uri="{FF2B5EF4-FFF2-40B4-BE49-F238E27FC236}">
                <a16:creationId xmlns:a16="http://schemas.microsoft.com/office/drawing/2014/main" id="{50871A22-2570-4623-9C49-A6FBBED7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181792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9" name="path-1015">
            <a:extLst xmlns:a="http://schemas.openxmlformats.org/drawingml/2006/main">
              <a:ext uri="{FF2B5EF4-FFF2-40B4-BE49-F238E27FC236}">
                <a16:creationId xmlns:a16="http://schemas.microsoft.com/office/drawing/2014/main" id="{B49EE6B4-3A8C-4F68-B3AA-488D683B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181788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20" name="path-1016">
            <a:extLst xmlns:a="http://schemas.openxmlformats.org/drawingml/2006/main">
              <a:ext uri="{FF2B5EF4-FFF2-40B4-BE49-F238E27FC236}">
                <a16:creationId xmlns:a16="http://schemas.microsoft.com/office/drawing/2014/main" id="{C8BCAA68-3B9B-476A-8BA4-D3F27E8A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1817927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1" name="path-1017">
            <a:extLst xmlns:a="http://schemas.openxmlformats.org/drawingml/2006/main">
              <a:ext uri="{FF2B5EF4-FFF2-40B4-BE49-F238E27FC236}">
                <a16:creationId xmlns:a16="http://schemas.microsoft.com/office/drawing/2014/main" id="{183F06F1-C552-4765-B1C0-F6364AFD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181788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22" name="path-1018">
            <a:extLst xmlns:a="http://schemas.openxmlformats.org/drawingml/2006/main">
              <a:ext uri="{FF2B5EF4-FFF2-40B4-BE49-F238E27FC236}">
                <a16:creationId xmlns:a16="http://schemas.microsoft.com/office/drawing/2014/main" id="{62BAC9B8-8A1C-4206-B162-828C62E9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181792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3" name="path-1019">
            <a:extLst xmlns:a="http://schemas.openxmlformats.org/drawingml/2006/main">
              <a:ext uri="{FF2B5EF4-FFF2-40B4-BE49-F238E27FC236}">
                <a16:creationId xmlns:a16="http://schemas.microsoft.com/office/drawing/2014/main" id="{FD6D8981-B9ED-4AC5-A110-D9D2A5F8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1817887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24" name="path-1020">
            <a:extLst xmlns:a="http://schemas.openxmlformats.org/drawingml/2006/main">
              <a:ext uri="{FF2B5EF4-FFF2-40B4-BE49-F238E27FC236}">
                <a16:creationId xmlns:a16="http://schemas.microsoft.com/office/drawing/2014/main" id="{4F60C4B7-338B-4C9E-9736-6AE785C4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1996200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5" name="path-1021">
            <a:extLst xmlns:a="http://schemas.openxmlformats.org/drawingml/2006/main">
              <a:ext uri="{FF2B5EF4-FFF2-40B4-BE49-F238E27FC236}">
                <a16:creationId xmlns:a16="http://schemas.microsoft.com/office/drawing/2014/main" id="{560F4B1D-9A3C-4CFB-B5F8-C3AFDE90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1996160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26" name="path-1022">
            <a:extLst xmlns:a="http://schemas.openxmlformats.org/drawingml/2006/main">
              <a:ext uri="{FF2B5EF4-FFF2-40B4-BE49-F238E27FC236}">
                <a16:creationId xmlns:a16="http://schemas.microsoft.com/office/drawing/2014/main" id="{5EAF879A-5CB9-4B67-924A-9EB3AABA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1996200"/>
            <a:ext cx="178236" cy="178237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7" name="path-1023">
            <a:extLst xmlns:a="http://schemas.openxmlformats.org/drawingml/2006/main">
              <a:ext uri="{FF2B5EF4-FFF2-40B4-BE49-F238E27FC236}">
                <a16:creationId xmlns:a16="http://schemas.microsoft.com/office/drawing/2014/main" id="{743A5455-A44D-40A0-87BD-BFE66888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1996160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28" name="path-1024">
            <a:extLst xmlns:a="http://schemas.openxmlformats.org/drawingml/2006/main">
              <a:ext uri="{FF2B5EF4-FFF2-40B4-BE49-F238E27FC236}">
                <a16:creationId xmlns:a16="http://schemas.microsoft.com/office/drawing/2014/main" id="{3ED7391B-49E9-4CE0-B760-E7E73143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1996200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path-1025">
            <a:extLst xmlns:a="http://schemas.openxmlformats.org/drawingml/2006/main">
              <a:ext uri="{FF2B5EF4-FFF2-40B4-BE49-F238E27FC236}">
                <a16:creationId xmlns:a16="http://schemas.microsoft.com/office/drawing/2014/main" id="{2281114F-5FC3-49F6-A0D8-54D6E291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1996160"/>
            <a:ext cx="178144" cy="178277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30" name="path-1026">
            <a:extLst xmlns:a="http://schemas.openxmlformats.org/drawingml/2006/main">
              <a:ext uri="{FF2B5EF4-FFF2-40B4-BE49-F238E27FC236}">
                <a16:creationId xmlns:a16="http://schemas.microsoft.com/office/drawing/2014/main" id="{5F8BF3B3-EA5B-4177-8605-D59DB80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217434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1027">
            <a:extLst xmlns:a="http://schemas.openxmlformats.org/drawingml/2006/main">
              <a:ext uri="{FF2B5EF4-FFF2-40B4-BE49-F238E27FC236}">
                <a16:creationId xmlns:a16="http://schemas.microsoft.com/office/drawing/2014/main" id="{97175E36-4187-484B-8EFD-D2FC31F1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2174438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32" name="path-1028">
            <a:extLst xmlns:a="http://schemas.openxmlformats.org/drawingml/2006/main">
              <a:ext uri="{FF2B5EF4-FFF2-40B4-BE49-F238E27FC236}">
                <a16:creationId xmlns:a16="http://schemas.microsoft.com/office/drawing/2014/main" id="{732EDAEF-4CB1-4987-B73A-36FE0E56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2174344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3" name="path-1029">
            <a:extLst xmlns:a="http://schemas.openxmlformats.org/drawingml/2006/main">
              <a:ext uri="{FF2B5EF4-FFF2-40B4-BE49-F238E27FC236}">
                <a16:creationId xmlns:a16="http://schemas.microsoft.com/office/drawing/2014/main" id="{5F6677F3-F456-4870-BE1F-74636E15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2174438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34" name="path-1030">
            <a:extLst xmlns:a="http://schemas.openxmlformats.org/drawingml/2006/main">
              <a:ext uri="{FF2B5EF4-FFF2-40B4-BE49-F238E27FC236}">
                <a16:creationId xmlns:a16="http://schemas.microsoft.com/office/drawing/2014/main" id="{92B93BA2-0732-4639-A5A5-A8BB199A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217434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path-1031">
            <a:extLst xmlns:a="http://schemas.openxmlformats.org/drawingml/2006/main">
              <a:ext uri="{FF2B5EF4-FFF2-40B4-BE49-F238E27FC236}">
                <a16:creationId xmlns:a16="http://schemas.microsoft.com/office/drawing/2014/main" id="{097F7127-106A-4C97-9926-7968BA9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2174438"/>
            <a:ext cx="178144" cy="178140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36" name="path-1032">
            <a:extLst xmlns:a="http://schemas.openxmlformats.org/drawingml/2006/main">
              <a:ext uri="{FF2B5EF4-FFF2-40B4-BE49-F238E27FC236}">
                <a16:creationId xmlns:a16="http://schemas.microsoft.com/office/drawing/2014/main" id="{03FEEA17-B119-4BA2-9AEF-AF2AEE64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181792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7" name="path-1033">
            <a:extLst xmlns:a="http://schemas.openxmlformats.org/drawingml/2006/main">
              <a:ext uri="{FF2B5EF4-FFF2-40B4-BE49-F238E27FC236}">
                <a16:creationId xmlns:a16="http://schemas.microsoft.com/office/drawing/2014/main" id="{7B78B837-24E6-4EDB-98F1-E43813EE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181788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38" name="path-1034">
            <a:extLst xmlns:a="http://schemas.openxmlformats.org/drawingml/2006/main">
              <a:ext uri="{FF2B5EF4-FFF2-40B4-BE49-F238E27FC236}">
                <a16:creationId xmlns:a16="http://schemas.microsoft.com/office/drawing/2014/main" id="{97C30863-1A36-4D1F-944B-F585CBC1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1996200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9" name="path-1035">
            <a:extLst xmlns:a="http://schemas.openxmlformats.org/drawingml/2006/main">
              <a:ext uri="{FF2B5EF4-FFF2-40B4-BE49-F238E27FC236}">
                <a16:creationId xmlns:a16="http://schemas.microsoft.com/office/drawing/2014/main" id="{17262920-0DBC-480C-96EC-E0B4748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1996160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40" name="path-1036">
            <a:extLst xmlns:a="http://schemas.openxmlformats.org/drawingml/2006/main">
              <a:ext uri="{FF2B5EF4-FFF2-40B4-BE49-F238E27FC236}">
                <a16:creationId xmlns:a16="http://schemas.microsoft.com/office/drawing/2014/main" id="{53C0802B-38C6-407B-92EB-8363746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217434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path-1037">
            <a:extLst xmlns:a="http://schemas.openxmlformats.org/drawingml/2006/main">
              <a:ext uri="{FF2B5EF4-FFF2-40B4-BE49-F238E27FC236}">
                <a16:creationId xmlns:a16="http://schemas.microsoft.com/office/drawing/2014/main" id="{93C01FA3-C12B-4B5A-BEE1-0E917291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2174438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42" name="path-1038">
            <a:extLst xmlns:a="http://schemas.openxmlformats.org/drawingml/2006/main">
              <a:ext uri="{FF2B5EF4-FFF2-40B4-BE49-F238E27FC236}">
                <a16:creationId xmlns:a16="http://schemas.microsoft.com/office/drawing/2014/main" id="{1F018773-2ADE-4F85-88B2-3CEC7BF0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2352617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3" name="path-1039">
            <a:extLst xmlns:a="http://schemas.openxmlformats.org/drawingml/2006/main">
              <a:ext uri="{FF2B5EF4-FFF2-40B4-BE49-F238E27FC236}">
                <a16:creationId xmlns:a16="http://schemas.microsoft.com/office/drawing/2014/main" id="{6AB20403-2C55-4A90-ACD9-39692409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235257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44" name="path-1040">
            <a:extLst xmlns:a="http://schemas.openxmlformats.org/drawingml/2006/main">
              <a:ext uri="{FF2B5EF4-FFF2-40B4-BE49-F238E27FC236}">
                <a16:creationId xmlns:a16="http://schemas.microsoft.com/office/drawing/2014/main" id="{C4F1E955-DB4E-4B15-B85F-70C93369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2352617"/>
            <a:ext cx="178236" cy="178237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5" name="path-1041">
            <a:extLst xmlns:a="http://schemas.openxmlformats.org/drawingml/2006/main">
              <a:ext uri="{FF2B5EF4-FFF2-40B4-BE49-F238E27FC236}">
                <a16:creationId xmlns:a16="http://schemas.microsoft.com/office/drawing/2014/main" id="{076CAAB7-22AF-4691-AAD2-F381CB71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235257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46" name="path-1042">
            <a:extLst xmlns:a="http://schemas.openxmlformats.org/drawingml/2006/main">
              <a:ext uri="{FF2B5EF4-FFF2-40B4-BE49-F238E27FC236}">
                <a16:creationId xmlns:a16="http://schemas.microsoft.com/office/drawing/2014/main" id="{95E94771-EFAB-48EA-8259-9C8CD3C5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2352617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7" name="path-1043">
            <a:extLst xmlns:a="http://schemas.openxmlformats.org/drawingml/2006/main">
              <a:ext uri="{FF2B5EF4-FFF2-40B4-BE49-F238E27FC236}">
                <a16:creationId xmlns:a16="http://schemas.microsoft.com/office/drawing/2014/main" id="{EE545E5A-A64D-40D9-A4EF-BF9C6CFD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2352577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48" name="path-1044">
            <a:extLst xmlns:a="http://schemas.openxmlformats.org/drawingml/2006/main">
              <a:ext uri="{FF2B5EF4-FFF2-40B4-BE49-F238E27FC236}">
                <a16:creationId xmlns:a16="http://schemas.microsoft.com/office/drawing/2014/main" id="{CAC236D4-108C-4E25-A258-D37D460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2352617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9" name="path-1045">
            <a:extLst xmlns:a="http://schemas.openxmlformats.org/drawingml/2006/main">
              <a:ext uri="{FF2B5EF4-FFF2-40B4-BE49-F238E27FC236}">
                <a16:creationId xmlns:a16="http://schemas.microsoft.com/office/drawing/2014/main" id="{CD8D5DAD-055C-449D-B97A-4C208FD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2352577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50" name="path-1046">
            <a:extLst xmlns:a="http://schemas.openxmlformats.org/drawingml/2006/main">
              <a:ext uri="{FF2B5EF4-FFF2-40B4-BE49-F238E27FC236}">
                <a16:creationId xmlns:a16="http://schemas.microsoft.com/office/drawing/2014/main" id="{D8114A04-C742-4122-AF62-CE1B5D2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1817927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1047">
            <a:extLst xmlns:a="http://schemas.openxmlformats.org/drawingml/2006/main">
              <a:ext uri="{FF2B5EF4-FFF2-40B4-BE49-F238E27FC236}">
                <a16:creationId xmlns:a16="http://schemas.microsoft.com/office/drawing/2014/main" id="{2F9A8753-AB5B-45FB-BFB7-9A345256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181788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52" name="path-1048">
            <a:extLst xmlns:a="http://schemas.openxmlformats.org/drawingml/2006/main">
              <a:ext uri="{FF2B5EF4-FFF2-40B4-BE49-F238E27FC236}">
                <a16:creationId xmlns:a16="http://schemas.microsoft.com/office/drawing/2014/main" id="{EFDA903E-1BEE-4097-B889-E2F4382F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1996200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3" name="path-1049">
            <a:extLst xmlns:a="http://schemas.openxmlformats.org/drawingml/2006/main">
              <a:ext uri="{FF2B5EF4-FFF2-40B4-BE49-F238E27FC236}">
                <a16:creationId xmlns:a16="http://schemas.microsoft.com/office/drawing/2014/main" id="{E6AC6A7E-C858-4E98-B842-902456AD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1996160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54" name="path-1050">
            <a:extLst xmlns:a="http://schemas.openxmlformats.org/drawingml/2006/main">
              <a:ext uri="{FF2B5EF4-FFF2-40B4-BE49-F238E27FC236}">
                <a16:creationId xmlns:a16="http://schemas.microsoft.com/office/drawing/2014/main" id="{671453D3-0418-48DB-921F-BBF89F1D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2174344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5" name="path-1051">
            <a:extLst xmlns:a="http://schemas.openxmlformats.org/drawingml/2006/main">
              <a:ext uri="{FF2B5EF4-FFF2-40B4-BE49-F238E27FC236}">
                <a16:creationId xmlns:a16="http://schemas.microsoft.com/office/drawing/2014/main" id="{A39477CD-E220-4778-9233-E9B396DA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2174438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56" name="path-1052">
            <a:extLst xmlns:a="http://schemas.openxmlformats.org/drawingml/2006/main">
              <a:ext uri="{FF2B5EF4-FFF2-40B4-BE49-F238E27FC236}">
                <a16:creationId xmlns:a16="http://schemas.microsoft.com/office/drawing/2014/main" id="{A5CCD41C-BD9C-4C4C-B003-F996F82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2352617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7" name="path-1053">
            <a:extLst xmlns:a="http://schemas.openxmlformats.org/drawingml/2006/main">
              <a:ext uri="{FF2B5EF4-FFF2-40B4-BE49-F238E27FC236}">
                <a16:creationId xmlns:a16="http://schemas.microsoft.com/office/drawing/2014/main" id="{48365F45-06FF-436D-858A-2A7E7271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2352577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58" name="path-1054">
            <a:extLst xmlns:a="http://schemas.openxmlformats.org/drawingml/2006/main">
              <a:ext uri="{FF2B5EF4-FFF2-40B4-BE49-F238E27FC236}">
                <a16:creationId xmlns:a16="http://schemas.microsoft.com/office/drawing/2014/main" id="{133E9046-3685-4B40-9EF5-B2B090C2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26" y="253089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9" name="path-1055">
            <a:extLst xmlns:a="http://schemas.openxmlformats.org/drawingml/2006/main">
              <a:ext uri="{FF2B5EF4-FFF2-40B4-BE49-F238E27FC236}">
                <a16:creationId xmlns:a16="http://schemas.microsoft.com/office/drawing/2014/main" id="{88D02E44-CA9A-4586-A8BC-D0DAA8F7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2530850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60" name="path-1056">
            <a:extLst xmlns:a="http://schemas.openxmlformats.org/drawingml/2006/main">
              <a:ext uri="{FF2B5EF4-FFF2-40B4-BE49-F238E27FC236}">
                <a16:creationId xmlns:a16="http://schemas.microsoft.com/office/drawing/2014/main" id="{301AED02-C473-49CE-B584-C0FFA015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60" y="2530890"/>
            <a:ext cx="178236" cy="178235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1" name="path-1057">
            <a:extLst xmlns:a="http://schemas.openxmlformats.org/drawingml/2006/main">
              <a:ext uri="{FF2B5EF4-FFF2-40B4-BE49-F238E27FC236}">
                <a16:creationId xmlns:a16="http://schemas.microsoft.com/office/drawing/2014/main" id="{07FD2139-997B-4B6A-8C83-0F0870FE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58" y="2530850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62" name="path-1058">
            <a:extLst xmlns:a="http://schemas.openxmlformats.org/drawingml/2006/main">
              <a:ext uri="{FF2B5EF4-FFF2-40B4-BE49-F238E27FC236}">
                <a16:creationId xmlns:a16="http://schemas.microsoft.com/office/drawing/2014/main" id="{76D51FA1-0ECC-4DB9-A323-803E9AED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495" y="253089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3" name="path-1059">
            <a:extLst xmlns:a="http://schemas.openxmlformats.org/drawingml/2006/main">
              <a:ext uri="{FF2B5EF4-FFF2-40B4-BE49-F238E27FC236}">
                <a16:creationId xmlns:a16="http://schemas.microsoft.com/office/drawing/2014/main" id="{F3B43843-85CC-4768-B816-325A6349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527" y="2530850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64" name="path-1060">
            <a:extLst xmlns:a="http://schemas.openxmlformats.org/drawingml/2006/main">
              <a:ext uri="{FF2B5EF4-FFF2-40B4-BE49-F238E27FC236}">
                <a16:creationId xmlns:a16="http://schemas.microsoft.com/office/drawing/2014/main" id="{10A40099-AF9A-4294-9316-BFE974C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29" y="253089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5" name="path-1061">
            <a:extLst xmlns:a="http://schemas.openxmlformats.org/drawingml/2006/main">
              <a:ext uri="{FF2B5EF4-FFF2-40B4-BE49-F238E27FC236}">
                <a16:creationId xmlns:a16="http://schemas.microsoft.com/office/drawing/2014/main" id="{2537701A-2258-403C-A237-8EDBC3B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671" y="2530850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66" name="path-1062">
            <a:extLst xmlns:a="http://schemas.openxmlformats.org/drawingml/2006/main">
              <a:ext uri="{FF2B5EF4-FFF2-40B4-BE49-F238E27FC236}">
                <a16:creationId xmlns:a16="http://schemas.microsoft.com/office/drawing/2014/main" id="{43A59EF6-22A7-483E-8013-38720B5C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63" y="253089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63">
            <a:extLst xmlns:a="http://schemas.openxmlformats.org/drawingml/2006/main">
              <a:ext uri="{FF2B5EF4-FFF2-40B4-BE49-F238E27FC236}">
                <a16:creationId xmlns:a16="http://schemas.microsoft.com/office/drawing/2014/main" id="{6F82FCBE-8BB2-41F6-BFDB-87DB07DC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948" y="2530850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68" name="path-1064">
            <a:extLst xmlns:a="http://schemas.openxmlformats.org/drawingml/2006/main">
              <a:ext uri="{FF2B5EF4-FFF2-40B4-BE49-F238E27FC236}">
                <a16:creationId xmlns:a16="http://schemas.microsoft.com/office/drawing/2014/main" id="{969B76F4-55D6-4377-9456-A769F64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1817887"/>
            <a:ext cx="191" cy="89123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31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1069" name="path-1065">
            <a:extLst xmlns:a="http://schemas.openxmlformats.org/drawingml/2006/main">
              <a:ext uri="{FF2B5EF4-FFF2-40B4-BE49-F238E27FC236}">
                <a16:creationId xmlns:a16="http://schemas.microsoft.com/office/drawing/2014/main" id="{102D14A1-3B2F-43FD-92D5-5C13ACFB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981" y="1817887"/>
            <a:ext cx="891236" cy="891236"/>
          </a:xfrm>
          <a:custGeom xmlns:a="http://schemas.openxmlformats.org/drawingml/2006/main">
            <a:pathLst>
              <a:path w="608186" h="608186">
                <a:moveTo>
                  <a:pt x="608172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1070" name="path-1066">
            <a:extLst xmlns:a="http://schemas.openxmlformats.org/drawingml/2006/main">
              <a:ext uri="{FF2B5EF4-FFF2-40B4-BE49-F238E27FC236}">
                <a16:creationId xmlns:a16="http://schemas.microsoft.com/office/drawing/2014/main" id="{750D0659-8D1D-4D8D-AAA6-784A47D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191589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1" name="path-1067">
            <a:extLst xmlns:a="http://schemas.openxmlformats.org/drawingml/2006/main">
              <a:ext uri="{FF2B5EF4-FFF2-40B4-BE49-F238E27FC236}">
                <a16:creationId xmlns:a16="http://schemas.microsoft.com/office/drawing/2014/main" id="{060AAAB6-6EBE-47C8-91A2-94DEE34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1915855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72" name="path-1068">
            <a:extLst xmlns:a="http://schemas.openxmlformats.org/drawingml/2006/main">
              <a:ext uri="{FF2B5EF4-FFF2-40B4-BE49-F238E27FC236}">
                <a16:creationId xmlns:a16="http://schemas.microsoft.com/office/drawing/2014/main" id="{8BCE0627-98D2-4F1F-9B79-8921EE92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191589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69">
            <a:extLst xmlns:a="http://schemas.openxmlformats.org/drawingml/2006/main">
              <a:ext uri="{FF2B5EF4-FFF2-40B4-BE49-F238E27FC236}">
                <a16:creationId xmlns:a16="http://schemas.microsoft.com/office/drawing/2014/main" id="{D373A16F-3731-43A2-8CFA-525F127B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1915855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74" name="path-1070">
            <a:extLst xmlns:a="http://schemas.openxmlformats.org/drawingml/2006/main">
              <a:ext uri="{FF2B5EF4-FFF2-40B4-BE49-F238E27FC236}">
                <a16:creationId xmlns:a16="http://schemas.microsoft.com/office/drawing/2014/main" id="{C4E4207F-DBCA-4AFB-8A57-2552CAEC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191589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5" name="path-1071">
            <a:extLst xmlns:a="http://schemas.openxmlformats.org/drawingml/2006/main">
              <a:ext uri="{FF2B5EF4-FFF2-40B4-BE49-F238E27FC236}">
                <a16:creationId xmlns:a16="http://schemas.microsoft.com/office/drawing/2014/main" id="{F8E25234-EAF6-43E8-80AC-23D74958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1915855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76" name="path-1072">
            <a:extLst xmlns:a="http://schemas.openxmlformats.org/drawingml/2006/main">
              <a:ext uri="{FF2B5EF4-FFF2-40B4-BE49-F238E27FC236}">
                <a16:creationId xmlns:a16="http://schemas.microsoft.com/office/drawing/2014/main" id="{4D61FDDB-213B-47FD-9EAD-1111658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209416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7" name="path-1073">
            <a:extLst xmlns:a="http://schemas.openxmlformats.org/drawingml/2006/main">
              <a:ext uri="{FF2B5EF4-FFF2-40B4-BE49-F238E27FC236}">
                <a16:creationId xmlns:a16="http://schemas.microsoft.com/office/drawing/2014/main" id="{1D43E614-DB42-4D7E-88CA-6DF7AAA5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2094128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78" name="path-1074">
            <a:extLst xmlns:a="http://schemas.openxmlformats.org/drawingml/2006/main">
              <a:ext uri="{FF2B5EF4-FFF2-40B4-BE49-F238E27FC236}">
                <a16:creationId xmlns:a16="http://schemas.microsoft.com/office/drawing/2014/main" id="{179EEBF3-FDDE-4F7A-B445-F5AE09EB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209416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75">
            <a:extLst xmlns:a="http://schemas.openxmlformats.org/drawingml/2006/main">
              <a:ext uri="{FF2B5EF4-FFF2-40B4-BE49-F238E27FC236}">
                <a16:creationId xmlns:a16="http://schemas.microsoft.com/office/drawing/2014/main" id="{1DC913E3-E845-4266-BB23-A934FED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2094128"/>
            <a:ext cx="178277" cy="178277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80" name="path-1076">
            <a:extLst xmlns:a="http://schemas.openxmlformats.org/drawingml/2006/main">
              <a:ext uri="{FF2B5EF4-FFF2-40B4-BE49-F238E27FC236}">
                <a16:creationId xmlns:a16="http://schemas.microsoft.com/office/drawing/2014/main" id="{A79AD79C-E105-4920-BCFA-36590ECE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209416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1" name="path-1077">
            <a:extLst xmlns:a="http://schemas.openxmlformats.org/drawingml/2006/main">
              <a:ext uri="{FF2B5EF4-FFF2-40B4-BE49-F238E27FC236}">
                <a16:creationId xmlns:a16="http://schemas.microsoft.com/office/drawing/2014/main" id="{B53E0600-986C-442C-83AB-7ACAA776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2094128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82" name="path-1078">
            <a:extLst xmlns:a="http://schemas.openxmlformats.org/drawingml/2006/main">
              <a:ext uri="{FF2B5EF4-FFF2-40B4-BE49-F238E27FC236}">
                <a16:creationId xmlns:a16="http://schemas.microsoft.com/office/drawing/2014/main" id="{2D78D4C0-852C-4A7D-91B7-4BB4D903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227231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3" name="path-1079">
            <a:extLst xmlns:a="http://schemas.openxmlformats.org/drawingml/2006/main">
              <a:ext uri="{FF2B5EF4-FFF2-40B4-BE49-F238E27FC236}">
                <a16:creationId xmlns:a16="http://schemas.microsoft.com/office/drawing/2014/main" id="{B9AAF32B-E046-4A55-A72E-60B6D0E3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2272405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84" name="path-1080">
            <a:extLst xmlns:a="http://schemas.openxmlformats.org/drawingml/2006/main">
              <a:ext uri="{FF2B5EF4-FFF2-40B4-BE49-F238E27FC236}">
                <a16:creationId xmlns:a16="http://schemas.microsoft.com/office/drawing/2014/main" id="{3AF421A6-C99F-4BE0-BCE4-FC11E46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227231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5" name="path-1081">
            <a:extLst xmlns:a="http://schemas.openxmlformats.org/drawingml/2006/main">
              <a:ext uri="{FF2B5EF4-FFF2-40B4-BE49-F238E27FC236}">
                <a16:creationId xmlns:a16="http://schemas.microsoft.com/office/drawing/2014/main" id="{243686ED-AE42-4985-A115-45289B6B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2272405"/>
            <a:ext cx="178277" cy="178140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86" name="path-1082">
            <a:extLst xmlns:a="http://schemas.openxmlformats.org/drawingml/2006/main">
              <a:ext uri="{FF2B5EF4-FFF2-40B4-BE49-F238E27FC236}">
                <a16:creationId xmlns:a16="http://schemas.microsoft.com/office/drawing/2014/main" id="{95F00939-86C3-4B36-984D-2BCEB16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227231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7" name="path-1083">
            <a:extLst xmlns:a="http://schemas.openxmlformats.org/drawingml/2006/main">
              <a:ext uri="{FF2B5EF4-FFF2-40B4-BE49-F238E27FC236}">
                <a16:creationId xmlns:a16="http://schemas.microsoft.com/office/drawing/2014/main" id="{3B632A38-4C67-4EFD-A671-D3E081D8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2272405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88" name="path-1084">
            <a:extLst xmlns:a="http://schemas.openxmlformats.org/drawingml/2006/main">
              <a:ext uri="{FF2B5EF4-FFF2-40B4-BE49-F238E27FC236}">
                <a16:creationId xmlns:a16="http://schemas.microsoft.com/office/drawing/2014/main" id="{D268AD05-BAEE-4813-A040-6FBD7ECA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1915895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85">
            <a:extLst xmlns:a="http://schemas.openxmlformats.org/drawingml/2006/main">
              <a:ext uri="{FF2B5EF4-FFF2-40B4-BE49-F238E27FC236}">
                <a16:creationId xmlns:a16="http://schemas.microsoft.com/office/drawing/2014/main" id="{4DCA7880-7E14-4737-9F18-F3D6B1C0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1915855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90" name="path-1086">
            <a:extLst xmlns:a="http://schemas.openxmlformats.org/drawingml/2006/main">
              <a:ext uri="{FF2B5EF4-FFF2-40B4-BE49-F238E27FC236}">
                <a16:creationId xmlns:a16="http://schemas.microsoft.com/office/drawing/2014/main" id="{6324E157-0432-4F36-8214-7F59B2EB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209416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path-1087">
            <a:extLst xmlns:a="http://schemas.openxmlformats.org/drawingml/2006/main">
              <a:ext uri="{FF2B5EF4-FFF2-40B4-BE49-F238E27FC236}">
                <a16:creationId xmlns:a16="http://schemas.microsoft.com/office/drawing/2014/main" id="{222C5BF6-763F-4235-8DA8-53785E3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2094128"/>
            <a:ext cx="178144" cy="178277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92" name="path-1088">
            <a:extLst xmlns:a="http://schemas.openxmlformats.org/drawingml/2006/main">
              <a:ext uri="{FF2B5EF4-FFF2-40B4-BE49-F238E27FC236}">
                <a16:creationId xmlns:a16="http://schemas.microsoft.com/office/drawing/2014/main" id="{C8222C38-263D-4F48-88DB-AAE60EC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2272310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3" name="path-1089">
            <a:extLst xmlns:a="http://schemas.openxmlformats.org/drawingml/2006/main">
              <a:ext uri="{FF2B5EF4-FFF2-40B4-BE49-F238E27FC236}">
                <a16:creationId xmlns:a16="http://schemas.microsoft.com/office/drawing/2014/main" id="{219A1643-4373-47BD-AC67-D96F7AE8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2272405"/>
            <a:ext cx="178144" cy="178140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94" name="path-1090">
            <a:extLst xmlns:a="http://schemas.openxmlformats.org/drawingml/2006/main">
              <a:ext uri="{FF2B5EF4-FFF2-40B4-BE49-F238E27FC236}">
                <a16:creationId xmlns:a16="http://schemas.microsoft.com/office/drawing/2014/main" id="{667B8C31-D603-4765-963D-3FEB01A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2450583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5" name="path-1091">
            <a:extLst xmlns:a="http://schemas.openxmlformats.org/drawingml/2006/main">
              <a:ext uri="{FF2B5EF4-FFF2-40B4-BE49-F238E27FC236}">
                <a16:creationId xmlns:a16="http://schemas.microsoft.com/office/drawing/2014/main" id="{229807C9-EC94-4F1C-8538-5E0DE9DD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2450545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96" name="path-1092">
            <a:extLst xmlns:a="http://schemas.openxmlformats.org/drawingml/2006/main">
              <a:ext uri="{FF2B5EF4-FFF2-40B4-BE49-F238E27FC236}">
                <a16:creationId xmlns:a16="http://schemas.microsoft.com/office/drawing/2014/main" id="{F1119CFB-72D6-48AD-A78A-3EAB4576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2450583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path-1093">
            <a:extLst xmlns:a="http://schemas.openxmlformats.org/drawingml/2006/main">
              <a:ext uri="{FF2B5EF4-FFF2-40B4-BE49-F238E27FC236}">
                <a16:creationId xmlns:a16="http://schemas.microsoft.com/office/drawing/2014/main" id="{15CFE715-BB46-41A5-8E35-AA2115D1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2450545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098" name="path-1094">
            <a:extLst xmlns:a="http://schemas.openxmlformats.org/drawingml/2006/main">
              <a:ext uri="{FF2B5EF4-FFF2-40B4-BE49-F238E27FC236}">
                <a16:creationId xmlns:a16="http://schemas.microsoft.com/office/drawing/2014/main" id="{8E196E1D-F0F3-44AF-B51C-9E8A016D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2450583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9" name="path-1095">
            <a:extLst xmlns:a="http://schemas.openxmlformats.org/drawingml/2006/main">
              <a:ext uri="{FF2B5EF4-FFF2-40B4-BE49-F238E27FC236}">
                <a16:creationId xmlns:a16="http://schemas.microsoft.com/office/drawing/2014/main" id="{C30C3144-04FA-4FAD-A389-2C57BB4E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2450545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00" name="path-1096">
            <a:extLst xmlns:a="http://schemas.openxmlformats.org/drawingml/2006/main">
              <a:ext uri="{FF2B5EF4-FFF2-40B4-BE49-F238E27FC236}">
                <a16:creationId xmlns:a16="http://schemas.microsoft.com/office/drawing/2014/main" id="{EF89E4FF-7561-4172-9FDB-A826BD26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2450583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1" name="path-1097">
            <a:extLst xmlns:a="http://schemas.openxmlformats.org/drawingml/2006/main">
              <a:ext uri="{FF2B5EF4-FFF2-40B4-BE49-F238E27FC236}">
                <a16:creationId xmlns:a16="http://schemas.microsoft.com/office/drawing/2014/main" id="{18B006B8-7AC3-4BA9-9676-6E21A118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2450545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02" name="path-1098">
            <a:extLst xmlns:a="http://schemas.openxmlformats.org/drawingml/2006/main">
              <a:ext uri="{FF2B5EF4-FFF2-40B4-BE49-F238E27FC236}">
                <a16:creationId xmlns:a16="http://schemas.microsoft.com/office/drawing/2014/main" id="{932495F3-0BC3-4F69-A1E0-57536EA4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1915895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3" name="path-1099">
            <a:extLst xmlns:a="http://schemas.openxmlformats.org/drawingml/2006/main">
              <a:ext uri="{FF2B5EF4-FFF2-40B4-BE49-F238E27FC236}">
                <a16:creationId xmlns:a16="http://schemas.microsoft.com/office/drawing/2014/main" id="{6117D898-0498-4ECA-9BB0-4EEBAB2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1915855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04" name="path-1100">
            <a:extLst xmlns:a="http://schemas.openxmlformats.org/drawingml/2006/main">
              <a:ext uri="{FF2B5EF4-FFF2-40B4-BE49-F238E27FC236}">
                <a16:creationId xmlns:a16="http://schemas.microsoft.com/office/drawing/2014/main" id="{20B2F480-89C2-4F66-B7A9-0EFF0BD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2094168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5" name="path-1101">
            <a:extLst xmlns:a="http://schemas.openxmlformats.org/drawingml/2006/main">
              <a:ext uri="{FF2B5EF4-FFF2-40B4-BE49-F238E27FC236}">
                <a16:creationId xmlns:a16="http://schemas.microsoft.com/office/drawing/2014/main" id="{8337458B-8A8A-42E0-A2F6-7383ABFA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2094128"/>
            <a:ext cx="178269" cy="178277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06" name="path-1102">
            <a:extLst xmlns:a="http://schemas.openxmlformats.org/drawingml/2006/main">
              <a:ext uri="{FF2B5EF4-FFF2-40B4-BE49-F238E27FC236}">
                <a16:creationId xmlns:a16="http://schemas.microsoft.com/office/drawing/2014/main" id="{217D7FFD-7FB7-4B86-B98B-515F5F56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2272310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7" name="path-1103">
            <a:extLst xmlns:a="http://schemas.openxmlformats.org/drawingml/2006/main">
              <a:ext uri="{FF2B5EF4-FFF2-40B4-BE49-F238E27FC236}">
                <a16:creationId xmlns:a16="http://schemas.microsoft.com/office/drawing/2014/main" id="{2E92ABD5-5A62-4F0A-AE04-CCBA2DAE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2272405"/>
            <a:ext cx="178269" cy="178140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08" name="path-1104">
            <a:extLst xmlns:a="http://schemas.openxmlformats.org/drawingml/2006/main">
              <a:ext uri="{FF2B5EF4-FFF2-40B4-BE49-F238E27FC236}">
                <a16:creationId xmlns:a16="http://schemas.microsoft.com/office/drawing/2014/main" id="{BAEE5DF0-4E68-4072-897F-E629ED35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2450583"/>
            <a:ext cx="178234" cy="178237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9" name="path-1105">
            <a:extLst xmlns:a="http://schemas.openxmlformats.org/drawingml/2006/main">
              <a:ext uri="{FF2B5EF4-FFF2-40B4-BE49-F238E27FC236}">
                <a16:creationId xmlns:a16="http://schemas.microsoft.com/office/drawing/2014/main" id="{58EABDD4-7EB6-4085-A88B-EE2580C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2450545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10" name="path-1106">
            <a:extLst xmlns:a="http://schemas.openxmlformats.org/drawingml/2006/main">
              <a:ext uri="{FF2B5EF4-FFF2-40B4-BE49-F238E27FC236}">
                <a16:creationId xmlns:a16="http://schemas.microsoft.com/office/drawing/2014/main" id="{B6A2ADFC-26EB-42D7-A479-D8F5273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262885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path-1107">
            <a:extLst xmlns:a="http://schemas.openxmlformats.org/drawingml/2006/main">
              <a:ext uri="{FF2B5EF4-FFF2-40B4-BE49-F238E27FC236}">
                <a16:creationId xmlns:a16="http://schemas.microsoft.com/office/drawing/2014/main" id="{A4DED996-F8BF-46D1-BD74-E5C27D78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2628818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12" name="path-1108">
            <a:extLst xmlns:a="http://schemas.openxmlformats.org/drawingml/2006/main">
              <a:ext uri="{FF2B5EF4-FFF2-40B4-BE49-F238E27FC236}">
                <a16:creationId xmlns:a16="http://schemas.microsoft.com/office/drawing/2014/main" id="{B107DBFE-EC45-49A9-B50B-048FB22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94" y="262885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3" name="path-1109">
            <a:extLst xmlns:a="http://schemas.openxmlformats.org/drawingml/2006/main">
              <a:ext uri="{FF2B5EF4-FFF2-40B4-BE49-F238E27FC236}">
                <a16:creationId xmlns:a16="http://schemas.microsoft.com/office/drawing/2014/main" id="{611D05E9-625B-4574-8762-46AF9231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479" y="2628818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14" name="path-1110">
            <a:extLst xmlns:a="http://schemas.openxmlformats.org/drawingml/2006/main">
              <a:ext uri="{FF2B5EF4-FFF2-40B4-BE49-F238E27FC236}">
                <a16:creationId xmlns:a16="http://schemas.microsoft.com/office/drawing/2014/main" id="{EE646756-FF48-4E7E-984E-E1C8C755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28" y="262885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5" name="path-1111">
            <a:extLst xmlns:a="http://schemas.openxmlformats.org/drawingml/2006/main">
              <a:ext uri="{FF2B5EF4-FFF2-40B4-BE49-F238E27FC236}">
                <a16:creationId xmlns:a16="http://schemas.microsoft.com/office/drawing/2014/main" id="{E51A1D23-99E2-45A4-A302-FE6887A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756" y="2628818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16" name="path-1112">
            <a:extLst xmlns:a="http://schemas.openxmlformats.org/drawingml/2006/main">
              <a:ext uri="{FF2B5EF4-FFF2-40B4-BE49-F238E27FC236}">
                <a16:creationId xmlns:a16="http://schemas.microsoft.com/office/drawing/2014/main" id="{967672B6-2CB4-4C7E-A4AA-7E420C3A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61" y="2628856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7" name="path-1113">
            <a:extLst xmlns:a="http://schemas.openxmlformats.org/drawingml/2006/main">
              <a:ext uri="{FF2B5EF4-FFF2-40B4-BE49-F238E27FC236}">
                <a16:creationId xmlns:a16="http://schemas.microsoft.com/office/drawing/2014/main" id="{8F6A8C09-3A2C-466E-83CB-A9214842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024" y="2628818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18" name="path-1114">
            <a:extLst xmlns:a="http://schemas.openxmlformats.org/drawingml/2006/main">
              <a:ext uri="{FF2B5EF4-FFF2-40B4-BE49-F238E27FC236}">
                <a16:creationId xmlns:a16="http://schemas.microsoft.com/office/drawing/2014/main" id="{1BFC8DEE-AC84-46C5-8B82-B4702CBB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96" y="2628856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9" name="path-1115">
            <a:extLst xmlns:a="http://schemas.openxmlformats.org/drawingml/2006/main">
              <a:ext uri="{FF2B5EF4-FFF2-40B4-BE49-F238E27FC236}">
                <a16:creationId xmlns:a16="http://schemas.microsoft.com/office/drawing/2014/main" id="{EEC5EC1B-438D-4CEC-8273-D1FC477C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169" y="2628818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20" name="path-1116">
            <a:extLst xmlns:a="http://schemas.openxmlformats.org/drawingml/2006/main">
              <a:ext uri="{FF2B5EF4-FFF2-40B4-BE49-F238E27FC236}">
                <a16:creationId xmlns:a16="http://schemas.microsoft.com/office/drawing/2014/main" id="{09223803-7187-4158-8166-9A3A3DAB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1915855"/>
            <a:ext cx="191" cy="89123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40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1121" name="path-1117">
            <a:extLst xmlns:a="http://schemas.openxmlformats.org/drawingml/2006/main">
              <a:ext uri="{FF2B5EF4-FFF2-40B4-BE49-F238E27FC236}">
                <a16:creationId xmlns:a16="http://schemas.microsoft.com/office/drawing/2014/main" id="{415E6F31-CBC9-47F9-9085-D9D9EF5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60" y="2807091"/>
            <a:ext cx="891169" cy="191"/>
          </a:xfrm>
          <a:custGeom xmlns:a="http://schemas.openxmlformats.org/drawingml/2006/main">
            <a:pathLst>
              <a:path w="608141" h="191">
                <a:moveTo>
                  <a:pt x="0" y="0"/>
                </a:moveTo>
                <a:lnTo>
                  <a:pt x="608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1122" name="path-1118">
            <a:extLst xmlns:a="http://schemas.openxmlformats.org/drawingml/2006/main">
              <a:ext uri="{FF2B5EF4-FFF2-40B4-BE49-F238E27FC236}">
                <a16:creationId xmlns:a16="http://schemas.microsoft.com/office/drawing/2014/main" id="{C7436903-E3E6-41C3-BCD0-A1DD51C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01" y="1915855"/>
            <a:ext cx="891236" cy="891236"/>
          </a:xfrm>
          <a:custGeom xmlns:a="http://schemas.openxmlformats.org/drawingml/2006/main">
            <a:pathLst>
              <a:path w="608186" h="608186">
                <a:moveTo>
                  <a:pt x="608181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1123" name="path-1119">
            <a:extLst xmlns:a="http://schemas.openxmlformats.org/drawingml/2006/main">
              <a:ext uri="{FF2B5EF4-FFF2-40B4-BE49-F238E27FC236}">
                <a16:creationId xmlns:a16="http://schemas.microsoft.com/office/drawing/2014/main" id="{F38F0763-D0BA-43B2-A3AE-B50EB08C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201386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4" name="path-1120">
            <a:extLst xmlns:a="http://schemas.openxmlformats.org/drawingml/2006/main">
              <a:ext uri="{FF2B5EF4-FFF2-40B4-BE49-F238E27FC236}">
                <a16:creationId xmlns:a16="http://schemas.microsoft.com/office/drawing/2014/main" id="{FF24F063-10B6-4773-BAA4-EC971C2D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2013823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25" name="path-1121">
            <a:extLst xmlns:a="http://schemas.openxmlformats.org/drawingml/2006/main">
              <a:ext uri="{FF2B5EF4-FFF2-40B4-BE49-F238E27FC236}">
                <a16:creationId xmlns:a16="http://schemas.microsoft.com/office/drawing/2014/main" id="{C65E6ED4-912A-48C2-818F-A2E17DE8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201386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path-1122">
            <a:extLst xmlns:a="http://schemas.openxmlformats.org/drawingml/2006/main">
              <a:ext uri="{FF2B5EF4-FFF2-40B4-BE49-F238E27FC236}">
                <a16:creationId xmlns:a16="http://schemas.microsoft.com/office/drawing/2014/main" id="{492FACC3-7A36-41C9-9FE5-2943A39C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2013823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27" name="path-1123">
            <a:extLst xmlns:a="http://schemas.openxmlformats.org/drawingml/2006/main">
              <a:ext uri="{FF2B5EF4-FFF2-40B4-BE49-F238E27FC236}">
                <a16:creationId xmlns:a16="http://schemas.microsoft.com/office/drawing/2014/main" id="{0814EDBE-3C7A-4EC2-8AC4-F32A03D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201386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8" name="path-1124">
            <a:extLst xmlns:a="http://schemas.openxmlformats.org/drawingml/2006/main">
              <a:ext uri="{FF2B5EF4-FFF2-40B4-BE49-F238E27FC236}">
                <a16:creationId xmlns:a16="http://schemas.microsoft.com/office/drawing/2014/main" id="{3BDA25AF-7BE9-4B27-B63C-9D5281E4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2013823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29" name="path-1125">
            <a:extLst xmlns:a="http://schemas.openxmlformats.org/drawingml/2006/main">
              <a:ext uri="{FF2B5EF4-FFF2-40B4-BE49-F238E27FC236}">
                <a16:creationId xmlns:a16="http://schemas.microsoft.com/office/drawing/2014/main" id="{AF4BA9C8-E508-466C-A420-E7A8839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219213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0" name="path-1126">
            <a:extLst xmlns:a="http://schemas.openxmlformats.org/drawingml/2006/main">
              <a:ext uri="{FF2B5EF4-FFF2-40B4-BE49-F238E27FC236}">
                <a16:creationId xmlns:a16="http://schemas.microsoft.com/office/drawing/2014/main" id="{A6312DA3-D8ED-475A-ABF4-C32D429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2192096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31" name="path-1127">
            <a:extLst xmlns:a="http://schemas.openxmlformats.org/drawingml/2006/main">
              <a:ext uri="{FF2B5EF4-FFF2-40B4-BE49-F238E27FC236}">
                <a16:creationId xmlns:a16="http://schemas.microsoft.com/office/drawing/2014/main" id="{3704C06F-E008-4982-B3DA-BF7D211E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219213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2" name="path-1128">
            <a:extLst xmlns:a="http://schemas.openxmlformats.org/drawingml/2006/main">
              <a:ext uri="{FF2B5EF4-FFF2-40B4-BE49-F238E27FC236}">
                <a16:creationId xmlns:a16="http://schemas.microsoft.com/office/drawing/2014/main" id="{A94877B0-88E5-4146-9933-9A08713C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2192096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33" name="path-1129">
            <a:extLst xmlns:a="http://schemas.openxmlformats.org/drawingml/2006/main">
              <a:ext uri="{FF2B5EF4-FFF2-40B4-BE49-F238E27FC236}">
                <a16:creationId xmlns:a16="http://schemas.microsoft.com/office/drawing/2014/main" id="{13F06727-5A0C-4069-8A52-A10D275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219213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4" name="path-1130">
            <a:extLst xmlns:a="http://schemas.openxmlformats.org/drawingml/2006/main">
              <a:ext uri="{FF2B5EF4-FFF2-40B4-BE49-F238E27FC236}">
                <a16:creationId xmlns:a16="http://schemas.microsoft.com/office/drawing/2014/main" id="{1FE1A41E-7849-4529-BF94-16122553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2192096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35" name="path-1131">
            <a:extLst xmlns:a="http://schemas.openxmlformats.org/drawingml/2006/main">
              <a:ext uri="{FF2B5EF4-FFF2-40B4-BE49-F238E27FC236}">
                <a16:creationId xmlns:a16="http://schemas.microsoft.com/office/drawing/2014/main" id="{195E8DDB-464A-490B-B9F7-B6B1064D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237027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6" name="path-1132">
            <a:extLst xmlns:a="http://schemas.openxmlformats.org/drawingml/2006/main">
              <a:ext uri="{FF2B5EF4-FFF2-40B4-BE49-F238E27FC236}">
                <a16:creationId xmlns:a16="http://schemas.microsoft.com/office/drawing/2014/main" id="{A68682CA-C0A3-4F13-B614-E099812F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2370369"/>
            <a:ext cx="178269" cy="178144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37" name="path-1133">
            <a:extLst xmlns:a="http://schemas.openxmlformats.org/drawingml/2006/main">
              <a:ext uri="{FF2B5EF4-FFF2-40B4-BE49-F238E27FC236}">
                <a16:creationId xmlns:a16="http://schemas.microsoft.com/office/drawing/2014/main" id="{F78B9B41-CA56-48AF-8EEF-9274868B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237027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8" name="path-1134">
            <a:extLst xmlns:a="http://schemas.openxmlformats.org/drawingml/2006/main">
              <a:ext uri="{FF2B5EF4-FFF2-40B4-BE49-F238E27FC236}">
                <a16:creationId xmlns:a16="http://schemas.microsoft.com/office/drawing/2014/main" id="{EB390A5A-465D-4251-98FD-D7617C4D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2370369"/>
            <a:ext cx="178269" cy="178144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39" name="path-1135">
            <a:extLst xmlns:a="http://schemas.openxmlformats.org/drawingml/2006/main">
              <a:ext uri="{FF2B5EF4-FFF2-40B4-BE49-F238E27FC236}">
                <a16:creationId xmlns:a16="http://schemas.microsoft.com/office/drawing/2014/main" id="{DF5D56EE-095D-4330-9877-5FA35015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237027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0" name="path-1136">
            <a:extLst xmlns:a="http://schemas.openxmlformats.org/drawingml/2006/main">
              <a:ext uri="{FF2B5EF4-FFF2-40B4-BE49-F238E27FC236}">
                <a16:creationId xmlns:a16="http://schemas.microsoft.com/office/drawing/2014/main" id="{F3ED2338-533B-4584-8917-815977D1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2370369"/>
            <a:ext cx="178277" cy="178144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41" name="path-1137">
            <a:extLst xmlns:a="http://schemas.openxmlformats.org/drawingml/2006/main">
              <a:ext uri="{FF2B5EF4-FFF2-40B4-BE49-F238E27FC236}">
                <a16:creationId xmlns:a16="http://schemas.microsoft.com/office/drawing/2014/main" id="{9D83F9F9-F02B-4BAE-BD59-09FA719F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201386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2" name="path-1138">
            <a:extLst xmlns:a="http://schemas.openxmlformats.org/drawingml/2006/main">
              <a:ext uri="{FF2B5EF4-FFF2-40B4-BE49-F238E27FC236}">
                <a16:creationId xmlns:a16="http://schemas.microsoft.com/office/drawing/2014/main" id="{0238891D-AD31-4DDC-92A7-029E629A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2013823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43" name="path-1139">
            <a:extLst xmlns:a="http://schemas.openxmlformats.org/drawingml/2006/main">
              <a:ext uri="{FF2B5EF4-FFF2-40B4-BE49-F238E27FC236}">
                <a16:creationId xmlns:a16="http://schemas.microsoft.com/office/drawing/2014/main" id="{71822C0C-729E-477C-8C11-7C9D8FB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2192133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4" name="path-1140">
            <a:extLst xmlns:a="http://schemas.openxmlformats.org/drawingml/2006/main">
              <a:ext uri="{FF2B5EF4-FFF2-40B4-BE49-F238E27FC236}">
                <a16:creationId xmlns:a16="http://schemas.microsoft.com/office/drawing/2014/main" id="{0FF68A24-0927-47A8-8F82-AF37B9C1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2192096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45" name="path-1141">
            <a:extLst xmlns:a="http://schemas.openxmlformats.org/drawingml/2006/main">
              <a:ext uri="{FF2B5EF4-FFF2-40B4-BE49-F238E27FC236}">
                <a16:creationId xmlns:a16="http://schemas.microsoft.com/office/drawing/2014/main" id="{7A8418A5-A31C-4EED-9731-E9E5FFB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2370278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6" name="path-1142">
            <a:extLst xmlns:a="http://schemas.openxmlformats.org/drawingml/2006/main">
              <a:ext uri="{FF2B5EF4-FFF2-40B4-BE49-F238E27FC236}">
                <a16:creationId xmlns:a16="http://schemas.microsoft.com/office/drawing/2014/main" id="{9D2254B9-D164-4196-84C1-F30947E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2370369"/>
            <a:ext cx="178144" cy="178144"/>
          </a:xfrm>
          <a:custGeom xmlns:a="http://schemas.openxmlformats.org/drawingml/2006/main">
            <a:pathLst>
              <a:path w="121567" h="121567">
                <a:moveTo>
                  <a:pt x="0" y="0"/>
                </a:moveTo>
                <a:lnTo>
                  <a:pt x="0" y="121567"/>
                </a:lnTo>
                <a:lnTo>
                  <a:pt x="121567" y="121567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47" name="path-1143">
            <a:extLst xmlns:a="http://schemas.openxmlformats.org/drawingml/2006/main">
              <a:ext uri="{FF2B5EF4-FFF2-40B4-BE49-F238E27FC236}">
                <a16:creationId xmlns:a16="http://schemas.microsoft.com/office/drawing/2014/main" id="{EAA205EE-F6AA-4C7A-A6EF-776BDB7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2548548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8" name="path-1144">
            <a:extLst xmlns:a="http://schemas.openxmlformats.org/drawingml/2006/main">
              <a:ext uri="{FF2B5EF4-FFF2-40B4-BE49-F238E27FC236}">
                <a16:creationId xmlns:a16="http://schemas.microsoft.com/office/drawing/2014/main" id="{C706CF0C-BC35-47EB-AE41-387AE9C9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2548513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49" name="path-1145">
            <a:extLst xmlns:a="http://schemas.openxmlformats.org/drawingml/2006/main">
              <a:ext uri="{FF2B5EF4-FFF2-40B4-BE49-F238E27FC236}">
                <a16:creationId xmlns:a16="http://schemas.microsoft.com/office/drawing/2014/main" id="{E0138939-0C24-47A1-9287-4F892D0F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2548548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0" name="path-1146">
            <a:extLst xmlns:a="http://schemas.openxmlformats.org/drawingml/2006/main">
              <a:ext uri="{FF2B5EF4-FFF2-40B4-BE49-F238E27FC236}">
                <a16:creationId xmlns:a16="http://schemas.microsoft.com/office/drawing/2014/main" id="{14215ED5-C13A-41E4-95F8-16FD576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2548513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51" name="path-1147">
            <a:extLst xmlns:a="http://schemas.openxmlformats.org/drawingml/2006/main">
              <a:ext uri="{FF2B5EF4-FFF2-40B4-BE49-F238E27FC236}">
                <a16:creationId xmlns:a16="http://schemas.microsoft.com/office/drawing/2014/main" id="{BE9F165C-AD29-4C3A-BB74-562308C0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2548548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2" name="path-1148">
            <a:extLst xmlns:a="http://schemas.openxmlformats.org/drawingml/2006/main">
              <a:ext uri="{FF2B5EF4-FFF2-40B4-BE49-F238E27FC236}">
                <a16:creationId xmlns:a16="http://schemas.microsoft.com/office/drawing/2014/main" id="{761E0477-E7A6-4330-AA4D-121E22D7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2548513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53" name="path-1149">
            <a:extLst xmlns:a="http://schemas.openxmlformats.org/drawingml/2006/main">
              <a:ext uri="{FF2B5EF4-FFF2-40B4-BE49-F238E27FC236}">
                <a16:creationId xmlns:a16="http://schemas.microsoft.com/office/drawing/2014/main" id="{A554EE78-0814-4BC4-A0CE-F4186D86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2548548"/>
            <a:ext cx="178235" cy="178237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4" name="path-1150">
            <a:extLst xmlns:a="http://schemas.openxmlformats.org/drawingml/2006/main">
              <a:ext uri="{FF2B5EF4-FFF2-40B4-BE49-F238E27FC236}">
                <a16:creationId xmlns:a16="http://schemas.microsoft.com/office/drawing/2014/main" id="{5234E33D-F2CC-4F47-846E-07A8482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2548513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55" name="path-1151">
            <a:extLst xmlns:a="http://schemas.openxmlformats.org/drawingml/2006/main">
              <a:ext uri="{FF2B5EF4-FFF2-40B4-BE49-F238E27FC236}">
                <a16:creationId xmlns:a16="http://schemas.microsoft.com/office/drawing/2014/main" id="{2C64A6F6-78FC-43D9-A7CE-E5C4151F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2013861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6" name="path-1152">
            <a:extLst xmlns:a="http://schemas.openxmlformats.org/drawingml/2006/main">
              <a:ext uri="{FF2B5EF4-FFF2-40B4-BE49-F238E27FC236}">
                <a16:creationId xmlns:a16="http://schemas.microsoft.com/office/drawing/2014/main" id="{3F0BEC99-9B9C-47A4-B819-9317EDE3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2013823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57" name="path-1153">
            <a:extLst xmlns:a="http://schemas.openxmlformats.org/drawingml/2006/main">
              <a:ext uri="{FF2B5EF4-FFF2-40B4-BE49-F238E27FC236}">
                <a16:creationId xmlns:a16="http://schemas.microsoft.com/office/drawing/2014/main" id="{D0F139C1-7109-4B2D-987E-B1874057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2192133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8" name="path-1154">
            <a:extLst xmlns:a="http://schemas.openxmlformats.org/drawingml/2006/main">
              <a:ext uri="{FF2B5EF4-FFF2-40B4-BE49-F238E27FC236}">
                <a16:creationId xmlns:a16="http://schemas.microsoft.com/office/drawing/2014/main" id="{C57F51EF-B5F5-4AB5-A2A8-09CECD8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2192096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59" name="path-1155">
            <a:extLst xmlns:a="http://schemas.openxmlformats.org/drawingml/2006/main">
              <a:ext uri="{FF2B5EF4-FFF2-40B4-BE49-F238E27FC236}">
                <a16:creationId xmlns:a16="http://schemas.microsoft.com/office/drawing/2014/main" id="{50033D0C-798E-4E6E-86DA-E837120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2370278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0" name="path-1156">
            <a:extLst xmlns:a="http://schemas.openxmlformats.org/drawingml/2006/main">
              <a:ext uri="{FF2B5EF4-FFF2-40B4-BE49-F238E27FC236}">
                <a16:creationId xmlns:a16="http://schemas.microsoft.com/office/drawing/2014/main" id="{A3FE3987-883F-40C7-A27B-1CD0C769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2370369"/>
            <a:ext cx="178269" cy="178144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61" name="path-1157">
            <a:extLst xmlns:a="http://schemas.openxmlformats.org/drawingml/2006/main">
              <a:ext uri="{FF2B5EF4-FFF2-40B4-BE49-F238E27FC236}">
                <a16:creationId xmlns:a16="http://schemas.microsoft.com/office/drawing/2014/main" id="{80A0C2E0-7CCB-4983-9E1B-11A4D76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2548548"/>
            <a:ext cx="178234" cy="178237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2" name="path-1158">
            <a:extLst xmlns:a="http://schemas.openxmlformats.org/drawingml/2006/main">
              <a:ext uri="{FF2B5EF4-FFF2-40B4-BE49-F238E27FC236}">
                <a16:creationId xmlns:a16="http://schemas.microsoft.com/office/drawing/2014/main" id="{A089E548-A999-40D9-8DAD-8F7787BA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2548513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63" name="path-1159">
            <a:extLst xmlns:a="http://schemas.openxmlformats.org/drawingml/2006/main">
              <a:ext uri="{FF2B5EF4-FFF2-40B4-BE49-F238E27FC236}">
                <a16:creationId xmlns:a16="http://schemas.microsoft.com/office/drawing/2014/main" id="{B236ED67-59A3-4EBE-866B-742A5409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92" y="272682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4" name="path-1160">
            <a:extLst xmlns:a="http://schemas.openxmlformats.org/drawingml/2006/main">
              <a:ext uri="{FF2B5EF4-FFF2-40B4-BE49-F238E27FC236}">
                <a16:creationId xmlns:a16="http://schemas.microsoft.com/office/drawing/2014/main" id="{C3E41F67-BD0F-4C44-B18C-7E8D2217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2726786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65" name="path-1161">
            <a:extLst xmlns:a="http://schemas.openxmlformats.org/drawingml/2006/main">
              <a:ext uri="{FF2B5EF4-FFF2-40B4-BE49-F238E27FC236}">
                <a16:creationId xmlns:a16="http://schemas.microsoft.com/office/drawing/2014/main" id="{F28AE675-5AB5-422D-A3FA-A763ED3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27" y="272682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6" name="path-1162">
            <a:extLst xmlns:a="http://schemas.openxmlformats.org/drawingml/2006/main">
              <a:ext uri="{FF2B5EF4-FFF2-40B4-BE49-F238E27FC236}">
                <a16:creationId xmlns:a16="http://schemas.microsoft.com/office/drawing/2014/main" id="{84B0DC4B-350B-4DD3-B565-C1D0894B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99" y="2726786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67" name="path-1163">
            <a:extLst xmlns:a="http://schemas.openxmlformats.org/drawingml/2006/main">
              <a:ext uri="{FF2B5EF4-FFF2-40B4-BE49-F238E27FC236}">
                <a16:creationId xmlns:a16="http://schemas.microsoft.com/office/drawing/2014/main" id="{095B1ED3-3A3B-49EF-8C43-860DBAAE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1" y="272682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8" name="path-1164">
            <a:extLst xmlns:a="http://schemas.openxmlformats.org/drawingml/2006/main">
              <a:ext uri="{FF2B5EF4-FFF2-40B4-BE49-F238E27FC236}">
                <a16:creationId xmlns:a16="http://schemas.microsoft.com/office/drawing/2014/main" id="{DDFCEE19-1600-4730-AF99-4B4B6B69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967" y="2726786"/>
            <a:ext cx="178277" cy="178273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69" name="path-1165">
            <a:extLst xmlns:a="http://schemas.openxmlformats.org/drawingml/2006/main">
              <a:ext uri="{FF2B5EF4-FFF2-40B4-BE49-F238E27FC236}">
                <a16:creationId xmlns:a16="http://schemas.microsoft.com/office/drawing/2014/main" id="{C72ACE2A-EFAC-4C2A-B77D-37A7B5A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95" y="2726821"/>
            <a:ext cx="178235" cy="178235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0" name="path-1166">
            <a:extLst xmlns:a="http://schemas.openxmlformats.org/drawingml/2006/main">
              <a:ext uri="{FF2B5EF4-FFF2-40B4-BE49-F238E27FC236}">
                <a16:creationId xmlns:a16="http://schemas.microsoft.com/office/drawing/2014/main" id="{2ACC2C33-5379-4CE7-9BDE-8AAFCA07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45" y="2726786"/>
            <a:ext cx="178144" cy="178273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71" name="path-1167">
            <a:extLst xmlns:a="http://schemas.openxmlformats.org/drawingml/2006/main">
              <a:ext uri="{FF2B5EF4-FFF2-40B4-BE49-F238E27FC236}">
                <a16:creationId xmlns:a16="http://schemas.microsoft.com/office/drawing/2014/main" id="{452360D0-52C5-4370-B32D-B31F96A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429" y="2726821"/>
            <a:ext cx="178234" cy="178235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2" name="path-1168">
            <a:extLst xmlns:a="http://schemas.openxmlformats.org/drawingml/2006/main">
              <a:ext uri="{FF2B5EF4-FFF2-40B4-BE49-F238E27FC236}">
                <a16:creationId xmlns:a16="http://schemas.microsoft.com/office/drawing/2014/main" id="{FA6A8F05-0CCE-4923-BDDA-CB297BA1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389" y="2726786"/>
            <a:ext cx="178269" cy="178273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957">
            <a:solidFill>
              <a:srgbClr val="000000"/>
            </a:solidFill>
            <a:prstDash val="solid"/>
          </a:ln>
        </p:spPr>
      </p:sp>
      <p:sp>
        <p:nvSpPr>
          <p:cNvPr id="1173" name="path-1169">
            <a:extLst xmlns:a="http://schemas.openxmlformats.org/drawingml/2006/main">
              <a:ext uri="{FF2B5EF4-FFF2-40B4-BE49-F238E27FC236}">
                <a16:creationId xmlns:a16="http://schemas.microsoft.com/office/drawing/2014/main" id="{7B517CE0-DF78-48AB-BEAB-39AD7DBF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2013823"/>
            <a:ext cx="891227" cy="891236"/>
          </a:xfrm>
          <a:custGeom xmlns:a="http://schemas.openxmlformats.org/drawingml/2006/main">
            <a:pathLst>
              <a:path w="608180" h="608186">
                <a:moveTo>
                  <a:pt x="0" y="0"/>
                </a:moveTo>
                <a:lnTo>
                  <a:pt x="0" y="608186"/>
                </a:lnTo>
                <a:lnTo>
                  <a:pt x="608180" y="608186"/>
                </a:lnTo>
                <a:lnTo>
                  <a:pt x="608180" y="608185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1174" name="path-1170">
            <a:extLst xmlns:a="http://schemas.openxmlformats.org/drawingml/2006/main">
              <a:ext uri="{FF2B5EF4-FFF2-40B4-BE49-F238E27FC236}">
                <a16:creationId xmlns:a16="http://schemas.microsoft.com/office/drawing/2014/main" id="{8099C1B8-D2AE-4D01-A4AD-2999B44F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430" y="2013823"/>
            <a:ext cx="891227" cy="191"/>
          </a:xfrm>
          <a:custGeom xmlns:a="http://schemas.openxmlformats.org/drawingml/2006/main">
            <a:pathLst>
              <a:path w="608180" h="191">
                <a:moveTo>
                  <a:pt x="608180" y="2"/>
                </a:moveTo>
                <a:lnTo>
                  <a:pt x="60818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671">
            <a:solidFill>
              <a:srgbClr val="000000"/>
            </a:solidFill>
            <a:prstDash val="solid"/>
          </a:ln>
        </p:spPr>
      </p:sp>
      <p:sp>
        <p:nvSpPr>
          <p:cNvPr id="1175" name="path-1171">
            <a:extLst xmlns:a="http://schemas.openxmlformats.org/drawingml/2006/main">
              <a:ext uri="{FF2B5EF4-FFF2-40B4-BE49-F238E27FC236}">
                <a16:creationId xmlns:a16="http://schemas.microsoft.com/office/drawing/2014/main" id="{C65859C0-EAE0-44DA-A358-575B71BB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841" y="2248921"/>
            <a:ext cx="407333" cy="402973"/>
          </a:xfrm>
          <a:custGeom xmlns:a="http://schemas.openxmlformats.org/drawingml/2006/main">
            <a:pathLst>
              <a:path w="277967" h="274992">
                <a:moveTo>
                  <a:pt x="0" y="0"/>
                </a:moveTo>
                <a:lnTo>
                  <a:pt x="277967" y="0"/>
                </a:lnTo>
                <a:lnTo>
                  <a:pt x="277967" y="274992"/>
                </a:lnTo>
                <a:lnTo>
                  <a:pt x="0" y="27499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6" name="path-1173">
            <a:extLst xmlns:a="http://schemas.openxmlformats.org/drawingml/2006/main">
              <a:ext uri="{FF2B5EF4-FFF2-40B4-BE49-F238E27FC236}">
                <a16:creationId xmlns:a16="http://schemas.microsoft.com/office/drawing/2014/main" id="{4062F82E-D35B-4671-9A04-2EC305F5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174" y="2361311"/>
            <a:ext cx="118380" cy="129951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7" name="path-1174">
            <a:extLst xmlns:a="http://schemas.openxmlformats.org/drawingml/2006/main">
              <a:ext uri="{FF2B5EF4-FFF2-40B4-BE49-F238E27FC236}">
                <a16:creationId xmlns:a16="http://schemas.microsoft.com/office/drawing/2014/main" id="{C51287C3-A03D-4E78-BD6A-C9BC2475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457" y="2400121"/>
            <a:ext cx="91765" cy="135193"/>
          </a:xfrm>
          <a:custGeom xmlns:a="http://schemas.openxmlformats.org/drawingml/2006/main">
            <a:pathLst>
              <a:path w="62621" h="92256">
                <a:moveTo>
                  <a:pt x="62621" y="46534"/>
                </a:moveTo>
                <a:cubicBezTo>
                  <a:pt x="62621" y="31699"/>
                  <a:pt x="60867" y="21044"/>
                  <a:pt x="54660" y="11602"/>
                </a:cubicBezTo>
                <a:cubicBezTo>
                  <a:pt x="50475" y="5399"/>
                  <a:pt x="42108" y="0"/>
                  <a:pt x="31312" y="0"/>
                </a:cubicBezTo>
                <a:cubicBezTo>
                  <a:pt x="0" y="0"/>
                  <a:pt x="0" y="36824"/>
                  <a:pt x="0" y="46534"/>
                </a:cubicBezTo>
                <a:cubicBezTo>
                  <a:pt x="0" y="56246"/>
                  <a:pt x="0" y="92256"/>
                  <a:pt x="31312" y="92256"/>
                </a:cubicBezTo>
                <a:cubicBezTo>
                  <a:pt x="62621" y="92256"/>
                  <a:pt x="62621" y="56246"/>
                  <a:pt x="62621" y="46534"/>
                </a:cubicBezTo>
                <a:moveTo>
                  <a:pt x="31312" y="88478"/>
                </a:moveTo>
                <a:cubicBezTo>
                  <a:pt x="25103" y="88478"/>
                  <a:pt x="16870" y="84837"/>
                  <a:pt x="14172" y="73778"/>
                </a:cubicBezTo>
                <a:cubicBezTo>
                  <a:pt x="12282" y="65821"/>
                  <a:pt x="12282" y="54761"/>
                  <a:pt x="12282" y="44781"/>
                </a:cubicBezTo>
                <a:cubicBezTo>
                  <a:pt x="12282" y="34936"/>
                  <a:pt x="12282" y="24685"/>
                  <a:pt x="14306" y="17267"/>
                </a:cubicBezTo>
                <a:cubicBezTo>
                  <a:pt x="17140" y="6612"/>
                  <a:pt x="25778" y="3781"/>
                  <a:pt x="31312" y="3781"/>
                </a:cubicBezTo>
                <a:cubicBezTo>
                  <a:pt x="38599" y="3781"/>
                  <a:pt x="45618" y="8231"/>
                  <a:pt x="48045" y="16054"/>
                </a:cubicBezTo>
                <a:cubicBezTo>
                  <a:pt x="50206" y="23336"/>
                  <a:pt x="50339" y="33048"/>
                  <a:pt x="50339" y="44781"/>
                </a:cubicBezTo>
                <a:cubicBezTo>
                  <a:pt x="50339" y="54761"/>
                  <a:pt x="50339" y="64742"/>
                  <a:pt x="48585" y="73239"/>
                </a:cubicBezTo>
                <a:cubicBezTo>
                  <a:pt x="45887" y="85512"/>
                  <a:pt x="36709" y="88478"/>
                  <a:pt x="31312" y="88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8" name="text-1175 (Gaussian">
            <a:extLst xmlns:a="http://schemas.openxmlformats.org/drawingml/2006/main">
              <a:ext uri="{FF2B5EF4-FFF2-40B4-BE49-F238E27FC236}">
                <a16:creationId xmlns:a16="http://schemas.microsoft.com/office/drawing/2014/main" id="{1E2315F5-3740-462C-8352-68DB6A22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0856" y="5797358"/>
            <a:ext cx="916062" cy="270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523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(Gaussian</a:t>
            </a:r>
          </a:p>
        </p:txBody>
      </p:sp>
      <p:sp>
        <p:nvSpPr>
          <p:cNvPr id="1179" name="text-1176 distribution)">
            <a:extLst xmlns:a="http://schemas.openxmlformats.org/drawingml/2006/main">
              <a:ext uri="{FF2B5EF4-FFF2-40B4-BE49-F238E27FC236}">
                <a16:creationId xmlns:a16="http://schemas.microsoft.com/office/drawing/2014/main" id="{B972F48F-5A4C-4B51-A923-A2CD6A36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0856" y="6022790"/>
            <a:ext cx="1034283" cy="270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3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523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distribution)</a:t>
            </a:r>
          </a:p>
        </p:txBody>
      </p:sp>
      <p:sp>
        <p:nvSpPr>
          <p:cNvPr id="1180" name="text-1177 …">
            <a:extLst xmlns:a="http://schemas.openxmlformats.org/drawingml/2006/main">
              <a:ext uri="{FF2B5EF4-FFF2-40B4-BE49-F238E27FC236}">
                <a16:creationId xmlns:a16="http://schemas.microsoft.com/office/drawing/2014/main" id="{8DF35904-317E-457E-AA63-6E1F54E6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139" y="9660251"/>
            <a:ext cx="365069" cy="433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1" name="text-1178 …">
            <a:extLst xmlns:a="http://schemas.openxmlformats.org/drawingml/2006/main">
              <a:ext uri="{FF2B5EF4-FFF2-40B4-BE49-F238E27FC236}">
                <a16:creationId xmlns:a16="http://schemas.microsoft.com/office/drawing/2014/main" id="{941D6BDC-32A4-4644-8DCB-D94ED29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120" y="9660251"/>
            <a:ext cx="365069" cy="4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2" name="text-1179 …">
            <a:extLst xmlns:a="http://schemas.openxmlformats.org/drawingml/2006/main">
              <a:ext uri="{FF2B5EF4-FFF2-40B4-BE49-F238E27FC236}">
                <a16:creationId xmlns:a16="http://schemas.microsoft.com/office/drawing/2014/main" id="{B0A1F6AD-F151-475A-A63D-16EEF866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7862" y="9660251"/>
            <a:ext cx="365069" cy="433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3" name="text-1180 …">
            <a:extLst xmlns:a="http://schemas.openxmlformats.org/drawingml/2006/main">
              <a:ext uri="{FF2B5EF4-FFF2-40B4-BE49-F238E27FC236}">
                <a16:creationId xmlns:a16="http://schemas.microsoft.com/office/drawing/2014/main" id="{6BC38BE5-BB75-44B3-B445-734CF0DB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3854" y="9660251"/>
            <a:ext cx="365069" cy="4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4" name="text-1181 …">
            <a:extLst xmlns:a="http://schemas.openxmlformats.org/drawingml/2006/main">
              <a:ext uri="{FF2B5EF4-FFF2-40B4-BE49-F238E27FC236}">
                <a16:creationId xmlns:a16="http://schemas.microsoft.com/office/drawing/2014/main" id="{AC87023A-752A-4AD5-9113-03DD4064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8762" y="9660251"/>
            <a:ext cx="365069" cy="433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3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5" name="path-1182">
            <a:extLst xmlns:a="http://schemas.openxmlformats.org/drawingml/2006/main">
              <a:ext uri="{FF2B5EF4-FFF2-40B4-BE49-F238E27FC236}">
                <a16:creationId xmlns:a16="http://schemas.microsoft.com/office/drawing/2014/main" id="{6778F9F0-5A78-4D05-88DE-638A2D4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910" y="178505"/>
            <a:ext cx="523642" cy="598496"/>
          </a:xfrm>
          <a:custGeom xmlns:a="http://schemas.openxmlformats.org/drawingml/2006/main">
            <a:pathLst>
              <a:path w="357337" h="408418">
                <a:moveTo>
                  <a:pt x="357337" y="289930"/>
                </a:moveTo>
                <a:lnTo>
                  <a:pt x="357337" y="0"/>
                </a:lnTo>
                <a:lnTo>
                  <a:pt x="0" y="0"/>
                </a:lnTo>
                <a:lnTo>
                  <a:pt x="0" y="408418"/>
                </a:lnTo>
                <a:lnTo>
                  <a:pt x="176113" y="408418"/>
                </a:lnTo>
                <a:lnTo>
                  <a:pt x="176113" y="382908"/>
                </a:lnTo>
                <a:lnTo>
                  <a:pt x="25527" y="382908"/>
                </a:lnTo>
                <a:lnTo>
                  <a:pt x="25527" y="25509"/>
                </a:lnTo>
                <a:lnTo>
                  <a:pt x="331810" y="25509"/>
                </a:lnTo>
                <a:lnTo>
                  <a:pt x="331810" y="280782"/>
                </a:lnTo>
                <a:lnTo>
                  <a:pt x="229718" y="280782"/>
                </a:lnTo>
                <a:lnTo>
                  <a:pt x="229718" y="408418"/>
                </a:lnTo>
                <a:lnTo>
                  <a:pt x="252686" y="408418"/>
                </a:lnTo>
                <a:lnTo>
                  <a:pt x="357337" y="304004"/>
                </a:lnTo>
                <a:lnTo>
                  <a:pt x="357337" y="289930"/>
                </a:lnTo>
                <a:moveTo>
                  <a:pt x="252686" y="372177"/>
                </a:moveTo>
                <a:lnTo>
                  <a:pt x="252686" y="304004"/>
                </a:lnTo>
                <a:lnTo>
                  <a:pt x="321342" y="304004"/>
                </a:lnTo>
                <a:lnTo>
                  <a:pt x="252686" y="3721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6" name="path-1183">
            <a:extLst xmlns:a="http://schemas.openxmlformats.org/drawingml/2006/main">
              <a:ext uri="{FF2B5EF4-FFF2-40B4-BE49-F238E27FC236}">
                <a16:creationId xmlns:a16="http://schemas.microsoft.com/office/drawing/2014/main" id="{3289C0E4-651D-4145-95C1-33F5A058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120" y="326227"/>
            <a:ext cx="299222" cy="267862"/>
          </a:xfrm>
          <a:custGeom xmlns:a="http://schemas.openxmlformats.org/drawingml/2006/main">
            <a:pathLst>
              <a:path w="204192" h="182791">
                <a:moveTo>
                  <a:pt x="0" y="0"/>
                </a:moveTo>
                <a:lnTo>
                  <a:pt x="0" y="25510"/>
                </a:lnTo>
                <a:lnTo>
                  <a:pt x="204192" y="25510"/>
                </a:lnTo>
                <a:lnTo>
                  <a:pt x="204192" y="0"/>
                </a:lnTo>
                <a:close/>
                <a:moveTo>
                  <a:pt x="0" y="76617"/>
                </a:moveTo>
                <a:lnTo>
                  <a:pt x="0" y="102127"/>
                </a:lnTo>
                <a:lnTo>
                  <a:pt x="204192" y="102127"/>
                </a:lnTo>
                <a:lnTo>
                  <a:pt x="204192" y="76617"/>
                </a:lnTo>
                <a:close/>
                <a:moveTo>
                  <a:pt x="0" y="157281"/>
                </a:moveTo>
                <a:lnTo>
                  <a:pt x="0" y="182791"/>
                </a:lnTo>
                <a:lnTo>
                  <a:pt x="127619" y="182791"/>
                </a:lnTo>
                <a:lnTo>
                  <a:pt x="127619" y="157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7" name="text-1184 Prompt">
            <a:extLst xmlns:a="http://schemas.openxmlformats.org/drawingml/2006/main">
              <a:ext uri="{FF2B5EF4-FFF2-40B4-BE49-F238E27FC236}">
                <a16:creationId xmlns:a16="http://schemas.microsoft.com/office/drawing/2014/main" id="{9A6A7C10-7AA3-4A71-BE16-AC55010F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5333" y="199645"/>
            <a:ext cx="853855" cy="32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188" name="text-1184 Input">
            <a:extLst xmlns:a="http://schemas.openxmlformats.org/drawingml/2006/main">
              <a:ext uri="{FF2B5EF4-FFF2-40B4-BE49-F238E27FC236}">
                <a16:creationId xmlns:a16="http://schemas.microsoft.com/office/drawing/2014/main" id="{13CBE1F7-5522-4DE8-9D88-6CC6EB05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1876" y="199653"/>
            <a:ext cx="608663" cy="32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89" name="text-1185 ,">
            <a:extLst xmlns:a="http://schemas.openxmlformats.org/drawingml/2006/main">
              <a:ext uri="{FF2B5EF4-FFF2-40B4-BE49-F238E27FC236}">
                <a16:creationId xmlns:a16="http://schemas.microsoft.com/office/drawing/2014/main" id="{2CE7F2EC-E9F7-48D8-A31A-08EE5B75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8784" y="225221"/>
            <a:ext cx="94462" cy="289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90" name="text-1186 e.g.">
            <a:extLst xmlns:a="http://schemas.openxmlformats.org/drawingml/2006/main">
              <a:ext uri="{FF2B5EF4-FFF2-40B4-BE49-F238E27FC236}">
                <a16:creationId xmlns:a16="http://schemas.microsoft.com/office/drawing/2014/main" id="{881DE2AE-7185-4098-BEFE-9EE40CC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3380" y="225268"/>
            <a:ext cx="381263" cy="28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e.g.</a:t>
            </a:r>
          </a:p>
        </p:txBody>
      </p:sp>
      <p:sp>
        <p:nvSpPr>
          <p:cNvPr id="1191" name="text-1187 ,">
            <a:extLst xmlns:a="http://schemas.openxmlformats.org/drawingml/2006/main">
              <a:ext uri="{FF2B5EF4-FFF2-40B4-BE49-F238E27FC236}">
                <a16:creationId xmlns:a16="http://schemas.microsoft.com/office/drawing/2014/main" id="{056E8745-FA20-453A-93BF-A846788F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7426" y="225221"/>
            <a:ext cx="94462" cy="289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92" name="text-1187 text">
            <a:extLst xmlns:a="http://schemas.openxmlformats.org/drawingml/2006/main">
              <a:ext uri="{FF2B5EF4-FFF2-40B4-BE49-F238E27FC236}">
                <a16:creationId xmlns:a16="http://schemas.microsoft.com/office/drawing/2014/main" id="{AE4D296F-20A3-4A73-A575-274F245E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2013" y="225296"/>
            <a:ext cx="369584" cy="28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193" name="text-1188 (optional,">
            <a:extLst xmlns:a="http://schemas.openxmlformats.org/drawingml/2006/main">
              <a:ext uri="{FF2B5EF4-FFF2-40B4-BE49-F238E27FC236}">
                <a16:creationId xmlns:a16="http://schemas.microsoft.com/office/drawing/2014/main" id="{4D83C7EB-76EA-4F01-BB10-13103C3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4332" y="464909"/>
            <a:ext cx="885669" cy="288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(optional,</a:t>
            </a:r>
          </a:p>
        </p:txBody>
      </p:sp>
      <p:sp>
        <p:nvSpPr>
          <p:cNvPr id="1194" name="text-1188 specifying">
            <a:extLst xmlns:a="http://schemas.openxmlformats.org/drawingml/2006/main">
              <a:ext uri="{FF2B5EF4-FFF2-40B4-BE49-F238E27FC236}">
                <a16:creationId xmlns:a16="http://schemas.microsoft.com/office/drawing/2014/main" id="{4CC93C91-382E-4048-B550-FFC13095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0136" y="464925"/>
            <a:ext cx="954316" cy="28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specifying</a:t>
            </a:r>
          </a:p>
        </p:txBody>
      </p:sp>
      <p:sp>
        <p:nvSpPr>
          <p:cNvPr id="1195" name="text-1188 the">
            <a:extLst xmlns:a="http://schemas.openxmlformats.org/drawingml/2006/main">
              <a:ext uri="{FF2B5EF4-FFF2-40B4-BE49-F238E27FC236}">
                <a16:creationId xmlns:a16="http://schemas.microsoft.com/office/drawing/2014/main" id="{784A3D48-6BBE-44DB-9EBB-1E981EBA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4612" y="464911"/>
            <a:ext cx="323863" cy="288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96" name="text-1188 task)">
            <a:extLst xmlns:a="http://schemas.openxmlformats.org/drawingml/2006/main">
              <a:ext uri="{FF2B5EF4-FFF2-40B4-BE49-F238E27FC236}">
                <a16:creationId xmlns:a16="http://schemas.microsoft.com/office/drawing/2014/main" id="{A490456B-8745-4D04-941C-BB4F1F72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31" y="464954"/>
            <a:ext cx="484085" cy="288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task)</a:t>
            </a:r>
          </a:p>
        </p:txBody>
      </p:sp>
      <p:sp>
        <p:nvSpPr>
          <p:cNvPr id="1197" name="path-1190">
            <a:extLst xmlns:a="http://schemas.openxmlformats.org/drawingml/2006/main">
              <a:ext uri="{FF2B5EF4-FFF2-40B4-BE49-F238E27FC236}">
                <a16:creationId xmlns:a16="http://schemas.microsoft.com/office/drawing/2014/main" id="{15555251-38DD-4F57-BE30-9429B64F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53" y="915052"/>
            <a:ext cx="875256" cy="1159225"/>
          </a:xfrm>
          <a:custGeom xmlns:a="http://schemas.openxmlformats.org/drawingml/2006/main">
            <a:pathLst>
              <a:path w="597281" h="791064">
                <a:moveTo>
                  <a:pt x="0" y="0"/>
                </a:moveTo>
                <a:lnTo>
                  <a:pt x="0" y="720693"/>
                </a:lnTo>
                <a:cubicBezTo>
                  <a:pt x="0" y="759572"/>
                  <a:pt x="31582" y="791064"/>
                  <a:pt x="70374" y="791064"/>
                </a:cubicBezTo>
                <a:lnTo>
                  <a:pt x="597281" y="791064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  <p:sp>
        <p:nvSpPr>
          <p:cNvPr id="1198" name="path-1191">
            <a:extLst xmlns:a="http://schemas.openxmlformats.org/drawingml/2006/main">
              <a:ext uri="{FF2B5EF4-FFF2-40B4-BE49-F238E27FC236}">
                <a16:creationId xmlns:a16="http://schemas.microsoft.com/office/drawing/2014/main" id="{5CED01CD-4879-4748-A45D-81D798ED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532" y="2031741"/>
            <a:ext cx="113435" cy="85077"/>
          </a:xfrm>
          <a:custGeom xmlns:a="http://schemas.openxmlformats.org/drawingml/2006/main">
            <a:pathLst>
              <a:path w="77409" h="58057">
                <a:moveTo>
                  <a:pt x="77409" y="29029"/>
                </a:moveTo>
                <a:lnTo>
                  <a:pt x="0" y="0"/>
                </a:lnTo>
                <a:lnTo>
                  <a:pt x="29028" y="29029"/>
                </a:lnTo>
                <a:lnTo>
                  <a:pt x="0" y="58057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9" name="path-1192">
            <a:extLst xmlns:a="http://schemas.openxmlformats.org/drawingml/2006/main">
              <a:ext uri="{FF2B5EF4-FFF2-40B4-BE49-F238E27FC236}">
                <a16:creationId xmlns:a16="http://schemas.microsoft.com/office/drawing/2014/main" id="{5C224365-1C19-4AD7-9FEB-0D313A69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566" y="2031743"/>
            <a:ext cx="113433" cy="85073"/>
          </a:xfrm>
          <a:custGeom xmlns:a="http://schemas.openxmlformats.org/drawingml/2006/main">
            <a:pathLst>
              <a:path w="77408" h="58054">
                <a:moveTo>
                  <a:pt x="77408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4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9335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5605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5" name="path-1">
            <a:extLst xmlns:a="http://schemas.openxmlformats.org/drawingml/2006/main">
              <a:ext uri="{FF2B5EF4-FFF2-40B4-BE49-F238E27FC236}">
                <a16:creationId xmlns:a16="http://schemas.microsoft.com/office/drawing/2014/main" id="{4D5A21D5-2E4E-4845-B6E7-D4AA1E0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412" y="0"/>
            <a:ext cx="12946715" cy="10287000"/>
          </a:xfrm>
          <a:custGeom xmlns:a="http://schemas.openxmlformats.org/drawingml/2006/main">
            <a:pathLst>
              <a:path w="11304401" h="8982075">
                <a:moveTo>
                  <a:pt x="11304401" y="0"/>
                </a:moveTo>
                <a:lnTo>
                  <a:pt x="0" y="0"/>
                </a:lnTo>
                <a:lnTo>
                  <a:pt x="0" y="8982075"/>
                </a:lnTo>
                <a:lnTo>
                  <a:pt x="11304401" y="8982075"/>
                </a:lnTo>
                <a:lnTo>
                  <a:pt x="1130440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145510BC-122E-4538-A574-42474D2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412" y="0"/>
            <a:ext cx="12946715" cy="10287000"/>
          </a:xfrm>
          <a:custGeom xmlns:a="http://schemas.openxmlformats.org/drawingml/2006/main">
            <a:pathLst>
              <a:path w="11304401" h="8982075">
                <a:moveTo>
                  <a:pt x="11304401" y="0"/>
                </a:moveTo>
                <a:lnTo>
                  <a:pt x="0" y="0"/>
                </a:lnTo>
                <a:lnTo>
                  <a:pt x="0" y="8982075"/>
                </a:lnTo>
                <a:lnTo>
                  <a:pt x="11304401" y="8982075"/>
                </a:lnTo>
                <a:lnTo>
                  <a:pt x="1130440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 b">
            <a:extLst xmlns:a="http://schemas.openxmlformats.org/drawingml/2006/main">
              <a:ext uri="{FF2B5EF4-FFF2-40B4-BE49-F238E27FC236}">
                <a16:creationId xmlns:a16="http://schemas.microsoft.com/office/drawing/2014/main" id="{94DCB4A0-718A-4A61-A72D-85BF429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8629" y="30404"/>
            <a:ext cx="209126" cy="37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6881807A-720F-4799-BF3A-922E95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163" y="521176"/>
            <a:ext cx="1761639" cy="191"/>
          </a:xfrm>
          <a:custGeom xmlns:a="http://schemas.openxmlformats.org/drawingml/2006/main">
            <a:pathLst>
              <a:path w="1538172" h="191">
                <a:moveTo>
                  <a:pt x="0" y="0"/>
                </a:moveTo>
                <a:lnTo>
                  <a:pt x="15381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000000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F4FC47F2-0A6B-4694-BE09-256BBA50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671" y="490017"/>
            <a:ext cx="83100" cy="62326"/>
          </a:xfrm>
          <a:custGeom xmlns:a="http://schemas.openxmlformats.org/drawingml/2006/main">
            <a:pathLst>
              <a:path w="72559" h="54419">
                <a:moveTo>
                  <a:pt x="72559" y="27210"/>
                </a:moveTo>
                <a:lnTo>
                  <a:pt x="0" y="0"/>
                </a:lnTo>
                <a:lnTo>
                  <a:pt x="27210" y="27210"/>
                </a:lnTo>
                <a:lnTo>
                  <a:pt x="0" y="54419"/>
                </a:lnTo>
                <a:lnTo>
                  <a:pt x="72559" y="272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8FF5839E-F69A-4CA5-8314-979776FC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643" y="490016"/>
            <a:ext cx="83100" cy="62326"/>
          </a:xfrm>
          <a:custGeom xmlns:a="http://schemas.openxmlformats.org/drawingml/2006/main">
            <a:pathLst>
              <a:path w="72558" h="54420">
                <a:moveTo>
                  <a:pt x="72558" y="27207"/>
                </a:moveTo>
                <a:lnTo>
                  <a:pt x="0" y="0"/>
                </a:lnTo>
                <a:lnTo>
                  <a:pt x="27207" y="27207"/>
                </a:lnTo>
                <a:lnTo>
                  <a:pt x="0" y="54420"/>
                </a:lnTo>
                <a:lnTo>
                  <a:pt x="72558" y="27207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000000"/>
            </a:solidFill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F6B587AB-D591-4B4D-A0C4-2EA5784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472" y="395930"/>
            <a:ext cx="1300724" cy="259911"/>
          </a:xfrm>
          <a:custGeom xmlns:a="http://schemas.openxmlformats.org/drawingml/2006/main">
            <a:pathLst>
              <a:path w="1135725" h="226941">
                <a:moveTo>
                  <a:pt x="0" y="0"/>
                </a:moveTo>
                <a:lnTo>
                  <a:pt x="1135725" y="0"/>
                </a:lnTo>
                <a:lnTo>
                  <a:pt x="1135725" y="226941"/>
                </a:lnTo>
                <a:lnTo>
                  <a:pt x="0" y="2269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53FD2A0F-0B9A-45E6-8FB2-794D6A2C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470" y="395964"/>
            <a:ext cx="1300711" cy="259874"/>
          </a:xfrm>
          <a:custGeom xmlns:a="http://schemas.openxmlformats.org/drawingml/2006/main">
            <a:pathLst>
              <a:path w="1135714" h="226909">
                <a:moveTo>
                  <a:pt x="0" y="0"/>
                </a:moveTo>
                <a:lnTo>
                  <a:pt x="0" y="226909"/>
                </a:lnTo>
                <a:lnTo>
                  <a:pt x="1135714" y="226909"/>
                </a:lnTo>
                <a:lnTo>
                  <a:pt x="113571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9" name="text-9 Applicable">
            <a:extLst xmlns:a="http://schemas.openxmlformats.org/drawingml/2006/main">
              <a:ext uri="{FF2B5EF4-FFF2-40B4-BE49-F238E27FC236}">
                <a16:creationId xmlns:a16="http://schemas.microsoft.com/office/drawing/2014/main" id="{931A74CF-F6BD-48F6-AB95-BF40AA3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5232" y="424253"/>
            <a:ext cx="724430" cy="211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Applicable</a:t>
            </a:r>
          </a:p>
        </p:txBody>
      </p:sp>
      <p:sp>
        <p:nvSpPr>
          <p:cNvPr id="10" name="text-9 to">
            <a:extLst xmlns:a="http://schemas.openxmlformats.org/drawingml/2006/main">
              <a:ext uri="{FF2B5EF4-FFF2-40B4-BE49-F238E27FC236}">
                <a16:creationId xmlns:a16="http://schemas.microsoft.com/office/drawing/2014/main" id="{EF985393-796F-4E81-9655-9D15293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440" y="424305"/>
            <a:ext cx="153201" cy="21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1" name="text-10 Internal">
            <a:extLst xmlns:a="http://schemas.openxmlformats.org/drawingml/2006/main">
              <a:ext uri="{FF2B5EF4-FFF2-40B4-BE49-F238E27FC236}">
                <a16:creationId xmlns:a16="http://schemas.microsoft.com/office/drawing/2014/main" id="{BECB9FDB-1955-4298-8D77-559F1FDC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8375" y="293132"/>
            <a:ext cx="716151" cy="26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12" name="text-10 Vision">
            <a:extLst xmlns:a="http://schemas.openxmlformats.org/drawingml/2006/main">
              <a:ext uri="{FF2B5EF4-FFF2-40B4-BE49-F238E27FC236}">
                <a16:creationId xmlns:a16="http://schemas.microsoft.com/office/drawing/2014/main" id="{6CEE557C-E7D3-4FB9-B33A-B4E90050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2998" y="293139"/>
            <a:ext cx="597260" cy="264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3" name="text-11 Representation">
            <a:extLst xmlns:a="http://schemas.openxmlformats.org/drawingml/2006/main">
              <a:ext uri="{FF2B5EF4-FFF2-40B4-BE49-F238E27FC236}">
                <a16:creationId xmlns:a16="http://schemas.microsoft.com/office/drawing/2014/main" id="{B761FA03-E936-416F-B94B-C799E39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9937" y="506997"/>
            <a:ext cx="1408842" cy="264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4230C2DC-2FE3-4980-8D88-A4AF95E6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51" y="127706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3">
            <a:extLst xmlns:a="http://schemas.openxmlformats.org/drawingml/2006/main">
              <a:ext uri="{FF2B5EF4-FFF2-40B4-BE49-F238E27FC236}">
                <a16:creationId xmlns:a16="http://schemas.microsoft.com/office/drawing/2014/main" id="{F9AC9A0B-2E9D-4E9D-A19A-88992B3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49" y="12777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6" name="path-14">
            <a:extLst xmlns:a="http://schemas.openxmlformats.org/drawingml/2006/main">
              <a:ext uri="{FF2B5EF4-FFF2-40B4-BE49-F238E27FC236}">
                <a16:creationId xmlns:a16="http://schemas.microsoft.com/office/drawing/2014/main" id="{96BF463A-75ED-4FDB-AD6A-09C9CB4E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23" y="127706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5">
            <a:extLst xmlns:a="http://schemas.openxmlformats.org/drawingml/2006/main">
              <a:ext uri="{FF2B5EF4-FFF2-40B4-BE49-F238E27FC236}">
                <a16:creationId xmlns:a16="http://schemas.microsoft.com/office/drawing/2014/main" id="{FA24B4EB-994C-4D28-A82B-879D24B3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53" y="127771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8" name="path-16">
            <a:extLst xmlns:a="http://schemas.openxmlformats.org/drawingml/2006/main">
              <a:ext uri="{FF2B5EF4-FFF2-40B4-BE49-F238E27FC236}">
                <a16:creationId xmlns:a16="http://schemas.microsoft.com/office/drawing/2014/main" id="{A8C70D3A-8AB0-4748-91B1-19472E78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95" y="127706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7">
            <a:extLst xmlns:a="http://schemas.openxmlformats.org/drawingml/2006/main">
              <a:ext uri="{FF2B5EF4-FFF2-40B4-BE49-F238E27FC236}">
                <a16:creationId xmlns:a16="http://schemas.microsoft.com/office/drawing/2014/main" id="{F789BE61-289F-4606-864C-44AD7797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53" y="12777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0" name="path-18">
            <a:extLst xmlns:a="http://schemas.openxmlformats.org/drawingml/2006/main">
              <a:ext uri="{FF2B5EF4-FFF2-40B4-BE49-F238E27FC236}">
                <a16:creationId xmlns:a16="http://schemas.microsoft.com/office/drawing/2014/main" id="{5D21A0A0-B55A-4100-B115-D8503D75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51" y="258307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19">
            <a:extLst xmlns:a="http://schemas.openxmlformats.org/drawingml/2006/main">
              <a:ext uri="{FF2B5EF4-FFF2-40B4-BE49-F238E27FC236}">
                <a16:creationId xmlns:a16="http://schemas.microsoft.com/office/drawing/2014/main" id="{DEC37F98-24F9-4DAB-924C-AA9C1290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49" y="25827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2" name="path-20">
            <a:extLst xmlns:a="http://schemas.openxmlformats.org/drawingml/2006/main">
              <a:ext uri="{FF2B5EF4-FFF2-40B4-BE49-F238E27FC236}">
                <a16:creationId xmlns:a16="http://schemas.microsoft.com/office/drawing/2014/main" id="{92C3FC5D-E23E-435F-9A53-46B480D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23" y="258307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1">
            <a:extLst xmlns:a="http://schemas.openxmlformats.org/drawingml/2006/main">
              <a:ext uri="{FF2B5EF4-FFF2-40B4-BE49-F238E27FC236}">
                <a16:creationId xmlns:a16="http://schemas.microsoft.com/office/drawing/2014/main" id="{D5C403B5-6BF6-44A5-B1B8-075FBDFB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53" y="258278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1F9661B9-B79B-4065-B0D2-20B316D6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95" y="258307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3">
            <a:extLst xmlns:a="http://schemas.openxmlformats.org/drawingml/2006/main">
              <a:ext uri="{FF2B5EF4-FFF2-40B4-BE49-F238E27FC236}">
                <a16:creationId xmlns:a16="http://schemas.microsoft.com/office/drawing/2014/main" id="{810D2C1A-CB14-491E-BBC3-0C8D2068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53" y="25827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6" name="path-24">
            <a:extLst xmlns:a="http://schemas.openxmlformats.org/drawingml/2006/main">
              <a:ext uri="{FF2B5EF4-FFF2-40B4-BE49-F238E27FC236}">
                <a16:creationId xmlns:a16="http://schemas.microsoft.com/office/drawing/2014/main" id="{0603664B-7349-48DD-85B8-09BE20C9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51" y="388907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5">
            <a:extLst xmlns:a="http://schemas.openxmlformats.org/drawingml/2006/main">
              <a:ext uri="{FF2B5EF4-FFF2-40B4-BE49-F238E27FC236}">
                <a16:creationId xmlns:a16="http://schemas.microsoft.com/office/drawing/2014/main" id="{0F25602A-9103-44D6-8D1A-E48CA8EA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49" y="388881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8" name="path-26">
            <a:extLst xmlns:a="http://schemas.openxmlformats.org/drawingml/2006/main">
              <a:ext uri="{FF2B5EF4-FFF2-40B4-BE49-F238E27FC236}">
                <a16:creationId xmlns:a16="http://schemas.microsoft.com/office/drawing/2014/main" id="{427B0F1E-CF2F-485B-BBA6-8C141A2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23" y="388907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7">
            <a:extLst xmlns:a="http://schemas.openxmlformats.org/drawingml/2006/main">
              <a:ext uri="{FF2B5EF4-FFF2-40B4-BE49-F238E27FC236}">
                <a16:creationId xmlns:a16="http://schemas.microsoft.com/office/drawing/2014/main" id="{6E62DBA5-E6F2-43F4-8D17-E8B057B5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53" y="388881"/>
            <a:ext cx="130500" cy="130597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0" name="path-28">
            <a:extLst xmlns:a="http://schemas.openxmlformats.org/drawingml/2006/main">
              <a:ext uri="{FF2B5EF4-FFF2-40B4-BE49-F238E27FC236}">
                <a16:creationId xmlns:a16="http://schemas.microsoft.com/office/drawing/2014/main" id="{C7713697-AE84-46D4-904B-F111B11E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95" y="388907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29">
            <a:extLst xmlns:a="http://schemas.openxmlformats.org/drawingml/2006/main">
              <a:ext uri="{FF2B5EF4-FFF2-40B4-BE49-F238E27FC236}">
                <a16:creationId xmlns:a16="http://schemas.microsoft.com/office/drawing/2014/main" id="{A96DF36B-7C5B-40BF-9D22-3F800905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53" y="388881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2" name="path-30">
            <a:extLst xmlns:a="http://schemas.openxmlformats.org/drawingml/2006/main">
              <a:ext uri="{FF2B5EF4-FFF2-40B4-BE49-F238E27FC236}">
                <a16:creationId xmlns:a16="http://schemas.microsoft.com/office/drawing/2014/main" id="{FB5A89DB-E7A2-4BC4-9D49-79DE2D02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77" y="127706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1">
            <a:extLst xmlns:a="http://schemas.openxmlformats.org/drawingml/2006/main">
              <a:ext uri="{FF2B5EF4-FFF2-40B4-BE49-F238E27FC236}">
                <a16:creationId xmlns:a16="http://schemas.microsoft.com/office/drawing/2014/main" id="{4D91E05F-9C24-4C55-93DB-1F5017CA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57" y="12777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4" name="path-32">
            <a:extLst xmlns:a="http://schemas.openxmlformats.org/drawingml/2006/main">
              <a:ext uri="{FF2B5EF4-FFF2-40B4-BE49-F238E27FC236}">
                <a16:creationId xmlns:a16="http://schemas.microsoft.com/office/drawing/2014/main" id="{98433E0E-1FE6-4ECC-ACEF-F353A12C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77" y="258307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3">
            <a:extLst xmlns:a="http://schemas.openxmlformats.org/drawingml/2006/main">
              <a:ext uri="{FF2B5EF4-FFF2-40B4-BE49-F238E27FC236}">
                <a16:creationId xmlns:a16="http://schemas.microsoft.com/office/drawing/2014/main" id="{79FC8758-523F-4B50-BA90-4F921A4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57" y="25827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6" name="path-34">
            <a:extLst xmlns:a="http://schemas.openxmlformats.org/drawingml/2006/main">
              <a:ext uri="{FF2B5EF4-FFF2-40B4-BE49-F238E27FC236}">
                <a16:creationId xmlns:a16="http://schemas.microsoft.com/office/drawing/2014/main" id="{9C4936F9-C0B7-4CF9-8359-6F6D2E88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77" y="388907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5">
            <a:extLst xmlns:a="http://schemas.openxmlformats.org/drawingml/2006/main">
              <a:ext uri="{FF2B5EF4-FFF2-40B4-BE49-F238E27FC236}">
                <a16:creationId xmlns:a16="http://schemas.microsoft.com/office/drawing/2014/main" id="{88C6BBC0-134D-4E81-900E-8940B70A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57" y="388881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8" name="path-36">
            <a:extLst xmlns:a="http://schemas.openxmlformats.org/drawingml/2006/main">
              <a:ext uri="{FF2B5EF4-FFF2-40B4-BE49-F238E27FC236}">
                <a16:creationId xmlns:a16="http://schemas.microsoft.com/office/drawing/2014/main" id="{232F55A2-F24D-4EB6-9CE3-1C1CD6E1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51" y="5194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7">
            <a:extLst xmlns:a="http://schemas.openxmlformats.org/drawingml/2006/main">
              <a:ext uri="{FF2B5EF4-FFF2-40B4-BE49-F238E27FC236}">
                <a16:creationId xmlns:a16="http://schemas.microsoft.com/office/drawing/2014/main" id="{08D22C73-425C-49A3-B776-2F66D19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49" y="51947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0" name="path-38">
            <a:extLst xmlns:a="http://schemas.openxmlformats.org/drawingml/2006/main">
              <a:ext uri="{FF2B5EF4-FFF2-40B4-BE49-F238E27FC236}">
                <a16:creationId xmlns:a16="http://schemas.microsoft.com/office/drawing/2014/main" id="{F3D0F1EC-77B7-492D-9219-A3DFF958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23" y="5194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39">
            <a:extLst xmlns:a="http://schemas.openxmlformats.org/drawingml/2006/main">
              <a:ext uri="{FF2B5EF4-FFF2-40B4-BE49-F238E27FC236}">
                <a16:creationId xmlns:a16="http://schemas.microsoft.com/office/drawing/2014/main" id="{FA1B8220-19C9-4407-8543-6EF6700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53" y="519479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2" name="path-40">
            <a:extLst xmlns:a="http://schemas.openxmlformats.org/drawingml/2006/main">
              <a:ext uri="{FF2B5EF4-FFF2-40B4-BE49-F238E27FC236}">
                <a16:creationId xmlns:a16="http://schemas.microsoft.com/office/drawing/2014/main" id="{FAB0E1BD-24E9-41A4-8CCE-21D50093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95" y="5194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1">
            <a:extLst xmlns:a="http://schemas.openxmlformats.org/drawingml/2006/main">
              <a:ext uri="{FF2B5EF4-FFF2-40B4-BE49-F238E27FC236}">
                <a16:creationId xmlns:a16="http://schemas.microsoft.com/office/drawing/2014/main" id="{CDC5CCB3-5A9A-4089-9EF6-9994BFB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53" y="51947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4" name="path-42">
            <a:extLst xmlns:a="http://schemas.openxmlformats.org/drawingml/2006/main">
              <a:ext uri="{FF2B5EF4-FFF2-40B4-BE49-F238E27FC236}">
                <a16:creationId xmlns:a16="http://schemas.microsoft.com/office/drawing/2014/main" id="{CDC15CCD-D74B-42B5-894A-FE0C14B0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77" y="5194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3">
            <a:extLst xmlns:a="http://schemas.openxmlformats.org/drawingml/2006/main">
              <a:ext uri="{FF2B5EF4-FFF2-40B4-BE49-F238E27FC236}">
                <a16:creationId xmlns:a16="http://schemas.microsoft.com/office/drawing/2014/main" id="{B900E891-7C33-4A5F-BC75-BFC75CE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57" y="51947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6" name="path-44">
            <a:extLst xmlns:a="http://schemas.openxmlformats.org/drawingml/2006/main">
              <a:ext uri="{FF2B5EF4-FFF2-40B4-BE49-F238E27FC236}">
                <a16:creationId xmlns:a16="http://schemas.microsoft.com/office/drawing/2014/main" id="{70A237E9-770B-4A9C-BF69-C9612339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49" y="127706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5">
            <a:extLst xmlns:a="http://schemas.openxmlformats.org/drawingml/2006/main">
              <a:ext uri="{FF2B5EF4-FFF2-40B4-BE49-F238E27FC236}">
                <a16:creationId xmlns:a16="http://schemas.microsoft.com/office/drawing/2014/main" id="{10160EE7-7105-4288-B9DC-44CCECA5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54" y="12777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8" name="path-46">
            <a:extLst xmlns:a="http://schemas.openxmlformats.org/drawingml/2006/main">
              <a:ext uri="{FF2B5EF4-FFF2-40B4-BE49-F238E27FC236}">
                <a16:creationId xmlns:a16="http://schemas.microsoft.com/office/drawing/2014/main" id="{80FDEB62-BB48-4AE9-B2E4-7A09F4C3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49" y="258307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7">
            <a:extLst xmlns:a="http://schemas.openxmlformats.org/drawingml/2006/main">
              <a:ext uri="{FF2B5EF4-FFF2-40B4-BE49-F238E27FC236}">
                <a16:creationId xmlns:a16="http://schemas.microsoft.com/office/drawing/2014/main" id="{CEFCFD96-3A9C-49EC-AC34-8E3FF08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54" y="25827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50" name="path-48">
            <a:extLst xmlns:a="http://schemas.openxmlformats.org/drawingml/2006/main">
              <a:ext uri="{FF2B5EF4-FFF2-40B4-BE49-F238E27FC236}">
                <a16:creationId xmlns:a16="http://schemas.microsoft.com/office/drawing/2014/main" id="{E73E0156-E39F-497A-8F20-612A628C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49" y="388907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49">
            <a:extLst xmlns:a="http://schemas.openxmlformats.org/drawingml/2006/main">
              <a:ext uri="{FF2B5EF4-FFF2-40B4-BE49-F238E27FC236}">
                <a16:creationId xmlns:a16="http://schemas.microsoft.com/office/drawing/2014/main" id="{4D10DCDC-F424-4D23-B2B9-F7261F67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54" y="388881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52" name="path-50">
            <a:extLst xmlns:a="http://schemas.openxmlformats.org/drawingml/2006/main">
              <a:ext uri="{FF2B5EF4-FFF2-40B4-BE49-F238E27FC236}">
                <a16:creationId xmlns:a16="http://schemas.microsoft.com/office/drawing/2014/main" id="{9A5070A6-BF77-4A14-B7D0-17520A92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49" y="5194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1">
            <a:extLst xmlns:a="http://schemas.openxmlformats.org/drawingml/2006/main">
              <a:ext uri="{FF2B5EF4-FFF2-40B4-BE49-F238E27FC236}">
                <a16:creationId xmlns:a16="http://schemas.microsoft.com/office/drawing/2014/main" id="{9C8CE8CF-5518-44B3-B7EA-12E6DDFA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54" y="51947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54" name="path-52">
            <a:extLst xmlns:a="http://schemas.openxmlformats.org/drawingml/2006/main">
              <a:ext uri="{FF2B5EF4-FFF2-40B4-BE49-F238E27FC236}">
                <a16:creationId xmlns:a16="http://schemas.microsoft.com/office/drawing/2014/main" id="{717CC9BD-A5DD-462B-B50B-15961E5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51" y="6500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3">
            <a:extLst xmlns:a="http://schemas.openxmlformats.org/drawingml/2006/main">
              <a:ext uri="{FF2B5EF4-FFF2-40B4-BE49-F238E27FC236}">
                <a16:creationId xmlns:a16="http://schemas.microsoft.com/office/drawing/2014/main" id="{9614A7B8-48B8-4B51-ADAF-AB82B118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49" y="64998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56" name="path-54">
            <a:extLst xmlns:a="http://schemas.openxmlformats.org/drawingml/2006/main">
              <a:ext uri="{FF2B5EF4-FFF2-40B4-BE49-F238E27FC236}">
                <a16:creationId xmlns:a16="http://schemas.microsoft.com/office/drawing/2014/main" id="{11AAD8DB-28F7-4D22-84A7-6E9505F7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23" y="6500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5">
            <a:extLst xmlns:a="http://schemas.openxmlformats.org/drawingml/2006/main">
              <a:ext uri="{FF2B5EF4-FFF2-40B4-BE49-F238E27FC236}">
                <a16:creationId xmlns:a16="http://schemas.microsoft.com/office/drawing/2014/main" id="{8B7F0231-EDC4-40B0-B83A-A4012778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353" y="649985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58" name="path-56">
            <a:extLst xmlns:a="http://schemas.openxmlformats.org/drawingml/2006/main">
              <a:ext uri="{FF2B5EF4-FFF2-40B4-BE49-F238E27FC236}">
                <a16:creationId xmlns:a16="http://schemas.microsoft.com/office/drawing/2014/main" id="{993F9D3A-6D8E-4C4D-AD36-AD085CB4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95" y="6500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7">
            <a:extLst xmlns:a="http://schemas.openxmlformats.org/drawingml/2006/main">
              <a:ext uri="{FF2B5EF4-FFF2-40B4-BE49-F238E27FC236}">
                <a16:creationId xmlns:a16="http://schemas.microsoft.com/office/drawing/2014/main" id="{BB03B075-60A8-4B1F-B534-91ED9AA0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853" y="64998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60" name="path-58">
            <a:extLst xmlns:a="http://schemas.openxmlformats.org/drawingml/2006/main">
              <a:ext uri="{FF2B5EF4-FFF2-40B4-BE49-F238E27FC236}">
                <a16:creationId xmlns:a16="http://schemas.microsoft.com/office/drawing/2014/main" id="{CCF8B5A4-19D2-4F2A-800D-15AA98AC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77" y="6500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59">
            <a:extLst xmlns:a="http://schemas.openxmlformats.org/drawingml/2006/main">
              <a:ext uri="{FF2B5EF4-FFF2-40B4-BE49-F238E27FC236}">
                <a16:creationId xmlns:a16="http://schemas.microsoft.com/office/drawing/2014/main" id="{F628FAE6-B75E-4237-80EF-FA3817BD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457" y="64998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62" name="path-60">
            <a:extLst xmlns:a="http://schemas.openxmlformats.org/drawingml/2006/main">
              <a:ext uri="{FF2B5EF4-FFF2-40B4-BE49-F238E27FC236}">
                <a16:creationId xmlns:a16="http://schemas.microsoft.com/office/drawing/2014/main" id="{296AC29B-4C97-4E69-AED2-4EDE2D8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49" y="6500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1">
            <a:extLst xmlns:a="http://schemas.openxmlformats.org/drawingml/2006/main">
              <a:ext uri="{FF2B5EF4-FFF2-40B4-BE49-F238E27FC236}">
                <a16:creationId xmlns:a16="http://schemas.microsoft.com/office/drawing/2014/main" id="{FE68F593-3844-4BF3-91C1-738C2BE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054" y="64998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64" name="path-62">
            <a:extLst xmlns:a="http://schemas.openxmlformats.org/drawingml/2006/main">
              <a:ext uri="{FF2B5EF4-FFF2-40B4-BE49-F238E27FC236}">
                <a16:creationId xmlns:a16="http://schemas.microsoft.com/office/drawing/2014/main" id="{525A6246-95D9-45E0-B881-0590806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49" y="127771"/>
            <a:ext cx="652908" cy="652817"/>
          </a:xfrm>
          <a:custGeom xmlns:a="http://schemas.openxmlformats.org/drawingml/2006/main">
            <a:pathLst>
              <a:path w="570086" h="570006">
                <a:moveTo>
                  <a:pt x="0" y="0"/>
                </a:moveTo>
                <a:lnTo>
                  <a:pt x="0" y="570006"/>
                </a:lnTo>
                <a:lnTo>
                  <a:pt x="570086" y="570006"/>
                </a:lnTo>
                <a:lnTo>
                  <a:pt x="570086" y="0"/>
                </a:lnTo>
                <a:lnTo>
                  <a:pt x="5700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65" name="path-63">
            <a:extLst xmlns:a="http://schemas.openxmlformats.org/drawingml/2006/main">
              <a:ext uri="{FF2B5EF4-FFF2-40B4-BE49-F238E27FC236}">
                <a16:creationId xmlns:a16="http://schemas.microsoft.com/office/drawing/2014/main" id="{B4D27532-838B-4F7E-A7AC-B429DD2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49" y="127771"/>
            <a:ext cx="191" cy="191"/>
          </a:xfrm>
          <a:custGeom xmlns:a="http://schemas.openxmlformats.org/drawingml/2006/main">
            <a:pathLst>
              <a:path w="191" h="191">
                <a:moveTo>
                  <a:pt x="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66" name="path-64">
            <a:extLst xmlns:a="http://schemas.openxmlformats.org/drawingml/2006/main">
              <a:ext uri="{FF2B5EF4-FFF2-40B4-BE49-F238E27FC236}">
                <a16:creationId xmlns:a16="http://schemas.microsoft.com/office/drawing/2014/main" id="{87CAD18A-AD94-459D-9121-04377DC5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45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5">
            <a:extLst xmlns:a="http://schemas.openxmlformats.org/drawingml/2006/main">
              <a:ext uri="{FF2B5EF4-FFF2-40B4-BE49-F238E27FC236}">
                <a16:creationId xmlns:a16="http://schemas.microsoft.com/office/drawing/2014/main" id="{162715C6-3B0D-41F6-9FBB-F22439E3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35" y="19954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68" name="path-66">
            <a:extLst xmlns:a="http://schemas.openxmlformats.org/drawingml/2006/main">
              <a:ext uri="{FF2B5EF4-FFF2-40B4-BE49-F238E27FC236}">
                <a16:creationId xmlns:a16="http://schemas.microsoft.com/office/drawing/2014/main" id="{641C2A8D-15B0-40F6-BD4E-4AE85738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18" y="199475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7">
            <a:extLst xmlns:a="http://schemas.openxmlformats.org/drawingml/2006/main">
              <a:ext uri="{FF2B5EF4-FFF2-40B4-BE49-F238E27FC236}">
                <a16:creationId xmlns:a16="http://schemas.microsoft.com/office/drawing/2014/main" id="{EEE729F6-431C-4643-A8E4-5529B876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32" y="19954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70" name="path-68">
            <a:extLst xmlns:a="http://schemas.openxmlformats.org/drawingml/2006/main">
              <a:ext uri="{FF2B5EF4-FFF2-40B4-BE49-F238E27FC236}">
                <a16:creationId xmlns:a16="http://schemas.microsoft.com/office/drawing/2014/main" id="{645B9FEC-F74F-4749-B78D-1547F92F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789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69">
            <a:extLst xmlns:a="http://schemas.openxmlformats.org/drawingml/2006/main">
              <a:ext uri="{FF2B5EF4-FFF2-40B4-BE49-F238E27FC236}">
                <a16:creationId xmlns:a16="http://schemas.microsoft.com/office/drawing/2014/main" id="{4C376496-48A6-438B-8B20-55C9995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836" y="199541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72" name="path-70">
            <a:extLst xmlns:a="http://schemas.openxmlformats.org/drawingml/2006/main">
              <a:ext uri="{FF2B5EF4-FFF2-40B4-BE49-F238E27FC236}">
                <a16:creationId xmlns:a16="http://schemas.microsoft.com/office/drawing/2014/main" id="{D337765C-DD1C-4AC0-9CC2-D7EA7821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45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1">
            <a:extLst xmlns:a="http://schemas.openxmlformats.org/drawingml/2006/main">
              <a:ext uri="{FF2B5EF4-FFF2-40B4-BE49-F238E27FC236}">
                <a16:creationId xmlns:a16="http://schemas.microsoft.com/office/drawing/2014/main" id="{4B662482-10EC-47EF-B01E-DAA5156D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35" y="330048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74" name="path-72">
            <a:extLst xmlns:a="http://schemas.openxmlformats.org/drawingml/2006/main">
              <a:ext uri="{FF2B5EF4-FFF2-40B4-BE49-F238E27FC236}">
                <a16:creationId xmlns:a16="http://schemas.microsoft.com/office/drawing/2014/main" id="{CEE6A1D3-E25B-421B-BC74-930795D6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18" y="330075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3">
            <a:extLst xmlns:a="http://schemas.openxmlformats.org/drawingml/2006/main">
              <a:ext uri="{FF2B5EF4-FFF2-40B4-BE49-F238E27FC236}">
                <a16:creationId xmlns:a16="http://schemas.microsoft.com/office/drawing/2014/main" id="{7D48564E-5A42-4FFC-B8A6-E848EF51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32" y="330048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76" name="path-74">
            <a:extLst xmlns:a="http://schemas.openxmlformats.org/drawingml/2006/main">
              <a:ext uri="{FF2B5EF4-FFF2-40B4-BE49-F238E27FC236}">
                <a16:creationId xmlns:a16="http://schemas.microsoft.com/office/drawing/2014/main" id="{9EE8C19F-1B06-4CAC-878F-1743BC29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789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5">
            <a:extLst xmlns:a="http://schemas.openxmlformats.org/drawingml/2006/main">
              <a:ext uri="{FF2B5EF4-FFF2-40B4-BE49-F238E27FC236}">
                <a16:creationId xmlns:a16="http://schemas.microsoft.com/office/drawing/2014/main" id="{611BA0E7-DD6C-4B4F-A046-129A779D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836" y="330048"/>
            <a:ext cx="130506" cy="130597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78" name="path-76">
            <a:extLst xmlns:a="http://schemas.openxmlformats.org/drawingml/2006/main">
              <a:ext uri="{FF2B5EF4-FFF2-40B4-BE49-F238E27FC236}">
                <a16:creationId xmlns:a16="http://schemas.microsoft.com/office/drawing/2014/main" id="{05EE7ABA-3021-41FD-A191-65605C46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45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7">
            <a:extLst xmlns:a="http://schemas.openxmlformats.org/drawingml/2006/main">
              <a:ext uri="{FF2B5EF4-FFF2-40B4-BE49-F238E27FC236}">
                <a16:creationId xmlns:a16="http://schemas.microsoft.com/office/drawing/2014/main" id="{B6431041-D894-4F2E-9CF4-7C8DB93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35" y="46064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80" name="path-78">
            <a:extLst xmlns:a="http://schemas.openxmlformats.org/drawingml/2006/main">
              <a:ext uri="{FF2B5EF4-FFF2-40B4-BE49-F238E27FC236}">
                <a16:creationId xmlns:a16="http://schemas.microsoft.com/office/drawing/2014/main" id="{2E665A1E-127B-4120-A478-97835976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18" y="460675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79">
            <a:extLst xmlns:a="http://schemas.openxmlformats.org/drawingml/2006/main">
              <a:ext uri="{FF2B5EF4-FFF2-40B4-BE49-F238E27FC236}">
                <a16:creationId xmlns:a16="http://schemas.microsoft.com/office/drawing/2014/main" id="{65A5C81A-142B-4045-B393-99A868BA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32" y="46064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82" name="path-80">
            <a:extLst xmlns:a="http://schemas.openxmlformats.org/drawingml/2006/main">
              <a:ext uri="{FF2B5EF4-FFF2-40B4-BE49-F238E27FC236}">
                <a16:creationId xmlns:a16="http://schemas.microsoft.com/office/drawing/2014/main" id="{7F735C10-7223-48EC-BA42-85AE3467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789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1">
            <a:extLst xmlns:a="http://schemas.openxmlformats.org/drawingml/2006/main">
              <a:ext uri="{FF2B5EF4-FFF2-40B4-BE49-F238E27FC236}">
                <a16:creationId xmlns:a16="http://schemas.microsoft.com/office/drawing/2014/main" id="{55F14F06-AEFC-4D9F-B058-9CB3B02B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836" y="46064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84" name="path-82">
            <a:extLst xmlns:a="http://schemas.openxmlformats.org/drawingml/2006/main">
              <a:ext uri="{FF2B5EF4-FFF2-40B4-BE49-F238E27FC236}">
                <a16:creationId xmlns:a16="http://schemas.microsoft.com/office/drawing/2014/main" id="{8B8E7E71-B6BB-4146-B243-5CCFAB3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62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3">
            <a:extLst xmlns:a="http://schemas.openxmlformats.org/drawingml/2006/main">
              <a:ext uri="{FF2B5EF4-FFF2-40B4-BE49-F238E27FC236}">
                <a16:creationId xmlns:a16="http://schemas.microsoft.com/office/drawing/2014/main" id="{3DA96DFC-99E0-4FB4-A023-342B666E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42" y="19954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86" name="path-84">
            <a:extLst xmlns:a="http://schemas.openxmlformats.org/drawingml/2006/main">
              <a:ext uri="{FF2B5EF4-FFF2-40B4-BE49-F238E27FC236}">
                <a16:creationId xmlns:a16="http://schemas.microsoft.com/office/drawing/2014/main" id="{9A1A4CBB-C336-4FCC-AF4D-AE8337F2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62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5">
            <a:extLst xmlns:a="http://schemas.openxmlformats.org/drawingml/2006/main">
              <a:ext uri="{FF2B5EF4-FFF2-40B4-BE49-F238E27FC236}">
                <a16:creationId xmlns:a16="http://schemas.microsoft.com/office/drawing/2014/main" id="{A690C8B6-AAB7-49E7-BB9F-4A906F2A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42" y="330048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88" name="path-86">
            <a:extLst xmlns:a="http://schemas.openxmlformats.org/drawingml/2006/main">
              <a:ext uri="{FF2B5EF4-FFF2-40B4-BE49-F238E27FC236}">
                <a16:creationId xmlns:a16="http://schemas.microsoft.com/office/drawing/2014/main" id="{C91E6941-C30C-4FAE-8DA7-F2B6ABA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62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7">
            <a:extLst xmlns:a="http://schemas.openxmlformats.org/drawingml/2006/main">
              <a:ext uri="{FF2B5EF4-FFF2-40B4-BE49-F238E27FC236}">
                <a16:creationId xmlns:a16="http://schemas.microsoft.com/office/drawing/2014/main" id="{EA265526-5317-4F6B-A129-6F2B609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42" y="46064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90" name="path-88">
            <a:extLst xmlns:a="http://schemas.openxmlformats.org/drawingml/2006/main">
              <a:ext uri="{FF2B5EF4-FFF2-40B4-BE49-F238E27FC236}">
                <a16:creationId xmlns:a16="http://schemas.microsoft.com/office/drawing/2014/main" id="{6432F402-8E7B-459B-96EF-6603BDD1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45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89">
            <a:extLst xmlns:a="http://schemas.openxmlformats.org/drawingml/2006/main">
              <a:ext uri="{FF2B5EF4-FFF2-40B4-BE49-F238E27FC236}">
                <a16:creationId xmlns:a16="http://schemas.microsoft.com/office/drawing/2014/main" id="{9A6D80D2-28C9-4DC4-8051-F399F4E1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35" y="59124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92" name="path-90">
            <a:extLst xmlns:a="http://schemas.openxmlformats.org/drawingml/2006/main">
              <a:ext uri="{FF2B5EF4-FFF2-40B4-BE49-F238E27FC236}">
                <a16:creationId xmlns:a16="http://schemas.microsoft.com/office/drawing/2014/main" id="{1D581F07-6B7E-409F-AFCE-CD071A12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18" y="591180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1">
            <a:extLst xmlns:a="http://schemas.openxmlformats.org/drawingml/2006/main">
              <a:ext uri="{FF2B5EF4-FFF2-40B4-BE49-F238E27FC236}">
                <a16:creationId xmlns:a16="http://schemas.microsoft.com/office/drawing/2014/main" id="{A2E3A48A-59DE-4357-B528-57A79BF2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32" y="59124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94" name="path-92">
            <a:extLst xmlns:a="http://schemas.openxmlformats.org/drawingml/2006/main">
              <a:ext uri="{FF2B5EF4-FFF2-40B4-BE49-F238E27FC236}">
                <a16:creationId xmlns:a16="http://schemas.microsoft.com/office/drawing/2014/main" id="{B53B67BF-8752-458A-A9C4-AF434CB0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789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3">
            <a:extLst xmlns:a="http://schemas.openxmlformats.org/drawingml/2006/main">
              <a:ext uri="{FF2B5EF4-FFF2-40B4-BE49-F238E27FC236}">
                <a16:creationId xmlns:a16="http://schemas.microsoft.com/office/drawing/2014/main" id="{BC7F6738-91EB-48DD-B7F9-C3C8A92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836" y="591249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96" name="path-94">
            <a:extLst xmlns:a="http://schemas.openxmlformats.org/drawingml/2006/main">
              <a:ext uri="{FF2B5EF4-FFF2-40B4-BE49-F238E27FC236}">
                <a16:creationId xmlns:a16="http://schemas.microsoft.com/office/drawing/2014/main" id="{7155138C-0459-400C-B000-D2FEF7D1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62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5">
            <a:extLst xmlns:a="http://schemas.openxmlformats.org/drawingml/2006/main">
              <a:ext uri="{FF2B5EF4-FFF2-40B4-BE49-F238E27FC236}">
                <a16:creationId xmlns:a16="http://schemas.microsoft.com/office/drawing/2014/main" id="{583907CC-8081-4DDF-8A5E-8CBBF42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42" y="59124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98" name="path-96">
            <a:extLst xmlns:a="http://schemas.openxmlformats.org/drawingml/2006/main">
              <a:ext uri="{FF2B5EF4-FFF2-40B4-BE49-F238E27FC236}">
                <a16:creationId xmlns:a16="http://schemas.microsoft.com/office/drawing/2014/main" id="{9BF29F74-A332-4A85-AE9F-E6513D1C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43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7">
            <a:extLst xmlns:a="http://schemas.openxmlformats.org/drawingml/2006/main">
              <a:ext uri="{FF2B5EF4-FFF2-40B4-BE49-F238E27FC236}">
                <a16:creationId xmlns:a16="http://schemas.microsoft.com/office/drawing/2014/main" id="{338048EE-C1CA-4A68-B0DA-EB6E564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39" y="19954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00" name="path-98">
            <a:extLst xmlns:a="http://schemas.openxmlformats.org/drawingml/2006/main">
              <a:ext uri="{FF2B5EF4-FFF2-40B4-BE49-F238E27FC236}">
                <a16:creationId xmlns:a16="http://schemas.microsoft.com/office/drawing/2014/main" id="{56306943-4DE2-4D37-AB18-69B01121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43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99">
            <a:extLst xmlns:a="http://schemas.openxmlformats.org/drawingml/2006/main">
              <a:ext uri="{FF2B5EF4-FFF2-40B4-BE49-F238E27FC236}">
                <a16:creationId xmlns:a16="http://schemas.microsoft.com/office/drawing/2014/main" id="{49829E43-DF95-4346-8BF8-AFD830A0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39" y="330048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02" name="path-100">
            <a:extLst xmlns:a="http://schemas.openxmlformats.org/drawingml/2006/main">
              <a:ext uri="{FF2B5EF4-FFF2-40B4-BE49-F238E27FC236}">
                <a16:creationId xmlns:a16="http://schemas.microsoft.com/office/drawing/2014/main" id="{7EA779B9-504A-4C24-9472-AE0B287F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43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1">
            <a:extLst xmlns:a="http://schemas.openxmlformats.org/drawingml/2006/main">
              <a:ext uri="{FF2B5EF4-FFF2-40B4-BE49-F238E27FC236}">
                <a16:creationId xmlns:a16="http://schemas.microsoft.com/office/drawing/2014/main" id="{620FE6C9-E27B-4FFC-8C78-E4B644C0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39" y="46064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04" name="path-102">
            <a:extLst xmlns:a="http://schemas.openxmlformats.org/drawingml/2006/main">
              <a:ext uri="{FF2B5EF4-FFF2-40B4-BE49-F238E27FC236}">
                <a16:creationId xmlns:a16="http://schemas.microsoft.com/office/drawing/2014/main" id="{8D103592-EDDD-45AB-9B77-1BBA1893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43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3">
            <a:extLst xmlns:a="http://schemas.openxmlformats.org/drawingml/2006/main">
              <a:ext uri="{FF2B5EF4-FFF2-40B4-BE49-F238E27FC236}">
                <a16:creationId xmlns:a16="http://schemas.microsoft.com/office/drawing/2014/main" id="{98F4F4D9-C2D3-4184-9DB1-7DD5265A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39" y="59124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06" name="path-104">
            <a:extLst xmlns:a="http://schemas.openxmlformats.org/drawingml/2006/main">
              <a:ext uri="{FF2B5EF4-FFF2-40B4-BE49-F238E27FC236}">
                <a16:creationId xmlns:a16="http://schemas.microsoft.com/office/drawing/2014/main" id="{C674A5C2-0FA2-439D-B79C-AD8816D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45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5">
            <a:extLst xmlns:a="http://schemas.openxmlformats.org/drawingml/2006/main">
              <a:ext uri="{FF2B5EF4-FFF2-40B4-BE49-F238E27FC236}">
                <a16:creationId xmlns:a16="http://schemas.microsoft.com/office/drawing/2014/main" id="{ADA0B533-84BE-445E-8BD0-287A21A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35" y="72175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08" name="path-106">
            <a:extLst xmlns:a="http://schemas.openxmlformats.org/drawingml/2006/main">
              <a:ext uri="{FF2B5EF4-FFF2-40B4-BE49-F238E27FC236}">
                <a16:creationId xmlns:a16="http://schemas.microsoft.com/office/drawing/2014/main" id="{20D094E8-97AC-4072-B656-44FBC010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18" y="721783"/>
            <a:ext cx="130574" cy="130572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7">
            <a:extLst xmlns:a="http://schemas.openxmlformats.org/drawingml/2006/main">
              <a:ext uri="{FF2B5EF4-FFF2-40B4-BE49-F238E27FC236}">
                <a16:creationId xmlns:a16="http://schemas.microsoft.com/office/drawing/2014/main" id="{783CE1B9-7BEA-4334-BFA2-3460600F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32" y="72175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10" name="path-108">
            <a:extLst xmlns:a="http://schemas.openxmlformats.org/drawingml/2006/main">
              <a:ext uri="{FF2B5EF4-FFF2-40B4-BE49-F238E27FC236}">
                <a16:creationId xmlns:a16="http://schemas.microsoft.com/office/drawing/2014/main" id="{6C90965B-4D9A-459E-A74A-2E115F34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789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09">
            <a:extLst xmlns:a="http://schemas.openxmlformats.org/drawingml/2006/main">
              <a:ext uri="{FF2B5EF4-FFF2-40B4-BE49-F238E27FC236}">
                <a16:creationId xmlns:a16="http://schemas.microsoft.com/office/drawing/2014/main" id="{4EFFAF6F-E781-4D1B-B105-A88DA784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836" y="72175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12" name="path-110">
            <a:extLst xmlns:a="http://schemas.openxmlformats.org/drawingml/2006/main">
              <a:ext uri="{FF2B5EF4-FFF2-40B4-BE49-F238E27FC236}">
                <a16:creationId xmlns:a16="http://schemas.microsoft.com/office/drawing/2014/main" id="{DDD274FE-55EF-49E0-875B-816C5C3B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62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1">
            <a:extLst xmlns:a="http://schemas.openxmlformats.org/drawingml/2006/main">
              <a:ext uri="{FF2B5EF4-FFF2-40B4-BE49-F238E27FC236}">
                <a16:creationId xmlns:a16="http://schemas.microsoft.com/office/drawing/2014/main" id="{9CAF9CE2-FFA7-4EAE-AC28-5910A4EB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342" y="72175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14" name="path-112">
            <a:extLst xmlns:a="http://schemas.openxmlformats.org/drawingml/2006/main">
              <a:ext uri="{FF2B5EF4-FFF2-40B4-BE49-F238E27FC236}">
                <a16:creationId xmlns:a16="http://schemas.microsoft.com/office/drawing/2014/main" id="{51962590-4B7C-4714-8622-0AEDC115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43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3">
            <a:extLst xmlns:a="http://schemas.openxmlformats.org/drawingml/2006/main">
              <a:ext uri="{FF2B5EF4-FFF2-40B4-BE49-F238E27FC236}">
                <a16:creationId xmlns:a16="http://schemas.microsoft.com/office/drawing/2014/main" id="{B632EC3A-9862-4203-ADA1-0D325426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939" y="72175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16" name="path-114">
            <a:extLst xmlns:a="http://schemas.openxmlformats.org/drawingml/2006/main">
              <a:ext uri="{FF2B5EF4-FFF2-40B4-BE49-F238E27FC236}">
                <a16:creationId xmlns:a16="http://schemas.microsoft.com/office/drawing/2014/main" id="{0CD2E584-7BDF-4FD5-9D69-A2BD9E95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35" y="199541"/>
            <a:ext cx="652908" cy="652817"/>
          </a:xfrm>
          <a:custGeom xmlns:a="http://schemas.openxmlformats.org/drawingml/2006/main">
            <a:pathLst>
              <a:path w="570086" h="570006">
                <a:moveTo>
                  <a:pt x="0" y="0"/>
                </a:moveTo>
                <a:lnTo>
                  <a:pt x="0" y="570006"/>
                </a:lnTo>
                <a:lnTo>
                  <a:pt x="570086" y="570006"/>
                </a:lnTo>
                <a:lnTo>
                  <a:pt x="570086" y="0"/>
                </a:lnTo>
                <a:lnTo>
                  <a:pt x="5700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117" name="path-115">
            <a:extLst xmlns:a="http://schemas.openxmlformats.org/drawingml/2006/main">
              <a:ext uri="{FF2B5EF4-FFF2-40B4-BE49-F238E27FC236}">
                <a16:creationId xmlns:a16="http://schemas.microsoft.com/office/drawing/2014/main" id="{28853344-53C6-4E75-91C3-BE9AE2DF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35" y="199541"/>
            <a:ext cx="191" cy="191"/>
          </a:xfrm>
          <a:custGeom xmlns:a="http://schemas.openxmlformats.org/drawingml/2006/main">
            <a:pathLst>
              <a:path w="191" h="191">
                <a:moveTo>
                  <a:pt x="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118" name="path-116">
            <a:extLst xmlns:a="http://schemas.openxmlformats.org/drawingml/2006/main">
              <a:ext uri="{FF2B5EF4-FFF2-40B4-BE49-F238E27FC236}">
                <a16:creationId xmlns:a16="http://schemas.microsoft.com/office/drawing/2014/main" id="{C242DCFA-14FF-4A7F-9C1A-1879CF5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40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7">
            <a:extLst xmlns:a="http://schemas.openxmlformats.org/drawingml/2006/main">
              <a:ext uri="{FF2B5EF4-FFF2-40B4-BE49-F238E27FC236}">
                <a16:creationId xmlns:a16="http://schemas.microsoft.com/office/drawing/2014/main" id="{9B0721A8-6F92-4F08-BBD9-BB8DC997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0" y="271311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20" name="path-118">
            <a:extLst xmlns:a="http://schemas.openxmlformats.org/drawingml/2006/main">
              <a:ext uri="{FF2B5EF4-FFF2-40B4-BE49-F238E27FC236}">
                <a16:creationId xmlns:a16="http://schemas.microsoft.com/office/drawing/2014/main" id="{8EB96CB2-F2B4-4B16-9872-F77F4A6D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2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19">
            <a:extLst xmlns:a="http://schemas.openxmlformats.org/drawingml/2006/main">
              <a:ext uri="{FF2B5EF4-FFF2-40B4-BE49-F238E27FC236}">
                <a16:creationId xmlns:a16="http://schemas.microsoft.com/office/drawing/2014/main" id="{560B2D48-81E4-4A8D-842C-C63CA5ED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7" y="271311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22" name="path-120">
            <a:extLst xmlns:a="http://schemas.openxmlformats.org/drawingml/2006/main">
              <a:ext uri="{FF2B5EF4-FFF2-40B4-BE49-F238E27FC236}">
                <a16:creationId xmlns:a16="http://schemas.microsoft.com/office/drawing/2014/main" id="{8AA09B20-EAD3-44FF-BECD-127CC62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84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1">
            <a:extLst xmlns:a="http://schemas.openxmlformats.org/drawingml/2006/main">
              <a:ext uri="{FF2B5EF4-FFF2-40B4-BE49-F238E27FC236}">
                <a16:creationId xmlns:a16="http://schemas.microsoft.com/office/drawing/2014/main" id="{37B5849B-B7A5-4648-B2C3-3E6A64C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21" y="271311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24" name="path-122">
            <a:extLst xmlns:a="http://schemas.openxmlformats.org/drawingml/2006/main">
              <a:ext uri="{FF2B5EF4-FFF2-40B4-BE49-F238E27FC236}">
                <a16:creationId xmlns:a16="http://schemas.microsoft.com/office/drawing/2014/main" id="{7799B327-7C91-4EA0-B5BD-843D959D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40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3">
            <a:extLst xmlns:a="http://schemas.openxmlformats.org/drawingml/2006/main">
              <a:ext uri="{FF2B5EF4-FFF2-40B4-BE49-F238E27FC236}">
                <a16:creationId xmlns:a16="http://schemas.microsoft.com/office/drawing/2014/main" id="{E1C7CBE9-9543-469E-8414-E5B50845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0" y="401811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26" name="path-124">
            <a:extLst xmlns:a="http://schemas.openxmlformats.org/drawingml/2006/main">
              <a:ext uri="{FF2B5EF4-FFF2-40B4-BE49-F238E27FC236}">
                <a16:creationId xmlns:a16="http://schemas.microsoft.com/office/drawing/2014/main" id="{18BF1073-C6E4-41CA-A01E-028B4D5C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2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5">
            <a:extLst xmlns:a="http://schemas.openxmlformats.org/drawingml/2006/main">
              <a:ext uri="{FF2B5EF4-FFF2-40B4-BE49-F238E27FC236}">
                <a16:creationId xmlns:a16="http://schemas.microsoft.com/office/drawing/2014/main" id="{A3879627-3F0A-40C6-BA7D-0FB53768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7" y="401811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28" name="path-126">
            <a:extLst xmlns:a="http://schemas.openxmlformats.org/drawingml/2006/main">
              <a:ext uri="{FF2B5EF4-FFF2-40B4-BE49-F238E27FC236}">
                <a16:creationId xmlns:a16="http://schemas.microsoft.com/office/drawing/2014/main" id="{ABF27981-3737-4C8F-8C93-1574D866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84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7">
            <a:extLst xmlns:a="http://schemas.openxmlformats.org/drawingml/2006/main">
              <a:ext uri="{FF2B5EF4-FFF2-40B4-BE49-F238E27FC236}">
                <a16:creationId xmlns:a16="http://schemas.microsoft.com/office/drawing/2014/main" id="{3EB7DCD3-DD3D-4922-BC18-6D50EDF5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21" y="401811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30" name="path-128">
            <a:extLst xmlns:a="http://schemas.openxmlformats.org/drawingml/2006/main">
              <a:ext uri="{FF2B5EF4-FFF2-40B4-BE49-F238E27FC236}">
                <a16:creationId xmlns:a16="http://schemas.microsoft.com/office/drawing/2014/main" id="{4CDDB9F6-7E78-418F-B7A3-5669EC6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40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29">
            <a:extLst xmlns:a="http://schemas.openxmlformats.org/drawingml/2006/main">
              <a:ext uri="{FF2B5EF4-FFF2-40B4-BE49-F238E27FC236}">
                <a16:creationId xmlns:a16="http://schemas.microsoft.com/office/drawing/2014/main" id="{1E4B7081-6804-422D-91A9-9C2132D1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0" y="53241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32" name="path-130">
            <a:extLst xmlns:a="http://schemas.openxmlformats.org/drawingml/2006/main">
              <a:ext uri="{FF2B5EF4-FFF2-40B4-BE49-F238E27FC236}">
                <a16:creationId xmlns:a16="http://schemas.microsoft.com/office/drawing/2014/main" id="{0C1218F5-A05D-4393-9A80-3BD5FD41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2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1">
            <a:extLst xmlns:a="http://schemas.openxmlformats.org/drawingml/2006/main">
              <a:ext uri="{FF2B5EF4-FFF2-40B4-BE49-F238E27FC236}">
                <a16:creationId xmlns:a16="http://schemas.microsoft.com/office/drawing/2014/main" id="{8B244321-0BCF-4D72-83FA-92906215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7" y="53241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34" name="path-132">
            <a:extLst xmlns:a="http://schemas.openxmlformats.org/drawingml/2006/main">
              <a:ext uri="{FF2B5EF4-FFF2-40B4-BE49-F238E27FC236}">
                <a16:creationId xmlns:a16="http://schemas.microsoft.com/office/drawing/2014/main" id="{04F7B597-923D-43D9-98AE-839D9859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84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3">
            <a:extLst xmlns:a="http://schemas.openxmlformats.org/drawingml/2006/main">
              <a:ext uri="{FF2B5EF4-FFF2-40B4-BE49-F238E27FC236}">
                <a16:creationId xmlns:a16="http://schemas.microsoft.com/office/drawing/2014/main" id="{02561FDD-B8C1-4560-8CF8-056CE9EE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21" y="53241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36" name="path-134">
            <a:extLst xmlns:a="http://schemas.openxmlformats.org/drawingml/2006/main">
              <a:ext uri="{FF2B5EF4-FFF2-40B4-BE49-F238E27FC236}">
                <a16:creationId xmlns:a16="http://schemas.microsoft.com/office/drawing/2014/main" id="{3906F8E5-7FF6-478C-842A-FCBE84EF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56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5">
            <a:extLst xmlns:a="http://schemas.openxmlformats.org/drawingml/2006/main">
              <a:ext uri="{FF2B5EF4-FFF2-40B4-BE49-F238E27FC236}">
                <a16:creationId xmlns:a16="http://schemas.microsoft.com/office/drawing/2014/main" id="{07F2E412-66A7-4855-9D44-6498B06F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27" y="271311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38" name="path-136">
            <a:extLst xmlns:a="http://schemas.openxmlformats.org/drawingml/2006/main">
              <a:ext uri="{FF2B5EF4-FFF2-40B4-BE49-F238E27FC236}">
                <a16:creationId xmlns:a16="http://schemas.microsoft.com/office/drawing/2014/main" id="{A8240F96-7381-46A7-BDA7-B62C8C0E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56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7">
            <a:extLst xmlns:a="http://schemas.openxmlformats.org/drawingml/2006/main">
              <a:ext uri="{FF2B5EF4-FFF2-40B4-BE49-F238E27FC236}">
                <a16:creationId xmlns:a16="http://schemas.microsoft.com/office/drawing/2014/main" id="{16F0E95E-F883-4999-BF8C-B1E748E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27" y="401811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40" name="path-138">
            <a:extLst xmlns:a="http://schemas.openxmlformats.org/drawingml/2006/main">
              <a:ext uri="{FF2B5EF4-FFF2-40B4-BE49-F238E27FC236}">
                <a16:creationId xmlns:a16="http://schemas.microsoft.com/office/drawing/2014/main" id="{75A36D4B-58A3-4656-B2C6-971DE454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56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39">
            <a:extLst xmlns:a="http://schemas.openxmlformats.org/drawingml/2006/main">
              <a:ext uri="{FF2B5EF4-FFF2-40B4-BE49-F238E27FC236}">
                <a16:creationId xmlns:a16="http://schemas.microsoft.com/office/drawing/2014/main" id="{E9BD73B2-B72C-4512-B772-9B1E6982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27" y="53241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42" name="path-140">
            <a:extLst xmlns:a="http://schemas.openxmlformats.org/drawingml/2006/main">
              <a:ext uri="{FF2B5EF4-FFF2-40B4-BE49-F238E27FC236}">
                <a16:creationId xmlns:a16="http://schemas.microsoft.com/office/drawing/2014/main" id="{CE11C33F-D8D7-42CE-AF4B-C2C99BEA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40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1">
            <a:extLst xmlns:a="http://schemas.openxmlformats.org/drawingml/2006/main">
              <a:ext uri="{FF2B5EF4-FFF2-40B4-BE49-F238E27FC236}">
                <a16:creationId xmlns:a16="http://schemas.microsoft.com/office/drawing/2014/main" id="{654740A3-84BD-4245-A39A-15921CCD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0" y="663019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44" name="path-142">
            <a:extLst xmlns:a="http://schemas.openxmlformats.org/drawingml/2006/main">
              <a:ext uri="{FF2B5EF4-FFF2-40B4-BE49-F238E27FC236}">
                <a16:creationId xmlns:a16="http://schemas.microsoft.com/office/drawing/2014/main" id="{EB379E2E-B2F0-407F-B743-32D2A358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2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3">
            <a:extLst xmlns:a="http://schemas.openxmlformats.org/drawingml/2006/main">
              <a:ext uri="{FF2B5EF4-FFF2-40B4-BE49-F238E27FC236}">
                <a16:creationId xmlns:a16="http://schemas.microsoft.com/office/drawing/2014/main" id="{BAF7155D-F62E-48C8-AD82-C62B39C3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7" y="663019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46" name="path-144">
            <a:extLst xmlns:a="http://schemas.openxmlformats.org/drawingml/2006/main">
              <a:ext uri="{FF2B5EF4-FFF2-40B4-BE49-F238E27FC236}">
                <a16:creationId xmlns:a16="http://schemas.microsoft.com/office/drawing/2014/main" id="{3FE4D91C-E23D-4EFD-9BBE-614CF83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84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5">
            <a:extLst xmlns:a="http://schemas.openxmlformats.org/drawingml/2006/main">
              <a:ext uri="{FF2B5EF4-FFF2-40B4-BE49-F238E27FC236}">
                <a16:creationId xmlns:a16="http://schemas.microsoft.com/office/drawing/2014/main" id="{FAF3937F-F77C-4699-9F3C-EB003199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21" y="663019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48" name="path-146">
            <a:extLst xmlns:a="http://schemas.openxmlformats.org/drawingml/2006/main">
              <a:ext uri="{FF2B5EF4-FFF2-40B4-BE49-F238E27FC236}">
                <a16:creationId xmlns:a16="http://schemas.microsoft.com/office/drawing/2014/main" id="{155DE104-7762-410F-9E6A-1D17A18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56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7">
            <a:extLst xmlns:a="http://schemas.openxmlformats.org/drawingml/2006/main">
              <a:ext uri="{FF2B5EF4-FFF2-40B4-BE49-F238E27FC236}">
                <a16:creationId xmlns:a16="http://schemas.microsoft.com/office/drawing/2014/main" id="{97D2F049-9054-487F-B568-1DFA1704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27" y="663019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50" name="path-148">
            <a:extLst xmlns:a="http://schemas.openxmlformats.org/drawingml/2006/main">
              <a:ext uri="{FF2B5EF4-FFF2-40B4-BE49-F238E27FC236}">
                <a16:creationId xmlns:a16="http://schemas.microsoft.com/office/drawing/2014/main" id="{8C6779CF-7927-4E75-AD07-7C86673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38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49">
            <a:extLst xmlns:a="http://schemas.openxmlformats.org/drawingml/2006/main">
              <a:ext uri="{FF2B5EF4-FFF2-40B4-BE49-F238E27FC236}">
                <a16:creationId xmlns:a16="http://schemas.microsoft.com/office/drawing/2014/main" id="{ED5CF535-0239-4EF3-BE71-BB690400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25" y="271311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52" name="path-150">
            <a:extLst xmlns:a="http://schemas.openxmlformats.org/drawingml/2006/main">
              <a:ext uri="{FF2B5EF4-FFF2-40B4-BE49-F238E27FC236}">
                <a16:creationId xmlns:a16="http://schemas.microsoft.com/office/drawing/2014/main" id="{D59FF42A-0D4B-44C9-A718-587CED42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38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1">
            <a:extLst xmlns:a="http://schemas.openxmlformats.org/drawingml/2006/main">
              <a:ext uri="{FF2B5EF4-FFF2-40B4-BE49-F238E27FC236}">
                <a16:creationId xmlns:a16="http://schemas.microsoft.com/office/drawing/2014/main" id="{A130019F-C0FC-411B-91D5-2D3D5108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25" y="401811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54" name="path-152">
            <a:extLst xmlns:a="http://schemas.openxmlformats.org/drawingml/2006/main">
              <a:ext uri="{FF2B5EF4-FFF2-40B4-BE49-F238E27FC236}">
                <a16:creationId xmlns:a16="http://schemas.microsoft.com/office/drawing/2014/main" id="{4A2C8A4B-6310-4C42-B291-2F51D9A1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38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3">
            <a:extLst xmlns:a="http://schemas.openxmlformats.org/drawingml/2006/main">
              <a:ext uri="{FF2B5EF4-FFF2-40B4-BE49-F238E27FC236}">
                <a16:creationId xmlns:a16="http://schemas.microsoft.com/office/drawing/2014/main" id="{B03CC4AA-0259-4ED6-B1FD-AD4DAD46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25" y="53241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56" name="path-154">
            <a:extLst xmlns:a="http://schemas.openxmlformats.org/drawingml/2006/main">
              <a:ext uri="{FF2B5EF4-FFF2-40B4-BE49-F238E27FC236}">
                <a16:creationId xmlns:a16="http://schemas.microsoft.com/office/drawing/2014/main" id="{2068FAD8-D646-4AD5-97E7-AF7C4AC8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38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5">
            <a:extLst xmlns:a="http://schemas.openxmlformats.org/drawingml/2006/main">
              <a:ext uri="{FF2B5EF4-FFF2-40B4-BE49-F238E27FC236}">
                <a16:creationId xmlns:a16="http://schemas.microsoft.com/office/drawing/2014/main" id="{69500E43-ED7B-4A83-96FA-C28DA81C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25" y="663019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58" name="path-156">
            <a:extLst xmlns:a="http://schemas.openxmlformats.org/drawingml/2006/main">
              <a:ext uri="{FF2B5EF4-FFF2-40B4-BE49-F238E27FC236}">
                <a16:creationId xmlns:a16="http://schemas.microsoft.com/office/drawing/2014/main" id="{6AD23550-4507-49FF-B7D5-5263EE9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40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7">
            <a:extLst xmlns:a="http://schemas.openxmlformats.org/drawingml/2006/main">
              <a:ext uri="{FF2B5EF4-FFF2-40B4-BE49-F238E27FC236}">
                <a16:creationId xmlns:a16="http://schemas.microsoft.com/office/drawing/2014/main" id="{D69EDFEE-2FFD-4251-83C7-52C99A7F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0" y="79351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60" name="path-158">
            <a:extLst xmlns:a="http://schemas.openxmlformats.org/drawingml/2006/main">
              <a:ext uri="{FF2B5EF4-FFF2-40B4-BE49-F238E27FC236}">
                <a16:creationId xmlns:a16="http://schemas.microsoft.com/office/drawing/2014/main" id="{1C1E0B56-7608-40D4-A469-EB63799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2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59">
            <a:extLst xmlns:a="http://schemas.openxmlformats.org/drawingml/2006/main">
              <a:ext uri="{FF2B5EF4-FFF2-40B4-BE49-F238E27FC236}">
                <a16:creationId xmlns:a16="http://schemas.microsoft.com/office/drawing/2014/main" id="{EEAD2F6D-6A67-4F23-9B93-2257B026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117" y="79351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62" name="path-160">
            <a:extLst xmlns:a="http://schemas.openxmlformats.org/drawingml/2006/main">
              <a:ext uri="{FF2B5EF4-FFF2-40B4-BE49-F238E27FC236}">
                <a16:creationId xmlns:a16="http://schemas.microsoft.com/office/drawing/2014/main" id="{1633DEEA-01E1-4BF2-BFF1-F8266ED8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84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1">
            <a:extLst xmlns:a="http://schemas.openxmlformats.org/drawingml/2006/main">
              <a:ext uri="{FF2B5EF4-FFF2-40B4-BE49-F238E27FC236}">
                <a16:creationId xmlns:a16="http://schemas.microsoft.com/office/drawing/2014/main" id="{48828D2E-A8D7-441E-A8DF-371543DE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721" y="793518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64" name="path-162">
            <a:extLst xmlns:a="http://schemas.openxmlformats.org/drawingml/2006/main">
              <a:ext uri="{FF2B5EF4-FFF2-40B4-BE49-F238E27FC236}">
                <a16:creationId xmlns:a16="http://schemas.microsoft.com/office/drawing/2014/main" id="{74E9063F-6CC0-490E-AC86-F7F735A7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56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3">
            <a:extLst xmlns:a="http://schemas.openxmlformats.org/drawingml/2006/main">
              <a:ext uri="{FF2B5EF4-FFF2-40B4-BE49-F238E27FC236}">
                <a16:creationId xmlns:a16="http://schemas.microsoft.com/office/drawing/2014/main" id="{6872807E-BB2E-4C49-A4ED-E6ECFB12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27" y="79351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66" name="path-164">
            <a:extLst xmlns:a="http://schemas.openxmlformats.org/drawingml/2006/main">
              <a:ext uri="{FF2B5EF4-FFF2-40B4-BE49-F238E27FC236}">
                <a16:creationId xmlns:a16="http://schemas.microsoft.com/office/drawing/2014/main" id="{5CAF28EF-4F95-470C-AC9B-0267AAF6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38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5">
            <a:extLst xmlns:a="http://schemas.openxmlformats.org/drawingml/2006/main">
              <a:ext uri="{FF2B5EF4-FFF2-40B4-BE49-F238E27FC236}">
                <a16:creationId xmlns:a16="http://schemas.microsoft.com/office/drawing/2014/main" id="{4874B107-B7E3-478F-A020-07232BBD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825" y="79351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68" name="path-166">
            <a:extLst xmlns:a="http://schemas.openxmlformats.org/drawingml/2006/main">
              <a:ext uri="{FF2B5EF4-FFF2-40B4-BE49-F238E27FC236}">
                <a16:creationId xmlns:a16="http://schemas.microsoft.com/office/drawing/2014/main" id="{68091645-D562-4ABC-BFC5-2A985EEB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0" y="271311"/>
            <a:ext cx="191" cy="652811"/>
          </a:xfrm>
          <a:custGeom xmlns:a="http://schemas.openxmlformats.org/drawingml/2006/main">
            <a:pathLst>
              <a:path w="191" h="570001">
                <a:moveTo>
                  <a:pt x="0" y="0"/>
                </a:moveTo>
                <a:lnTo>
                  <a:pt x="0" y="570001"/>
                </a:lnTo>
                <a:lnTo>
                  <a:pt x="17" y="570001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169" name="path-167">
            <a:extLst xmlns:a="http://schemas.openxmlformats.org/drawingml/2006/main">
              <a:ext uri="{FF2B5EF4-FFF2-40B4-BE49-F238E27FC236}">
                <a16:creationId xmlns:a16="http://schemas.microsoft.com/office/drawing/2014/main" id="{5758F8EB-2C29-43CB-93D4-D4F0EF75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410" y="271311"/>
            <a:ext cx="191" cy="652811"/>
          </a:xfrm>
          <a:custGeom xmlns:a="http://schemas.openxmlformats.org/drawingml/2006/main">
            <a:pathLst>
              <a:path w="191" h="570001">
                <a:moveTo>
                  <a:pt x="0" y="570001"/>
                </a:moveTo>
                <a:lnTo>
                  <a:pt x="16" y="570001"/>
                </a:lnTo>
                <a:lnTo>
                  <a:pt x="1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170" name="path-168">
            <a:extLst xmlns:a="http://schemas.openxmlformats.org/drawingml/2006/main">
              <a:ext uri="{FF2B5EF4-FFF2-40B4-BE49-F238E27FC236}">
                <a16:creationId xmlns:a16="http://schemas.microsoft.com/office/drawing/2014/main" id="{2F9FCAD9-C2DC-4213-A739-5BA4C7A7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0" y="271311"/>
            <a:ext cx="191" cy="191"/>
          </a:xfrm>
          <a:custGeom xmlns:a="http://schemas.openxmlformats.org/drawingml/2006/main">
            <a:pathLst>
              <a:path w="191" h="191">
                <a:moveTo>
                  <a:pt x="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171" name="path-169">
            <a:extLst xmlns:a="http://schemas.openxmlformats.org/drawingml/2006/main">
              <a:ext uri="{FF2B5EF4-FFF2-40B4-BE49-F238E27FC236}">
                <a16:creationId xmlns:a16="http://schemas.microsoft.com/office/drawing/2014/main" id="{9E55B7DA-2123-4C1C-A769-F1CB8EA7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428" y="443446"/>
            <a:ext cx="298407" cy="295212"/>
          </a:xfrm>
          <a:custGeom xmlns:a="http://schemas.openxmlformats.org/drawingml/2006/main">
            <a:pathLst>
              <a:path w="260554" h="257764">
                <a:moveTo>
                  <a:pt x="0" y="0"/>
                </a:moveTo>
                <a:lnTo>
                  <a:pt x="260554" y="0"/>
                </a:lnTo>
                <a:lnTo>
                  <a:pt x="260554" y="257764"/>
                </a:lnTo>
                <a:lnTo>
                  <a:pt x="0" y="2577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1">
            <a:extLst xmlns:a="http://schemas.openxmlformats.org/drawingml/2006/main">
              <a:ext uri="{FF2B5EF4-FFF2-40B4-BE49-F238E27FC236}">
                <a16:creationId xmlns:a16="http://schemas.microsoft.com/office/drawing/2014/main" id="{3E521922-5948-43CB-8DE6-3499AC38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868" y="528643"/>
            <a:ext cx="86724" cy="95200"/>
          </a:xfrm>
          <a:custGeom xmlns:a="http://schemas.openxmlformats.org/drawingml/2006/main">
            <a:pathLst>
              <a:path w="75723" h="83124">
                <a:moveTo>
                  <a:pt x="64516" y="10528"/>
                </a:moveTo>
                <a:cubicBezTo>
                  <a:pt x="58554" y="12878"/>
                  <a:pt x="56927" y="18299"/>
                  <a:pt x="56927" y="20831"/>
                </a:cubicBezTo>
                <a:cubicBezTo>
                  <a:pt x="56927" y="25527"/>
                  <a:pt x="60722" y="28237"/>
                  <a:pt x="64698" y="28237"/>
                </a:cubicBezTo>
                <a:cubicBezTo>
                  <a:pt x="69036" y="28237"/>
                  <a:pt x="75723" y="24625"/>
                  <a:pt x="75723" y="15950"/>
                </a:cubicBezTo>
                <a:cubicBezTo>
                  <a:pt x="75723" y="6326"/>
                  <a:pt x="66143" y="0"/>
                  <a:pt x="49879" y="0"/>
                </a:cubicBezTo>
                <a:cubicBezTo>
                  <a:pt x="44637" y="0"/>
                  <a:pt x="34516" y="364"/>
                  <a:pt x="26205" y="6690"/>
                </a:cubicBezTo>
                <a:cubicBezTo>
                  <a:pt x="18073" y="12878"/>
                  <a:pt x="15180" y="23359"/>
                  <a:pt x="15180" y="27876"/>
                </a:cubicBezTo>
                <a:cubicBezTo>
                  <a:pt x="15180" y="33298"/>
                  <a:pt x="17712" y="38355"/>
                  <a:pt x="21685" y="41606"/>
                </a:cubicBezTo>
                <a:cubicBezTo>
                  <a:pt x="26746" y="45583"/>
                  <a:pt x="29820" y="46123"/>
                  <a:pt x="42108" y="48472"/>
                </a:cubicBezTo>
                <a:cubicBezTo>
                  <a:pt x="47529" y="49374"/>
                  <a:pt x="58372" y="51362"/>
                  <a:pt x="58372" y="59494"/>
                </a:cubicBezTo>
                <a:cubicBezTo>
                  <a:pt x="58372" y="60217"/>
                  <a:pt x="58372" y="76619"/>
                  <a:pt x="31444" y="76619"/>
                </a:cubicBezTo>
                <a:cubicBezTo>
                  <a:pt x="22590" y="76619"/>
                  <a:pt x="15903" y="74832"/>
                  <a:pt x="11926" y="71964"/>
                </a:cubicBezTo>
                <a:cubicBezTo>
                  <a:pt x="18073" y="70158"/>
                  <a:pt x="21867" y="64916"/>
                  <a:pt x="21867" y="59494"/>
                </a:cubicBezTo>
                <a:cubicBezTo>
                  <a:pt x="21867" y="52989"/>
                  <a:pt x="16625" y="51180"/>
                  <a:pt x="13013" y="51180"/>
                </a:cubicBezTo>
                <a:cubicBezTo>
                  <a:pt x="6866" y="51180"/>
                  <a:pt x="0" y="56243"/>
                  <a:pt x="0" y="65277"/>
                </a:cubicBezTo>
                <a:cubicBezTo>
                  <a:pt x="0" y="76980"/>
                  <a:pt x="12652" y="83124"/>
                  <a:pt x="31083" y="83124"/>
                </a:cubicBezTo>
                <a:cubicBezTo>
                  <a:pt x="72290" y="83124"/>
                  <a:pt x="72290" y="52267"/>
                  <a:pt x="72290" y="52085"/>
                </a:cubicBezTo>
                <a:cubicBezTo>
                  <a:pt x="72290" y="45944"/>
                  <a:pt x="69215" y="41066"/>
                  <a:pt x="65059" y="37453"/>
                </a:cubicBezTo>
                <a:cubicBezTo>
                  <a:pt x="59456" y="32575"/>
                  <a:pt x="52589" y="31309"/>
                  <a:pt x="46264" y="30226"/>
                </a:cubicBezTo>
                <a:cubicBezTo>
                  <a:pt x="36325" y="28419"/>
                  <a:pt x="29277" y="27154"/>
                  <a:pt x="29277" y="20467"/>
                </a:cubicBezTo>
                <a:cubicBezTo>
                  <a:pt x="29277" y="20105"/>
                  <a:pt x="29277" y="6508"/>
                  <a:pt x="49518" y="6508"/>
                </a:cubicBezTo>
                <a:cubicBezTo>
                  <a:pt x="53133" y="6508"/>
                  <a:pt x="59638" y="6872"/>
                  <a:pt x="64516" y="10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2">
            <a:extLst xmlns:a="http://schemas.openxmlformats.org/drawingml/2006/main">
              <a:ext uri="{FF2B5EF4-FFF2-40B4-BE49-F238E27FC236}">
                <a16:creationId xmlns:a16="http://schemas.microsoft.com/office/drawing/2014/main" id="{74B6AB35-CE89-4EF8-AD2D-9103D3C1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826" y="557074"/>
            <a:ext cx="52737" cy="96211"/>
          </a:xfrm>
          <a:custGeom xmlns:a="http://schemas.openxmlformats.org/drawingml/2006/main">
            <a:pathLst>
              <a:path w="46047" h="84006">
                <a:moveTo>
                  <a:pt x="28590" y="3534"/>
                </a:moveTo>
                <a:cubicBezTo>
                  <a:pt x="28590" y="127"/>
                  <a:pt x="28337" y="0"/>
                  <a:pt x="24795" y="0"/>
                </a:cubicBezTo>
                <a:cubicBezTo>
                  <a:pt x="16699" y="7922"/>
                  <a:pt x="5187" y="8047"/>
                  <a:pt x="0" y="8047"/>
                </a:cubicBezTo>
                <a:lnTo>
                  <a:pt x="0" y="12601"/>
                </a:lnTo>
                <a:cubicBezTo>
                  <a:pt x="3036" y="12601"/>
                  <a:pt x="11385" y="12601"/>
                  <a:pt x="18344" y="9059"/>
                </a:cubicBezTo>
                <a:lnTo>
                  <a:pt x="18344" y="73629"/>
                </a:lnTo>
                <a:cubicBezTo>
                  <a:pt x="18344" y="77808"/>
                  <a:pt x="18344" y="79453"/>
                  <a:pt x="5692" y="79453"/>
                </a:cubicBezTo>
                <a:lnTo>
                  <a:pt x="886" y="79453"/>
                </a:lnTo>
                <a:lnTo>
                  <a:pt x="886" y="84006"/>
                </a:lnTo>
                <a:cubicBezTo>
                  <a:pt x="3162" y="83881"/>
                  <a:pt x="18722" y="83500"/>
                  <a:pt x="23403" y="83500"/>
                </a:cubicBezTo>
                <a:cubicBezTo>
                  <a:pt x="27325" y="83500"/>
                  <a:pt x="43264" y="83881"/>
                  <a:pt x="46047" y="84006"/>
                </a:cubicBezTo>
                <a:lnTo>
                  <a:pt x="46047" y="79453"/>
                </a:lnTo>
                <a:lnTo>
                  <a:pt x="41241" y="79453"/>
                </a:lnTo>
                <a:cubicBezTo>
                  <a:pt x="28590" y="79453"/>
                  <a:pt x="28590" y="77808"/>
                  <a:pt x="28590" y="73629"/>
                </a:cubicBezTo>
                <a:lnTo>
                  <a:pt x="28590" y="3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3">
            <a:extLst xmlns:a="http://schemas.openxmlformats.org/drawingml/2006/main">
              <a:ext uri="{FF2B5EF4-FFF2-40B4-BE49-F238E27FC236}">
                <a16:creationId xmlns:a16="http://schemas.microsoft.com/office/drawing/2014/main" id="{FEC5FB9F-4E8D-4E38-9977-70C97D8E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19" y="127706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4">
            <a:extLst xmlns:a="http://schemas.openxmlformats.org/drawingml/2006/main">
              <a:ext uri="{FF2B5EF4-FFF2-40B4-BE49-F238E27FC236}">
                <a16:creationId xmlns:a16="http://schemas.microsoft.com/office/drawing/2014/main" id="{F7E62364-EBB6-45D9-9C1B-F3FE5580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56" y="127771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76" name="path-175">
            <a:extLst xmlns:a="http://schemas.openxmlformats.org/drawingml/2006/main">
              <a:ext uri="{FF2B5EF4-FFF2-40B4-BE49-F238E27FC236}">
                <a16:creationId xmlns:a16="http://schemas.microsoft.com/office/drawing/2014/main" id="{EFB88255-17F0-4B14-942B-E86F6B99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92" y="127706"/>
            <a:ext cx="130572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6">
            <a:extLst xmlns:a="http://schemas.openxmlformats.org/drawingml/2006/main">
              <a:ext uri="{FF2B5EF4-FFF2-40B4-BE49-F238E27FC236}">
                <a16:creationId xmlns:a16="http://schemas.microsoft.com/office/drawing/2014/main" id="{226F8232-3010-4043-9127-B9F2594E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62" y="12777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78" name="path-177">
            <a:extLst xmlns:a="http://schemas.openxmlformats.org/drawingml/2006/main">
              <a:ext uri="{FF2B5EF4-FFF2-40B4-BE49-F238E27FC236}">
                <a16:creationId xmlns:a16="http://schemas.microsoft.com/office/drawing/2014/main" id="{7388A4FA-4145-4EEB-8767-1E4C6ED8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63" y="127706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8">
            <a:extLst xmlns:a="http://schemas.openxmlformats.org/drawingml/2006/main">
              <a:ext uri="{FF2B5EF4-FFF2-40B4-BE49-F238E27FC236}">
                <a16:creationId xmlns:a16="http://schemas.microsoft.com/office/drawing/2014/main" id="{49D95E1C-D4BE-4EC1-B863-3CBAEDF5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59" y="12777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80" name="path-179">
            <a:extLst xmlns:a="http://schemas.openxmlformats.org/drawingml/2006/main">
              <a:ext uri="{FF2B5EF4-FFF2-40B4-BE49-F238E27FC236}">
                <a16:creationId xmlns:a16="http://schemas.microsoft.com/office/drawing/2014/main" id="{3C0B1840-D065-466B-B31B-EE7EAE7D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19" y="258307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0">
            <a:extLst xmlns:a="http://schemas.openxmlformats.org/drawingml/2006/main">
              <a:ext uri="{FF2B5EF4-FFF2-40B4-BE49-F238E27FC236}">
                <a16:creationId xmlns:a16="http://schemas.microsoft.com/office/drawing/2014/main" id="{AD7D139B-B279-4957-A3DF-F8B8B42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56" y="258278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82" name="path-181">
            <a:extLst xmlns:a="http://schemas.openxmlformats.org/drawingml/2006/main">
              <a:ext uri="{FF2B5EF4-FFF2-40B4-BE49-F238E27FC236}">
                <a16:creationId xmlns:a16="http://schemas.microsoft.com/office/drawing/2014/main" id="{7A808107-937F-43AB-A182-417BF14E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92" y="258307"/>
            <a:ext cx="130572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2">
            <a:extLst xmlns:a="http://schemas.openxmlformats.org/drawingml/2006/main">
              <a:ext uri="{FF2B5EF4-FFF2-40B4-BE49-F238E27FC236}">
                <a16:creationId xmlns:a16="http://schemas.microsoft.com/office/drawing/2014/main" id="{D15A8392-04D4-47F9-9A5E-A327537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62" y="25827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84" name="path-183">
            <a:extLst xmlns:a="http://schemas.openxmlformats.org/drawingml/2006/main">
              <a:ext uri="{FF2B5EF4-FFF2-40B4-BE49-F238E27FC236}">
                <a16:creationId xmlns:a16="http://schemas.microsoft.com/office/drawing/2014/main" id="{83AF7D8F-94E9-4AE1-A140-AACF5B99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63" y="258307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4">
            <a:extLst xmlns:a="http://schemas.openxmlformats.org/drawingml/2006/main">
              <a:ext uri="{FF2B5EF4-FFF2-40B4-BE49-F238E27FC236}">
                <a16:creationId xmlns:a16="http://schemas.microsoft.com/office/drawing/2014/main" id="{E5662304-3F6F-4FDE-A957-F093109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59" y="25827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86" name="path-185">
            <a:extLst xmlns:a="http://schemas.openxmlformats.org/drawingml/2006/main">
              <a:ext uri="{FF2B5EF4-FFF2-40B4-BE49-F238E27FC236}">
                <a16:creationId xmlns:a16="http://schemas.microsoft.com/office/drawing/2014/main" id="{C26983AE-FC06-4FD7-9DBA-C3FC836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19" y="388907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6">
            <a:extLst xmlns:a="http://schemas.openxmlformats.org/drawingml/2006/main">
              <a:ext uri="{FF2B5EF4-FFF2-40B4-BE49-F238E27FC236}">
                <a16:creationId xmlns:a16="http://schemas.microsoft.com/office/drawing/2014/main" id="{2E8DB867-1246-4BD6-9E6C-B6B02B0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56" y="388881"/>
            <a:ext cx="130506" cy="130597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88" name="path-187">
            <a:extLst xmlns:a="http://schemas.openxmlformats.org/drawingml/2006/main">
              <a:ext uri="{FF2B5EF4-FFF2-40B4-BE49-F238E27FC236}">
                <a16:creationId xmlns:a16="http://schemas.microsoft.com/office/drawing/2014/main" id="{EDAA76AB-DC03-4A1F-84DA-0F68E1D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92" y="388907"/>
            <a:ext cx="130572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8">
            <a:extLst xmlns:a="http://schemas.openxmlformats.org/drawingml/2006/main">
              <a:ext uri="{FF2B5EF4-FFF2-40B4-BE49-F238E27FC236}">
                <a16:creationId xmlns:a16="http://schemas.microsoft.com/office/drawing/2014/main" id="{3053D672-BDFF-4E41-8796-393DD8C6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62" y="388881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90" name="path-189">
            <a:extLst xmlns:a="http://schemas.openxmlformats.org/drawingml/2006/main">
              <a:ext uri="{FF2B5EF4-FFF2-40B4-BE49-F238E27FC236}">
                <a16:creationId xmlns:a16="http://schemas.microsoft.com/office/drawing/2014/main" id="{E86F9C8C-7A05-48E0-9FE6-EA578885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63" y="388907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0">
            <a:extLst xmlns:a="http://schemas.openxmlformats.org/drawingml/2006/main">
              <a:ext uri="{FF2B5EF4-FFF2-40B4-BE49-F238E27FC236}">
                <a16:creationId xmlns:a16="http://schemas.microsoft.com/office/drawing/2014/main" id="{8AE7E3F8-E703-4211-9EEE-BC84CF00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59" y="388881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92" name="path-191">
            <a:extLst xmlns:a="http://schemas.openxmlformats.org/drawingml/2006/main">
              <a:ext uri="{FF2B5EF4-FFF2-40B4-BE49-F238E27FC236}">
                <a16:creationId xmlns:a16="http://schemas.microsoft.com/office/drawing/2014/main" id="{4ED79BF9-12F1-4422-A4B5-8AD38DA8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36" y="127706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2">
            <a:extLst xmlns:a="http://schemas.openxmlformats.org/drawingml/2006/main">
              <a:ext uri="{FF2B5EF4-FFF2-40B4-BE49-F238E27FC236}">
                <a16:creationId xmlns:a16="http://schemas.microsoft.com/office/drawing/2014/main" id="{7FA67D55-8914-4BE8-8D44-A380256C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63" y="127771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94" name="path-193">
            <a:extLst xmlns:a="http://schemas.openxmlformats.org/drawingml/2006/main">
              <a:ext uri="{FF2B5EF4-FFF2-40B4-BE49-F238E27FC236}">
                <a16:creationId xmlns:a16="http://schemas.microsoft.com/office/drawing/2014/main" id="{0CAD1E0A-1324-4A90-B700-B89FBD27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36" y="258307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4">
            <a:extLst xmlns:a="http://schemas.openxmlformats.org/drawingml/2006/main">
              <a:ext uri="{FF2B5EF4-FFF2-40B4-BE49-F238E27FC236}">
                <a16:creationId xmlns:a16="http://schemas.microsoft.com/office/drawing/2014/main" id="{DB5D8BB5-24F1-4210-936D-AC3AA7E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63" y="258278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96" name="path-195">
            <a:extLst xmlns:a="http://schemas.openxmlformats.org/drawingml/2006/main">
              <a:ext uri="{FF2B5EF4-FFF2-40B4-BE49-F238E27FC236}">
                <a16:creationId xmlns:a16="http://schemas.microsoft.com/office/drawing/2014/main" id="{1F6B750D-1A14-48B6-886D-3D2C169E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36" y="388907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6">
            <a:extLst xmlns:a="http://schemas.openxmlformats.org/drawingml/2006/main">
              <a:ext uri="{FF2B5EF4-FFF2-40B4-BE49-F238E27FC236}">
                <a16:creationId xmlns:a16="http://schemas.microsoft.com/office/drawing/2014/main" id="{580F8FE1-DBC7-45DC-8BBA-841CE6DC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63" y="388881"/>
            <a:ext cx="130500" cy="130597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198" name="path-197">
            <a:extLst xmlns:a="http://schemas.openxmlformats.org/drawingml/2006/main">
              <a:ext uri="{FF2B5EF4-FFF2-40B4-BE49-F238E27FC236}">
                <a16:creationId xmlns:a16="http://schemas.microsoft.com/office/drawing/2014/main" id="{96C68869-A9A2-43DC-86FC-881206AC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19" y="5194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8">
            <a:extLst xmlns:a="http://schemas.openxmlformats.org/drawingml/2006/main">
              <a:ext uri="{FF2B5EF4-FFF2-40B4-BE49-F238E27FC236}">
                <a16:creationId xmlns:a16="http://schemas.microsoft.com/office/drawing/2014/main" id="{B932FE40-4886-48E3-8871-A2316878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56" y="519479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00" name="path-199">
            <a:extLst xmlns:a="http://schemas.openxmlformats.org/drawingml/2006/main">
              <a:ext uri="{FF2B5EF4-FFF2-40B4-BE49-F238E27FC236}">
                <a16:creationId xmlns:a16="http://schemas.microsoft.com/office/drawing/2014/main" id="{9700A66F-47DF-48CB-A05C-722A2B96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92" y="519413"/>
            <a:ext cx="130572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200">
            <a:extLst xmlns:a="http://schemas.openxmlformats.org/drawingml/2006/main">
              <a:ext uri="{FF2B5EF4-FFF2-40B4-BE49-F238E27FC236}">
                <a16:creationId xmlns:a16="http://schemas.microsoft.com/office/drawing/2014/main" id="{CD6B4FB9-64AC-435E-8D6D-F0DF920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62" y="51947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02" name="path-201">
            <a:extLst xmlns:a="http://schemas.openxmlformats.org/drawingml/2006/main">
              <a:ext uri="{FF2B5EF4-FFF2-40B4-BE49-F238E27FC236}">
                <a16:creationId xmlns:a16="http://schemas.microsoft.com/office/drawing/2014/main" id="{0A02A160-7B03-4E85-A556-9793AB24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63" y="5194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202">
            <a:extLst xmlns:a="http://schemas.openxmlformats.org/drawingml/2006/main">
              <a:ext uri="{FF2B5EF4-FFF2-40B4-BE49-F238E27FC236}">
                <a16:creationId xmlns:a16="http://schemas.microsoft.com/office/drawing/2014/main" id="{4D3DE1D6-7A63-4C13-8391-FBC5D8DF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59" y="51947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04" name="path-203">
            <a:extLst xmlns:a="http://schemas.openxmlformats.org/drawingml/2006/main">
              <a:ext uri="{FF2B5EF4-FFF2-40B4-BE49-F238E27FC236}">
                <a16:creationId xmlns:a16="http://schemas.microsoft.com/office/drawing/2014/main" id="{AC80D50B-C8C7-42A4-9EB9-287BD47D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36" y="5194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4">
            <a:extLst xmlns:a="http://schemas.openxmlformats.org/drawingml/2006/main">
              <a:ext uri="{FF2B5EF4-FFF2-40B4-BE49-F238E27FC236}">
                <a16:creationId xmlns:a16="http://schemas.microsoft.com/office/drawing/2014/main" id="{3808C155-5ABE-443F-B872-D345D221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63" y="519479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06" name="path-205">
            <a:extLst xmlns:a="http://schemas.openxmlformats.org/drawingml/2006/main">
              <a:ext uri="{FF2B5EF4-FFF2-40B4-BE49-F238E27FC236}">
                <a16:creationId xmlns:a16="http://schemas.microsoft.com/office/drawing/2014/main" id="{E4626F4F-581F-4B13-BC70-B05FD181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08" y="127706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6">
            <a:extLst xmlns:a="http://schemas.openxmlformats.org/drawingml/2006/main">
              <a:ext uri="{FF2B5EF4-FFF2-40B4-BE49-F238E27FC236}">
                <a16:creationId xmlns:a16="http://schemas.microsoft.com/office/drawing/2014/main" id="{6CD3725B-BA7B-43E0-9EF0-8C6F2B2F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63" y="12777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08" name="path-207">
            <a:extLst xmlns:a="http://schemas.openxmlformats.org/drawingml/2006/main">
              <a:ext uri="{FF2B5EF4-FFF2-40B4-BE49-F238E27FC236}">
                <a16:creationId xmlns:a16="http://schemas.microsoft.com/office/drawing/2014/main" id="{7B51A0C0-E1D1-4E0E-B148-045D721C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08" y="258307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8">
            <a:extLst xmlns:a="http://schemas.openxmlformats.org/drawingml/2006/main">
              <a:ext uri="{FF2B5EF4-FFF2-40B4-BE49-F238E27FC236}">
                <a16:creationId xmlns:a16="http://schemas.microsoft.com/office/drawing/2014/main" id="{8125F824-866E-459F-98DC-D1621A2F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63" y="25827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10" name="path-209">
            <a:extLst xmlns:a="http://schemas.openxmlformats.org/drawingml/2006/main">
              <a:ext uri="{FF2B5EF4-FFF2-40B4-BE49-F238E27FC236}">
                <a16:creationId xmlns:a16="http://schemas.microsoft.com/office/drawing/2014/main" id="{A6917CEB-E101-427E-9EDA-FB91A276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08" y="388907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0">
            <a:extLst xmlns:a="http://schemas.openxmlformats.org/drawingml/2006/main">
              <a:ext uri="{FF2B5EF4-FFF2-40B4-BE49-F238E27FC236}">
                <a16:creationId xmlns:a16="http://schemas.microsoft.com/office/drawing/2014/main" id="{99928950-DA92-4F97-AC1C-47945E02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63" y="388881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12" name="path-211">
            <a:extLst xmlns:a="http://schemas.openxmlformats.org/drawingml/2006/main">
              <a:ext uri="{FF2B5EF4-FFF2-40B4-BE49-F238E27FC236}">
                <a16:creationId xmlns:a16="http://schemas.microsoft.com/office/drawing/2014/main" id="{05EE9D4A-550F-491D-9907-D65D1447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08" y="5194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2">
            <a:extLst xmlns:a="http://schemas.openxmlformats.org/drawingml/2006/main">
              <a:ext uri="{FF2B5EF4-FFF2-40B4-BE49-F238E27FC236}">
                <a16:creationId xmlns:a16="http://schemas.microsoft.com/office/drawing/2014/main" id="{14F1F24F-4874-421E-B98C-FA4FE1A6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63" y="51947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14" name="path-213">
            <a:extLst xmlns:a="http://schemas.openxmlformats.org/drawingml/2006/main">
              <a:ext uri="{FF2B5EF4-FFF2-40B4-BE49-F238E27FC236}">
                <a16:creationId xmlns:a16="http://schemas.microsoft.com/office/drawing/2014/main" id="{F26CBBA7-F1BA-4A38-9BF8-718757F5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19" y="6500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4">
            <a:extLst xmlns:a="http://schemas.openxmlformats.org/drawingml/2006/main">
              <a:ext uri="{FF2B5EF4-FFF2-40B4-BE49-F238E27FC236}">
                <a16:creationId xmlns:a16="http://schemas.microsoft.com/office/drawing/2014/main" id="{BC6F4A05-1165-44C0-92ED-9191E543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56" y="64998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16" name="path-215">
            <a:extLst xmlns:a="http://schemas.openxmlformats.org/drawingml/2006/main">
              <a:ext uri="{FF2B5EF4-FFF2-40B4-BE49-F238E27FC236}">
                <a16:creationId xmlns:a16="http://schemas.microsoft.com/office/drawing/2014/main" id="{A6655E28-3C49-4E3A-9DFB-316DA86C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92" y="650013"/>
            <a:ext cx="130572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6">
            <a:extLst xmlns:a="http://schemas.openxmlformats.org/drawingml/2006/main">
              <a:ext uri="{FF2B5EF4-FFF2-40B4-BE49-F238E27FC236}">
                <a16:creationId xmlns:a16="http://schemas.microsoft.com/office/drawing/2014/main" id="{89DD8359-27B2-4358-BD02-9F94189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362" y="64998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18" name="path-217">
            <a:extLst xmlns:a="http://schemas.openxmlformats.org/drawingml/2006/main">
              <a:ext uri="{FF2B5EF4-FFF2-40B4-BE49-F238E27FC236}">
                <a16:creationId xmlns:a16="http://schemas.microsoft.com/office/drawing/2014/main" id="{F552C3B8-EC70-4F3D-A062-3613ADD5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63" y="6500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8">
            <a:extLst xmlns:a="http://schemas.openxmlformats.org/drawingml/2006/main">
              <a:ext uri="{FF2B5EF4-FFF2-40B4-BE49-F238E27FC236}">
                <a16:creationId xmlns:a16="http://schemas.microsoft.com/office/drawing/2014/main" id="{1F29573F-2851-4EEA-8361-F70D0599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59" y="64998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20" name="path-219">
            <a:extLst xmlns:a="http://schemas.openxmlformats.org/drawingml/2006/main">
              <a:ext uri="{FF2B5EF4-FFF2-40B4-BE49-F238E27FC236}">
                <a16:creationId xmlns:a16="http://schemas.microsoft.com/office/drawing/2014/main" id="{F8FA830E-50CB-49E2-A5E3-CDB4514D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36" y="6500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0">
            <a:extLst xmlns:a="http://schemas.openxmlformats.org/drawingml/2006/main">
              <a:ext uri="{FF2B5EF4-FFF2-40B4-BE49-F238E27FC236}">
                <a16:creationId xmlns:a16="http://schemas.microsoft.com/office/drawing/2014/main" id="{8E4CB86E-984D-4130-A43B-36D42CB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563" y="649985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22" name="path-221">
            <a:extLst xmlns:a="http://schemas.openxmlformats.org/drawingml/2006/main">
              <a:ext uri="{FF2B5EF4-FFF2-40B4-BE49-F238E27FC236}">
                <a16:creationId xmlns:a16="http://schemas.microsoft.com/office/drawing/2014/main" id="{8691C686-8758-4893-A1C7-3DC74A3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08" y="650013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2">
            <a:extLst xmlns:a="http://schemas.openxmlformats.org/drawingml/2006/main">
              <a:ext uri="{FF2B5EF4-FFF2-40B4-BE49-F238E27FC236}">
                <a16:creationId xmlns:a16="http://schemas.microsoft.com/office/drawing/2014/main" id="{D3C7D216-397A-4854-B9F0-D5F4C86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63" y="64998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24" name="path-223">
            <a:extLst xmlns:a="http://schemas.openxmlformats.org/drawingml/2006/main">
              <a:ext uri="{FF2B5EF4-FFF2-40B4-BE49-F238E27FC236}">
                <a16:creationId xmlns:a16="http://schemas.microsoft.com/office/drawing/2014/main" id="{776237E0-C9E6-4447-8A17-50BDEB6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56" y="780586"/>
            <a:ext cx="652811" cy="191"/>
          </a:xfrm>
          <a:custGeom xmlns:a="http://schemas.openxmlformats.org/drawingml/2006/main">
            <a:pathLst>
              <a:path w="570001" h="191">
                <a:moveTo>
                  <a:pt x="0" y="0"/>
                </a:moveTo>
                <a:lnTo>
                  <a:pt x="0" y="2"/>
                </a:lnTo>
                <a:lnTo>
                  <a:pt x="570001" y="2"/>
                </a:lnTo>
                <a:lnTo>
                  <a:pt x="570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225" name="path-224">
            <a:extLst xmlns:a="http://schemas.openxmlformats.org/drawingml/2006/main">
              <a:ext uri="{FF2B5EF4-FFF2-40B4-BE49-F238E27FC236}">
                <a16:creationId xmlns:a16="http://schemas.microsoft.com/office/drawing/2014/main" id="{A302CA1F-AC39-49DD-911B-DE2FCD85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14" y="19947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5">
            <a:extLst xmlns:a="http://schemas.openxmlformats.org/drawingml/2006/main">
              <a:ext uri="{FF2B5EF4-FFF2-40B4-BE49-F238E27FC236}">
                <a16:creationId xmlns:a16="http://schemas.microsoft.com/office/drawing/2014/main" id="{69888A1A-6089-481A-99D3-0FF37D62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41" y="199541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27" name="path-226">
            <a:extLst xmlns:a="http://schemas.openxmlformats.org/drawingml/2006/main">
              <a:ext uri="{FF2B5EF4-FFF2-40B4-BE49-F238E27FC236}">
                <a16:creationId xmlns:a16="http://schemas.microsoft.com/office/drawing/2014/main" id="{673F5CDB-C372-458B-BFC6-7434081F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86" y="19947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7">
            <a:extLst xmlns:a="http://schemas.openxmlformats.org/drawingml/2006/main">
              <a:ext uri="{FF2B5EF4-FFF2-40B4-BE49-F238E27FC236}">
                <a16:creationId xmlns:a16="http://schemas.microsoft.com/office/drawing/2014/main" id="{52B17E9F-C14C-4E15-B81A-C85E225D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47" y="19954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29" name="path-228">
            <a:extLst xmlns:a="http://schemas.openxmlformats.org/drawingml/2006/main">
              <a:ext uri="{FF2B5EF4-FFF2-40B4-BE49-F238E27FC236}">
                <a16:creationId xmlns:a16="http://schemas.microsoft.com/office/drawing/2014/main" id="{1C4C1755-026F-4B5F-8BA0-6FD44E95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58" y="19947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29">
            <a:extLst xmlns:a="http://schemas.openxmlformats.org/drawingml/2006/main">
              <a:ext uri="{FF2B5EF4-FFF2-40B4-BE49-F238E27FC236}">
                <a16:creationId xmlns:a16="http://schemas.microsoft.com/office/drawing/2014/main" id="{DCA180D9-1B8B-45D3-9768-72CB9C7D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45" y="19954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31" name="path-230">
            <a:extLst xmlns:a="http://schemas.openxmlformats.org/drawingml/2006/main">
              <a:ext uri="{FF2B5EF4-FFF2-40B4-BE49-F238E27FC236}">
                <a16:creationId xmlns:a16="http://schemas.microsoft.com/office/drawing/2014/main" id="{AC151B1C-8C54-4E23-9363-D49A019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14" y="3300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1">
            <a:extLst xmlns:a="http://schemas.openxmlformats.org/drawingml/2006/main">
              <a:ext uri="{FF2B5EF4-FFF2-40B4-BE49-F238E27FC236}">
                <a16:creationId xmlns:a16="http://schemas.microsoft.com/office/drawing/2014/main" id="{D92B07CF-3B10-4638-A9A4-149DDC1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41" y="330048"/>
            <a:ext cx="130506" cy="130597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33" name="path-232">
            <a:extLst xmlns:a="http://schemas.openxmlformats.org/drawingml/2006/main">
              <a:ext uri="{FF2B5EF4-FFF2-40B4-BE49-F238E27FC236}">
                <a16:creationId xmlns:a16="http://schemas.microsoft.com/office/drawing/2014/main" id="{0A731BAD-E3D7-4629-A106-E08F7D36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86" y="3300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3">
            <a:extLst xmlns:a="http://schemas.openxmlformats.org/drawingml/2006/main">
              <a:ext uri="{FF2B5EF4-FFF2-40B4-BE49-F238E27FC236}">
                <a16:creationId xmlns:a16="http://schemas.microsoft.com/office/drawing/2014/main" id="{A4989CA8-4D05-48D4-A626-70B5A738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47" y="330048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35" name="path-234">
            <a:extLst xmlns:a="http://schemas.openxmlformats.org/drawingml/2006/main">
              <a:ext uri="{FF2B5EF4-FFF2-40B4-BE49-F238E27FC236}">
                <a16:creationId xmlns:a16="http://schemas.microsoft.com/office/drawing/2014/main" id="{8FD9AAEB-C588-4875-BBBF-D21CDE3D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58" y="3300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5">
            <a:extLst xmlns:a="http://schemas.openxmlformats.org/drawingml/2006/main">
              <a:ext uri="{FF2B5EF4-FFF2-40B4-BE49-F238E27FC236}">
                <a16:creationId xmlns:a16="http://schemas.microsoft.com/office/drawing/2014/main" id="{5367E4D9-74EA-495F-ABDF-0C518DE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45" y="330048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37" name="path-236">
            <a:extLst xmlns:a="http://schemas.openxmlformats.org/drawingml/2006/main">
              <a:ext uri="{FF2B5EF4-FFF2-40B4-BE49-F238E27FC236}">
                <a16:creationId xmlns:a16="http://schemas.microsoft.com/office/drawing/2014/main" id="{136E7FA6-394B-4DCC-81FC-07769570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14" y="4606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7">
            <a:extLst xmlns:a="http://schemas.openxmlformats.org/drawingml/2006/main">
              <a:ext uri="{FF2B5EF4-FFF2-40B4-BE49-F238E27FC236}">
                <a16:creationId xmlns:a16="http://schemas.microsoft.com/office/drawing/2014/main" id="{91E307BC-D89E-4CA8-BB94-2B18932C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41" y="46064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39" name="path-238">
            <a:extLst xmlns:a="http://schemas.openxmlformats.org/drawingml/2006/main">
              <a:ext uri="{FF2B5EF4-FFF2-40B4-BE49-F238E27FC236}">
                <a16:creationId xmlns:a16="http://schemas.microsoft.com/office/drawing/2014/main" id="{64451C5E-2BD4-44F2-ABF7-3F40D45C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86" y="4606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39">
            <a:extLst xmlns:a="http://schemas.openxmlformats.org/drawingml/2006/main">
              <a:ext uri="{FF2B5EF4-FFF2-40B4-BE49-F238E27FC236}">
                <a16:creationId xmlns:a16="http://schemas.microsoft.com/office/drawing/2014/main" id="{DB21EE6C-AFCD-4F78-8458-02459F2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47" y="46064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41" name="path-240">
            <a:extLst xmlns:a="http://schemas.openxmlformats.org/drawingml/2006/main">
              <a:ext uri="{FF2B5EF4-FFF2-40B4-BE49-F238E27FC236}">
                <a16:creationId xmlns:a16="http://schemas.microsoft.com/office/drawing/2014/main" id="{A9F49428-1393-4B3F-BDE8-174DD574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58" y="4606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1">
            <a:extLst xmlns:a="http://schemas.openxmlformats.org/drawingml/2006/main">
              <a:ext uri="{FF2B5EF4-FFF2-40B4-BE49-F238E27FC236}">
                <a16:creationId xmlns:a16="http://schemas.microsoft.com/office/drawing/2014/main" id="{6BD4E1F4-A664-46AA-8726-3D8A46C4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45" y="46064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43" name="path-242">
            <a:extLst xmlns:a="http://schemas.openxmlformats.org/drawingml/2006/main">
              <a:ext uri="{FF2B5EF4-FFF2-40B4-BE49-F238E27FC236}">
                <a16:creationId xmlns:a16="http://schemas.microsoft.com/office/drawing/2014/main" id="{6D838FD8-BACE-4BA4-B0E4-D53B797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31" y="19947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3">
            <a:extLst xmlns:a="http://schemas.openxmlformats.org/drawingml/2006/main">
              <a:ext uri="{FF2B5EF4-FFF2-40B4-BE49-F238E27FC236}">
                <a16:creationId xmlns:a16="http://schemas.microsoft.com/office/drawing/2014/main" id="{F78CF1A8-58D7-4D1B-95A4-57D77D43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48" y="19954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45" name="path-244">
            <a:extLst xmlns:a="http://schemas.openxmlformats.org/drawingml/2006/main">
              <a:ext uri="{FF2B5EF4-FFF2-40B4-BE49-F238E27FC236}">
                <a16:creationId xmlns:a16="http://schemas.microsoft.com/office/drawing/2014/main" id="{9FA7A780-37FF-43AE-B022-1FAB10E6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31" y="3300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5">
            <a:extLst xmlns:a="http://schemas.openxmlformats.org/drawingml/2006/main">
              <a:ext uri="{FF2B5EF4-FFF2-40B4-BE49-F238E27FC236}">
                <a16:creationId xmlns:a16="http://schemas.microsoft.com/office/drawing/2014/main" id="{BB047FA9-CBC1-411B-AC9C-E24B882E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48" y="330048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47" name="path-246">
            <a:extLst xmlns:a="http://schemas.openxmlformats.org/drawingml/2006/main">
              <a:ext uri="{FF2B5EF4-FFF2-40B4-BE49-F238E27FC236}">
                <a16:creationId xmlns:a16="http://schemas.microsoft.com/office/drawing/2014/main" id="{06A17D0F-312F-454E-99CC-3C74A6EE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31" y="4606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7">
            <a:extLst xmlns:a="http://schemas.openxmlformats.org/drawingml/2006/main">
              <a:ext uri="{FF2B5EF4-FFF2-40B4-BE49-F238E27FC236}">
                <a16:creationId xmlns:a16="http://schemas.microsoft.com/office/drawing/2014/main" id="{387531BC-403A-4F6D-9390-7E699167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48" y="46064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49" name="path-248">
            <a:extLst xmlns:a="http://schemas.openxmlformats.org/drawingml/2006/main">
              <a:ext uri="{FF2B5EF4-FFF2-40B4-BE49-F238E27FC236}">
                <a16:creationId xmlns:a16="http://schemas.microsoft.com/office/drawing/2014/main" id="{4CA25765-BD79-4637-92A0-1C271518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14" y="591180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49">
            <a:extLst xmlns:a="http://schemas.openxmlformats.org/drawingml/2006/main">
              <a:ext uri="{FF2B5EF4-FFF2-40B4-BE49-F238E27FC236}">
                <a16:creationId xmlns:a16="http://schemas.microsoft.com/office/drawing/2014/main" id="{93B05DB5-B32F-4FEC-9FCA-2F215195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41" y="591249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51" name="path-250">
            <a:extLst xmlns:a="http://schemas.openxmlformats.org/drawingml/2006/main">
              <a:ext uri="{FF2B5EF4-FFF2-40B4-BE49-F238E27FC236}">
                <a16:creationId xmlns:a16="http://schemas.microsoft.com/office/drawing/2014/main" id="{1C23D9F8-6512-4353-A368-7E1608FE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86" y="591180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1">
            <a:extLst xmlns:a="http://schemas.openxmlformats.org/drawingml/2006/main">
              <a:ext uri="{FF2B5EF4-FFF2-40B4-BE49-F238E27FC236}">
                <a16:creationId xmlns:a16="http://schemas.microsoft.com/office/drawing/2014/main" id="{04390F8C-AED1-4E0F-B266-371AB9CC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47" y="59124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53" name="path-252">
            <a:extLst xmlns:a="http://schemas.openxmlformats.org/drawingml/2006/main">
              <a:ext uri="{FF2B5EF4-FFF2-40B4-BE49-F238E27FC236}">
                <a16:creationId xmlns:a16="http://schemas.microsoft.com/office/drawing/2014/main" id="{00CD55B4-75A3-4B28-8210-52456EB8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58" y="591180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3">
            <a:extLst xmlns:a="http://schemas.openxmlformats.org/drawingml/2006/main">
              <a:ext uri="{FF2B5EF4-FFF2-40B4-BE49-F238E27FC236}">
                <a16:creationId xmlns:a16="http://schemas.microsoft.com/office/drawing/2014/main" id="{EB558B2A-27AF-41C3-8E69-0B399663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45" y="59124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55" name="path-254">
            <a:extLst xmlns:a="http://schemas.openxmlformats.org/drawingml/2006/main">
              <a:ext uri="{FF2B5EF4-FFF2-40B4-BE49-F238E27FC236}">
                <a16:creationId xmlns:a16="http://schemas.microsoft.com/office/drawing/2014/main" id="{DDDA6F13-85BD-4A73-8A62-3713C92A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31" y="591180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55">
            <a:extLst xmlns:a="http://schemas.openxmlformats.org/drawingml/2006/main">
              <a:ext uri="{FF2B5EF4-FFF2-40B4-BE49-F238E27FC236}">
                <a16:creationId xmlns:a16="http://schemas.microsoft.com/office/drawing/2014/main" id="{84B7DEF8-5C4B-41D4-AFBC-DEFCD018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48" y="59124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57" name="path-256">
            <a:extLst xmlns:a="http://schemas.openxmlformats.org/drawingml/2006/main">
              <a:ext uri="{FF2B5EF4-FFF2-40B4-BE49-F238E27FC236}">
                <a16:creationId xmlns:a16="http://schemas.microsoft.com/office/drawing/2014/main" id="{1AA2DB38-7D29-4394-B84B-36FAC9CF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02" y="19947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7">
            <a:extLst xmlns:a="http://schemas.openxmlformats.org/drawingml/2006/main">
              <a:ext uri="{FF2B5EF4-FFF2-40B4-BE49-F238E27FC236}">
                <a16:creationId xmlns:a16="http://schemas.microsoft.com/office/drawing/2014/main" id="{508BEE40-7365-4EC6-B4E8-50A3887C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52" y="199541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59" name="path-258">
            <a:extLst xmlns:a="http://schemas.openxmlformats.org/drawingml/2006/main">
              <a:ext uri="{FF2B5EF4-FFF2-40B4-BE49-F238E27FC236}">
                <a16:creationId xmlns:a16="http://schemas.microsoft.com/office/drawing/2014/main" id="{10263B61-82EA-4BB4-9F89-85BF2038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02" y="3300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9">
            <a:extLst xmlns:a="http://schemas.openxmlformats.org/drawingml/2006/main">
              <a:ext uri="{FF2B5EF4-FFF2-40B4-BE49-F238E27FC236}">
                <a16:creationId xmlns:a16="http://schemas.microsoft.com/office/drawing/2014/main" id="{DFB2506D-1EB3-4717-83A7-D760D925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52" y="330048"/>
            <a:ext cx="130500" cy="130597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61" name="path-260">
            <a:extLst xmlns:a="http://schemas.openxmlformats.org/drawingml/2006/main">
              <a:ext uri="{FF2B5EF4-FFF2-40B4-BE49-F238E27FC236}">
                <a16:creationId xmlns:a16="http://schemas.microsoft.com/office/drawing/2014/main" id="{B376FD65-0798-4BDB-909B-E5381730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02" y="460675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1">
            <a:extLst xmlns:a="http://schemas.openxmlformats.org/drawingml/2006/main">
              <a:ext uri="{FF2B5EF4-FFF2-40B4-BE49-F238E27FC236}">
                <a16:creationId xmlns:a16="http://schemas.microsoft.com/office/drawing/2014/main" id="{8B07FA12-25E6-4E40-B2D5-0ECFA677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52" y="460645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63" name="path-262">
            <a:extLst xmlns:a="http://schemas.openxmlformats.org/drawingml/2006/main">
              <a:ext uri="{FF2B5EF4-FFF2-40B4-BE49-F238E27FC236}">
                <a16:creationId xmlns:a16="http://schemas.microsoft.com/office/drawing/2014/main" id="{F2046B39-33BC-4428-9B2A-3199E2F1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02" y="591180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63">
            <a:extLst xmlns:a="http://schemas.openxmlformats.org/drawingml/2006/main">
              <a:ext uri="{FF2B5EF4-FFF2-40B4-BE49-F238E27FC236}">
                <a16:creationId xmlns:a16="http://schemas.microsoft.com/office/drawing/2014/main" id="{F6AFB347-0BC2-48B7-ADA8-86000A0A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52" y="591249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65" name="path-264">
            <a:extLst xmlns:a="http://schemas.openxmlformats.org/drawingml/2006/main">
              <a:ext uri="{FF2B5EF4-FFF2-40B4-BE49-F238E27FC236}">
                <a16:creationId xmlns:a16="http://schemas.microsoft.com/office/drawing/2014/main" id="{84F0C562-8190-41D6-9CB5-DD05A56F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14" y="721783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65">
            <a:extLst xmlns:a="http://schemas.openxmlformats.org/drawingml/2006/main">
              <a:ext uri="{FF2B5EF4-FFF2-40B4-BE49-F238E27FC236}">
                <a16:creationId xmlns:a16="http://schemas.microsoft.com/office/drawing/2014/main" id="{531130FB-5FAE-46D7-904C-8F62840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41" y="72175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67" name="path-266">
            <a:extLst xmlns:a="http://schemas.openxmlformats.org/drawingml/2006/main">
              <a:ext uri="{FF2B5EF4-FFF2-40B4-BE49-F238E27FC236}">
                <a16:creationId xmlns:a16="http://schemas.microsoft.com/office/drawing/2014/main" id="{9E046EE2-744E-4F72-AF8D-BA521B8F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86" y="721783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7">
            <a:extLst xmlns:a="http://schemas.openxmlformats.org/drawingml/2006/main">
              <a:ext uri="{FF2B5EF4-FFF2-40B4-BE49-F238E27FC236}">
                <a16:creationId xmlns:a16="http://schemas.microsoft.com/office/drawing/2014/main" id="{99DA26F1-1AB3-4A2E-8F4D-CBC1C16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3247" y="72175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69" name="path-268">
            <a:extLst xmlns:a="http://schemas.openxmlformats.org/drawingml/2006/main">
              <a:ext uri="{FF2B5EF4-FFF2-40B4-BE49-F238E27FC236}">
                <a16:creationId xmlns:a16="http://schemas.microsoft.com/office/drawing/2014/main" id="{368C0FDD-330B-4068-97FB-8E35DF6A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58" y="721783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69">
            <a:extLst xmlns:a="http://schemas.openxmlformats.org/drawingml/2006/main">
              <a:ext uri="{FF2B5EF4-FFF2-40B4-BE49-F238E27FC236}">
                <a16:creationId xmlns:a16="http://schemas.microsoft.com/office/drawing/2014/main" id="{2820E141-224D-46F7-868E-28635CD2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845" y="72175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71" name="path-270">
            <a:extLst xmlns:a="http://schemas.openxmlformats.org/drawingml/2006/main">
              <a:ext uri="{FF2B5EF4-FFF2-40B4-BE49-F238E27FC236}">
                <a16:creationId xmlns:a16="http://schemas.microsoft.com/office/drawing/2014/main" id="{F3F4A2C5-14D6-464C-9587-9CF1355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31" y="721783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1">
            <a:extLst xmlns:a="http://schemas.openxmlformats.org/drawingml/2006/main">
              <a:ext uri="{FF2B5EF4-FFF2-40B4-BE49-F238E27FC236}">
                <a16:creationId xmlns:a16="http://schemas.microsoft.com/office/drawing/2014/main" id="{31411658-9920-457E-BC95-951FB09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448" y="72175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73" name="path-272">
            <a:extLst xmlns:a="http://schemas.openxmlformats.org/drawingml/2006/main">
              <a:ext uri="{FF2B5EF4-FFF2-40B4-BE49-F238E27FC236}">
                <a16:creationId xmlns:a16="http://schemas.microsoft.com/office/drawing/2014/main" id="{0CFE1524-7891-4352-B9DA-77C19933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02" y="721783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3">
            <a:extLst xmlns:a="http://schemas.openxmlformats.org/drawingml/2006/main">
              <a:ext uri="{FF2B5EF4-FFF2-40B4-BE49-F238E27FC236}">
                <a16:creationId xmlns:a16="http://schemas.microsoft.com/office/drawing/2014/main" id="{EC149919-EDD5-4FA9-927F-21E5D1A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52" y="721755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75" name="path-274">
            <a:extLst xmlns:a="http://schemas.openxmlformats.org/drawingml/2006/main">
              <a:ext uri="{FF2B5EF4-FFF2-40B4-BE49-F238E27FC236}">
                <a16:creationId xmlns:a16="http://schemas.microsoft.com/office/drawing/2014/main" id="{5A095EE2-2FF1-4E41-BE0F-9409914C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41" y="852355"/>
            <a:ext cx="652811" cy="191"/>
          </a:xfrm>
          <a:custGeom xmlns:a="http://schemas.openxmlformats.org/drawingml/2006/main">
            <a:pathLst>
              <a:path w="570001" h="191">
                <a:moveTo>
                  <a:pt x="0" y="0"/>
                </a:moveTo>
                <a:lnTo>
                  <a:pt x="0" y="4"/>
                </a:lnTo>
                <a:lnTo>
                  <a:pt x="570001" y="4"/>
                </a:lnTo>
                <a:lnTo>
                  <a:pt x="570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276" name="path-275">
            <a:extLst xmlns:a="http://schemas.openxmlformats.org/drawingml/2006/main">
              <a:ext uri="{FF2B5EF4-FFF2-40B4-BE49-F238E27FC236}">
                <a16:creationId xmlns:a16="http://schemas.microsoft.com/office/drawing/2014/main" id="{8CD2EA31-D51A-4A91-912D-68DA421C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09" y="2712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6">
            <a:extLst xmlns:a="http://schemas.openxmlformats.org/drawingml/2006/main">
              <a:ext uri="{FF2B5EF4-FFF2-40B4-BE49-F238E27FC236}">
                <a16:creationId xmlns:a16="http://schemas.microsoft.com/office/drawing/2014/main" id="{F7B01CC3-06E8-4781-A85A-11F8166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26" y="271311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78" name="path-277">
            <a:extLst xmlns:a="http://schemas.openxmlformats.org/drawingml/2006/main">
              <a:ext uri="{FF2B5EF4-FFF2-40B4-BE49-F238E27FC236}">
                <a16:creationId xmlns:a16="http://schemas.microsoft.com/office/drawing/2014/main" id="{E2BD3A67-E157-4ABE-A426-797B83E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81" y="2712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78">
            <a:extLst xmlns:a="http://schemas.openxmlformats.org/drawingml/2006/main">
              <a:ext uri="{FF2B5EF4-FFF2-40B4-BE49-F238E27FC236}">
                <a16:creationId xmlns:a16="http://schemas.microsoft.com/office/drawing/2014/main" id="{92EA0A02-1C63-4D6D-AC57-3E654FC2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224" y="271311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80" name="path-279">
            <a:extLst xmlns:a="http://schemas.openxmlformats.org/drawingml/2006/main">
              <a:ext uri="{FF2B5EF4-FFF2-40B4-BE49-F238E27FC236}">
                <a16:creationId xmlns:a16="http://schemas.microsoft.com/office/drawing/2014/main" id="{10F61C10-76A5-4F6E-8E19-8E39FF7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53" y="2712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0">
            <a:extLst xmlns:a="http://schemas.openxmlformats.org/drawingml/2006/main">
              <a:ext uri="{FF2B5EF4-FFF2-40B4-BE49-F238E27FC236}">
                <a16:creationId xmlns:a16="http://schemas.microsoft.com/office/drawing/2014/main" id="{73ACEEDF-A1B8-4BD6-A495-A12D9F87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30" y="271311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82" name="path-281">
            <a:extLst xmlns:a="http://schemas.openxmlformats.org/drawingml/2006/main">
              <a:ext uri="{FF2B5EF4-FFF2-40B4-BE49-F238E27FC236}">
                <a16:creationId xmlns:a16="http://schemas.microsoft.com/office/drawing/2014/main" id="{0E5A50E8-EEF9-454B-B2CE-5890A74F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09" y="4018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2">
            <a:extLst xmlns:a="http://schemas.openxmlformats.org/drawingml/2006/main">
              <a:ext uri="{FF2B5EF4-FFF2-40B4-BE49-F238E27FC236}">
                <a16:creationId xmlns:a16="http://schemas.microsoft.com/office/drawing/2014/main" id="{ECC53C0A-6B30-4349-A142-50A9CB3C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26" y="401811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84" name="path-283">
            <a:extLst xmlns:a="http://schemas.openxmlformats.org/drawingml/2006/main">
              <a:ext uri="{FF2B5EF4-FFF2-40B4-BE49-F238E27FC236}">
                <a16:creationId xmlns:a16="http://schemas.microsoft.com/office/drawing/2014/main" id="{7BD84F4C-980B-4C96-9379-3EF81C53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81" y="4018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84">
            <a:extLst xmlns:a="http://schemas.openxmlformats.org/drawingml/2006/main">
              <a:ext uri="{FF2B5EF4-FFF2-40B4-BE49-F238E27FC236}">
                <a16:creationId xmlns:a16="http://schemas.microsoft.com/office/drawing/2014/main" id="{BF3CB73F-15B2-4C20-B65B-1BE838BD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224" y="401811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86" name="path-285">
            <a:extLst xmlns:a="http://schemas.openxmlformats.org/drawingml/2006/main">
              <a:ext uri="{FF2B5EF4-FFF2-40B4-BE49-F238E27FC236}">
                <a16:creationId xmlns:a16="http://schemas.microsoft.com/office/drawing/2014/main" id="{13BD064A-7611-40BE-85E6-4860D1E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53" y="4018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86">
            <a:extLst xmlns:a="http://schemas.openxmlformats.org/drawingml/2006/main">
              <a:ext uri="{FF2B5EF4-FFF2-40B4-BE49-F238E27FC236}">
                <a16:creationId xmlns:a16="http://schemas.microsoft.com/office/drawing/2014/main" id="{40D02914-7976-4CA9-8ED1-712AA37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30" y="401811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88" name="path-287">
            <a:extLst xmlns:a="http://schemas.openxmlformats.org/drawingml/2006/main">
              <a:ext uri="{FF2B5EF4-FFF2-40B4-BE49-F238E27FC236}">
                <a16:creationId xmlns:a16="http://schemas.microsoft.com/office/drawing/2014/main" id="{F3EAFA8B-1D23-4D66-AF8B-C10E212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09" y="53244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8">
            <a:extLst xmlns:a="http://schemas.openxmlformats.org/drawingml/2006/main">
              <a:ext uri="{FF2B5EF4-FFF2-40B4-BE49-F238E27FC236}">
                <a16:creationId xmlns:a16="http://schemas.microsoft.com/office/drawing/2014/main" id="{6BDCA66E-1FFB-40CA-980C-3C526CAF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26" y="53241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90" name="path-289">
            <a:extLst xmlns:a="http://schemas.openxmlformats.org/drawingml/2006/main">
              <a:ext uri="{FF2B5EF4-FFF2-40B4-BE49-F238E27FC236}">
                <a16:creationId xmlns:a16="http://schemas.microsoft.com/office/drawing/2014/main" id="{AF4F01B7-2130-4594-85C4-0C7988BC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81" y="53244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0">
            <a:extLst xmlns:a="http://schemas.openxmlformats.org/drawingml/2006/main">
              <a:ext uri="{FF2B5EF4-FFF2-40B4-BE49-F238E27FC236}">
                <a16:creationId xmlns:a16="http://schemas.microsoft.com/office/drawing/2014/main" id="{A5ACCA11-B9D3-48C2-B513-8F96EF03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224" y="53241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92" name="path-291">
            <a:extLst xmlns:a="http://schemas.openxmlformats.org/drawingml/2006/main">
              <a:ext uri="{FF2B5EF4-FFF2-40B4-BE49-F238E27FC236}">
                <a16:creationId xmlns:a16="http://schemas.microsoft.com/office/drawing/2014/main" id="{7B5C6BE0-A969-4E3F-B819-8686D49E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53" y="53244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2">
            <a:extLst xmlns:a="http://schemas.openxmlformats.org/drawingml/2006/main">
              <a:ext uri="{FF2B5EF4-FFF2-40B4-BE49-F238E27FC236}">
                <a16:creationId xmlns:a16="http://schemas.microsoft.com/office/drawing/2014/main" id="{DA636773-607C-4F54-9166-B6D3EE30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30" y="53241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94" name="path-293">
            <a:extLst xmlns:a="http://schemas.openxmlformats.org/drawingml/2006/main">
              <a:ext uri="{FF2B5EF4-FFF2-40B4-BE49-F238E27FC236}">
                <a16:creationId xmlns:a16="http://schemas.microsoft.com/office/drawing/2014/main" id="{5AB9C3C4-1C05-4DC1-867D-ED66F6C3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25" y="271244"/>
            <a:ext cx="130572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4">
            <a:extLst xmlns:a="http://schemas.openxmlformats.org/drawingml/2006/main">
              <a:ext uri="{FF2B5EF4-FFF2-40B4-BE49-F238E27FC236}">
                <a16:creationId xmlns:a16="http://schemas.microsoft.com/office/drawing/2014/main" id="{7C0586F1-A929-42DB-9FBF-16FB322A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34" y="271311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96" name="path-295">
            <a:extLst xmlns:a="http://schemas.openxmlformats.org/drawingml/2006/main">
              <a:ext uri="{FF2B5EF4-FFF2-40B4-BE49-F238E27FC236}">
                <a16:creationId xmlns:a16="http://schemas.microsoft.com/office/drawing/2014/main" id="{883C944A-19E6-42A1-93B3-563CD3B4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25" y="401844"/>
            <a:ext cx="130572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6">
            <a:extLst xmlns:a="http://schemas.openxmlformats.org/drawingml/2006/main">
              <a:ext uri="{FF2B5EF4-FFF2-40B4-BE49-F238E27FC236}">
                <a16:creationId xmlns:a16="http://schemas.microsoft.com/office/drawing/2014/main" id="{32B901D1-2D67-40C0-9458-D516EE05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34" y="401811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298" name="path-297">
            <a:extLst xmlns:a="http://schemas.openxmlformats.org/drawingml/2006/main">
              <a:ext uri="{FF2B5EF4-FFF2-40B4-BE49-F238E27FC236}">
                <a16:creationId xmlns:a16="http://schemas.microsoft.com/office/drawing/2014/main" id="{AA82A654-3802-431A-BCE8-B47DBAD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25" y="532445"/>
            <a:ext cx="130572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98">
            <a:extLst xmlns:a="http://schemas.openxmlformats.org/drawingml/2006/main">
              <a:ext uri="{FF2B5EF4-FFF2-40B4-BE49-F238E27FC236}">
                <a16:creationId xmlns:a16="http://schemas.microsoft.com/office/drawing/2014/main" id="{F1749333-8207-47FF-86D3-77D563D4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34" y="53241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00" name="path-299">
            <a:extLst xmlns:a="http://schemas.openxmlformats.org/drawingml/2006/main">
              <a:ext uri="{FF2B5EF4-FFF2-40B4-BE49-F238E27FC236}">
                <a16:creationId xmlns:a16="http://schemas.microsoft.com/office/drawing/2014/main" id="{D572422D-FAB9-4E2E-915F-6EC37578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09" y="662951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0">
            <a:extLst xmlns:a="http://schemas.openxmlformats.org/drawingml/2006/main">
              <a:ext uri="{FF2B5EF4-FFF2-40B4-BE49-F238E27FC236}">
                <a16:creationId xmlns:a16="http://schemas.microsoft.com/office/drawing/2014/main" id="{3A1DCAF4-D0D2-403D-AF64-DAE523C3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26" y="663019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02" name="path-301">
            <a:extLst xmlns:a="http://schemas.openxmlformats.org/drawingml/2006/main">
              <a:ext uri="{FF2B5EF4-FFF2-40B4-BE49-F238E27FC236}">
                <a16:creationId xmlns:a16="http://schemas.microsoft.com/office/drawing/2014/main" id="{E37AFF73-BE7E-49AC-B18C-7D9463D7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81" y="662951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2">
            <a:extLst xmlns:a="http://schemas.openxmlformats.org/drawingml/2006/main">
              <a:ext uri="{FF2B5EF4-FFF2-40B4-BE49-F238E27FC236}">
                <a16:creationId xmlns:a16="http://schemas.microsoft.com/office/drawing/2014/main" id="{1E13F7DB-0F68-4457-AABD-2FA80DE3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224" y="663019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04" name="path-303">
            <a:extLst xmlns:a="http://schemas.openxmlformats.org/drawingml/2006/main">
              <a:ext uri="{FF2B5EF4-FFF2-40B4-BE49-F238E27FC236}">
                <a16:creationId xmlns:a16="http://schemas.microsoft.com/office/drawing/2014/main" id="{7C003A1B-3E25-47D6-B548-16170A9D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53" y="662951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04">
            <a:extLst xmlns:a="http://schemas.openxmlformats.org/drawingml/2006/main">
              <a:ext uri="{FF2B5EF4-FFF2-40B4-BE49-F238E27FC236}">
                <a16:creationId xmlns:a16="http://schemas.microsoft.com/office/drawing/2014/main" id="{C49E5509-DB50-406F-8F9B-54C0257E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30" y="663019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06" name="path-305">
            <a:extLst xmlns:a="http://schemas.openxmlformats.org/drawingml/2006/main">
              <a:ext uri="{FF2B5EF4-FFF2-40B4-BE49-F238E27FC236}">
                <a16:creationId xmlns:a16="http://schemas.microsoft.com/office/drawing/2014/main" id="{89B70764-880F-44CD-ABEC-8134DC4B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25" y="662951"/>
            <a:ext cx="130572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6">
            <a:extLst xmlns:a="http://schemas.openxmlformats.org/drawingml/2006/main">
              <a:ext uri="{FF2B5EF4-FFF2-40B4-BE49-F238E27FC236}">
                <a16:creationId xmlns:a16="http://schemas.microsoft.com/office/drawing/2014/main" id="{14D196B4-F003-4825-A26C-D2316334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34" y="663019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08" name="path-307">
            <a:extLst xmlns:a="http://schemas.openxmlformats.org/drawingml/2006/main">
              <a:ext uri="{FF2B5EF4-FFF2-40B4-BE49-F238E27FC236}">
                <a16:creationId xmlns:a16="http://schemas.microsoft.com/office/drawing/2014/main" id="{F89DB0A4-5958-47B4-9A04-1073DCFE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97" y="2712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08">
            <a:extLst xmlns:a="http://schemas.openxmlformats.org/drawingml/2006/main">
              <a:ext uri="{FF2B5EF4-FFF2-40B4-BE49-F238E27FC236}">
                <a16:creationId xmlns:a16="http://schemas.microsoft.com/office/drawing/2014/main" id="{D3FD1288-8AC6-4575-8428-B131A66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931" y="271311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10" name="path-309">
            <a:extLst xmlns:a="http://schemas.openxmlformats.org/drawingml/2006/main">
              <a:ext uri="{FF2B5EF4-FFF2-40B4-BE49-F238E27FC236}">
                <a16:creationId xmlns:a16="http://schemas.microsoft.com/office/drawing/2014/main" id="{D412C419-8D43-4E38-9A22-F5D4C305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97" y="401844"/>
            <a:ext cx="130573" cy="130574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0">
            <a:extLst xmlns:a="http://schemas.openxmlformats.org/drawingml/2006/main">
              <a:ext uri="{FF2B5EF4-FFF2-40B4-BE49-F238E27FC236}">
                <a16:creationId xmlns:a16="http://schemas.microsoft.com/office/drawing/2014/main" id="{36840CB6-DB98-4D70-894B-BCD9D180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931" y="401811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12" name="path-311">
            <a:extLst xmlns:a="http://schemas.openxmlformats.org/drawingml/2006/main">
              <a:ext uri="{FF2B5EF4-FFF2-40B4-BE49-F238E27FC236}">
                <a16:creationId xmlns:a16="http://schemas.microsoft.com/office/drawing/2014/main" id="{AEE4E0D4-5057-4525-90B1-BB292768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97" y="532445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2">
            <a:extLst xmlns:a="http://schemas.openxmlformats.org/drawingml/2006/main">
              <a:ext uri="{FF2B5EF4-FFF2-40B4-BE49-F238E27FC236}">
                <a16:creationId xmlns:a16="http://schemas.microsoft.com/office/drawing/2014/main" id="{B378CF4A-3473-4803-A1F5-E4D63C64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931" y="53241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14" name="path-313">
            <a:extLst xmlns:a="http://schemas.openxmlformats.org/drawingml/2006/main">
              <a:ext uri="{FF2B5EF4-FFF2-40B4-BE49-F238E27FC236}">
                <a16:creationId xmlns:a16="http://schemas.microsoft.com/office/drawing/2014/main" id="{BE69EE38-9959-4F84-8EB7-56BB31F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97" y="662951"/>
            <a:ext cx="130573" cy="130572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14">
            <a:extLst xmlns:a="http://schemas.openxmlformats.org/drawingml/2006/main">
              <a:ext uri="{FF2B5EF4-FFF2-40B4-BE49-F238E27FC236}">
                <a16:creationId xmlns:a16="http://schemas.microsoft.com/office/drawing/2014/main" id="{3FA68603-0651-4A3B-AF70-E35F3FD1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931" y="663019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16" name="path-315">
            <a:extLst xmlns:a="http://schemas.openxmlformats.org/drawingml/2006/main">
              <a:ext uri="{FF2B5EF4-FFF2-40B4-BE49-F238E27FC236}">
                <a16:creationId xmlns:a16="http://schemas.microsoft.com/office/drawing/2014/main" id="{FB57C3C9-517E-4BF5-8CE6-C09B9DDE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09" y="793561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6">
            <a:extLst xmlns:a="http://schemas.openxmlformats.org/drawingml/2006/main">
              <a:ext uri="{FF2B5EF4-FFF2-40B4-BE49-F238E27FC236}">
                <a16:creationId xmlns:a16="http://schemas.microsoft.com/office/drawing/2014/main" id="{F767814F-2956-4EB0-A759-00D10E53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626" y="79351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18" name="path-317">
            <a:extLst xmlns:a="http://schemas.openxmlformats.org/drawingml/2006/main">
              <a:ext uri="{FF2B5EF4-FFF2-40B4-BE49-F238E27FC236}">
                <a16:creationId xmlns:a16="http://schemas.microsoft.com/office/drawing/2014/main" id="{82902246-2D3E-4040-BC7D-670D78C5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81" y="793561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8">
            <a:extLst xmlns:a="http://schemas.openxmlformats.org/drawingml/2006/main">
              <a:ext uri="{FF2B5EF4-FFF2-40B4-BE49-F238E27FC236}">
                <a16:creationId xmlns:a16="http://schemas.microsoft.com/office/drawing/2014/main" id="{9DCA1026-3863-4362-A208-66A65D31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224" y="793518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20" name="path-319">
            <a:extLst xmlns:a="http://schemas.openxmlformats.org/drawingml/2006/main">
              <a:ext uri="{FF2B5EF4-FFF2-40B4-BE49-F238E27FC236}">
                <a16:creationId xmlns:a16="http://schemas.microsoft.com/office/drawing/2014/main" id="{B8510DD9-2C02-4AB4-8CEC-E4C5DD27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53" y="793561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0">
            <a:extLst xmlns:a="http://schemas.openxmlformats.org/drawingml/2006/main">
              <a:ext uri="{FF2B5EF4-FFF2-40B4-BE49-F238E27FC236}">
                <a16:creationId xmlns:a16="http://schemas.microsoft.com/office/drawing/2014/main" id="{6C7C6E06-AD7C-436C-93BB-52AF1BD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730" y="79351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22" name="path-321">
            <a:extLst xmlns:a="http://schemas.openxmlformats.org/drawingml/2006/main">
              <a:ext uri="{FF2B5EF4-FFF2-40B4-BE49-F238E27FC236}">
                <a16:creationId xmlns:a16="http://schemas.microsoft.com/office/drawing/2014/main" id="{E4230390-A177-4419-973B-A79656F2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25" y="793561"/>
            <a:ext cx="130572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22">
            <a:extLst xmlns:a="http://schemas.openxmlformats.org/drawingml/2006/main">
              <a:ext uri="{FF2B5EF4-FFF2-40B4-BE49-F238E27FC236}">
                <a16:creationId xmlns:a16="http://schemas.microsoft.com/office/drawing/2014/main" id="{EBAA0C49-E182-46BA-BE39-D2C3E6D4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34" y="79351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24" name="path-323">
            <a:extLst xmlns:a="http://schemas.openxmlformats.org/drawingml/2006/main">
              <a:ext uri="{FF2B5EF4-FFF2-40B4-BE49-F238E27FC236}">
                <a16:creationId xmlns:a16="http://schemas.microsoft.com/office/drawing/2014/main" id="{24ECCB00-1CA5-4387-A9B7-095FA0C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897" y="793561"/>
            <a:ext cx="130573" cy="130573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24">
            <a:extLst xmlns:a="http://schemas.openxmlformats.org/drawingml/2006/main">
              <a:ext uri="{FF2B5EF4-FFF2-40B4-BE49-F238E27FC236}">
                <a16:creationId xmlns:a16="http://schemas.microsoft.com/office/drawing/2014/main" id="{AA931ED6-0D0D-4CC4-9C35-88C5EBE0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931" y="793518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26" name="path-325">
            <a:extLst xmlns:a="http://schemas.openxmlformats.org/drawingml/2006/main">
              <a:ext uri="{FF2B5EF4-FFF2-40B4-BE49-F238E27FC236}">
                <a16:creationId xmlns:a16="http://schemas.microsoft.com/office/drawing/2014/main" id="{068F80E5-D0D3-4C74-A1A1-BD9FDA4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739" y="441841"/>
            <a:ext cx="298406" cy="295212"/>
          </a:xfrm>
          <a:custGeom xmlns:a="http://schemas.openxmlformats.org/drawingml/2006/main">
            <a:pathLst>
              <a:path w="260553" h="257764">
                <a:moveTo>
                  <a:pt x="0" y="0"/>
                </a:moveTo>
                <a:lnTo>
                  <a:pt x="260553" y="0"/>
                </a:lnTo>
                <a:lnTo>
                  <a:pt x="260553" y="257764"/>
                </a:lnTo>
                <a:lnTo>
                  <a:pt x="0" y="2577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7">
            <a:extLst xmlns:a="http://schemas.openxmlformats.org/drawingml/2006/main">
              <a:ext uri="{FF2B5EF4-FFF2-40B4-BE49-F238E27FC236}">
                <a16:creationId xmlns:a16="http://schemas.microsoft.com/office/drawing/2014/main" id="{F3052024-5A2E-4B2F-A4B7-82CB3F4A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83" y="526961"/>
            <a:ext cx="86724" cy="95200"/>
          </a:xfrm>
          <a:custGeom xmlns:a="http://schemas.openxmlformats.org/drawingml/2006/main">
            <a:pathLst>
              <a:path w="75723" h="83124">
                <a:moveTo>
                  <a:pt x="64516" y="10528"/>
                </a:moveTo>
                <a:cubicBezTo>
                  <a:pt x="58554" y="12878"/>
                  <a:pt x="56927" y="18299"/>
                  <a:pt x="56927" y="20831"/>
                </a:cubicBezTo>
                <a:cubicBezTo>
                  <a:pt x="56927" y="25527"/>
                  <a:pt x="60722" y="28237"/>
                  <a:pt x="64698" y="28237"/>
                </a:cubicBezTo>
                <a:cubicBezTo>
                  <a:pt x="69036" y="28237"/>
                  <a:pt x="75723" y="24625"/>
                  <a:pt x="75723" y="15950"/>
                </a:cubicBezTo>
                <a:cubicBezTo>
                  <a:pt x="75723" y="6326"/>
                  <a:pt x="66143" y="0"/>
                  <a:pt x="49879" y="0"/>
                </a:cubicBezTo>
                <a:cubicBezTo>
                  <a:pt x="44637" y="0"/>
                  <a:pt x="34516" y="364"/>
                  <a:pt x="26205" y="6690"/>
                </a:cubicBezTo>
                <a:cubicBezTo>
                  <a:pt x="18073" y="12878"/>
                  <a:pt x="15180" y="23359"/>
                  <a:pt x="15180" y="27876"/>
                </a:cubicBezTo>
                <a:cubicBezTo>
                  <a:pt x="15180" y="33298"/>
                  <a:pt x="17712" y="38355"/>
                  <a:pt x="21685" y="41606"/>
                </a:cubicBezTo>
                <a:cubicBezTo>
                  <a:pt x="26746" y="45583"/>
                  <a:pt x="29820" y="46123"/>
                  <a:pt x="42108" y="48472"/>
                </a:cubicBezTo>
                <a:cubicBezTo>
                  <a:pt x="47529" y="49374"/>
                  <a:pt x="58372" y="51362"/>
                  <a:pt x="58372" y="59494"/>
                </a:cubicBezTo>
                <a:cubicBezTo>
                  <a:pt x="58372" y="60217"/>
                  <a:pt x="58372" y="76619"/>
                  <a:pt x="31444" y="76619"/>
                </a:cubicBezTo>
                <a:cubicBezTo>
                  <a:pt x="22590" y="76619"/>
                  <a:pt x="15903" y="74832"/>
                  <a:pt x="11926" y="71964"/>
                </a:cubicBezTo>
                <a:cubicBezTo>
                  <a:pt x="18073" y="70158"/>
                  <a:pt x="21867" y="64916"/>
                  <a:pt x="21867" y="59494"/>
                </a:cubicBezTo>
                <a:cubicBezTo>
                  <a:pt x="21867" y="52989"/>
                  <a:pt x="16625" y="51180"/>
                  <a:pt x="13013" y="51180"/>
                </a:cubicBezTo>
                <a:cubicBezTo>
                  <a:pt x="6866" y="51180"/>
                  <a:pt x="0" y="56243"/>
                  <a:pt x="0" y="65277"/>
                </a:cubicBezTo>
                <a:cubicBezTo>
                  <a:pt x="0" y="76980"/>
                  <a:pt x="12652" y="83124"/>
                  <a:pt x="31083" y="83124"/>
                </a:cubicBezTo>
                <a:cubicBezTo>
                  <a:pt x="72290" y="83124"/>
                  <a:pt x="72290" y="52267"/>
                  <a:pt x="72290" y="52085"/>
                </a:cubicBezTo>
                <a:cubicBezTo>
                  <a:pt x="72290" y="45944"/>
                  <a:pt x="69215" y="41066"/>
                  <a:pt x="65059" y="37453"/>
                </a:cubicBezTo>
                <a:cubicBezTo>
                  <a:pt x="59456" y="32575"/>
                  <a:pt x="52589" y="31309"/>
                  <a:pt x="46264" y="30226"/>
                </a:cubicBezTo>
                <a:cubicBezTo>
                  <a:pt x="36325" y="28419"/>
                  <a:pt x="29277" y="27154"/>
                  <a:pt x="29277" y="20467"/>
                </a:cubicBezTo>
                <a:cubicBezTo>
                  <a:pt x="29277" y="20105"/>
                  <a:pt x="29277" y="6508"/>
                  <a:pt x="49518" y="6508"/>
                </a:cubicBezTo>
                <a:cubicBezTo>
                  <a:pt x="53133" y="6508"/>
                  <a:pt x="59638" y="6872"/>
                  <a:pt x="64516" y="10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8">
            <a:extLst xmlns:a="http://schemas.openxmlformats.org/drawingml/2006/main">
              <a:ext uri="{FF2B5EF4-FFF2-40B4-BE49-F238E27FC236}">
                <a16:creationId xmlns:a16="http://schemas.microsoft.com/office/drawing/2014/main" id="{3250D969-775D-4684-8823-797563C5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476" y="555393"/>
            <a:ext cx="64038" cy="96211"/>
          </a:xfrm>
          <a:custGeom xmlns:a="http://schemas.openxmlformats.org/drawingml/2006/main">
            <a:pathLst>
              <a:path w="55915" h="84006">
                <a:moveTo>
                  <a:pt x="55915" y="60978"/>
                </a:moveTo>
                <a:lnTo>
                  <a:pt x="51614" y="60978"/>
                </a:lnTo>
                <a:cubicBezTo>
                  <a:pt x="51234" y="63763"/>
                  <a:pt x="49969" y="71230"/>
                  <a:pt x="48325" y="72496"/>
                </a:cubicBezTo>
                <a:cubicBezTo>
                  <a:pt x="47313" y="73254"/>
                  <a:pt x="37573" y="73254"/>
                  <a:pt x="35801" y="73254"/>
                </a:cubicBezTo>
                <a:lnTo>
                  <a:pt x="12524" y="73254"/>
                </a:lnTo>
                <a:cubicBezTo>
                  <a:pt x="25808" y="61484"/>
                  <a:pt x="30234" y="57941"/>
                  <a:pt x="37826" y="51992"/>
                </a:cubicBezTo>
                <a:cubicBezTo>
                  <a:pt x="47186" y="44526"/>
                  <a:pt x="55915" y="36679"/>
                  <a:pt x="55915" y="24658"/>
                </a:cubicBezTo>
                <a:cubicBezTo>
                  <a:pt x="55915" y="9358"/>
                  <a:pt x="42505" y="0"/>
                  <a:pt x="26314" y="0"/>
                </a:cubicBezTo>
                <a:cubicBezTo>
                  <a:pt x="10626" y="0"/>
                  <a:pt x="0" y="11001"/>
                  <a:pt x="0" y="22633"/>
                </a:cubicBezTo>
                <a:cubicBezTo>
                  <a:pt x="0" y="29086"/>
                  <a:pt x="5440" y="29717"/>
                  <a:pt x="6706" y="29717"/>
                </a:cubicBezTo>
                <a:cubicBezTo>
                  <a:pt x="9742" y="29717"/>
                  <a:pt x="13410" y="27566"/>
                  <a:pt x="13410" y="23013"/>
                </a:cubicBezTo>
                <a:cubicBezTo>
                  <a:pt x="13410" y="20735"/>
                  <a:pt x="12524" y="16307"/>
                  <a:pt x="5945" y="16307"/>
                </a:cubicBezTo>
                <a:cubicBezTo>
                  <a:pt x="9868" y="7335"/>
                  <a:pt x="18471" y="4555"/>
                  <a:pt x="24416" y="4555"/>
                </a:cubicBezTo>
                <a:cubicBezTo>
                  <a:pt x="37065" y="4555"/>
                  <a:pt x="43644" y="14412"/>
                  <a:pt x="43644" y="24658"/>
                </a:cubicBezTo>
                <a:cubicBezTo>
                  <a:pt x="43644" y="35666"/>
                  <a:pt x="35801" y="44399"/>
                  <a:pt x="31753" y="48954"/>
                </a:cubicBezTo>
                <a:lnTo>
                  <a:pt x="1266" y="79074"/>
                </a:lnTo>
                <a:cubicBezTo>
                  <a:pt x="0" y="80211"/>
                  <a:pt x="0" y="80464"/>
                  <a:pt x="0" y="84006"/>
                </a:cubicBezTo>
                <a:lnTo>
                  <a:pt x="52120" y="84006"/>
                </a:lnTo>
                <a:lnTo>
                  <a:pt x="55915" y="60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9">
            <a:extLst xmlns:a="http://schemas.openxmlformats.org/drawingml/2006/main">
              <a:ext uri="{FF2B5EF4-FFF2-40B4-BE49-F238E27FC236}">
                <a16:creationId xmlns:a16="http://schemas.microsoft.com/office/drawing/2014/main" id="{F26BF135-7DB5-484F-80CD-FD29772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82" y="127706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30">
            <a:extLst xmlns:a="http://schemas.openxmlformats.org/drawingml/2006/main">
              <a:ext uri="{FF2B5EF4-FFF2-40B4-BE49-F238E27FC236}">
                <a16:creationId xmlns:a16="http://schemas.microsoft.com/office/drawing/2014/main" id="{F8E61BC7-4DF3-41F9-9945-10F26EC0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43" y="12777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31" name="path-331">
            <a:extLst xmlns:a="http://schemas.openxmlformats.org/drawingml/2006/main">
              <a:ext uri="{FF2B5EF4-FFF2-40B4-BE49-F238E27FC236}">
                <a16:creationId xmlns:a16="http://schemas.microsoft.com/office/drawing/2014/main" id="{8543156F-0EE5-43AC-A4BE-B7E23F3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64" y="127706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32">
            <a:extLst xmlns:a="http://schemas.openxmlformats.org/drawingml/2006/main">
              <a:ext uri="{FF2B5EF4-FFF2-40B4-BE49-F238E27FC236}">
                <a16:creationId xmlns:a16="http://schemas.microsoft.com/office/drawing/2014/main" id="{CB6A98E1-3EB2-4E5A-B62D-7A6D910D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7" y="12777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33" name="path-333">
            <a:extLst xmlns:a="http://schemas.openxmlformats.org/drawingml/2006/main">
              <a:ext uri="{FF2B5EF4-FFF2-40B4-BE49-F238E27FC236}">
                <a16:creationId xmlns:a16="http://schemas.microsoft.com/office/drawing/2014/main" id="{74CF4065-4661-4ABC-9205-16281FA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36" y="127706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34">
            <a:extLst xmlns:a="http://schemas.openxmlformats.org/drawingml/2006/main">
              <a:ext uri="{FF2B5EF4-FFF2-40B4-BE49-F238E27FC236}">
                <a16:creationId xmlns:a16="http://schemas.microsoft.com/office/drawing/2014/main" id="{B9BD2EE5-F823-4DF9-9A1D-309CA08C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44" y="12777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35" name="path-335">
            <a:extLst xmlns:a="http://schemas.openxmlformats.org/drawingml/2006/main">
              <a:ext uri="{FF2B5EF4-FFF2-40B4-BE49-F238E27FC236}">
                <a16:creationId xmlns:a16="http://schemas.microsoft.com/office/drawing/2014/main" id="{FA774686-DD96-4CBD-AA7A-4D402048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82" y="258307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36">
            <a:extLst xmlns:a="http://schemas.openxmlformats.org/drawingml/2006/main">
              <a:ext uri="{FF2B5EF4-FFF2-40B4-BE49-F238E27FC236}">
                <a16:creationId xmlns:a16="http://schemas.microsoft.com/office/drawing/2014/main" id="{0ECD90A1-F310-493B-B691-46F4803B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43" y="25827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37" name="path-337">
            <a:extLst xmlns:a="http://schemas.openxmlformats.org/drawingml/2006/main">
              <a:ext uri="{FF2B5EF4-FFF2-40B4-BE49-F238E27FC236}">
                <a16:creationId xmlns:a16="http://schemas.microsoft.com/office/drawing/2014/main" id="{89DF4EB7-F1B9-4110-8689-DDEF8D5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64" y="258307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8">
            <a:extLst xmlns:a="http://schemas.openxmlformats.org/drawingml/2006/main">
              <a:ext uri="{FF2B5EF4-FFF2-40B4-BE49-F238E27FC236}">
                <a16:creationId xmlns:a16="http://schemas.microsoft.com/office/drawing/2014/main" id="{B8E129E1-2A50-4D4E-A9D6-AA330430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7" y="25827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39" name="path-339">
            <a:extLst xmlns:a="http://schemas.openxmlformats.org/drawingml/2006/main">
              <a:ext uri="{FF2B5EF4-FFF2-40B4-BE49-F238E27FC236}">
                <a16:creationId xmlns:a16="http://schemas.microsoft.com/office/drawing/2014/main" id="{CAF42106-8089-4596-9B97-42CFA243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36" y="258307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40">
            <a:extLst xmlns:a="http://schemas.openxmlformats.org/drawingml/2006/main">
              <a:ext uri="{FF2B5EF4-FFF2-40B4-BE49-F238E27FC236}">
                <a16:creationId xmlns:a16="http://schemas.microsoft.com/office/drawing/2014/main" id="{39DD7581-ABBB-4CA9-A95B-DF675E90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44" y="25827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41" name="path-341">
            <a:extLst xmlns:a="http://schemas.openxmlformats.org/drawingml/2006/main">
              <a:ext uri="{FF2B5EF4-FFF2-40B4-BE49-F238E27FC236}">
                <a16:creationId xmlns:a16="http://schemas.microsoft.com/office/drawing/2014/main" id="{68F021E9-E94E-44A7-BD66-EC9AC250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82" y="388907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42">
            <a:extLst xmlns:a="http://schemas.openxmlformats.org/drawingml/2006/main">
              <a:ext uri="{FF2B5EF4-FFF2-40B4-BE49-F238E27FC236}">
                <a16:creationId xmlns:a16="http://schemas.microsoft.com/office/drawing/2014/main" id="{45850D47-CC8A-4228-B968-A5926FE5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43" y="388881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43" name="path-343">
            <a:extLst xmlns:a="http://schemas.openxmlformats.org/drawingml/2006/main">
              <a:ext uri="{FF2B5EF4-FFF2-40B4-BE49-F238E27FC236}">
                <a16:creationId xmlns:a16="http://schemas.microsoft.com/office/drawing/2014/main" id="{A4BC6AB4-F0FB-4042-910D-10840E2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64" y="388907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44">
            <a:extLst xmlns:a="http://schemas.openxmlformats.org/drawingml/2006/main">
              <a:ext uri="{FF2B5EF4-FFF2-40B4-BE49-F238E27FC236}">
                <a16:creationId xmlns:a16="http://schemas.microsoft.com/office/drawing/2014/main" id="{23BE7356-B804-4EDD-8EDB-0B8AF7AC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7" y="388881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45" name="path-345">
            <a:extLst xmlns:a="http://schemas.openxmlformats.org/drawingml/2006/main">
              <a:ext uri="{FF2B5EF4-FFF2-40B4-BE49-F238E27FC236}">
                <a16:creationId xmlns:a16="http://schemas.microsoft.com/office/drawing/2014/main" id="{CC14D9B4-7B5D-4326-A2C1-EEEB3A7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36" y="388907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46">
            <a:extLst xmlns:a="http://schemas.openxmlformats.org/drawingml/2006/main">
              <a:ext uri="{FF2B5EF4-FFF2-40B4-BE49-F238E27FC236}">
                <a16:creationId xmlns:a16="http://schemas.microsoft.com/office/drawing/2014/main" id="{27BE79CE-2AEA-410E-A571-D8E04A3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44" y="388881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47" name="path-347">
            <a:extLst xmlns:a="http://schemas.openxmlformats.org/drawingml/2006/main">
              <a:ext uri="{FF2B5EF4-FFF2-40B4-BE49-F238E27FC236}">
                <a16:creationId xmlns:a16="http://schemas.microsoft.com/office/drawing/2014/main" id="{C95E0E9D-FEBC-426A-BBFB-0605652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08" y="127706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8">
            <a:extLst xmlns:a="http://schemas.openxmlformats.org/drawingml/2006/main">
              <a:ext uri="{FF2B5EF4-FFF2-40B4-BE49-F238E27FC236}">
                <a16:creationId xmlns:a16="http://schemas.microsoft.com/office/drawing/2014/main" id="{DF4A4420-F6DE-4997-B529-C71E58B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41" y="127771"/>
            <a:ext cx="130513" cy="130506"/>
          </a:xfrm>
          <a:custGeom xmlns:a="http://schemas.openxmlformats.org/drawingml/2006/main">
            <a:pathLst>
              <a:path w="113957" h="113951">
                <a:moveTo>
                  <a:pt x="0" y="0"/>
                </a:moveTo>
                <a:lnTo>
                  <a:pt x="0" y="113951"/>
                </a:lnTo>
                <a:lnTo>
                  <a:pt x="113957" y="113951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49" name="path-349">
            <a:extLst xmlns:a="http://schemas.openxmlformats.org/drawingml/2006/main">
              <a:ext uri="{FF2B5EF4-FFF2-40B4-BE49-F238E27FC236}">
                <a16:creationId xmlns:a16="http://schemas.microsoft.com/office/drawing/2014/main" id="{BDC51A11-2BD9-4421-BB70-C097D241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08" y="258307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50">
            <a:extLst xmlns:a="http://schemas.openxmlformats.org/drawingml/2006/main">
              <a:ext uri="{FF2B5EF4-FFF2-40B4-BE49-F238E27FC236}">
                <a16:creationId xmlns:a16="http://schemas.microsoft.com/office/drawing/2014/main" id="{502C4DBC-EE29-4ECD-BBD9-9F94F9AE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41" y="258278"/>
            <a:ext cx="130513" cy="130604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51" name="path-351">
            <a:extLst xmlns:a="http://schemas.openxmlformats.org/drawingml/2006/main">
              <a:ext uri="{FF2B5EF4-FFF2-40B4-BE49-F238E27FC236}">
                <a16:creationId xmlns:a16="http://schemas.microsoft.com/office/drawing/2014/main" id="{629FB0F7-0440-4655-A4D5-BC7D53C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08" y="388907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2">
            <a:extLst xmlns:a="http://schemas.openxmlformats.org/drawingml/2006/main">
              <a:ext uri="{FF2B5EF4-FFF2-40B4-BE49-F238E27FC236}">
                <a16:creationId xmlns:a16="http://schemas.microsoft.com/office/drawing/2014/main" id="{B8A3E0D3-5750-4DE2-B087-59E08017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41" y="388881"/>
            <a:ext cx="130513" cy="130597"/>
          </a:xfrm>
          <a:custGeom xmlns:a="http://schemas.openxmlformats.org/drawingml/2006/main">
            <a:pathLst>
              <a:path w="113957" h="114031">
                <a:moveTo>
                  <a:pt x="0" y="0"/>
                </a:moveTo>
                <a:lnTo>
                  <a:pt x="0" y="114031"/>
                </a:lnTo>
                <a:lnTo>
                  <a:pt x="113957" y="114031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53" name="path-353">
            <a:extLst xmlns:a="http://schemas.openxmlformats.org/drawingml/2006/main">
              <a:ext uri="{FF2B5EF4-FFF2-40B4-BE49-F238E27FC236}">
                <a16:creationId xmlns:a16="http://schemas.microsoft.com/office/drawing/2014/main" id="{FB6CE71A-A974-496E-B8F6-1998F4E4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82" y="5194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4">
            <a:extLst xmlns:a="http://schemas.openxmlformats.org/drawingml/2006/main">
              <a:ext uri="{FF2B5EF4-FFF2-40B4-BE49-F238E27FC236}">
                <a16:creationId xmlns:a16="http://schemas.microsoft.com/office/drawing/2014/main" id="{48F943B4-35B1-413F-B924-A0549041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43" y="51947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55" name="path-355">
            <a:extLst xmlns:a="http://schemas.openxmlformats.org/drawingml/2006/main">
              <a:ext uri="{FF2B5EF4-FFF2-40B4-BE49-F238E27FC236}">
                <a16:creationId xmlns:a16="http://schemas.microsoft.com/office/drawing/2014/main" id="{72096D52-C4BC-469F-B3EB-D9564FA3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64" y="5194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56">
            <a:extLst xmlns:a="http://schemas.openxmlformats.org/drawingml/2006/main">
              <a:ext uri="{FF2B5EF4-FFF2-40B4-BE49-F238E27FC236}">
                <a16:creationId xmlns:a16="http://schemas.microsoft.com/office/drawing/2014/main" id="{CCC8D096-2266-4F4D-A7BB-38B0C713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7" y="51947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57" name="path-357">
            <a:extLst xmlns:a="http://schemas.openxmlformats.org/drawingml/2006/main">
              <a:ext uri="{FF2B5EF4-FFF2-40B4-BE49-F238E27FC236}">
                <a16:creationId xmlns:a16="http://schemas.microsoft.com/office/drawing/2014/main" id="{4EE3610B-74FA-46FE-8A7D-70DAD65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36" y="5194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8">
            <a:extLst xmlns:a="http://schemas.openxmlformats.org/drawingml/2006/main">
              <a:ext uri="{FF2B5EF4-FFF2-40B4-BE49-F238E27FC236}">
                <a16:creationId xmlns:a16="http://schemas.microsoft.com/office/drawing/2014/main" id="{3BEDDFF3-FAE2-4659-AE44-6FEBCBC6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44" y="51947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59" name="path-359">
            <a:extLst xmlns:a="http://schemas.openxmlformats.org/drawingml/2006/main">
              <a:ext uri="{FF2B5EF4-FFF2-40B4-BE49-F238E27FC236}">
                <a16:creationId xmlns:a16="http://schemas.microsoft.com/office/drawing/2014/main" id="{66F7EC44-FDB9-4FA8-980E-7536F19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08" y="5194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60">
            <a:extLst xmlns:a="http://schemas.openxmlformats.org/drawingml/2006/main">
              <a:ext uri="{FF2B5EF4-FFF2-40B4-BE49-F238E27FC236}">
                <a16:creationId xmlns:a16="http://schemas.microsoft.com/office/drawing/2014/main" id="{F62F83A2-753F-4FA3-BFD5-6864C85B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41" y="519479"/>
            <a:ext cx="130513" cy="130506"/>
          </a:xfrm>
          <a:custGeom xmlns:a="http://schemas.openxmlformats.org/drawingml/2006/main">
            <a:pathLst>
              <a:path w="113957" h="113951">
                <a:moveTo>
                  <a:pt x="0" y="0"/>
                </a:moveTo>
                <a:lnTo>
                  <a:pt x="0" y="113951"/>
                </a:lnTo>
                <a:lnTo>
                  <a:pt x="113957" y="113951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61" name="path-361">
            <a:extLst xmlns:a="http://schemas.openxmlformats.org/drawingml/2006/main">
              <a:ext uri="{FF2B5EF4-FFF2-40B4-BE49-F238E27FC236}">
                <a16:creationId xmlns:a16="http://schemas.microsoft.com/office/drawing/2014/main" id="{FFDBE732-5F37-4754-9A00-DCE1803D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80" y="127706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62">
            <a:extLst xmlns:a="http://schemas.openxmlformats.org/drawingml/2006/main">
              <a:ext uri="{FF2B5EF4-FFF2-40B4-BE49-F238E27FC236}">
                <a16:creationId xmlns:a16="http://schemas.microsoft.com/office/drawing/2014/main" id="{284D8D27-1A8E-4F9E-8EB5-A96831F4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54" y="127771"/>
            <a:ext cx="130591" cy="130506"/>
          </a:xfrm>
          <a:custGeom xmlns:a="http://schemas.openxmlformats.org/drawingml/2006/main">
            <a:pathLst>
              <a:path w="114025" h="113951">
                <a:moveTo>
                  <a:pt x="0" y="0"/>
                </a:moveTo>
                <a:lnTo>
                  <a:pt x="0" y="113951"/>
                </a:lnTo>
                <a:lnTo>
                  <a:pt x="114025" y="113951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63" name="path-363">
            <a:extLst xmlns:a="http://schemas.openxmlformats.org/drawingml/2006/main">
              <a:ext uri="{FF2B5EF4-FFF2-40B4-BE49-F238E27FC236}">
                <a16:creationId xmlns:a16="http://schemas.microsoft.com/office/drawing/2014/main" id="{3A4C1333-2B77-47DC-B932-09F0401D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80" y="258307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64">
            <a:extLst xmlns:a="http://schemas.openxmlformats.org/drawingml/2006/main">
              <a:ext uri="{FF2B5EF4-FFF2-40B4-BE49-F238E27FC236}">
                <a16:creationId xmlns:a16="http://schemas.microsoft.com/office/drawing/2014/main" id="{A598B0D5-D5EE-4609-8FA0-1FB502EB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54" y="258278"/>
            <a:ext cx="130591" cy="130604"/>
          </a:xfrm>
          <a:custGeom xmlns:a="http://schemas.openxmlformats.org/drawingml/2006/main">
            <a:pathLst>
              <a:path w="114025" h="114036">
                <a:moveTo>
                  <a:pt x="0" y="0"/>
                </a:moveTo>
                <a:lnTo>
                  <a:pt x="0" y="114036"/>
                </a:lnTo>
                <a:lnTo>
                  <a:pt x="114025" y="114036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65" name="path-365">
            <a:extLst xmlns:a="http://schemas.openxmlformats.org/drawingml/2006/main">
              <a:ext uri="{FF2B5EF4-FFF2-40B4-BE49-F238E27FC236}">
                <a16:creationId xmlns:a16="http://schemas.microsoft.com/office/drawing/2014/main" id="{65BF3CB2-BB07-4558-810E-6C17608A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80" y="388907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66">
            <a:extLst xmlns:a="http://schemas.openxmlformats.org/drawingml/2006/main">
              <a:ext uri="{FF2B5EF4-FFF2-40B4-BE49-F238E27FC236}">
                <a16:creationId xmlns:a16="http://schemas.microsoft.com/office/drawing/2014/main" id="{10113270-F726-489D-A34B-33F81C7F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54" y="388881"/>
            <a:ext cx="130591" cy="130597"/>
          </a:xfrm>
          <a:custGeom xmlns:a="http://schemas.openxmlformats.org/drawingml/2006/main">
            <a:pathLst>
              <a:path w="114025" h="114031">
                <a:moveTo>
                  <a:pt x="0" y="0"/>
                </a:moveTo>
                <a:lnTo>
                  <a:pt x="0" y="114031"/>
                </a:lnTo>
                <a:lnTo>
                  <a:pt x="114025" y="114031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67" name="path-367">
            <a:extLst xmlns:a="http://schemas.openxmlformats.org/drawingml/2006/main">
              <a:ext uri="{FF2B5EF4-FFF2-40B4-BE49-F238E27FC236}">
                <a16:creationId xmlns:a16="http://schemas.microsoft.com/office/drawing/2014/main" id="{86F96B5A-EA10-4416-8953-8D6478F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80" y="5194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8">
            <a:extLst xmlns:a="http://schemas.openxmlformats.org/drawingml/2006/main">
              <a:ext uri="{FF2B5EF4-FFF2-40B4-BE49-F238E27FC236}">
                <a16:creationId xmlns:a16="http://schemas.microsoft.com/office/drawing/2014/main" id="{DA3E61DA-DCF7-4673-9B25-D60C7C4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54" y="519479"/>
            <a:ext cx="130591" cy="130506"/>
          </a:xfrm>
          <a:custGeom xmlns:a="http://schemas.openxmlformats.org/drawingml/2006/main">
            <a:pathLst>
              <a:path w="114025" h="113951">
                <a:moveTo>
                  <a:pt x="0" y="0"/>
                </a:moveTo>
                <a:lnTo>
                  <a:pt x="0" y="113951"/>
                </a:lnTo>
                <a:lnTo>
                  <a:pt x="114025" y="113951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69" name="path-369">
            <a:extLst xmlns:a="http://schemas.openxmlformats.org/drawingml/2006/main">
              <a:ext uri="{FF2B5EF4-FFF2-40B4-BE49-F238E27FC236}">
                <a16:creationId xmlns:a16="http://schemas.microsoft.com/office/drawing/2014/main" id="{C0AE0814-7FCC-40F3-9709-156F5E7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82" y="6500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70">
            <a:extLst xmlns:a="http://schemas.openxmlformats.org/drawingml/2006/main">
              <a:ext uri="{FF2B5EF4-FFF2-40B4-BE49-F238E27FC236}">
                <a16:creationId xmlns:a16="http://schemas.microsoft.com/office/drawing/2014/main" id="{8CE0EE33-9B1D-4CD8-B8D8-D527A874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43" y="64998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71" name="path-371">
            <a:extLst xmlns:a="http://schemas.openxmlformats.org/drawingml/2006/main">
              <a:ext uri="{FF2B5EF4-FFF2-40B4-BE49-F238E27FC236}">
                <a16:creationId xmlns:a16="http://schemas.microsoft.com/office/drawing/2014/main" id="{2A3AD953-7103-48D5-B472-D2D33D41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64" y="6500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72">
            <a:extLst xmlns:a="http://schemas.openxmlformats.org/drawingml/2006/main">
              <a:ext uri="{FF2B5EF4-FFF2-40B4-BE49-F238E27FC236}">
                <a16:creationId xmlns:a16="http://schemas.microsoft.com/office/drawing/2014/main" id="{AAFEACD5-F901-4E2C-A086-CDD6DD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7" y="64998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73" name="path-373">
            <a:extLst xmlns:a="http://schemas.openxmlformats.org/drawingml/2006/main">
              <a:ext uri="{FF2B5EF4-FFF2-40B4-BE49-F238E27FC236}">
                <a16:creationId xmlns:a16="http://schemas.microsoft.com/office/drawing/2014/main" id="{1F0303BA-AF61-4356-B2D1-BA40A3B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36" y="650013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74">
            <a:extLst xmlns:a="http://schemas.openxmlformats.org/drawingml/2006/main">
              <a:ext uri="{FF2B5EF4-FFF2-40B4-BE49-F238E27FC236}">
                <a16:creationId xmlns:a16="http://schemas.microsoft.com/office/drawing/2014/main" id="{541A206D-2D57-47A8-A681-6B116D4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844" y="64998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75" name="path-375">
            <a:extLst xmlns:a="http://schemas.openxmlformats.org/drawingml/2006/main">
              <a:ext uri="{FF2B5EF4-FFF2-40B4-BE49-F238E27FC236}">
                <a16:creationId xmlns:a16="http://schemas.microsoft.com/office/drawing/2014/main" id="{6FA5EF67-581D-424F-AEAD-9C6DB2E7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08" y="6500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76">
            <a:extLst xmlns:a="http://schemas.openxmlformats.org/drawingml/2006/main">
              <a:ext uri="{FF2B5EF4-FFF2-40B4-BE49-F238E27FC236}">
                <a16:creationId xmlns:a16="http://schemas.microsoft.com/office/drawing/2014/main" id="{D8CE72AB-3B3A-4110-8C0F-5BCD1373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441" y="649985"/>
            <a:ext cx="130513" cy="130604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77" name="path-377">
            <a:extLst xmlns:a="http://schemas.openxmlformats.org/drawingml/2006/main">
              <a:ext uri="{FF2B5EF4-FFF2-40B4-BE49-F238E27FC236}">
                <a16:creationId xmlns:a16="http://schemas.microsoft.com/office/drawing/2014/main" id="{51FC49AB-E48E-4AC2-B298-0758A1D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80" y="650013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78">
            <a:extLst xmlns:a="http://schemas.openxmlformats.org/drawingml/2006/main">
              <a:ext uri="{FF2B5EF4-FFF2-40B4-BE49-F238E27FC236}">
                <a16:creationId xmlns:a16="http://schemas.microsoft.com/office/drawing/2014/main" id="{A17BA625-FF32-4334-97E7-9EEBD04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954" y="649985"/>
            <a:ext cx="130591" cy="130604"/>
          </a:xfrm>
          <a:custGeom xmlns:a="http://schemas.openxmlformats.org/drawingml/2006/main">
            <a:pathLst>
              <a:path w="114025" h="114036">
                <a:moveTo>
                  <a:pt x="0" y="0"/>
                </a:moveTo>
                <a:lnTo>
                  <a:pt x="0" y="114036"/>
                </a:lnTo>
                <a:lnTo>
                  <a:pt x="114025" y="114036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79" name="path-379">
            <a:extLst xmlns:a="http://schemas.openxmlformats.org/drawingml/2006/main">
              <a:ext uri="{FF2B5EF4-FFF2-40B4-BE49-F238E27FC236}">
                <a16:creationId xmlns:a16="http://schemas.microsoft.com/office/drawing/2014/main" id="{84F28BD0-E510-4698-88BA-027126EC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43" y="127771"/>
            <a:ext cx="652902" cy="652817"/>
          </a:xfrm>
          <a:custGeom xmlns:a="http://schemas.openxmlformats.org/drawingml/2006/main">
            <a:pathLst>
              <a:path w="570080" h="570006">
                <a:moveTo>
                  <a:pt x="0" y="0"/>
                </a:moveTo>
                <a:lnTo>
                  <a:pt x="0" y="570006"/>
                </a:lnTo>
                <a:lnTo>
                  <a:pt x="570080" y="570006"/>
                </a:lnTo>
                <a:lnTo>
                  <a:pt x="570080" y="570004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380" name="path-380">
            <a:extLst xmlns:a="http://schemas.openxmlformats.org/drawingml/2006/main">
              <a:ext uri="{FF2B5EF4-FFF2-40B4-BE49-F238E27FC236}">
                <a16:creationId xmlns:a16="http://schemas.microsoft.com/office/drawing/2014/main" id="{19222A96-2A1A-4CD7-AE56-D3300A9C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643" y="127771"/>
            <a:ext cx="191" cy="191"/>
          </a:xfrm>
          <a:custGeom xmlns:a="http://schemas.openxmlformats.org/drawingml/2006/main">
            <a:pathLst>
              <a:path w="191" h="191">
                <a:moveTo>
                  <a:pt x="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381" name="path-381">
            <a:extLst xmlns:a="http://schemas.openxmlformats.org/drawingml/2006/main">
              <a:ext uri="{FF2B5EF4-FFF2-40B4-BE49-F238E27FC236}">
                <a16:creationId xmlns:a16="http://schemas.microsoft.com/office/drawing/2014/main" id="{F25CAF7A-5898-4B04-9ACC-8BF650E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77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82">
            <a:extLst xmlns:a="http://schemas.openxmlformats.org/drawingml/2006/main">
              <a:ext uri="{FF2B5EF4-FFF2-40B4-BE49-F238E27FC236}">
                <a16:creationId xmlns:a16="http://schemas.microsoft.com/office/drawing/2014/main" id="{CFE3B002-14D1-4FD8-A787-DF6CB529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26" y="199541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83" name="path-383">
            <a:extLst xmlns:a="http://schemas.openxmlformats.org/drawingml/2006/main">
              <a:ext uri="{FF2B5EF4-FFF2-40B4-BE49-F238E27FC236}">
                <a16:creationId xmlns:a16="http://schemas.microsoft.com/office/drawing/2014/main" id="{7A0B3611-AB12-4897-A751-E917A17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49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84">
            <a:extLst xmlns:a="http://schemas.openxmlformats.org/drawingml/2006/main">
              <a:ext uri="{FF2B5EF4-FFF2-40B4-BE49-F238E27FC236}">
                <a16:creationId xmlns:a16="http://schemas.microsoft.com/office/drawing/2014/main" id="{FC5B544C-F1FB-49D4-94C9-79014DBC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26" y="19954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85" name="path-385">
            <a:extLst xmlns:a="http://schemas.openxmlformats.org/drawingml/2006/main">
              <a:ext uri="{FF2B5EF4-FFF2-40B4-BE49-F238E27FC236}">
                <a16:creationId xmlns:a16="http://schemas.microsoft.com/office/drawing/2014/main" id="{7EF34D0E-9120-46DB-9559-8C231440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30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86">
            <a:extLst xmlns:a="http://schemas.openxmlformats.org/drawingml/2006/main">
              <a:ext uri="{FF2B5EF4-FFF2-40B4-BE49-F238E27FC236}">
                <a16:creationId xmlns:a16="http://schemas.microsoft.com/office/drawing/2014/main" id="{2D257A78-A195-4891-A49F-CCBBF42C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29" y="199541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87" name="path-387">
            <a:extLst xmlns:a="http://schemas.openxmlformats.org/drawingml/2006/main">
              <a:ext uri="{FF2B5EF4-FFF2-40B4-BE49-F238E27FC236}">
                <a16:creationId xmlns:a16="http://schemas.microsoft.com/office/drawing/2014/main" id="{804B03C3-AE11-4B48-90CA-59101B58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77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88">
            <a:extLst xmlns:a="http://schemas.openxmlformats.org/drawingml/2006/main">
              <a:ext uri="{FF2B5EF4-FFF2-40B4-BE49-F238E27FC236}">
                <a16:creationId xmlns:a16="http://schemas.microsoft.com/office/drawing/2014/main" id="{BD318AFB-D637-4A71-B454-EF47587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26" y="330048"/>
            <a:ext cx="130500" cy="130597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89" name="path-389">
            <a:extLst xmlns:a="http://schemas.openxmlformats.org/drawingml/2006/main">
              <a:ext uri="{FF2B5EF4-FFF2-40B4-BE49-F238E27FC236}">
                <a16:creationId xmlns:a16="http://schemas.microsoft.com/office/drawing/2014/main" id="{AB7DF42B-FBF4-477C-85FB-BB37AB2D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49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90">
            <a:extLst xmlns:a="http://schemas.openxmlformats.org/drawingml/2006/main">
              <a:ext uri="{FF2B5EF4-FFF2-40B4-BE49-F238E27FC236}">
                <a16:creationId xmlns:a16="http://schemas.microsoft.com/office/drawing/2014/main" id="{B70A20FD-2E63-4101-A62B-8F4738FD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26" y="330048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91" name="path-391">
            <a:extLst xmlns:a="http://schemas.openxmlformats.org/drawingml/2006/main">
              <a:ext uri="{FF2B5EF4-FFF2-40B4-BE49-F238E27FC236}">
                <a16:creationId xmlns:a16="http://schemas.microsoft.com/office/drawing/2014/main" id="{669C92EC-A79E-44BD-BA90-3BD5E12D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30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92">
            <a:extLst xmlns:a="http://schemas.openxmlformats.org/drawingml/2006/main">
              <a:ext uri="{FF2B5EF4-FFF2-40B4-BE49-F238E27FC236}">
                <a16:creationId xmlns:a16="http://schemas.microsoft.com/office/drawing/2014/main" id="{AA115251-3525-4808-AB21-BC2599D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29" y="330048"/>
            <a:ext cx="130597" cy="130597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93" name="path-393">
            <a:extLst xmlns:a="http://schemas.openxmlformats.org/drawingml/2006/main">
              <a:ext uri="{FF2B5EF4-FFF2-40B4-BE49-F238E27FC236}">
                <a16:creationId xmlns:a16="http://schemas.microsoft.com/office/drawing/2014/main" id="{D145ED73-2306-4581-9CCC-B76A7E7F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77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94">
            <a:extLst xmlns:a="http://schemas.openxmlformats.org/drawingml/2006/main">
              <a:ext uri="{FF2B5EF4-FFF2-40B4-BE49-F238E27FC236}">
                <a16:creationId xmlns:a16="http://schemas.microsoft.com/office/drawing/2014/main" id="{820A5EA2-1B22-46F5-8B75-4F281E7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26" y="460645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95" name="path-395">
            <a:extLst xmlns:a="http://schemas.openxmlformats.org/drawingml/2006/main">
              <a:ext uri="{FF2B5EF4-FFF2-40B4-BE49-F238E27FC236}">
                <a16:creationId xmlns:a16="http://schemas.microsoft.com/office/drawing/2014/main" id="{6B88C08D-88C2-4C14-BD01-2F1E3354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49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396">
            <a:extLst xmlns:a="http://schemas.openxmlformats.org/drawingml/2006/main">
              <a:ext uri="{FF2B5EF4-FFF2-40B4-BE49-F238E27FC236}">
                <a16:creationId xmlns:a16="http://schemas.microsoft.com/office/drawing/2014/main" id="{568533D9-47CB-46DB-983A-F94B2147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26" y="46064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97" name="path-397">
            <a:extLst xmlns:a="http://schemas.openxmlformats.org/drawingml/2006/main">
              <a:ext uri="{FF2B5EF4-FFF2-40B4-BE49-F238E27FC236}">
                <a16:creationId xmlns:a16="http://schemas.microsoft.com/office/drawing/2014/main" id="{96E2DD65-AEEB-4C56-AB43-7DAD6E7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30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398">
            <a:extLst xmlns:a="http://schemas.openxmlformats.org/drawingml/2006/main">
              <a:ext uri="{FF2B5EF4-FFF2-40B4-BE49-F238E27FC236}">
                <a16:creationId xmlns:a16="http://schemas.microsoft.com/office/drawing/2014/main" id="{F8156790-B163-4004-8F15-DBB48B73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29" y="46064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399" name="path-399">
            <a:extLst xmlns:a="http://schemas.openxmlformats.org/drawingml/2006/main">
              <a:ext uri="{FF2B5EF4-FFF2-40B4-BE49-F238E27FC236}">
                <a16:creationId xmlns:a16="http://schemas.microsoft.com/office/drawing/2014/main" id="{A4E8ECF6-1BFD-4609-82B2-4E727CB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02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400">
            <a:extLst xmlns:a="http://schemas.openxmlformats.org/drawingml/2006/main">
              <a:ext uri="{FF2B5EF4-FFF2-40B4-BE49-F238E27FC236}">
                <a16:creationId xmlns:a16="http://schemas.microsoft.com/office/drawing/2014/main" id="{1329DBFE-6EB1-4BE3-A844-F0CC3DC2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27" y="199541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01" name="path-401">
            <a:extLst xmlns:a="http://schemas.openxmlformats.org/drawingml/2006/main">
              <a:ext uri="{FF2B5EF4-FFF2-40B4-BE49-F238E27FC236}">
                <a16:creationId xmlns:a16="http://schemas.microsoft.com/office/drawing/2014/main" id="{BE64E2BE-23AF-4719-95D1-9F29B73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02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402">
            <a:extLst xmlns:a="http://schemas.openxmlformats.org/drawingml/2006/main">
              <a:ext uri="{FF2B5EF4-FFF2-40B4-BE49-F238E27FC236}">
                <a16:creationId xmlns:a16="http://schemas.microsoft.com/office/drawing/2014/main" id="{4EB08B45-FBC8-4269-BF93-001F2C08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27" y="330048"/>
            <a:ext cx="130506" cy="130597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03" name="path-403">
            <a:extLst xmlns:a="http://schemas.openxmlformats.org/drawingml/2006/main">
              <a:ext uri="{FF2B5EF4-FFF2-40B4-BE49-F238E27FC236}">
                <a16:creationId xmlns:a16="http://schemas.microsoft.com/office/drawing/2014/main" id="{8D5046B3-4276-4BCE-AD12-68D9A83C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02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404">
            <a:extLst xmlns:a="http://schemas.openxmlformats.org/drawingml/2006/main">
              <a:ext uri="{FF2B5EF4-FFF2-40B4-BE49-F238E27FC236}">
                <a16:creationId xmlns:a16="http://schemas.microsoft.com/office/drawing/2014/main" id="{6B55A23E-724A-4F2C-BBC0-89BC79D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27" y="46064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05" name="path-405">
            <a:extLst xmlns:a="http://schemas.openxmlformats.org/drawingml/2006/main">
              <a:ext uri="{FF2B5EF4-FFF2-40B4-BE49-F238E27FC236}">
                <a16:creationId xmlns:a16="http://schemas.microsoft.com/office/drawing/2014/main" id="{708AFFD1-37B3-4AA9-9814-6E984839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77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406">
            <a:extLst xmlns:a="http://schemas.openxmlformats.org/drawingml/2006/main">
              <a:ext uri="{FF2B5EF4-FFF2-40B4-BE49-F238E27FC236}">
                <a16:creationId xmlns:a16="http://schemas.microsoft.com/office/drawing/2014/main" id="{137EE10E-1229-4DA7-8EEA-BC6DDE87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26" y="591249"/>
            <a:ext cx="130500" cy="130506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07" name="path-407">
            <a:extLst xmlns:a="http://schemas.openxmlformats.org/drawingml/2006/main">
              <a:ext uri="{FF2B5EF4-FFF2-40B4-BE49-F238E27FC236}">
                <a16:creationId xmlns:a16="http://schemas.microsoft.com/office/drawing/2014/main" id="{94C24530-73CF-4228-A084-834632E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49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408">
            <a:extLst xmlns:a="http://schemas.openxmlformats.org/drawingml/2006/main">
              <a:ext uri="{FF2B5EF4-FFF2-40B4-BE49-F238E27FC236}">
                <a16:creationId xmlns:a16="http://schemas.microsoft.com/office/drawing/2014/main" id="{C43ADF1D-EA33-4B42-A404-22C3B7D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26" y="59124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09" name="path-409">
            <a:extLst xmlns:a="http://schemas.openxmlformats.org/drawingml/2006/main">
              <a:ext uri="{FF2B5EF4-FFF2-40B4-BE49-F238E27FC236}">
                <a16:creationId xmlns:a16="http://schemas.microsoft.com/office/drawing/2014/main" id="{AEE685E2-5BAE-4BE5-B7C1-E46E364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30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10">
            <a:extLst xmlns:a="http://schemas.openxmlformats.org/drawingml/2006/main">
              <a:ext uri="{FF2B5EF4-FFF2-40B4-BE49-F238E27FC236}">
                <a16:creationId xmlns:a16="http://schemas.microsoft.com/office/drawing/2014/main" id="{3AF65B82-AAD9-4294-8215-59C20441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29" y="591249"/>
            <a:ext cx="130597" cy="130506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11" name="path-411">
            <a:extLst xmlns:a="http://schemas.openxmlformats.org/drawingml/2006/main">
              <a:ext uri="{FF2B5EF4-FFF2-40B4-BE49-F238E27FC236}">
                <a16:creationId xmlns:a16="http://schemas.microsoft.com/office/drawing/2014/main" id="{FE2B91A2-1B04-4BB5-83B4-D46782F1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02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412">
            <a:extLst xmlns:a="http://schemas.openxmlformats.org/drawingml/2006/main">
              <a:ext uri="{FF2B5EF4-FFF2-40B4-BE49-F238E27FC236}">
                <a16:creationId xmlns:a16="http://schemas.microsoft.com/office/drawing/2014/main" id="{FC3744BF-2CE9-4E19-AC1A-E0DC4A38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27" y="591249"/>
            <a:ext cx="130506" cy="130506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13" name="path-413">
            <a:extLst xmlns:a="http://schemas.openxmlformats.org/drawingml/2006/main">
              <a:ext uri="{FF2B5EF4-FFF2-40B4-BE49-F238E27FC236}">
                <a16:creationId xmlns:a16="http://schemas.microsoft.com/office/drawing/2014/main" id="{ED578E0B-0D2D-4BEE-87C8-58626733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74" y="19947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14">
            <a:extLst xmlns:a="http://schemas.openxmlformats.org/drawingml/2006/main">
              <a:ext uri="{FF2B5EF4-FFF2-40B4-BE49-F238E27FC236}">
                <a16:creationId xmlns:a16="http://schemas.microsoft.com/office/drawing/2014/main" id="{74874280-0D34-4903-ABBB-9C7D0C8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33" y="199541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15" name="path-415">
            <a:extLst xmlns:a="http://schemas.openxmlformats.org/drawingml/2006/main">
              <a:ext uri="{FF2B5EF4-FFF2-40B4-BE49-F238E27FC236}">
                <a16:creationId xmlns:a16="http://schemas.microsoft.com/office/drawing/2014/main" id="{A8350907-4D62-41D7-B0F9-D5A6C24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74" y="3300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16">
            <a:extLst xmlns:a="http://schemas.openxmlformats.org/drawingml/2006/main">
              <a:ext uri="{FF2B5EF4-FFF2-40B4-BE49-F238E27FC236}">
                <a16:creationId xmlns:a16="http://schemas.microsoft.com/office/drawing/2014/main" id="{E4B1F818-CB42-4252-AD5A-2BCC708E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33" y="330048"/>
            <a:ext cx="130604" cy="130597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17" name="path-417">
            <a:extLst xmlns:a="http://schemas.openxmlformats.org/drawingml/2006/main">
              <a:ext uri="{FF2B5EF4-FFF2-40B4-BE49-F238E27FC236}">
                <a16:creationId xmlns:a16="http://schemas.microsoft.com/office/drawing/2014/main" id="{E27C61A1-2BFA-4740-8612-F241DCE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74" y="460675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18">
            <a:extLst xmlns:a="http://schemas.openxmlformats.org/drawingml/2006/main">
              <a:ext uri="{FF2B5EF4-FFF2-40B4-BE49-F238E27FC236}">
                <a16:creationId xmlns:a16="http://schemas.microsoft.com/office/drawing/2014/main" id="{BF495253-FEDB-4627-926B-FC97DAAD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33" y="46064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19" name="path-419">
            <a:extLst xmlns:a="http://schemas.openxmlformats.org/drawingml/2006/main">
              <a:ext uri="{FF2B5EF4-FFF2-40B4-BE49-F238E27FC236}">
                <a16:creationId xmlns:a16="http://schemas.microsoft.com/office/drawing/2014/main" id="{FA8C8E33-F11C-4C9D-990C-69CF767F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74" y="591180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20">
            <a:extLst xmlns:a="http://schemas.openxmlformats.org/drawingml/2006/main">
              <a:ext uri="{FF2B5EF4-FFF2-40B4-BE49-F238E27FC236}">
                <a16:creationId xmlns:a16="http://schemas.microsoft.com/office/drawing/2014/main" id="{964AF1BF-23F2-4D2F-AA53-098C60D0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33" y="591249"/>
            <a:ext cx="130604" cy="130506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21" name="path-421">
            <a:extLst xmlns:a="http://schemas.openxmlformats.org/drawingml/2006/main">
              <a:ext uri="{FF2B5EF4-FFF2-40B4-BE49-F238E27FC236}">
                <a16:creationId xmlns:a16="http://schemas.microsoft.com/office/drawing/2014/main" id="{AB6BD8A2-6DC6-43F7-B4D4-C858B77A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577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22">
            <a:extLst xmlns:a="http://schemas.openxmlformats.org/drawingml/2006/main">
              <a:ext uri="{FF2B5EF4-FFF2-40B4-BE49-F238E27FC236}">
                <a16:creationId xmlns:a16="http://schemas.microsoft.com/office/drawing/2014/main" id="{1433B05F-A1F6-4A54-8B16-5ED4E904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26" y="721755"/>
            <a:ext cx="130500" cy="130604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23" name="path-423">
            <a:extLst xmlns:a="http://schemas.openxmlformats.org/drawingml/2006/main">
              <a:ext uri="{FF2B5EF4-FFF2-40B4-BE49-F238E27FC236}">
                <a16:creationId xmlns:a16="http://schemas.microsoft.com/office/drawing/2014/main" id="{E01DDAA4-B242-428D-8F96-96846395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49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24">
            <a:extLst xmlns:a="http://schemas.openxmlformats.org/drawingml/2006/main">
              <a:ext uri="{FF2B5EF4-FFF2-40B4-BE49-F238E27FC236}">
                <a16:creationId xmlns:a16="http://schemas.microsoft.com/office/drawing/2014/main" id="{0A9F705F-0775-4073-B5B0-55C41E7D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26" y="72175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25" name="path-425">
            <a:extLst xmlns:a="http://schemas.openxmlformats.org/drawingml/2006/main">
              <a:ext uri="{FF2B5EF4-FFF2-40B4-BE49-F238E27FC236}">
                <a16:creationId xmlns:a16="http://schemas.microsoft.com/office/drawing/2014/main" id="{02EC5617-E273-4273-AB55-BDE64EB6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30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26">
            <a:extLst xmlns:a="http://schemas.openxmlformats.org/drawingml/2006/main">
              <a:ext uri="{FF2B5EF4-FFF2-40B4-BE49-F238E27FC236}">
                <a16:creationId xmlns:a16="http://schemas.microsoft.com/office/drawing/2014/main" id="{78C92C9B-2F66-4AA2-8C29-2A3568EC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729" y="72175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27" name="path-427">
            <a:extLst xmlns:a="http://schemas.openxmlformats.org/drawingml/2006/main">
              <a:ext uri="{FF2B5EF4-FFF2-40B4-BE49-F238E27FC236}">
                <a16:creationId xmlns:a16="http://schemas.microsoft.com/office/drawing/2014/main" id="{5B547C6F-1171-4B2B-91FF-03769C2C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02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28">
            <a:extLst xmlns:a="http://schemas.openxmlformats.org/drawingml/2006/main">
              <a:ext uri="{FF2B5EF4-FFF2-40B4-BE49-F238E27FC236}">
                <a16:creationId xmlns:a16="http://schemas.microsoft.com/office/drawing/2014/main" id="{CED8DB18-D0B7-4AAA-8B4E-0CC0EBD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27" y="72175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29" name="path-429">
            <a:extLst xmlns:a="http://schemas.openxmlformats.org/drawingml/2006/main">
              <a:ext uri="{FF2B5EF4-FFF2-40B4-BE49-F238E27FC236}">
                <a16:creationId xmlns:a16="http://schemas.microsoft.com/office/drawing/2014/main" id="{0B99ECD2-E27B-4D8E-A08C-15855F0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74" y="721783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30">
            <a:extLst xmlns:a="http://schemas.openxmlformats.org/drawingml/2006/main">
              <a:ext uri="{FF2B5EF4-FFF2-40B4-BE49-F238E27FC236}">
                <a16:creationId xmlns:a16="http://schemas.microsoft.com/office/drawing/2014/main" id="{82E89BDC-087E-4053-964D-A2BB402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33" y="72175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31" name="path-431">
            <a:extLst xmlns:a="http://schemas.openxmlformats.org/drawingml/2006/main">
              <a:ext uri="{FF2B5EF4-FFF2-40B4-BE49-F238E27FC236}">
                <a16:creationId xmlns:a16="http://schemas.microsoft.com/office/drawing/2014/main" id="{E279EEEA-DAFF-45BD-8788-9AB6AB4A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26" y="852355"/>
            <a:ext cx="652811" cy="191"/>
          </a:xfrm>
          <a:custGeom xmlns:a="http://schemas.openxmlformats.org/drawingml/2006/main">
            <a:pathLst>
              <a:path w="570001" h="191">
                <a:moveTo>
                  <a:pt x="0" y="0"/>
                </a:moveTo>
                <a:lnTo>
                  <a:pt x="0" y="4"/>
                </a:lnTo>
                <a:lnTo>
                  <a:pt x="570001" y="4"/>
                </a:lnTo>
                <a:lnTo>
                  <a:pt x="570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432" name="path-432">
            <a:extLst xmlns:a="http://schemas.openxmlformats.org/drawingml/2006/main">
              <a:ext uri="{FF2B5EF4-FFF2-40B4-BE49-F238E27FC236}">
                <a16:creationId xmlns:a16="http://schemas.microsoft.com/office/drawing/2014/main" id="{E239285B-8120-4FFC-85F2-82E9313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471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ath-433">
            <a:extLst xmlns:a="http://schemas.openxmlformats.org/drawingml/2006/main">
              <a:ext uri="{FF2B5EF4-FFF2-40B4-BE49-F238E27FC236}">
                <a16:creationId xmlns:a16="http://schemas.microsoft.com/office/drawing/2014/main" id="{5DB43441-A5F9-4D09-AA8F-2B9CCDC2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505" y="271311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34" name="path-434">
            <a:extLst xmlns:a="http://schemas.openxmlformats.org/drawingml/2006/main">
              <a:ext uri="{FF2B5EF4-FFF2-40B4-BE49-F238E27FC236}">
                <a16:creationId xmlns:a16="http://schemas.microsoft.com/office/drawing/2014/main" id="{AFF9AD68-602F-4DC8-A3C6-51C4CE8E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43" y="271244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path-435">
            <a:extLst xmlns:a="http://schemas.openxmlformats.org/drawingml/2006/main">
              <a:ext uri="{FF2B5EF4-FFF2-40B4-BE49-F238E27FC236}">
                <a16:creationId xmlns:a16="http://schemas.microsoft.com/office/drawing/2014/main" id="{0F535DAF-364A-4F48-8053-4232CF1B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11" y="271311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36" name="path-436">
            <a:extLst xmlns:a="http://schemas.openxmlformats.org/drawingml/2006/main">
              <a:ext uri="{FF2B5EF4-FFF2-40B4-BE49-F238E27FC236}">
                <a16:creationId xmlns:a16="http://schemas.microsoft.com/office/drawing/2014/main" id="{42748121-C817-418D-9F26-7F08B969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path-437">
            <a:extLst xmlns:a="http://schemas.openxmlformats.org/drawingml/2006/main">
              <a:ext uri="{FF2B5EF4-FFF2-40B4-BE49-F238E27FC236}">
                <a16:creationId xmlns:a16="http://schemas.microsoft.com/office/drawing/2014/main" id="{9D4DA2D5-370C-4ABA-A360-AC3BA8E5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271311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38" name="path-438">
            <a:extLst xmlns:a="http://schemas.openxmlformats.org/drawingml/2006/main">
              <a:ext uri="{FF2B5EF4-FFF2-40B4-BE49-F238E27FC236}">
                <a16:creationId xmlns:a16="http://schemas.microsoft.com/office/drawing/2014/main" id="{7FA0EAE0-1643-4B67-B0AB-15B7728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471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39">
            <a:extLst xmlns:a="http://schemas.openxmlformats.org/drawingml/2006/main">
              <a:ext uri="{FF2B5EF4-FFF2-40B4-BE49-F238E27FC236}">
                <a16:creationId xmlns:a16="http://schemas.microsoft.com/office/drawing/2014/main" id="{6B83FE50-7414-4313-AEB7-64AA28A7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505" y="401811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40" name="path-440">
            <a:extLst xmlns:a="http://schemas.openxmlformats.org/drawingml/2006/main">
              <a:ext uri="{FF2B5EF4-FFF2-40B4-BE49-F238E27FC236}">
                <a16:creationId xmlns:a16="http://schemas.microsoft.com/office/drawing/2014/main" id="{B2804418-9F5F-4D25-B440-8968BCD2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43" y="401844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41">
            <a:extLst xmlns:a="http://schemas.openxmlformats.org/drawingml/2006/main">
              <a:ext uri="{FF2B5EF4-FFF2-40B4-BE49-F238E27FC236}">
                <a16:creationId xmlns:a16="http://schemas.microsoft.com/office/drawing/2014/main" id="{9AF67C26-89EC-45D8-9653-5531B08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11" y="401811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42" name="path-442">
            <a:extLst xmlns:a="http://schemas.openxmlformats.org/drawingml/2006/main">
              <a:ext uri="{FF2B5EF4-FFF2-40B4-BE49-F238E27FC236}">
                <a16:creationId xmlns:a16="http://schemas.microsoft.com/office/drawing/2014/main" id="{5F46D3EE-177A-4971-9A95-9C4AA4DA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443">
            <a:extLst xmlns:a="http://schemas.openxmlformats.org/drawingml/2006/main">
              <a:ext uri="{FF2B5EF4-FFF2-40B4-BE49-F238E27FC236}">
                <a16:creationId xmlns:a16="http://schemas.microsoft.com/office/drawing/2014/main" id="{B6990441-028E-4352-ADA7-4D09018D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401811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44" name="path-444">
            <a:extLst xmlns:a="http://schemas.openxmlformats.org/drawingml/2006/main">
              <a:ext uri="{FF2B5EF4-FFF2-40B4-BE49-F238E27FC236}">
                <a16:creationId xmlns:a16="http://schemas.microsoft.com/office/drawing/2014/main" id="{A886C64B-0D60-44A5-B3AD-97593A1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471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445">
            <a:extLst xmlns:a="http://schemas.openxmlformats.org/drawingml/2006/main">
              <a:ext uri="{FF2B5EF4-FFF2-40B4-BE49-F238E27FC236}">
                <a16:creationId xmlns:a16="http://schemas.microsoft.com/office/drawing/2014/main" id="{83E02583-3D8C-423F-9AE5-17C88B7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505" y="532415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46" name="path-446">
            <a:extLst xmlns:a="http://schemas.openxmlformats.org/drawingml/2006/main">
              <a:ext uri="{FF2B5EF4-FFF2-40B4-BE49-F238E27FC236}">
                <a16:creationId xmlns:a16="http://schemas.microsoft.com/office/drawing/2014/main" id="{505EE3C7-9EED-4067-ACE7-15AB9D02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43" y="532445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47">
            <a:extLst xmlns:a="http://schemas.openxmlformats.org/drawingml/2006/main">
              <a:ext uri="{FF2B5EF4-FFF2-40B4-BE49-F238E27FC236}">
                <a16:creationId xmlns:a16="http://schemas.microsoft.com/office/drawing/2014/main" id="{86627676-8DF1-4F12-B340-83FFDFD5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11" y="532415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48" name="path-448">
            <a:extLst xmlns:a="http://schemas.openxmlformats.org/drawingml/2006/main">
              <a:ext uri="{FF2B5EF4-FFF2-40B4-BE49-F238E27FC236}">
                <a16:creationId xmlns:a16="http://schemas.microsoft.com/office/drawing/2014/main" id="{DE77FBEC-4211-48FF-827D-2E03E0E3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49">
            <a:extLst xmlns:a="http://schemas.openxmlformats.org/drawingml/2006/main">
              <a:ext uri="{FF2B5EF4-FFF2-40B4-BE49-F238E27FC236}">
                <a16:creationId xmlns:a16="http://schemas.microsoft.com/office/drawing/2014/main" id="{79BA7B40-8B2B-4DD6-8934-A9F4D5A4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53241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50" name="path-450">
            <a:extLst xmlns:a="http://schemas.openxmlformats.org/drawingml/2006/main">
              <a:ext uri="{FF2B5EF4-FFF2-40B4-BE49-F238E27FC236}">
                <a16:creationId xmlns:a16="http://schemas.microsoft.com/office/drawing/2014/main" id="{3DF138E8-0630-43B4-B9FE-B71E966C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197" y="271244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51">
            <a:extLst xmlns:a="http://schemas.openxmlformats.org/drawingml/2006/main">
              <a:ext uri="{FF2B5EF4-FFF2-40B4-BE49-F238E27FC236}">
                <a16:creationId xmlns:a16="http://schemas.microsoft.com/office/drawing/2014/main" id="{B987AC85-6FBB-4AE9-AF70-F4EC7D2E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12" y="271311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52" name="path-452">
            <a:extLst xmlns:a="http://schemas.openxmlformats.org/drawingml/2006/main">
              <a:ext uri="{FF2B5EF4-FFF2-40B4-BE49-F238E27FC236}">
                <a16:creationId xmlns:a16="http://schemas.microsoft.com/office/drawing/2014/main" id="{7D6EFBEA-07BA-4F3C-8275-EB92EEDF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197" y="401844"/>
            <a:ext cx="130574" cy="130574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53">
            <a:extLst xmlns:a="http://schemas.openxmlformats.org/drawingml/2006/main">
              <a:ext uri="{FF2B5EF4-FFF2-40B4-BE49-F238E27FC236}">
                <a16:creationId xmlns:a16="http://schemas.microsoft.com/office/drawing/2014/main" id="{D2028D23-2C1E-47AF-8CF8-8215531F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12" y="401811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54" name="path-454">
            <a:extLst xmlns:a="http://schemas.openxmlformats.org/drawingml/2006/main">
              <a:ext uri="{FF2B5EF4-FFF2-40B4-BE49-F238E27FC236}">
                <a16:creationId xmlns:a16="http://schemas.microsoft.com/office/drawing/2014/main" id="{6F4D8101-E51C-41B5-86EF-2AF09F9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197" y="532445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55">
            <a:extLst xmlns:a="http://schemas.openxmlformats.org/drawingml/2006/main">
              <a:ext uri="{FF2B5EF4-FFF2-40B4-BE49-F238E27FC236}">
                <a16:creationId xmlns:a16="http://schemas.microsoft.com/office/drawing/2014/main" id="{0BFB716C-A871-4CD2-8E85-85A15C2E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12" y="532415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56" name="path-456">
            <a:extLst xmlns:a="http://schemas.openxmlformats.org/drawingml/2006/main">
              <a:ext uri="{FF2B5EF4-FFF2-40B4-BE49-F238E27FC236}">
                <a16:creationId xmlns:a16="http://schemas.microsoft.com/office/drawing/2014/main" id="{18C84B4E-9EBF-4FB3-860B-8B8D6D5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471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57">
            <a:extLst xmlns:a="http://schemas.openxmlformats.org/drawingml/2006/main">
              <a:ext uri="{FF2B5EF4-FFF2-40B4-BE49-F238E27FC236}">
                <a16:creationId xmlns:a16="http://schemas.microsoft.com/office/drawing/2014/main" id="{095EA7BC-05EF-419C-AFEF-205DFCB6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505" y="663019"/>
            <a:ext cx="130506" cy="130500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58" name="path-458">
            <a:extLst xmlns:a="http://schemas.openxmlformats.org/drawingml/2006/main">
              <a:ext uri="{FF2B5EF4-FFF2-40B4-BE49-F238E27FC236}">
                <a16:creationId xmlns:a16="http://schemas.microsoft.com/office/drawing/2014/main" id="{C4BE5EBC-0C75-4010-9915-06505A61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43" y="662951"/>
            <a:ext cx="130574" cy="130572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59">
            <a:extLst xmlns:a="http://schemas.openxmlformats.org/drawingml/2006/main">
              <a:ext uri="{FF2B5EF4-FFF2-40B4-BE49-F238E27FC236}">
                <a16:creationId xmlns:a16="http://schemas.microsoft.com/office/drawing/2014/main" id="{8FF1A5C2-09E9-4151-B962-14B57D1B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11" y="663019"/>
            <a:ext cx="130604" cy="130500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60" name="path-460">
            <a:extLst xmlns:a="http://schemas.openxmlformats.org/drawingml/2006/main">
              <a:ext uri="{FF2B5EF4-FFF2-40B4-BE49-F238E27FC236}">
                <a16:creationId xmlns:a16="http://schemas.microsoft.com/office/drawing/2014/main" id="{891A4062-FECD-4758-8BEF-4F5C7C6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61">
            <a:extLst xmlns:a="http://schemas.openxmlformats.org/drawingml/2006/main">
              <a:ext uri="{FF2B5EF4-FFF2-40B4-BE49-F238E27FC236}">
                <a16:creationId xmlns:a16="http://schemas.microsoft.com/office/drawing/2014/main" id="{C87A15B7-D54B-4EEE-8AFF-D475B488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663019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62" name="path-462">
            <a:extLst xmlns:a="http://schemas.openxmlformats.org/drawingml/2006/main">
              <a:ext uri="{FF2B5EF4-FFF2-40B4-BE49-F238E27FC236}">
                <a16:creationId xmlns:a16="http://schemas.microsoft.com/office/drawing/2014/main" id="{DA3826F9-3B1B-43DC-AB34-81022D6E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197" y="662951"/>
            <a:ext cx="130574" cy="130572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63">
            <a:extLst xmlns:a="http://schemas.openxmlformats.org/drawingml/2006/main">
              <a:ext uri="{FF2B5EF4-FFF2-40B4-BE49-F238E27FC236}">
                <a16:creationId xmlns:a16="http://schemas.microsoft.com/office/drawing/2014/main" id="{53B5F157-1E45-4A17-B3EE-8A95E32A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12" y="663019"/>
            <a:ext cx="130597" cy="130500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64" name="path-464">
            <a:extLst xmlns:a="http://schemas.openxmlformats.org/drawingml/2006/main">
              <a:ext uri="{FF2B5EF4-FFF2-40B4-BE49-F238E27FC236}">
                <a16:creationId xmlns:a16="http://schemas.microsoft.com/office/drawing/2014/main" id="{2C52CA46-4215-4AA4-88F2-7ED4A12D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69" y="2712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65">
            <a:extLst xmlns:a="http://schemas.openxmlformats.org/drawingml/2006/main">
              <a:ext uri="{FF2B5EF4-FFF2-40B4-BE49-F238E27FC236}">
                <a16:creationId xmlns:a16="http://schemas.microsoft.com/office/drawing/2014/main" id="{24A6AB23-02F8-458D-B893-B2022F93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809" y="271311"/>
            <a:ext cx="130513" cy="130500"/>
          </a:xfrm>
          <a:custGeom xmlns:a="http://schemas.openxmlformats.org/drawingml/2006/main">
            <a:pathLst>
              <a:path w="113957" h="113946">
                <a:moveTo>
                  <a:pt x="0" y="0"/>
                </a:moveTo>
                <a:lnTo>
                  <a:pt x="0" y="113946"/>
                </a:lnTo>
                <a:lnTo>
                  <a:pt x="113957" y="11394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66" name="path-466">
            <a:extLst xmlns:a="http://schemas.openxmlformats.org/drawingml/2006/main">
              <a:ext uri="{FF2B5EF4-FFF2-40B4-BE49-F238E27FC236}">
                <a16:creationId xmlns:a16="http://schemas.microsoft.com/office/drawing/2014/main" id="{13FF1C60-CF1F-4C34-B817-7D51EE50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69" y="401844"/>
            <a:ext cx="130574" cy="130574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ath-467">
            <a:extLst xmlns:a="http://schemas.openxmlformats.org/drawingml/2006/main">
              <a:ext uri="{FF2B5EF4-FFF2-40B4-BE49-F238E27FC236}">
                <a16:creationId xmlns:a16="http://schemas.microsoft.com/office/drawing/2014/main" id="{382A4869-9B35-422E-AAF0-F5CB55F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809" y="401811"/>
            <a:ext cx="130513" cy="130604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68" name="path-468">
            <a:extLst xmlns:a="http://schemas.openxmlformats.org/drawingml/2006/main">
              <a:ext uri="{FF2B5EF4-FFF2-40B4-BE49-F238E27FC236}">
                <a16:creationId xmlns:a16="http://schemas.microsoft.com/office/drawing/2014/main" id="{82D23BA1-2C3A-4D4E-9BD3-F2124E1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69" y="532445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69">
            <a:extLst xmlns:a="http://schemas.openxmlformats.org/drawingml/2006/main">
              <a:ext uri="{FF2B5EF4-FFF2-40B4-BE49-F238E27FC236}">
                <a16:creationId xmlns:a16="http://schemas.microsoft.com/office/drawing/2014/main" id="{18CF1977-FA10-4F8C-954B-0E486F81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809" y="532415"/>
            <a:ext cx="130513" cy="130604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70" name="path-470">
            <a:extLst xmlns:a="http://schemas.openxmlformats.org/drawingml/2006/main">
              <a:ext uri="{FF2B5EF4-FFF2-40B4-BE49-F238E27FC236}">
                <a16:creationId xmlns:a16="http://schemas.microsoft.com/office/drawing/2014/main" id="{BD51E53A-C676-433B-AF7C-7591210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69" y="662951"/>
            <a:ext cx="130574" cy="130572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71">
            <a:extLst xmlns:a="http://schemas.openxmlformats.org/drawingml/2006/main">
              <a:ext uri="{FF2B5EF4-FFF2-40B4-BE49-F238E27FC236}">
                <a16:creationId xmlns:a16="http://schemas.microsoft.com/office/drawing/2014/main" id="{8831C08E-72F6-4FBB-997F-80E352CD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809" y="663019"/>
            <a:ext cx="130513" cy="130500"/>
          </a:xfrm>
          <a:custGeom xmlns:a="http://schemas.openxmlformats.org/drawingml/2006/main">
            <a:pathLst>
              <a:path w="113957" h="113946">
                <a:moveTo>
                  <a:pt x="0" y="0"/>
                </a:moveTo>
                <a:lnTo>
                  <a:pt x="0" y="113946"/>
                </a:lnTo>
                <a:lnTo>
                  <a:pt x="113957" y="11394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72" name="path-472">
            <a:extLst xmlns:a="http://schemas.openxmlformats.org/drawingml/2006/main">
              <a:ext uri="{FF2B5EF4-FFF2-40B4-BE49-F238E27FC236}">
                <a16:creationId xmlns:a16="http://schemas.microsoft.com/office/drawing/2014/main" id="{EF22FD95-92E5-4F06-A8AB-9BCD2A6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471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73">
            <a:extLst xmlns:a="http://schemas.openxmlformats.org/drawingml/2006/main">
              <a:ext uri="{FF2B5EF4-FFF2-40B4-BE49-F238E27FC236}">
                <a16:creationId xmlns:a16="http://schemas.microsoft.com/office/drawing/2014/main" id="{D445C95D-2314-4C33-99F0-E572875F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505" y="793518"/>
            <a:ext cx="130506" cy="130604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74" name="path-474">
            <a:extLst xmlns:a="http://schemas.openxmlformats.org/drawingml/2006/main">
              <a:ext uri="{FF2B5EF4-FFF2-40B4-BE49-F238E27FC236}">
                <a16:creationId xmlns:a16="http://schemas.microsoft.com/office/drawing/2014/main" id="{56B3E5EE-B3AF-4DB6-AC85-1680C40C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43" y="793561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75">
            <a:extLst xmlns:a="http://schemas.openxmlformats.org/drawingml/2006/main">
              <a:ext uri="{FF2B5EF4-FFF2-40B4-BE49-F238E27FC236}">
                <a16:creationId xmlns:a16="http://schemas.microsoft.com/office/drawing/2014/main" id="{72207E68-A06B-4B99-B4C7-1C8ADFB9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11" y="793518"/>
            <a:ext cx="130604" cy="130604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76" name="path-476">
            <a:extLst xmlns:a="http://schemas.openxmlformats.org/drawingml/2006/main">
              <a:ext uri="{FF2B5EF4-FFF2-40B4-BE49-F238E27FC236}">
                <a16:creationId xmlns:a16="http://schemas.microsoft.com/office/drawing/2014/main" id="{3FA57E62-3191-4CF0-BBED-058DAAD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77">
            <a:extLst xmlns:a="http://schemas.openxmlformats.org/drawingml/2006/main">
              <a:ext uri="{FF2B5EF4-FFF2-40B4-BE49-F238E27FC236}">
                <a16:creationId xmlns:a16="http://schemas.microsoft.com/office/drawing/2014/main" id="{F256550E-9CD4-4D68-BED8-B8C886CE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5" y="79351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78" name="path-478">
            <a:extLst xmlns:a="http://schemas.openxmlformats.org/drawingml/2006/main">
              <a:ext uri="{FF2B5EF4-FFF2-40B4-BE49-F238E27FC236}">
                <a16:creationId xmlns:a16="http://schemas.microsoft.com/office/drawing/2014/main" id="{D41D2573-5EBD-4F38-8BDC-BB8D3E2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197" y="793561"/>
            <a:ext cx="130574" cy="130573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79">
            <a:extLst xmlns:a="http://schemas.openxmlformats.org/drawingml/2006/main">
              <a:ext uri="{FF2B5EF4-FFF2-40B4-BE49-F238E27FC236}">
                <a16:creationId xmlns:a16="http://schemas.microsoft.com/office/drawing/2014/main" id="{74F34932-D467-4599-BE64-4642A9CA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12" y="793518"/>
            <a:ext cx="130597" cy="130604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80" name="path-480">
            <a:extLst xmlns:a="http://schemas.openxmlformats.org/drawingml/2006/main">
              <a:ext uri="{FF2B5EF4-FFF2-40B4-BE49-F238E27FC236}">
                <a16:creationId xmlns:a16="http://schemas.microsoft.com/office/drawing/2014/main" id="{06E6C0D8-3D02-42CA-BFCC-77828D48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769" y="793561"/>
            <a:ext cx="130574" cy="130573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ath-481">
            <a:extLst xmlns:a="http://schemas.openxmlformats.org/drawingml/2006/main">
              <a:ext uri="{FF2B5EF4-FFF2-40B4-BE49-F238E27FC236}">
                <a16:creationId xmlns:a16="http://schemas.microsoft.com/office/drawing/2014/main" id="{EACC0729-6366-485C-BF07-BE2B044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809" y="793518"/>
            <a:ext cx="130513" cy="130604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027">
            <a:solidFill>
              <a:srgbClr val="000000"/>
            </a:solidFill>
            <a:prstDash val="solid"/>
          </a:ln>
        </p:spPr>
      </p:sp>
      <p:sp>
        <p:nvSpPr>
          <p:cNvPr id="482" name="path-482">
            <a:extLst xmlns:a="http://schemas.openxmlformats.org/drawingml/2006/main">
              <a:ext uri="{FF2B5EF4-FFF2-40B4-BE49-F238E27FC236}">
                <a16:creationId xmlns:a16="http://schemas.microsoft.com/office/drawing/2014/main" id="{ACD677C3-0EDF-407D-BCA2-2C932FF7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359" y="443446"/>
            <a:ext cx="298408" cy="295212"/>
          </a:xfrm>
          <a:custGeom xmlns:a="http://schemas.openxmlformats.org/drawingml/2006/main">
            <a:pathLst>
              <a:path w="260554" h="257764">
                <a:moveTo>
                  <a:pt x="0" y="0"/>
                </a:moveTo>
                <a:lnTo>
                  <a:pt x="260554" y="0"/>
                </a:lnTo>
                <a:lnTo>
                  <a:pt x="260554" y="257764"/>
                </a:lnTo>
                <a:lnTo>
                  <a:pt x="0" y="2577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path-484">
            <a:extLst xmlns:a="http://schemas.openxmlformats.org/drawingml/2006/main">
              <a:ext uri="{FF2B5EF4-FFF2-40B4-BE49-F238E27FC236}">
                <a16:creationId xmlns:a16="http://schemas.microsoft.com/office/drawing/2014/main" id="{6011BBA3-9909-4473-8A3B-F96EC9E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799" y="525810"/>
            <a:ext cx="86724" cy="95200"/>
          </a:xfrm>
          <a:custGeom xmlns:a="http://schemas.openxmlformats.org/drawingml/2006/main">
            <a:pathLst>
              <a:path w="75723" h="83124">
                <a:moveTo>
                  <a:pt x="64516" y="10528"/>
                </a:moveTo>
                <a:cubicBezTo>
                  <a:pt x="58554" y="12878"/>
                  <a:pt x="56927" y="18299"/>
                  <a:pt x="56927" y="20831"/>
                </a:cubicBezTo>
                <a:cubicBezTo>
                  <a:pt x="56927" y="25527"/>
                  <a:pt x="60722" y="28237"/>
                  <a:pt x="64698" y="28237"/>
                </a:cubicBezTo>
                <a:cubicBezTo>
                  <a:pt x="69036" y="28237"/>
                  <a:pt x="75723" y="24625"/>
                  <a:pt x="75723" y="15950"/>
                </a:cubicBezTo>
                <a:cubicBezTo>
                  <a:pt x="75723" y="6326"/>
                  <a:pt x="66143" y="0"/>
                  <a:pt x="49879" y="0"/>
                </a:cubicBezTo>
                <a:cubicBezTo>
                  <a:pt x="44637" y="0"/>
                  <a:pt x="34516" y="364"/>
                  <a:pt x="26205" y="6690"/>
                </a:cubicBezTo>
                <a:cubicBezTo>
                  <a:pt x="18073" y="12878"/>
                  <a:pt x="15180" y="23359"/>
                  <a:pt x="15180" y="27876"/>
                </a:cubicBezTo>
                <a:cubicBezTo>
                  <a:pt x="15180" y="33298"/>
                  <a:pt x="17712" y="38355"/>
                  <a:pt x="21685" y="41606"/>
                </a:cubicBezTo>
                <a:cubicBezTo>
                  <a:pt x="26746" y="45583"/>
                  <a:pt x="29820" y="46123"/>
                  <a:pt x="42108" y="48472"/>
                </a:cubicBezTo>
                <a:cubicBezTo>
                  <a:pt x="47529" y="49374"/>
                  <a:pt x="58372" y="51362"/>
                  <a:pt x="58372" y="59494"/>
                </a:cubicBezTo>
                <a:cubicBezTo>
                  <a:pt x="58372" y="60217"/>
                  <a:pt x="58372" y="76619"/>
                  <a:pt x="31444" y="76619"/>
                </a:cubicBezTo>
                <a:cubicBezTo>
                  <a:pt x="22590" y="76619"/>
                  <a:pt x="15903" y="74832"/>
                  <a:pt x="11926" y="71964"/>
                </a:cubicBezTo>
                <a:cubicBezTo>
                  <a:pt x="18073" y="70158"/>
                  <a:pt x="21867" y="64916"/>
                  <a:pt x="21867" y="59494"/>
                </a:cubicBezTo>
                <a:cubicBezTo>
                  <a:pt x="21867" y="52989"/>
                  <a:pt x="16625" y="51180"/>
                  <a:pt x="13013" y="51180"/>
                </a:cubicBezTo>
                <a:cubicBezTo>
                  <a:pt x="6866" y="51180"/>
                  <a:pt x="0" y="56243"/>
                  <a:pt x="0" y="65277"/>
                </a:cubicBezTo>
                <a:cubicBezTo>
                  <a:pt x="0" y="76980"/>
                  <a:pt x="12652" y="83124"/>
                  <a:pt x="31083" y="83124"/>
                </a:cubicBezTo>
                <a:cubicBezTo>
                  <a:pt x="72290" y="83124"/>
                  <a:pt x="72290" y="52267"/>
                  <a:pt x="72290" y="52085"/>
                </a:cubicBezTo>
                <a:cubicBezTo>
                  <a:pt x="72290" y="45944"/>
                  <a:pt x="69215" y="41066"/>
                  <a:pt x="65059" y="37453"/>
                </a:cubicBezTo>
                <a:cubicBezTo>
                  <a:pt x="59456" y="32575"/>
                  <a:pt x="52589" y="31309"/>
                  <a:pt x="46264" y="30226"/>
                </a:cubicBezTo>
                <a:cubicBezTo>
                  <a:pt x="36325" y="28419"/>
                  <a:pt x="29277" y="27154"/>
                  <a:pt x="29277" y="20467"/>
                </a:cubicBezTo>
                <a:cubicBezTo>
                  <a:pt x="29277" y="20105"/>
                  <a:pt x="29277" y="6508"/>
                  <a:pt x="49518" y="6508"/>
                </a:cubicBezTo>
                <a:cubicBezTo>
                  <a:pt x="53133" y="6508"/>
                  <a:pt x="59638" y="6872"/>
                  <a:pt x="64516" y="10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85">
            <a:extLst xmlns:a="http://schemas.openxmlformats.org/drawingml/2006/main">
              <a:ext uri="{FF2B5EF4-FFF2-40B4-BE49-F238E27FC236}">
                <a16:creationId xmlns:a16="http://schemas.microsoft.com/office/drawing/2014/main" id="{D491DADB-42A2-4676-B9E5-EC9587BC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99" y="554242"/>
            <a:ext cx="67226" cy="99040"/>
          </a:xfrm>
          <a:custGeom xmlns:a="http://schemas.openxmlformats.org/drawingml/2006/main">
            <a:pathLst>
              <a:path w="58698" h="86477">
                <a:moveTo>
                  <a:pt x="58698" y="43619"/>
                </a:moveTo>
                <a:cubicBezTo>
                  <a:pt x="58698" y="29713"/>
                  <a:pt x="57054" y="19726"/>
                  <a:pt x="51236" y="10875"/>
                </a:cubicBezTo>
                <a:cubicBezTo>
                  <a:pt x="47313" y="5061"/>
                  <a:pt x="39471" y="0"/>
                  <a:pt x="29350" y="0"/>
                </a:cubicBezTo>
                <a:cubicBezTo>
                  <a:pt x="0" y="0"/>
                  <a:pt x="0" y="34517"/>
                  <a:pt x="0" y="43619"/>
                </a:cubicBezTo>
                <a:cubicBezTo>
                  <a:pt x="0" y="52722"/>
                  <a:pt x="0" y="86477"/>
                  <a:pt x="29350" y="86477"/>
                </a:cubicBezTo>
                <a:cubicBezTo>
                  <a:pt x="58698" y="86477"/>
                  <a:pt x="58698" y="52722"/>
                  <a:pt x="58698" y="43619"/>
                </a:cubicBezTo>
                <a:moveTo>
                  <a:pt x="29350" y="82935"/>
                </a:moveTo>
                <a:cubicBezTo>
                  <a:pt x="23530" y="82935"/>
                  <a:pt x="15813" y="79522"/>
                  <a:pt x="13284" y="69156"/>
                </a:cubicBezTo>
                <a:cubicBezTo>
                  <a:pt x="11512" y="61698"/>
                  <a:pt x="11512" y="51330"/>
                  <a:pt x="11512" y="41976"/>
                </a:cubicBezTo>
                <a:cubicBezTo>
                  <a:pt x="11512" y="32747"/>
                  <a:pt x="11512" y="23138"/>
                  <a:pt x="13410" y="16185"/>
                </a:cubicBezTo>
                <a:cubicBezTo>
                  <a:pt x="16066" y="6198"/>
                  <a:pt x="24163" y="3544"/>
                  <a:pt x="29350" y="3544"/>
                </a:cubicBezTo>
                <a:cubicBezTo>
                  <a:pt x="36181" y="3544"/>
                  <a:pt x="42760" y="7715"/>
                  <a:pt x="45036" y="15049"/>
                </a:cubicBezTo>
                <a:cubicBezTo>
                  <a:pt x="47060" y="21874"/>
                  <a:pt x="47186" y="30977"/>
                  <a:pt x="47186" y="41976"/>
                </a:cubicBezTo>
                <a:cubicBezTo>
                  <a:pt x="47186" y="51330"/>
                  <a:pt x="47186" y="60686"/>
                  <a:pt x="45541" y="68651"/>
                </a:cubicBezTo>
                <a:cubicBezTo>
                  <a:pt x="43013" y="80155"/>
                  <a:pt x="34409" y="82935"/>
                  <a:pt x="29350" y="82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text-486 …">
            <a:extLst xmlns:a="http://schemas.openxmlformats.org/drawingml/2006/main">
              <a:ext uri="{FF2B5EF4-FFF2-40B4-BE49-F238E27FC236}">
                <a16:creationId xmlns:a16="http://schemas.microsoft.com/office/drawing/2014/main" id="{534A29EF-FCE6-44D3-9670-ACE98EFA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685" y="375709"/>
            <a:ext cx="267457" cy="317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86" name="path-487">
            <a:extLst xmlns:a="http://schemas.openxmlformats.org/drawingml/2006/main">
              <a:ext uri="{FF2B5EF4-FFF2-40B4-BE49-F238E27FC236}">
                <a16:creationId xmlns:a16="http://schemas.microsoft.com/office/drawing/2014/main" id="{5BAEEB38-8D30-4F67-8A38-E56E1EE0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655" y="2204724"/>
            <a:ext cx="1761639" cy="191"/>
          </a:xfrm>
          <a:custGeom xmlns:a="http://schemas.openxmlformats.org/drawingml/2006/main">
            <a:pathLst>
              <a:path w="1538172" h="191">
                <a:moveTo>
                  <a:pt x="153817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000000"/>
            </a:solidFill>
            <a:prstDash val="solid"/>
          </a:ln>
        </p:spPr>
      </p:sp>
      <p:sp>
        <p:nvSpPr>
          <p:cNvPr id="487" name="path-488">
            <a:extLst xmlns:a="http://schemas.openxmlformats.org/drawingml/2006/main">
              <a:ext uri="{FF2B5EF4-FFF2-40B4-BE49-F238E27FC236}">
                <a16:creationId xmlns:a16="http://schemas.microsoft.com/office/drawing/2014/main" id="{FD13EA77-1A14-40E0-9F8E-1192BF0B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727" y="2173534"/>
            <a:ext cx="83100" cy="62326"/>
          </a:xfrm>
          <a:custGeom xmlns:a="http://schemas.openxmlformats.org/drawingml/2006/main">
            <a:pathLst>
              <a:path w="72559" h="54419">
                <a:moveTo>
                  <a:pt x="0" y="27210"/>
                </a:moveTo>
                <a:lnTo>
                  <a:pt x="72559" y="54419"/>
                </a:lnTo>
                <a:lnTo>
                  <a:pt x="45350" y="27210"/>
                </a:lnTo>
                <a:lnTo>
                  <a:pt x="72559" y="0"/>
                </a:lnTo>
                <a:lnTo>
                  <a:pt x="0" y="272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89">
            <a:extLst xmlns:a="http://schemas.openxmlformats.org/drawingml/2006/main">
              <a:ext uri="{FF2B5EF4-FFF2-40B4-BE49-F238E27FC236}">
                <a16:creationId xmlns:a16="http://schemas.microsoft.com/office/drawing/2014/main" id="{DCF44D72-9377-4B0C-9FC7-AC784066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715" y="2173557"/>
            <a:ext cx="83100" cy="62333"/>
          </a:xfrm>
          <a:custGeom xmlns:a="http://schemas.openxmlformats.org/drawingml/2006/main">
            <a:pathLst>
              <a:path w="72558" h="54426">
                <a:moveTo>
                  <a:pt x="0" y="27213"/>
                </a:moveTo>
                <a:lnTo>
                  <a:pt x="72558" y="54426"/>
                </a:lnTo>
                <a:lnTo>
                  <a:pt x="45351" y="27213"/>
                </a:lnTo>
                <a:lnTo>
                  <a:pt x="72558" y="0"/>
                </a:lnTo>
                <a:lnTo>
                  <a:pt x="0" y="27213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000000"/>
            </a:solidFill>
            <a:prstDash val="solid"/>
          </a:ln>
        </p:spPr>
      </p:sp>
      <p:sp>
        <p:nvSpPr>
          <p:cNvPr id="489" name="path-490">
            <a:extLst xmlns:a="http://schemas.openxmlformats.org/drawingml/2006/main">
              <a:ext uri="{FF2B5EF4-FFF2-40B4-BE49-F238E27FC236}">
                <a16:creationId xmlns:a16="http://schemas.microsoft.com/office/drawing/2014/main" id="{A7642D92-2316-4E90-923C-F74CEF2F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472" y="1902834"/>
            <a:ext cx="1300724" cy="613178"/>
          </a:xfrm>
          <a:custGeom xmlns:a="http://schemas.openxmlformats.org/drawingml/2006/main">
            <a:pathLst>
              <a:path w="1135725" h="535395">
                <a:moveTo>
                  <a:pt x="0" y="0"/>
                </a:moveTo>
                <a:lnTo>
                  <a:pt x="1135725" y="0"/>
                </a:lnTo>
                <a:lnTo>
                  <a:pt x="1135725" y="535395"/>
                </a:lnTo>
                <a:lnTo>
                  <a:pt x="0" y="5353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91">
            <a:extLst xmlns:a="http://schemas.openxmlformats.org/drawingml/2006/main">
              <a:ext uri="{FF2B5EF4-FFF2-40B4-BE49-F238E27FC236}">
                <a16:creationId xmlns:a16="http://schemas.microsoft.com/office/drawing/2014/main" id="{1BAA37DE-C28F-4BD1-8E0D-B563839A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470" y="1902821"/>
            <a:ext cx="1300711" cy="613157"/>
          </a:xfrm>
          <a:custGeom xmlns:a="http://schemas.openxmlformats.org/drawingml/2006/main">
            <a:pathLst>
              <a:path w="1135714" h="535377">
                <a:moveTo>
                  <a:pt x="0" y="0"/>
                </a:moveTo>
                <a:lnTo>
                  <a:pt x="0" y="535377"/>
                </a:lnTo>
                <a:lnTo>
                  <a:pt x="1135714" y="535377"/>
                </a:lnTo>
                <a:lnTo>
                  <a:pt x="113571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491" name="text-492 Guiding">
            <a:extLst xmlns:a="http://schemas.openxmlformats.org/drawingml/2006/main">
              <a:ext uri="{FF2B5EF4-FFF2-40B4-BE49-F238E27FC236}">
                <a16:creationId xmlns:a16="http://schemas.microsoft.com/office/drawing/2014/main" id="{48CF9392-B513-4C5D-8B34-234C5AF5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1143" y="1913488"/>
            <a:ext cx="581937" cy="224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Guiding</a:t>
            </a:r>
          </a:p>
        </p:txBody>
      </p:sp>
      <p:sp>
        <p:nvSpPr>
          <p:cNvPr id="492" name="text-493 the">
            <a:extLst xmlns:a="http://schemas.openxmlformats.org/drawingml/2006/main">
              <a:ext uri="{FF2B5EF4-FFF2-40B4-BE49-F238E27FC236}">
                <a16:creationId xmlns:a16="http://schemas.microsoft.com/office/drawing/2014/main" id="{0907A406-67F3-41DE-8C4F-9C8B84B0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7062" y="2098134"/>
            <a:ext cx="252079" cy="224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93" name="text-493 Behaviors">
            <a:extLst xmlns:a="http://schemas.openxmlformats.org/drawingml/2006/main">
              <a:ext uri="{FF2B5EF4-FFF2-40B4-BE49-F238E27FC236}">
                <a16:creationId xmlns:a16="http://schemas.microsoft.com/office/drawing/2014/main" id="{4984A8B1-3084-4944-B814-70145961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4838" y="2098094"/>
            <a:ext cx="742822" cy="224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Behaviors</a:t>
            </a:r>
          </a:p>
        </p:txBody>
      </p:sp>
      <p:sp>
        <p:nvSpPr>
          <p:cNvPr id="494" name="text-494 through">
            <a:extLst xmlns:a="http://schemas.openxmlformats.org/drawingml/2006/main">
              <a:ext uri="{FF2B5EF4-FFF2-40B4-BE49-F238E27FC236}">
                <a16:creationId xmlns:a16="http://schemas.microsoft.com/office/drawing/2014/main" id="{52E9952E-04E3-41F0-A1BB-3645AE4E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731" y="2282813"/>
            <a:ext cx="573414" cy="22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495" name="text-494 Training">
            <a:extLst xmlns:a="http://schemas.openxmlformats.org/drawingml/2006/main">
              <a:ext uri="{FF2B5EF4-FFF2-40B4-BE49-F238E27FC236}">
                <a16:creationId xmlns:a16="http://schemas.microsoft.com/office/drawing/2014/main" id="{4D9A51E9-3239-471F-8E89-FB928F90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3949" y="2282809"/>
            <a:ext cx="602975" cy="224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496" name="path-495">
            <a:extLst xmlns:a="http://schemas.openxmlformats.org/drawingml/2006/main">
              <a:ext uri="{FF2B5EF4-FFF2-40B4-BE49-F238E27FC236}">
                <a16:creationId xmlns:a16="http://schemas.microsoft.com/office/drawing/2014/main" id="{9878E70A-895B-4165-B5D2-1935112E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542" y="1632313"/>
            <a:ext cx="240016" cy="1500110"/>
          </a:xfrm>
          <a:custGeom xmlns:a="http://schemas.openxmlformats.org/drawingml/2006/main">
            <a:pathLst>
              <a:path w="209570" h="1309818">
                <a:moveTo>
                  <a:pt x="0" y="0"/>
                </a:moveTo>
                <a:lnTo>
                  <a:pt x="209570" y="0"/>
                </a:lnTo>
                <a:lnTo>
                  <a:pt x="209570" y="1309818"/>
                </a:lnTo>
                <a:lnTo>
                  <a:pt x="0" y="1309818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496">
            <a:extLst xmlns:a="http://schemas.openxmlformats.org/drawingml/2006/main">
              <a:ext uri="{FF2B5EF4-FFF2-40B4-BE49-F238E27FC236}">
                <a16:creationId xmlns:a16="http://schemas.microsoft.com/office/drawing/2014/main" id="{BB22AB8D-1B59-4DD4-865D-ACA92EC7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578" y="1632274"/>
            <a:ext cx="239953" cy="1500158"/>
          </a:xfrm>
          <a:custGeom xmlns:a="http://schemas.openxmlformats.org/drawingml/2006/main">
            <a:pathLst>
              <a:path w="209515" h="1309861">
                <a:moveTo>
                  <a:pt x="0" y="0"/>
                </a:moveTo>
                <a:lnTo>
                  <a:pt x="0" y="1309861"/>
                </a:lnTo>
                <a:lnTo>
                  <a:pt x="209515" y="1309861"/>
                </a:lnTo>
                <a:lnTo>
                  <a:pt x="20951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531B93"/>
            </a:solidFill>
            <a:prstDash val="solid"/>
          </a:ln>
        </p:spPr>
      </p:sp>
      <p:sp>
        <p:nvSpPr>
          <p:cNvPr id="498" name="path-497">
            <a:extLst xmlns:a="http://schemas.openxmlformats.org/drawingml/2006/main">
              <a:ext uri="{FF2B5EF4-FFF2-40B4-BE49-F238E27FC236}">
                <a16:creationId xmlns:a16="http://schemas.microsoft.com/office/drawing/2014/main" id="{BD546B9E-73E6-4114-A187-6282163E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025" y="1782318"/>
            <a:ext cx="240016" cy="1200088"/>
          </a:xfrm>
          <a:custGeom xmlns:a="http://schemas.openxmlformats.org/drawingml/2006/main">
            <a:pathLst>
              <a:path w="209570" h="1047854">
                <a:moveTo>
                  <a:pt x="0" y="0"/>
                </a:moveTo>
                <a:lnTo>
                  <a:pt x="209570" y="0"/>
                </a:lnTo>
                <a:lnTo>
                  <a:pt x="209570" y="1047854"/>
                </a:lnTo>
                <a:lnTo>
                  <a:pt x="0" y="1047854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path-498">
            <a:extLst xmlns:a="http://schemas.openxmlformats.org/drawingml/2006/main">
              <a:ext uri="{FF2B5EF4-FFF2-40B4-BE49-F238E27FC236}">
                <a16:creationId xmlns:a16="http://schemas.microsoft.com/office/drawing/2014/main" id="{008BE682-3800-476F-9B33-69A26A44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057" y="1782331"/>
            <a:ext cx="239960" cy="1200045"/>
          </a:xfrm>
          <a:custGeom xmlns:a="http://schemas.openxmlformats.org/drawingml/2006/main">
            <a:pathLst>
              <a:path w="209520" h="1047817">
                <a:moveTo>
                  <a:pt x="0" y="0"/>
                </a:moveTo>
                <a:lnTo>
                  <a:pt x="0" y="1047817"/>
                </a:lnTo>
                <a:lnTo>
                  <a:pt x="209520" y="1047817"/>
                </a:lnTo>
                <a:lnTo>
                  <a:pt x="2095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531B93"/>
            </a:solidFill>
            <a:prstDash val="solid"/>
          </a:ln>
        </p:spPr>
      </p:sp>
      <p:sp>
        <p:nvSpPr>
          <p:cNvPr id="500" name="path-499">
            <a:extLst xmlns:a="http://schemas.openxmlformats.org/drawingml/2006/main">
              <a:ext uri="{FF2B5EF4-FFF2-40B4-BE49-F238E27FC236}">
                <a16:creationId xmlns:a16="http://schemas.microsoft.com/office/drawing/2014/main" id="{45308A52-6D00-485B-9F92-C3D58470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498" y="1932336"/>
            <a:ext cx="240016" cy="900064"/>
          </a:xfrm>
          <a:custGeom xmlns:a="http://schemas.openxmlformats.org/drawingml/2006/main">
            <a:pathLst>
              <a:path w="209570" h="785890">
                <a:moveTo>
                  <a:pt x="0" y="0"/>
                </a:moveTo>
                <a:lnTo>
                  <a:pt x="209570" y="0"/>
                </a:lnTo>
                <a:lnTo>
                  <a:pt x="209570" y="785890"/>
                </a:lnTo>
                <a:lnTo>
                  <a:pt x="0" y="785890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500">
            <a:extLst xmlns:a="http://schemas.openxmlformats.org/drawingml/2006/main">
              <a:ext uri="{FF2B5EF4-FFF2-40B4-BE49-F238E27FC236}">
                <a16:creationId xmlns:a16="http://schemas.microsoft.com/office/drawing/2014/main" id="{3B48E455-2600-43A9-9A42-3F83074E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542" y="1932381"/>
            <a:ext cx="239953" cy="900035"/>
          </a:xfrm>
          <a:custGeom xmlns:a="http://schemas.openxmlformats.org/drawingml/2006/main">
            <a:pathLst>
              <a:path w="209515" h="785864">
                <a:moveTo>
                  <a:pt x="0" y="0"/>
                </a:moveTo>
                <a:lnTo>
                  <a:pt x="0" y="785864"/>
                </a:lnTo>
                <a:lnTo>
                  <a:pt x="209515" y="785864"/>
                </a:lnTo>
                <a:lnTo>
                  <a:pt x="20951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531B93"/>
            </a:solidFill>
            <a:prstDash val="solid"/>
          </a:ln>
        </p:spPr>
      </p:sp>
      <p:sp>
        <p:nvSpPr>
          <p:cNvPr id="502" name="path-501">
            <a:extLst xmlns:a="http://schemas.openxmlformats.org/drawingml/2006/main">
              <a:ext uri="{FF2B5EF4-FFF2-40B4-BE49-F238E27FC236}">
                <a16:creationId xmlns:a16="http://schemas.microsoft.com/office/drawing/2014/main" id="{F48B8763-5EBB-4ABE-8A36-FA0F37B8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971" y="2082350"/>
            <a:ext cx="240016" cy="600044"/>
          </a:xfrm>
          <a:custGeom xmlns:a="http://schemas.openxmlformats.org/drawingml/2006/main">
            <a:pathLst>
              <a:path w="209570" h="523927">
                <a:moveTo>
                  <a:pt x="0" y="0"/>
                </a:moveTo>
                <a:lnTo>
                  <a:pt x="209570" y="0"/>
                </a:lnTo>
                <a:lnTo>
                  <a:pt x="209570" y="523927"/>
                </a:lnTo>
                <a:lnTo>
                  <a:pt x="0" y="523927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502">
            <a:extLst xmlns:a="http://schemas.openxmlformats.org/drawingml/2006/main">
              <a:ext uri="{FF2B5EF4-FFF2-40B4-BE49-F238E27FC236}">
                <a16:creationId xmlns:a16="http://schemas.microsoft.com/office/drawing/2014/main" id="{DE2EEB02-4F10-4D2B-AEAB-F3837F3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930" y="2082341"/>
            <a:ext cx="240051" cy="600019"/>
          </a:xfrm>
          <a:custGeom xmlns:a="http://schemas.openxmlformats.org/drawingml/2006/main">
            <a:pathLst>
              <a:path w="209600" h="523906">
                <a:moveTo>
                  <a:pt x="0" y="0"/>
                </a:moveTo>
                <a:lnTo>
                  <a:pt x="0" y="523906"/>
                </a:lnTo>
                <a:lnTo>
                  <a:pt x="209600" y="523906"/>
                </a:lnTo>
                <a:lnTo>
                  <a:pt x="2096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531B93"/>
            </a:solidFill>
            <a:prstDash val="solid"/>
          </a:ln>
        </p:spPr>
      </p:sp>
      <p:sp>
        <p:nvSpPr>
          <p:cNvPr id="504" name="path-503">
            <a:extLst xmlns:a="http://schemas.openxmlformats.org/drawingml/2006/main">
              <a:ext uri="{FF2B5EF4-FFF2-40B4-BE49-F238E27FC236}">
                <a16:creationId xmlns:a16="http://schemas.microsoft.com/office/drawing/2014/main" id="{B0A5BFCF-74A7-4C9B-9099-ABD7282B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936" y="1483356"/>
            <a:ext cx="319469" cy="199343"/>
          </a:xfrm>
          <a:custGeom xmlns:a="http://schemas.openxmlformats.org/drawingml/2006/main">
            <a:pathLst>
              <a:path w="278944" h="174056">
                <a:moveTo>
                  <a:pt x="500" y="119721"/>
                </a:moveTo>
                <a:lnTo>
                  <a:pt x="500" y="48315"/>
                </a:lnTo>
                <a:lnTo>
                  <a:pt x="0" y="48315"/>
                </a:lnTo>
                <a:lnTo>
                  <a:pt x="0" y="0"/>
                </a:lnTo>
                <a:lnTo>
                  <a:pt x="278944" y="0"/>
                </a:lnTo>
                <a:lnTo>
                  <a:pt x="277706" y="134889"/>
                </a:lnTo>
                <a:lnTo>
                  <a:pt x="277706" y="174056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505" name="path-504">
            <a:extLst xmlns:a="http://schemas.openxmlformats.org/drawingml/2006/main">
              <a:ext uri="{FF2B5EF4-FFF2-40B4-BE49-F238E27FC236}">
                <a16:creationId xmlns:a16="http://schemas.microsoft.com/office/drawing/2014/main" id="{5D10B11A-C1F4-4DB9-B4CD-B8D24831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34" y="1648705"/>
            <a:ext cx="67992" cy="90656"/>
          </a:xfrm>
          <a:custGeom xmlns:a="http://schemas.openxmlformats.org/drawingml/2006/main">
            <a:pathLst>
              <a:path w="59367" h="79156">
                <a:moveTo>
                  <a:pt x="29684" y="79156"/>
                </a:moveTo>
                <a:lnTo>
                  <a:pt x="59367" y="0"/>
                </a:lnTo>
                <a:lnTo>
                  <a:pt x="29684" y="29683"/>
                </a:lnTo>
                <a:lnTo>
                  <a:pt x="0" y="0"/>
                </a:lnTo>
                <a:lnTo>
                  <a:pt x="29684" y="7915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505">
            <a:extLst xmlns:a="http://schemas.openxmlformats.org/drawingml/2006/main">
              <a:ext uri="{FF2B5EF4-FFF2-40B4-BE49-F238E27FC236}">
                <a16:creationId xmlns:a16="http://schemas.microsoft.com/office/drawing/2014/main" id="{E5A6AF8F-79ED-4A6D-A2D9-8D371BA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992" y="1648703"/>
            <a:ext cx="67991" cy="90657"/>
          </a:xfrm>
          <a:custGeom xmlns:a="http://schemas.openxmlformats.org/drawingml/2006/main">
            <a:pathLst>
              <a:path w="59366" h="79157">
                <a:moveTo>
                  <a:pt x="29683" y="79157"/>
                </a:moveTo>
                <a:lnTo>
                  <a:pt x="59366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7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507" name="path-506">
            <a:extLst xmlns:a="http://schemas.openxmlformats.org/drawingml/2006/main">
              <a:ext uri="{FF2B5EF4-FFF2-40B4-BE49-F238E27FC236}">
                <a16:creationId xmlns:a16="http://schemas.microsoft.com/office/drawing/2014/main" id="{7867D090-6FC9-4D59-89B3-FE9C0B5F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462" y="1593837"/>
            <a:ext cx="320412" cy="238919"/>
          </a:xfrm>
          <a:custGeom xmlns:a="http://schemas.openxmlformats.org/drawingml/2006/main">
            <a:pathLst>
              <a:path w="279767" h="208612">
                <a:moveTo>
                  <a:pt x="0" y="0"/>
                </a:moveTo>
                <a:lnTo>
                  <a:pt x="90696" y="0"/>
                </a:lnTo>
                <a:lnTo>
                  <a:pt x="279767" y="659"/>
                </a:lnTo>
                <a:lnTo>
                  <a:pt x="276797" y="169445"/>
                </a:lnTo>
                <a:lnTo>
                  <a:pt x="276797" y="208612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508" name="path-507">
            <a:extLst xmlns:a="http://schemas.openxmlformats.org/drawingml/2006/main">
              <a:ext uri="{FF2B5EF4-FFF2-40B4-BE49-F238E27FC236}">
                <a16:creationId xmlns:a16="http://schemas.microsoft.com/office/drawing/2014/main" id="{F61E5B9C-CBC6-4C6C-A610-FD208159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507" y="1798712"/>
            <a:ext cx="67992" cy="90656"/>
          </a:xfrm>
          <a:custGeom xmlns:a="http://schemas.openxmlformats.org/drawingml/2006/main">
            <a:pathLst>
              <a:path w="59367" h="79156">
                <a:moveTo>
                  <a:pt x="29683" y="79156"/>
                </a:moveTo>
                <a:lnTo>
                  <a:pt x="59367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508">
            <a:extLst xmlns:a="http://schemas.openxmlformats.org/drawingml/2006/main">
              <a:ext uri="{FF2B5EF4-FFF2-40B4-BE49-F238E27FC236}">
                <a16:creationId xmlns:a16="http://schemas.microsoft.com/office/drawing/2014/main" id="{E018F17A-BCF0-4EBF-99FA-CF71FE0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77" y="1798760"/>
            <a:ext cx="67991" cy="90657"/>
          </a:xfrm>
          <a:custGeom xmlns:a="http://schemas.openxmlformats.org/drawingml/2006/main">
            <a:pathLst>
              <a:path w="59366" h="79157">
                <a:moveTo>
                  <a:pt x="29683" y="79157"/>
                </a:moveTo>
                <a:lnTo>
                  <a:pt x="59366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7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510" name="path-509">
            <a:extLst xmlns:a="http://schemas.openxmlformats.org/drawingml/2006/main">
              <a:ext uri="{FF2B5EF4-FFF2-40B4-BE49-F238E27FC236}">
                <a16:creationId xmlns:a16="http://schemas.microsoft.com/office/drawing/2014/main" id="{BE687ADE-5A96-4C48-A640-ACE09C35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416" y="1736999"/>
            <a:ext cx="316542" cy="245715"/>
          </a:xfrm>
          <a:custGeom xmlns:a="http://schemas.openxmlformats.org/drawingml/2006/main">
            <a:pathLst>
              <a:path w="276388" h="214546">
                <a:moveTo>
                  <a:pt x="0" y="329"/>
                </a:moveTo>
                <a:lnTo>
                  <a:pt x="90702" y="329"/>
                </a:lnTo>
                <a:lnTo>
                  <a:pt x="174391" y="0"/>
                </a:lnTo>
                <a:lnTo>
                  <a:pt x="276388" y="0"/>
                </a:lnTo>
                <a:lnTo>
                  <a:pt x="276388" y="214546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511" name="path-510">
            <a:extLst xmlns:a="http://schemas.openxmlformats.org/drawingml/2006/main">
              <a:ext uri="{FF2B5EF4-FFF2-40B4-BE49-F238E27FC236}">
                <a16:creationId xmlns:a16="http://schemas.microsoft.com/office/drawing/2014/main" id="{43894EDB-77D3-44E5-BFA9-BF9BD791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990" y="1948727"/>
            <a:ext cx="67992" cy="90656"/>
          </a:xfrm>
          <a:custGeom xmlns:a="http://schemas.openxmlformats.org/drawingml/2006/main">
            <a:pathLst>
              <a:path w="59367" h="79156">
                <a:moveTo>
                  <a:pt x="29683" y="79156"/>
                </a:moveTo>
                <a:lnTo>
                  <a:pt x="59367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511">
            <a:extLst xmlns:a="http://schemas.openxmlformats.org/drawingml/2006/main">
              <a:ext uri="{FF2B5EF4-FFF2-40B4-BE49-F238E27FC236}">
                <a16:creationId xmlns:a16="http://schemas.microsoft.com/office/drawing/2014/main" id="{94ABF0E1-B6F6-4D46-816C-C1ADCC5C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963" y="1948713"/>
            <a:ext cx="67985" cy="90657"/>
          </a:xfrm>
          <a:custGeom xmlns:a="http://schemas.openxmlformats.org/drawingml/2006/main">
            <a:pathLst>
              <a:path w="59361" h="79157">
                <a:moveTo>
                  <a:pt x="29683" y="79157"/>
                </a:moveTo>
                <a:lnTo>
                  <a:pt x="59361" y="0"/>
                </a:lnTo>
                <a:lnTo>
                  <a:pt x="29683" y="29689"/>
                </a:lnTo>
                <a:lnTo>
                  <a:pt x="0" y="0"/>
                </a:lnTo>
                <a:lnTo>
                  <a:pt x="29683" y="79157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513" name="path-512">
            <a:extLst xmlns:a="http://schemas.openxmlformats.org/drawingml/2006/main">
              <a:ext uri="{FF2B5EF4-FFF2-40B4-BE49-F238E27FC236}">
                <a16:creationId xmlns:a16="http://schemas.microsoft.com/office/drawing/2014/main" id="{07A10557-AB8E-4323-9701-B315A077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527" y="2046715"/>
            <a:ext cx="1070479" cy="522293"/>
          </a:xfrm>
          <a:custGeom xmlns:a="http://schemas.openxmlformats.org/drawingml/2006/main">
            <a:pathLst>
              <a:path w="934687" h="456039">
                <a:moveTo>
                  <a:pt x="0" y="0"/>
                </a:moveTo>
                <a:lnTo>
                  <a:pt x="934687" y="0"/>
                </a:lnTo>
                <a:lnTo>
                  <a:pt x="934687" y="456039"/>
                </a:lnTo>
                <a:lnTo>
                  <a:pt x="0" y="456039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text-513 Perception">
            <a:extLst xmlns:a="http://schemas.openxmlformats.org/drawingml/2006/main">
              <a:ext uri="{FF2B5EF4-FFF2-40B4-BE49-F238E27FC236}">
                <a16:creationId xmlns:a16="http://schemas.microsoft.com/office/drawing/2014/main" id="{FCCB66C0-E94E-4668-8060-66C16818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6704" y="2075062"/>
            <a:ext cx="1010064" cy="264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515" name="text-514 Net">
            <a:extLst xmlns:a="http://schemas.openxmlformats.org/drawingml/2006/main">
              <a:ext uri="{FF2B5EF4-FFF2-40B4-BE49-F238E27FC236}">
                <a16:creationId xmlns:a16="http://schemas.microsoft.com/office/drawing/2014/main" id="{C74C0DF5-A390-4224-B15A-3C292DE0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2602" y="2288954"/>
            <a:ext cx="338333" cy="264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516" name="path-515">
            <a:extLst xmlns:a="http://schemas.openxmlformats.org/drawingml/2006/main">
              <a:ext uri="{FF2B5EF4-FFF2-40B4-BE49-F238E27FC236}">
                <a16:creationId xmlns:a16="http://schemas.microsoft.com/office/drawing/2014/main" id="{A84723E4-ECD7-4252-905A-3EB8C18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628" y="2165337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39" y="248887"/>
                  <a:pt x="88556" y="248887"/>
                  <a:pt x="44278" y="204617"/>
                </a:cubicBezTo>
                <a:cubicBezTo>
                  <a:pt x="0" y="160339"/>
                  <a:pt x="0" y="88555"/>
                  <a:pt x="44278" y="44278"/>
                </a:cubicBezTo>
                <a:cubicBezTo>
                  <a:pt x="88556" y="0"/>
                  <a:pt x="160339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516">
            <a:extLst xmlns:a="http://schemas.openxmlformats.org/drawingml/2006/main">
              <a:ext uri="{FF2B5EF4-FFF2-40B4-BE49-F238E27FC236}">
                <a16:creationId xmlns:a16="http://schemas.microsoft.com/office/drawing/2014/main" id="{173AA29A-3047-4373-A6AF-EB712346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632" y="2165343"/>
            <a:ext cx="285005" cy="284999"/>
          </a:xfrm>
          <a:custGeom xmlns:a="http://schemas.openxmlformats.org/drawingml/2006/main">
            <a:pathLst>
              <a:path w="248852" h="248846">
                <a:moveTo>
                  <a:pt x="204568" y="44278"/>
                </a:moveTo>
                <a:cubicBezTo>
                  <a:pt x="248852" y="88556"/>
                  <a:pt x="248852" y="160376"/>
                  <a:pt x="204568" y="204653"/>
                </a:cubicBezTo>
                <a:cubicBezTo>
                  <a:pt x="160376" y="248846"/>
                  <a:pt x="88561" y="248846"/>
                  <a:pt x="44283" y="204653"/>
                </a:cubicBezTo>
                <a:cubicBezTo>
                  <a:pt x="0" y="160376"/>
                  <a:pt x="0" y="88556"/>
                  <a:pt x="44283" y="44278"/>
                </a:cubicBezTo>
                <a:cubicBezTo>
                  <a:pt x="88561" y="0"/>
                  <a:pt x="160376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18" name="path-517">
            <a:extLst xmlns:a="http://schemas.openxmlformats.org/drawingml/2006/main">
              <a:ext uri="{FF2B5EF4-FFF2-40B4-BE49-F238E27FC236}">
                <a16:creationId xmlns:a16="http://schemas.microsoft.com/office/drawing/2014/main" id="{A93B90DD-1D36-4126-A49C-F479D60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11" y="1870530"/>
            <a:ext cx="249767" cy="70346"/>
          </a:xfrm>
          <a:custGeom xmlns:a="http://schemas.openxmlformats.org/drawingml/2006/main">
            <a:pathLst>
              <a:path w="218084" h="61422">
                <a:moveTo>
                  <a:pt x="0" y="61422"/>
                </a:moveTo>
                <a:lnTo>
                  <a:pt x="2180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19" name="path-518">
            <a:extLst xmlns:a="http://schemas.openxmlformats.org/drawingml/2006/main">
              <a:ext uri="{FF2B5EF4-FFF2-40B4-BE49-F238E27FC236}">
                <a16:creationId xmlns:a16="http://schemas.microsoft.com/office/drawing/2014/main" id="{2AC01BAE-1680-49AA-8169-5C05DD4E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25" y="1854370"/>
            <a:ext cx="66330" cy="44998"/>
          </a:xfrm>
          <a:custGeom xmlns:a="http://schemas.openxmlformats.org/drawingml/2006/main">
            <a:pathLst>
              <a:path w="57915" h="39290">
                <a:moveTo>
                  <a:pt x="57915" y="4890"/>
                </a:moveTo>
                <a:lnTo>
                  <a:pt x="0" y="0"/>
                </a:lnTo>
                <a:lnTo>
                  <a:pt x="25174" y="14108"/>
                </a:lnTo>
                <a:lnTo>
                  <a:pt x="11066" y="39290"/>
                </a:lnTo>
                <a:lnTo>
                  <a:pt x="57915" y="48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519">
            <a:extLst xmlns:a="http://schemas.openxmlformats.org/drawingml/2006/main">
              <a:ext uri="{FF2B5EF4-FFF2-40B4-BE49-F238E27FC236}">
                <a16:creationId xmlns:a16="http://schemas.microsoft.com/office/drawing/2014/main" id="{E8455ED2-B35F-4E3E-BB9A-51490B0A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1" y="1854381"/>
            <a:ext cx="66391" cy="44948"/>
          </a:xfrm>
          <a:custGeom xmlns:a="http://schemas.openxmlformats.org/drawingml/2006/main">
            <a:pathLst>
              <a:path w="57969" h="39246">
                <a:moveTo>
                  <a:pt x="57969" y="4861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46"/>
                </a:lnTo>
                <a:lnTo>
                  <a:pt x="57969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21" name="path-520">
            <a:extLst xmlns:a="http://schemas.openxmlformats.org/drawingml/2006/main">
              <a:ext uri="{FF2B5EF4-FFF2-40B4-BE49-F238E27FC236}">
                <a16:creationId xmlns:a16="http://schemas.microsoft.com/office/drawing/2014/main" id="{97CF6A7E-5C55-41FD-A2D8-40FCE271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11" y="2017653"/>
            <a:ext cx="249767" cy="70261"/>
          </a:xfrm>
          <a:custGeom xmlns:a="http://schemas.openxmlformats.org/drawingml/2006/main">
            <a:pathLst>
              <a:path w="218084" h="61348">
                <a:moveTo>
                  <a:pt x="0" y="0"/>
                </a:moveTo>
                <a:lnTo>
                  <a:pt x="218084" y="61348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22" name="path-521">
            <a:extLst xmlns:a="http://schemas.openxmlformats.org/drawingml/2006/main">
              <a:ext uri="{FF2B5EF4-FFF2-40B4-BE49-F238E27FC236}">
                <a16:creationId xmlns:a16="http://schemas.microsoft.com/office/drawing/2014/main" id="{E9597032-0983-4575-9215-FD9BDFD0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25" y="2059110"/>
            <a:ext cx="66330" cy="44997"/>
          </a:xfrm>
          <a:custGeom xmlns:a="http://schemas.openxmlformats.org/drawingml/2006/main">
            <a:pathLst>
              <a:path w="57915" h="39289">
                <a:moveTo>
                  <a:pt x="57915" y="34392"/>
                </a:moveTo>
                <a:lnTo>
                  <a:pt x="11066" y="0"/>
                </a:lnTo>
                <a:lnTo>
                  <a:pt x="25174" y="25174"/>
                </a:lnTo>
                <a:lnTo>
                  <a:pt x="0" y="39289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522">
            <a:extLst xmlns:a="http://schemas.openxmlformats.org/drawingml/2006/main">
              <a:ext uri="{FF2B5EF4-FFF2-40B4-BE49-F238E27FC236}">
                <a16:creationId xmlns:a16="http://schemas.microsoft.com/office/drawing/2014/main" id="{785BDD11-3981-46C5-86CF-117EB852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1" y="2059109"/>
            <a:ext cx="66391" cy="45046"/>
          </a:xfrm>
          <a:custGeom xmlns:a="http://schemas.openxmlformats.org/drawingml/2006/main">
            <a:pathLst>
              <a:path w="57969" h="39332">
                <a:moveTo>
                  <a:pt x="57969" y="34385"/>
                </a:moveTo>
                <a:lnTo>
                  <a:pt x="11136" y="0"/>
                </a:lnTo>
                <a:lnTo>
                  <a:pt x="25231" y="25152"/>
                </a:lnTo>
                <a:lnTo>
                  <a:pt x="0" y="39332"/>
                </a:lnTo>
                <a:lnTo>
                  <a:pt x="57969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24" name="path-523">
            <a:extLst xmlns:a="http://schemas.openxmlformats.org/drawingml/2006/main">
              <a:ext uri="{FF2B5EF4-FFF2-40B4-BE49-F238E27FC236}">
                <a16:creationId xmlns:a16="http://schemas.microsoft.com/office/drawing/2014/main" id="{9CF87870-7133-46C4-9DA4-BD9A603D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168" y="2070627"/>
            <a:ext cx="318611" cy="269136"/>
          </a:xfrm>
          <a:custGeom xmlns:a="http://schemas.openxmlformats.org/drawingml/2006/main">
            <a:pathLst>
              <a:path w="278194" h="234995">
                <a:moveTo>
                  <a:pt x="0" y="0"/>
                </a:moveTo>
                <a:lnTo>
                  <a:pt x="278194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25" name="path-524">
            <a:extLst xmlns:a="http://schemas.openxmlformats.org/drawingml/2006/main">
              <a:ext uri="{FF2B5EF4-FFF2-40B4-BE49-F238E27FC236}">
                <a16:creationId xmlns:a16="http://schemas.microsoft.com/office/drawing/2014/main" id="{FAE5E283-E47F-4D38-A3E0-0AEC657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884" y="2306854"/>
            <a:ext cx="62704" cy="58066"/>
          </a:xfrm>
          <a:custGeom xmlns:a="http://schemas.openxmlformats.org/drawingml/2006/main">
            <a:pathLst>
              <a:path w="54750" h="50701">
                <a:moveTo>
                  <a:pt x="54750" y="50701"/>
                </a:moveTo>
                <a:lnTo>
                  <a:pt x="26344" y="0"/>
                </a:lnTo>
                <a:lnTo>
                  <a:pt x="28760" y="28760"/>
                </a:lnTo>
                <a:lnTo>
                  <a:pt x="0" y="31175"/>
                </a:lnTo>
                <a:lnTo>
                  <a:pt x="54750" y="5070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25">
            <a:extLst xmlns:a="http://schemas.openxmlformats.org/drawingml/2006/main">
              <a:ext uri="{FF2B5EF4-FFF2-40B4-BE49-F238E27FC236}">
                <a16:creationId xmlns:a16="http://schemas.microsoft.com/office/drawing/2014/main" id="{7357D9E2-DBA0-4994-A98F-7FD2C3D1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922" y="2306899"/>
            <a:ext cx="62704" cy="57982"/>
          </a:xfrm>
          <a:custGeom xmlns:a="http://schemas.openxmlformats.org/drawingml/2006/main">
            <a:pathLst>
              <a:path w="54750" h="50627">
                <a:moveTo>
                  <a:pt x="54750" y="50627"/>
                </a:moveTo>
                <a:lnTo>
                  <a:pt x="26299" y="0"/>
                </a:lnTo>
                <a:lnTo>
                  <a:pt x="28689" y="28695"/>
                </a:lnTo>
                <a:lnTo>
                  <a:pt x="0" y="31165"/>
                </a:lnTo>
                <a:lnTo>
                  <a:pt x="54750" y="50627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27" name="path-526">
            <a:extLst xmlns:a="http://schemas.openxmlformats.org/drawingml/2006/main">
              <a:ext uri="{FF2B5EF4-FFF2-40B4-BE49-F238E27FC236}">
                <a16:creationId xmlns:a16="http://schemas.microsoft.com/office/drawing/2014/main" id="{229AB060-5D67-4F35-A6AB-0F7B7A23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10" y="2094711"/>
            <a:ext cx="382732" cy="538831"/>
          </a:xfrm>
          <a:custGeom xmlns:a="http://schemas.openxmlformats.org/drawingml/2006/main">
            <a:pathLst>
              <a:path w="334182" h="470479">
                <a:moveTo>
                  <a:pt x="0" y="0"/>
                </a:moveTo>
                <a:lnTo>
                  <a:pt x="334182" y="470479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28" name="path-527">
            <a:extLst xmlns:a="http://schemas.openxmlformats.org/drawingml/2006/main">
              <a:ext uri="{FF2B5EF4-FFF2-40B4-BE49-F238E27FC236}">
                <a16:creationId xmlns:a16="http://schemas.microsoft.com/office/drawing/2014/main" id="{F7F413E5-AA35-42BB-A592-6B81E126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148" y="2600945"/>
            <a:ext cx="55149" cy="64347"/>
          </a:xfrm>
          <a:custGeom xmlns:a="http://schemas.openxmlformats.org/drawingml/2006/main">
            <a:pathLst>
              <a:path w="48154" h="56184">
                <a:moveTo>
                  <a:pt x="48154" y="56184"/>
                </a:moveTo>
                <a:lnTo>
                  <a:pt x="33279" y="0"/>
                </a:lnTo>
                <a:lnTo>
                  <a:pt x="28455" y="28455"/>
                </a:lnTo>
                <a:lnTo>
                  <a:pt x="0" y="23631"/>
                </a:lnTo>
                <a:lnTo>
                  <a:pt x="48154" y="56184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528">
            <a:extLst xmlns:a="http://schemas.openxmlformats.org/drawingml/2006/main">
              <a:ext uri="{FF2B5EF4-FFF2-40B4-BE49-F238E27FC236}">
                <a16:creationId xmlns:a16="http://schemas.microsoft.com/office/drawing/2014/main" id="{C2516AE2-BF98-46AA-8D45-370E961F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164" y="2600964"/>
            <a:ext cx="55153" cy="64310"/>
          </a:xfrm>
          <a:custGeom xmlns:a="http://schemas.openxmlformats.org/drawingml/2006/main">
            <a:pathLst>
              <a:path w="48156" h="56152">
                <a:moveTo>
                  <a:pt x="48156" y="56152"/>
                </a:moveTo>
                <a:lnTo>
                  <a:pt x="33227" y="0"/>
                </a:lnTo>
                <a:lnTo>
                  <a:pt x="28445" y="28445"/>
                </a:lnTo>
                <a:lnTo>
                  <a:pt x="0" y="23584"/>
                </a:lnTo>
                <a:lnTo>
                  <a:pt x="48156" y="56152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30" name="path-529">
            <a:extLst xmlns:a="http://schemas.openxmlformats.org/drawingml/2006/main">
              <a:ext uri="{FF2B5EF4-FFF2-40B4-BE49-F238E27FC236}">
                <a16:creationId xmlns:a16="http://schemas.microsoft.com/office/drawing/2014/main" id="{645C842F-FA0B-4F8A-B5A7-5398A266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10" y="1982240"/>
            <a:ext cx="382732" cy="538740"/>
          </a:xfrm>
          <a:custGeom xmlns:a="http://schemas.openxmlformats.org/drawingml/2006/main">
            <a:pathLst>
              <a:path w="334182" h="470400">
                <a:moveTo>
                  <a:pt x="0" y="470400"/>
                </a:moveTo>
                <a:lnTo>
                  <a:pt x="334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31" name="path-530">
            <a:extLst xmlns:a="http://schemas.openxmlformats.org/drawingml/2006/main">
              <a:ext uri="{FF2B5EF4-FFF2-40B4-BE49-F238E27FC236}">
                <a16:creationId xmlns:a16="http://schemas.microsoft.com/office/drawing/2014/main" id="{3B645AEB-810B-475E-A73B-21260C9D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148" y="1950437"/>
            <a:ext cx="55149" cy="64347"/>
          </a:xfrm>
          <a:custGeom xmlns:a="http://schemas.openxmlformats.org/drawingml/2006/main">
            <a:pathLst>
              <a:path w="48154" h="56184">
                <a:moveTo>
                  <a:pt x="48154" y="0"/>
                </a:moveTo>
                <a:lnTo>
                  <a:pt x="0" y="32552"/>
                </a:lnTo>
                <a:lnTo>
                  <a:pt x="28455" y="27729"/>
                </a:lnTo>
                <a:lnTo>
                  <a:pt x="33279" y="56184"/>
                </a:lnTo>
                <a:lnTo>
                  <a:pt x="48154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31">
            <a:extLst xmlns:a="http://schemas.openxmlformats.org/drawingml/2006/main">
              <a:ext uri="{FF2B5EF4-FFF2-40B4-BE49-F238E27FC236}">
                <a16:creationId xmlns:a16="http://schemas.microsoft.com/office/drawing/2014/main" id="{DAB9FFB8-B954-47CC-8E8D-29AC7C9F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164" y="1950417"/>
            <a:ext cx="55153" cy="64401"/>
          </a:xfrm>
          <a:custGeom xmlns:a="http://schemas.openxmlformats.org/drawingml/2006/main">
            <a:pathLst>
              <a:path w="48156" h="56232">
                <a:moveTo>
                  <a:pt x="48156" y="0"/>
                </a:moveTo>
                <a:lnTo>
                  <a:pt x="0" y="32574"/>
                </a:lnTo>
                <a:lnTo>
                  <a:pt x="28445" y="27786"/>
                </a:lnTo>
                <a:lnTo>
                  <a:pt x="33227" y="56232"/>
                </a:lnTo>
                <a:lnTo>
                  <a:pt x="481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33" name="path-532">
            <a:extLst xmlns:a="http://schemas.openxmlformats.org/drawingml/2006/main">
              <a:ext uri="{FF2B5EF4-FFF2-40B4-BE49-F238E27FC236}">
                <a16:creationId xmlns:a16="http://schemas.microsoft.com/office/drawing/2014/main" id="{4D8B50C3-B91C-462A-A5B5-2E270DD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168" y="2275928"/>
            <a:ext cx="318611" cy="269136"/>
          </a:xfrm>
          <a:custGeom xmlns:a="http://schemas.openxmlformats.org/drawingml/2006/main">
            <a:pathLst>
              <a:path w="278194" h="234995">
                <a:moveTo>
                  <a:pt x="0" y="234995"/>
                </a:moveTo>
                <a:lnTo>
                  <a:pt x="278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34" name="path-533">
            <a:extLst xmlns:a="http://schemas.openxmlformats.org/drawingml/2006/main">
              <a:ext uri="{FF2B5EF4-FFF2-40B4-BE49-F238E27FC236}">
                <a16:creationId xmlns:a16="http://schemas.microsoft.com/office/drawing/2014/main" id="{0BC21237-6C0F-4D66-A11C-37C7B470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884" y="2250799"/>
            <a:ext cx="62704" cy="58076"/>
          </a:xfrm>
          <a:custGeom xmlns:a="http://schemas.openxmlformats.org/drawingml/2006/main">
            <a:pathLst>
              <a:path w="54750" h="50709">
                <a:moveTo>
                  <a:pt x="54750" y="0"/>
                </a:moveTo>
                <a:lnTo>
                  <a:pt x="0" y="19525"/>
                </a:lnTo>
                <a:lnTo>
                  <a:pt x="28760" y="21949"/>
                </a:lnTo>
                <a:lnTo>
                  <a:pt x="26344" y="50709"/>
                </a:lnTo>
                <a:lnTo>
                  <a:pt x="5475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path-534">
            <a:extLst xmlns:a="http://schemas.openxmlformats.org/drawingml/2006/main">
              <a:ext uri="{FF2B5EF4-FFF2-40B4-BE49-F238E27FC236}">
                <a16:creationId xmlns:a16="http://schemas.microsoft.com/office/drawing/2014/main" id="{CE047A67-3C11-4D0F-A8E9-0F5CCE12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922" y="2250810"/>
            <a:ext cx="62704" cy="58073"/>
          </a:xfrm>
          <a:custGeom xmlns:a="http://schemas.openxmlformats.org/drawingml/2006/main">
            <a:pathLst>
              <a:path w="54750" h="50706">
                <a:moveTo>
                  <a:pt x="54750" y="0"/>
                </a:moveTo>
                <a:lnTo>
                  <a:pt x="0" y="19541"/>
                </a:lnTo>
                <a:lnTo>
                  <a:pt x="28689" y="21932"/>
                </a:lnTo>
                <a:lnTo>
                  <a:pt x="26299" y="50706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36" name="path-535">
            <a:extLst xmlns:a="http://schemas.openxmlformats.org/drawingml/2006/main">
              <a:ext uri="{FF2B5EF4-FFF2-40B4-BE49-F238E27FC236}">
                <a16:creationId xmlns:a16="http://schemas.microsoft.com/office/drawing/2014/main" id="{2A7A374E-6215-44B5-92D0-16151088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11" y="2674906"/>
            <a:ext cx="249767" cy="70255"/>
          </a:xfrm>
          <a:custGeom xmlns:a="http://schemas.openxmlformats.org/drawingml/2006/main">
            <a:pathLst>
              <a:path w="218084" h="61343">
                <a:moveTo>
                  <a:pt x="0" y="0"/>
                </a:moveTo>
                <a:lnTo>
                  <a:pt x="218084" y="61343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37" name="path-536">
            <a:extLst xmlns:a="http://schemas.openxmlformats.org/drawingml/2006/main">
              <a:ext uri="{FF2B5EF4-FFF2-40B4-BE49-F238E27FC236}">
                <a16:creationId xmlns:a16="http://schemas.microsoft.com/office/drawing/2014/main" id="{1F9F0A85-603E-45FB-9C25-4CA044FB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25" y="2716361"/>
            <a:ext cx="66330" cy="44998"/>
          </a:xfrm>
          <a:custGeom xmlns:a="http://schemas.openxmlformats.org/drawingml/2006/main">
            <a:pathLst>
              <a:path w="57915" h="39290">
                <a:moveTo>
                  <a:pt x="57915" y="34392"/>
                </a:moveTo>
                <a:lnTo>
                  <a:pt x="11066" y="0"/>
                </a:lnTo>
                <a:lnTo>
                  <a:pt x="25174" y="25173"/>
                </a:lnTo>
                <a:lnTo>
                  <a:pt x="0" y="39290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37">
            <a:extLst xmlns:a="http://schemas.openxmlformats.org/drawingml/2006/main">
              <a:ext uri="{FF2B5EF4-FFF2-40B4-BE49-F238E27FC236}">
                <a16:creationId xmlns:a16="http://schemas.microsoft.com/office/drawing/2014/main" id="{60A1C4F0-AB0D-4791-A9E5-C9C2557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1" y="2716362"/>
            <a:ext cx="66391" cy="45039"/>
          </a:xfrm>
          <a:custGeom xmlns:a="http://schemas.openxmlformats.org/drawingml/2006/main">
            <a:pathLst>
              <a:path w="57969" h="39326">
                <a:moveTo>
                  <a:pt x="57969" y="34380"/>
                </a:moveTo>
                <a:lnTo>
                  <a:pt x="11136" y="0"/>
                </a:lnTo>
                <a:lnTo>
                  <a:pt x="25231" y="25146"/>
                </a:lnTo>
                <a:lnTo>
                  <a:pt x="0" y="39326"/>
                </a:lnTo>
                <a:lnTo>
                  <a:pt x="57969" y="3438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39" name="path-538">
            <a:extLst xmlns:a="http://schemas.openxmlformats.org/drawingml/2006/main">
              <a:ext uri="{FF2B5EF4-FFF2-40B4-BE49-F238E27FC236}">
                <a16:creationId xmlns:a16="http://schemas.microsoft.com/office/drawing/2014/main" id="{27FD271C-1544-4A66-987C-CAD59735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11" y="2527783"/>
            <a:ext cx="249767" cy="70346"/>
          </a:xfrm>
          <a:custGeom xmlns:a="http://schemas.openxmlformats.org/drawingml/2006/main">
            <a:pathLst>
              <a:path w="218084" h="61422">
                <a:moveTo>
                  <a:pt x="0" y="61422"/>
                </a:moveTo>
                <a:lnTo>
                  <a:pt x="2180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40" name="path-539">
            <a:extLst xmlns:a="http://schemas.openxmlformats.org/drawingml/2006/main">
              <a:ext uri="{FF2B5EF4-FFF2-40B4-BE49-F238E27FC236}">
                <a16:creationId xmlns:a16="http://schemas.microsoft.com/office/drawing/2014/main" id="{3DE9C356-F91B-472E-9EC1-AC3A73FF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25" y="2511622"/>
            <a:ext cx="66330" cy="44997"/>
          </a:xfrm>
          <a:custGeom xmlns:a="http://schemas.openxmlformats.org/drawingml/2006/main">
            <a:pathLst>
              <a:path w="57915" h="39289">
                <a:moveTo>
                  <a:pt x="57915" y="4889"/>
                </a:moveTo>
                <a:lnTo>
                  <a:pt x="0" y="0"/>
                </a:lnTo>
                <a:lnTo>
                  <a:pt x="25174" y="14108"/>
                </a:lnTo>
                <a:lnTo>
                  <a:pt x="11066" y="39289"/>
                </a:lnTo>
                <a:lnTo>
                  <a:pt x="57915" y="48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540">
            <a:extLst xmlns:a="http://schemas.openxmlformats.org/drawingml/2006/main">
              <a:ext uri="{FF2B5EF4-FFF2-40B4-BE49-F238E27FC236}">
                <a16:creationId xmlns:a16="http://schemas.microsoft.com/office/drawing/2014/main" id="{C7F96729-B313-46A1-898D-0F14EF5E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1" y="2511634"/>
            <a:ext cx="66391" cy="44948"/>
          </a:xfrm>
          <a:custGeom xmlns:a="http://schemas.openxmlformats.org/drawingml/2006/main">
            <a:pathLst>
              <a:path w="57969" h="39246">
                <a:moveTo>
                  <a:pt x="57969" y="4861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46"/>
                </a:lnTo>
                <a:lnTo>
                  <a:pt x="57969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42" name="path-541">
            <a:extLst xmlns:a="http://schemas.openxmlformats.org/drawingml/2006/main">
              <a:ext uri="{FF2B5EF4-FFF2-40B4-BE49-F238E27FC236}">
                <a16:creationId xmlns:a16="http://schemas.microsoft.com/office/drawing/2014/main" id="{1F328F61-954A-43B6-AB9F-499D1DE3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41" y="1836711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6"/>
                  <a:pt x="248887" y="160339"/>
                  <a:pt x="204609" y="204617"/>
                </a:cubicBezTo>
                <a:cubicBezTo>
                  <a:pt x="160339" y="248887"/>
                  <a:pt x="88555" y="248887"/>
                  <a:pt x="44278" y="204617"/>
                </a:cubicBezTo>
                <a:cubicBezTo>
                  <a:pt x="0" y="160339"/>
                  <a:pt x="0" y="88556"/>
                  <a:pt x="44278" y="44278"/>
                </a:cubicBezTo>
                <a:cubicBezTo>
                  <a:pt x="88555" y="0"/>
                  <a:pt x="160339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path-542">
            <a:extLst xmlns:a="http://schemas.openxmlformats.org/drawingml/2006/main">
              <a:ext uri="{FF2B5EF4-FFF2-40B4-BE49-F238E27FC236}">
                <a16:creationId xmlns:a16="http://schemas.microsoft.com/office/drawing/2014/main" id="{67124FF9-DCF6-4064-B191-2795652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45" y="1836723"/>
            <a:ext cx="284999" cy="284999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56"/>
                  <a:pt x="248846" y="160370"/>
                  <a:pt x="204568" y="204648"/>
                </a:cubicBezTo>
                <a:cubicBezTo>
                  <a:pt x="160376" y="248846"/>
                  <a:pt x="88561" y="248846"/>
                  <a:pt x="44278" y="204648"/>
                </a:cubicBezTo>
                <a:cubicBezTo>
                  <a:pt x="0" y="160370"/>
                  <a:pt x="0" y="88556"/>
                  <a:pt x="44278" y="44278"/>
                </a:cubicBezTo>
                <a:cubicBezTo>
                  <a:pt x="88561" y="0"/>
                  <a:pt x="160376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44" name="path-543">
            <a:extLst xmlns:a="http://schemas.openxmlformats.org/drawingml/2006/main">
              <a:ext uri="{FF2B5EF4-FFF2-40B4-BE49-F238E27FC236}">
                <a16:creationId xmlns:a16="http://schemas.microsoft.com/office/drawing/2014/main" id="{507071B3-1EA1-4D3D-A5F5-D83DB5F0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41" y="2165337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39" y="248887"/>
                  <a:pt x="88555" y="248887"/>
                  <a:pt x="44278" y="204617"/>
                </a:cubicBezTo>
                <a:cubicBezTo>
                  <a:pt x="0" y="160339"/>
                  <a:pt x="0" y="88555"/>
                  <a:pt x="44278" y="44278"/>
                </a:cubicBezTo>
                <a:cubicBezTo>
                  <a:pt x="88555" y="0"/>
                  <a:pt x="160339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path-544">
            <a:extLst xmlns:a="http://schemas.openxmlformats.org/drawingml/2006/main">
              <a:ext uri="{FF2B5EF4-FFF2-40B4-BE49-F238E27FC236}">
                <a16:creationId xmlns:a16="http://schemas.microsoft.com/office/drawing/2014/main" id="{5CC90D17-AF92-4A15-9292-80239436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45" y="2165343"/>
            <a:ext cx="284999" cy="284999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56"/>
                  <a:pt x="248846" y="160376"/>
                  <a:pt x="204568" y="204653"/>
                </a:cubicBezTo>
                <a:cubicBezTo>
                  <a:pt x="160376" y="248846"/>
                  <a:pt x="88561" y="248846"/>
                  <a:pt x="44278" y="204653"/>
                </a:cubicBezTo>
                <a:cubicBezTo>
                  <a:pt x="0" y="160376"/>
                  <a:pt x="0" y="88556"/>
                  <a:pt x="44278" y="44278"/>
                </a:cubicBezTo>
                <a:cubicBezTo>
                  <a:pt x="88561" y="0"/>
                  <a:pt x="160376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46" name="path-545">
            <a:extLst xmlns:a="http://schemas.openxmlformats.org/drawingml/2006/main">
              <a:ext uri="{FF2B5EF4-FFF2-40B4-BE49-F238E27FC236}">
                <a16:creationId xmlns:a16="http://schemas.microsoft.com/office/drawing/2014/main" id="{9565B38A-DE34-47CE-8499-BCE1E691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41" y="2493963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7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39" y="248887"/>
                  <a:pt x="88555" y="248887"/>
                  <a:pt x="44278" y="204617"/>
                </a:cubicBezTo>
                <a:cubicBezTo>
                  <a:pt x="0" y="160339"/>
                  <a:pt x="0" y="88555"/>
                  <a:pt x="44278" y="44277"/>
                </a:cubicBezTo>
                <a:cubicBezTo>
                  <a:pt x="88555" y="0"/>
                  <a:pt x="160339" y="0"/>
                  <a:pt x="204609" y="4427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46">
            <a:extLst xmlns:a="http://schemas.openxmlformats.org/drawingml/2006/main">
              <a:ext uri="{FF2B5EF4-FFF2-40B4-BE49-F238E27FC236}">
                <a16:creationId xmlns:a16="http://schemas.microsoft.com/office/drawing/2014/main" id="{8FDD0CC9-4D3B-472E-B74C-DF78E04E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445" y="2493969"/>
            <a:ext cx="284999" cy="284999"/>
          </a:xfrm>
          <a:custGeom xmlns:a="http://schemas.openxmlformats.org/drawingml/2006/main">
            <a:pathLst>
              <a:path w="248846" h="248846">
                <a:moveTo>
                  <a:pt x="204568" y="44283"/>
                </a:moveTo>
                <a:cubicBezTo>
                  <a:pt x="248846" y="88556"/>
                  <a:pt x="248846" y="160370"/>
                  <a:pt x="204568" y="204653"/>
                </a:cubicBezTo>
                <a:cubicBezTo>
                  <a:pt x="160376" y="248846"/>
                  <a:pt x="88561" y="248846"/>
                  <a:pt x="44278" y="204653"/>
                </a:cubicBezTo>
                <a:cubicBezTo>
                  <a:pt x="0" y="160370"/>
                  <a:pt x="0" y="88556"/>
                  <a:pt x="44278" y="44283"/>
                </a:cubicBezTo>
                <a:cubicBezTo>
                  <a:pt x="88561" y="0"/>
                  <a:pt x="160376" y="0"/>
                  <a:pt x="204568" y="442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48" name="path-547">
            <a:extLst xmlns:a="http://schemas.openxmlformats.org/drawingml/2006/main">
              <a:ext uri="{FF2B5EF4-FFF2-40B4-BE49-F238E27FC236}">
                <a16:creationId xmlns:a16="http://schemas.microsoft.com/office/drawing/2014/main" id="{9D65B64D-F0F8-49F6-AB00-DB3F3120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34" y="1672398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6"/>
                  <a:pt x="248887" y="160340"/>
                  <a:pt x="204609" y="204618"/>
                </a:cubicBezTo>
                <a:cubicBezTo>
                  <a:pt x="160340" y="248887"/>
                  <a:pt x="88556" y="248887"/>
                  <a:pt x="44278" y="204618"/>
                </a:cubicBezTo>
                <a:cubicBezTo>
                  <a:pt x="0" y="160340"/>
                  <a:pt x="0" y="88556"/>
                  <a:pt x="44278" y="44278"/>
                </a:cubicBezTo>
                <a:cubicBezTo>
                  <a:pt x="88556" y="0"/>
                  <a:pt x="160340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548">
            <a:extLst xmlns:a="http://schemas.openxmlformats.org/drawingml/2006/main">
              <a:ext uri="{FF2B5EF4-FFF2-40B4-BE49-F238E27FC236}">
                <a16:creationId xmlns:a16="http://schemas.microsoft.com/office/drawing/2014/main" id="{4165D260-0C80-4D99-832A-29DB875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42" y="1672410"/>
            <a:ext cx="284999" cy="284992"/>
          </a:xfrm>
          <a:custGeom xmlns:a="http://schemas.openxmlformats.org/drawingml/2006/main">
            <a:pathLst>
              <a:path w="248846" h="248840">
                <a:moveTo>
                  <a:pt x="204568" y="44278"/>
                </a:moveTo>
                <a:cubicBezTo>
                  <a:pt x="248846" y="88550"/>
                  <a:pt x="248846" y="160370"/>
                  <a:pt x="204568" y="204648"/>
                </a:cubicBezTo>
                <a:cubicBezTo>
                  <a:pt x="160370" y="248840"/>
                  <a:pt x="88556" y="248840"/>
                  <a:pt x="44278" y="204648"/>
                </a:cubicBezTo>
                <a:cubicBezTo>
                  <a:pt x="0" y="160370"/>
                  <a:pt x="0" y="88550"/>
                  <a:pt x="44278" y="44278"/>
                </a:cubicBezTo>
                <a:cubicBezTo>
                  <a:pt x="88556" y="0"/>
                  <a:pt x="160370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50" name="path-549">
            <a:extLst xmlns:a="http://schemas.openxmlformats.org/drawingml/2006/main">
              <a:ext uri="{FF2B5EF4-FFF2-40B4-BE49-F238E27FC236}">
                <a16:creationId xmlns:a16="http://schemas.microsoft.com/office/drawing/2014/main" id="{A3B2364A-CE92-4AAA-A3DF-828B5087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34" y="2001025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40" y="248887"/>
                  <a:pt x="88556" y="248887"/>
                  <a:pt x="44278" y="204617"/>
                </a:cubicBezTo>
                <a:cubicBezTo>
                  <a:pt x="0" y="160339"/>
                  <a:pt x="0" y="88555"/>
                  <a:pt x="44278" y="44278"/>
                </a:cubicBezTo>
                <a:cubicBezTo>
                  <a:pt x="88556" y="0"/>
                  <a:pt x="160340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ath-550">
            <a:extLst xmlns:a="http://schemas.openxmlformats.org/drawingml/2006/main">
              <a:ext uri="{FF2B5EF4-FFF2-40B4-BE49-F238E27FC236}">
                <a16:creationId xmlns:a16="http://schemas.microsoft.com/office/drawing/2014/main" id="{3B3A0472-D4E6-495E-B8C1-CA706F5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42" y="2001030"/>
            <a:ext cx="284999" cy="284999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61"/>
                  <a:pt x="248846" y="160376"/>
                  <a:pt x="204568" y="204653"/>
                </a:cubicBezTo>
                <a:cubicBezTo>
                  <a:pt x="160370" y="248846"/>
                  <a:pt x="88556" y="248846"/>
                  <a:pt x="44278" y="204653"/>
                </a:cubicBezTo>
                <a:cubicBezTo>
                  <a:pt x="0" y="160376"/>
                  <a:pt x="0" y="88561"/>
                  <a:pt x="44278" y="44278"/>
                </a:cubicBezTo>
                <a:cubicBezTo>
                  <a:pt x="88556" y="0"/>
                  <a:pt x="160370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52" name="path-551">
            <a:extLst xmlns:a="http://schemas.openxmlformats.org/drawingml/2006/main">
              <a:ext uri="{FF2B5EF4-FFF2-40B4-BE49-F238E27FC236}">
                <a16:creationId xmlns:a16="http://schemas.microsoft.com/office/drawing/2014/main" id="{8059AC33-389A-4B19-976B-4CDE6E9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34" y="2329650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7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40" y="248887"/>
                  <a:pt x="88556" y="248887"/>
                  <a:pt x="44278" y="204617"/>
                </a:cubicBezTo>
                <a:cubicBezTo>
                  <a:pt x="0" y="160339"/>
                  <a:pt x="0" y="88555"/>
                  <a:pt x="44278" y="44277"/>
                </a:cubicBezTo>
                <a:cubicBezTo>
                  <a:pt x="88556" y="0"/>
                  <a:pt x="160340" y="0"/>
                  <a:pt x="204609" y="4427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52">
            <a:extLst xmlns:a="http://schemas.openxmlformats.org/drawingml/2006/main">
              <a:ext uri="{FF2B5EF4-FFF2-40B4-BE49-F238E27FC236}">
                <a16:creationId xmlns:a16="http://schemas.microsoft.com/office/drawing/2014/main" id="{5A8BDA71-0112-418F-ACAC-6E6A1AB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42" y="2329663"/>
            <a:ext cx="284999" cy="284992"/>
          </a:xfrm>
          <a:custGeom xmlns:a="http://schemas.openxmlformats.org/drawingml/2006/main">
            <a:pathLst>
              <a:path w="248846" h="248840">
                <a:moveTo>
                  <a:pt x="204568" y="44272"/>
                </a:moveTo>
                <a:cubicBezTo>
                  <a:pt x="248846" y="88550"/>
                  <a:pt x="248846" y="160370"/>
                  <a:pt x="204568" y="204648"/>
                </a:cubicBezTo>
                <a:cubicBezTo>
                  <a:pt x="160370" y="248840"/>
                  <a:pt x="88556" y="248840"/>
                  <a:pt x="44278" y="204648"/>
                </a:cubicBezTo>
                <a:cubicBezTo>
                  <a:pt x="0" y="160370"/>
                  <a:pt x="0" y="88550"/>
                  <a:pt x="44278" y="44272"/>
                </a:cubicBezTo>
                <a:cubicBezTo>
                  <a:pt x="88556" y="0"/>
                  <a:pt x="160370" y="0"/>
                  <a:pt x="204568" y="442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54" name="path-553">
            <a:extLst xmlns:a="http://schemas.openxmlformats.org/drawingml/2006/main">
              <a:ext uri="{FF2B5EF4-FFF2-40B4-BE49-F238E27FC236}">
                <a16:creationId xmlns:a16="http://schemas.microsoft.com/office/drawing/2014/main" id="{59CA1659-F82E-49C7-BABC-9AA333E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34" y="2658275"/>
            <a:ext cx="285045" cy="285045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6"/>
                  <a:pt x="248887" y="160339"/>
                  <a:pt x="204609" y="204617"/>
                </a:cubicBezTo>
                <a:cubicBezTo>
                  <a:pt x="160340" y="248887"/>
                  <a:pt x="88556" y="248887"/>
                  <a:pt x="44278" y="204617"/>
                </a:cubicBezTo>
                <a:cubicBezTo>
                  <a:pt x="0" y="160339"/>
                  <a:pt x="0" y="88556"/>
                  <a:pt x="44278" y="44278"/>
                </a:cubicBezTo>
                <a:cubicBezTo>
                  <a:pt x="88556" y="0"/>
                  <a:pt x="160340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ath-554">
            <a:extLst xmlns:a="http://schemas.openxmlformats.org/drawingml/2006/main">
              <a:ext uri="{FF2B5EF4-FFF2-40B4-BE49-F238E27FC236}">
                <a16:creationId xmlns:a16="http://schemas.microsoft.com/office/drawing/2014/main" id="{B55EEC0A-5DF2-4341-AC81-984DE3AA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42" y="2658283"/>
            <a:ext cx="284999" cy="284999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56"/>
                  <a:pt x="248846" y="160376"/>
                  <a:pt x="204568" y="204648"/>
                </a:cubicBezTo>
                <a:cubicBezTo>
                  <a:pt x="160370" y="248846"/>
                  <a:pt x="88556" y="248846"/>
                  <a:pt x="44278" y="204648"/>
                </a:cubicBezTo>
                <a:cubicBezTo>
                  <a:pt x="0" y="160376"/>
                  <a:pt x="0" y="88556"/>
                  <a:pt x="44278" y="44278"/>
                </a:cubicBezTo>
                <a:cubicBezTo>
                  <a:pt x="88556" y="0"/>
                  <a:pt x="160370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556" name="path-555">
            <a:extLst xmlns:a="http://schemas.openxmlformats.org/drawingml/2006/main">
              <a:ext uri="{FF2B5EF4-FFF2-40B4-BE49-F238E27FC236}">
                <a16:creationId xmlns:a16="http://schemas.microsoft.com/office/drawing/2014/main" id="{B3D59B01-16F1-4E52-910F-F75D3409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168" y="1947301"/>
            <a:ext cx="318611" cy="269129"/>
          </a:xfrm>
          <a:custGeom xmlns:a="http://schemas.openxmlformats.org/drawingml/2006/main">
            <a:pathLst>
              <a:path w="278194" h="234990">
                <a:moveTo>
                  <a:pt x="0" y="234990"/>
                </a:moveTo>
                <a:lnTo>
                  <a:pt x="278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57" name="path-556">
            <a:extLst xmlns:a="http://schemas.openxmlformats.org/drawingml/2006/main">
              <a:ext uri="{FF2B5EF4-FFF2-40B4-BE49-F238E27FC236}">
                <a16:creationId xmlns:a16="http://schemas.microsoft.com/office/drawing/2014/main" id="{0120E199-072E-4F39-AA91-3A42E89A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884" y="1922173"/>
            <a:ext cx="62704" cy="58076"/>
          </a:xfrm>
          <a:custGeom xmlns:a="http://schemas.openxmlformats.org/drawingml/2006/main">
            <a:pathLst>
              <a:path w="54750" h="50709">
                <a:moveTo>
                  <a:pt x="54750" y="0"/>
                </a:moveTo>
                <a:lnTo>
                  <a:pt x="0" y="19525"/>
                </a:lnTo>
                <a:lnTo>
                  <a:pt x="28760" y="21949"/>
                </a:lnTo>
                <a:lnTo>
                  <a:pt x="26344" y="50709"/>
                </a:lnTo>
                <a:lnTo>
                  <a:pt x="5475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ath-557">
            <a:extLst xmlns:a="http://schemas.openxmlformats.org/drawingml/2006/main">
              <a:ext uri="{FF2B5EF4-FFF2-40B4-BE49-F238E27FC236}">
                <a16:creationId xmlns:a16="http://schemas.microsoft.com/office/drawing/2014/main" id="{CCF5A0D4-DA11-45E9-94B3-E4D28C80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922" y="1922177"/>
            <a:ext cx="62704" cy="58079"/>
          </a:xfrm>
          <a:custGeom xmlns:a="http://schemas.openxmlformats.org/drawingml/2006/main">
            <a:pathLst>
              <a:path w="54750" h="50712">
                <a:moveTo>
                  <a:pt x="54750" y="0"/>
                </a:moveTo>
                <a:lnTo>
                  <a:pt x="0" y="19547"/>
                </a:lnTo>
                <a:lnTo>
                  <a:pt x="28689" y="21937"/>
                </a:lnTo>
                <a:lnTo>
                  <a:pt x="26299" y="50712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59" name="path-558">
            <a:extLst xmlns:a="http://schemas.openxmlformats.org/drawingml/2006/main">
              <a:ext uri="{FF2B5EF4-FFF2-40B4-BE49-F238E27FC236}">
                <a16:creationId xmlns:a16="http://schemas.microsoft.com/office/drawing/2014/main" id="{A4531D2B-5115-4639-BF20-617BEDA3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11" y="2199150"/>
            <a:ext cx="249767" cy="70359"/>
          </a:xfrm>
          <a:custGeom xmlns:a="http://schemas.openxmlformats.org/drawingml/2006/main">
            <a:pathLst>
              <a:path w="218084" h="61434">
                <a:moveTo>
                  <a:pt x="0" y="61434"/>
                </a:moveTo>
                <a:lnTo>
                  <a:pt x="2180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60" name="path-559">
            <a:extLst xmlns:a="http://schemas.openxmlformats.org/drawingml/2006/main">
              <a:ext uri="{FF2B5EF4-FFF2-40B4-BE49-F238E27FC236}">
                <a16:creationId xmlns:a16="http://schemas.microsoft.com/office/drawing/2014/main" id="{E6973B0E-2991-4598-B835-48927FE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25" y="2182996"/>
            <a:ext cx="66330" cy="44998"/>
          </a:xfrm>
          <a:custGeom xmlns:a="http://schemas.openxmlformats.org/drawingml/2006/main">
            <a:pathLst>
              <a:path w="57915" h="39290">
                <a:moveTo>
                  <a:pt x="57915" y="4889"/>
                </a:moveTo>
                <a:lnTo>
                  <a:pt x="0" y="0"/>
                </a:lnTo>
                <a:lnTo>
                  <a:pt x="25174" y="14108"/>
                </a:lnTo>
                <a:lnTo>
                  <a:pt x="11066" y="39290"/>
                </a:lnTo>
                <a:lnTo>
                  <a:pt x="57915" y="48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60">
            <a:extLst xmlns:a="http://schemas.openxmlformats.org/drawingml/2006/main">
              <a:ext uri="{FF2B5EF4-FFF2-40B4-BE49-F238E27FC236}">
                <a16:creationId xmlns:a16="http://schemas.microsoft.com/office/drawing/2014/main" id="{5EE95282-4B6C-4D7C-8939-21CA6753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1" y="2183001"/>
            <a:ext cx="66391" cy="44955"/>
          </a:xfrm>
          <a:custGeom xmlns:a="http://schemas.openxmlformats.org/drawingml/2006/main">
            <a:pathLst>
              <a:path w="57969" h="39252">
                <a:moveTo>
                  <a:pt x="57969" y="4872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52"/>
                </a:lnTo>
                <a:lnTo>
                  <a:pt x="57969" y="4872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62" name="path-561">
            <a:extLst xmlns:a="http://schemas.openxmlformats.org/drawingml/2006/main">
              <a:ext uri="{FF2B5EF4-FFF2-40B4-BE49-F238E27FC236}">
                <a16:creationId xmlns:a16="http://schemas.microsoft.com/office/drawing/2014/main" id="{9B37D3AA-D0A0-4339-AE4E-DE93867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311" y="2346280"/>
            <a:ext cx="249767" cy="70255"/>
          </a:xfrm>
          <a:custGeom xmlns:a="http://schemas.openxmlformats.org/drawingml/2006/main">
            <a:pathLst>
              <a:path w="218084" h="61343">
                <a:moveTo>
                  <a:pt x="0" y="0"/>
                </a:moveTo>
                <a:lnTo>
                  <a:pt x="218084" y="61343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63" name="path-562">
            <a:extLst xmlns:a="http://schemas.openxmlformats.org/drawingml/2006/main">
              <a:ext uri="{FF2B5EF4-FFF2-40B4-BE49-F238E27FC236}">
                <a16:creationId xmlns:a16="http://schemas.microsoft.com/office/drawing/2014/main" id="{989616A5-F7C9-49A2-A2CC-CBD8C27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225" y="2387735"/>
            <a:ext cx="66330" cy="44997"/>
          </a:xfrm>
          <a:custGeom xmlns:a="http://schemas.openxmlformats.org/drawingml/2006/main">
            <a:pathLst>
              <a:path w="57915" h="39289">
                <a:moveTo>
                  <a:pt x="57915" y="34391"/>
                </a:moveTo>
                <a:lnTo>
                  <a:pt x="11066" y="0"/>
                </a:lnTo>
                <a:lnTo>
                  <a:pt x="25174" y="25173"/>
                </a:lnTo>
                <a:lnTo>
                  <a:pt x="0" y="39289"/>
                </a:lnTo>
                <a:lnTo>
                  <a:pt x="57915" y="3439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path-563">
            <a:extLst xmlns:a="http://schemas.openxmlformats.org/drawingml/2006/main">
              <a:ext uri="{FF2B5EF4-FFF2-40B4-BE49-F238E27FC236}">
                <a16:creationId xmlns:a16="http://schemas.microsoft.com/office/drawing/2014/main" id="{17D447AD-85E4-4AEF-A7D9-1C807DB1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1" y="2387735"/>
            <a:ext cx="66391" cy="45046"/>
          </a:xfrm>
          <a:custGeom xmlns:a="http://schemas.openxmlformats.org/drawingml/2006/main">
            <a:pathLst>
              <a:path w="57969" h="39332">
                <a:moveTo>
                  <a:pt x="57969" y="34380"/>
                </a:moveTo>
                <a:lnTo>
                  <a:pt x="11136" y="0"/>
                </a:lnTo>
                <a:lnTo>
                  <a:pt x="25231" y="25146"/>
                </a:lnTo>
                <a:lnTo>
                  <a:pt x="0" y="39332"/>
                </a:lnTo>
                <a:lnTo>
                  <a:pt x="57969" y="3438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65" name="path-564">
            <a:extLst xmlns:a="http://schemas.openxmlformats.org/drawingml/2006/main">
              <a:ext uri="{FF2B5EF4-FFF2-40B4-BE49-F238E27FC236}">
                <a16:creationId xmlns:a16="http://schemas.microsoft.com/office/drawing/2014/main" id="{8A0C000F-7466-42E9-B7F4-6DF16FA1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168" y="2399254"/>
            <a:ext cx="318611" cy="269136"/>
          </a:xfrm>
          <a:custGeom xmlns:a="http://schemas.openxmlformats.org/drawingml/2006/main">
            <a:pathLst>
              <a:path w="278194" h="234995">
                <a:moveTo>
                  <a:pt x="0" y="0"/>
                </a:moveTo>
                <a:lnTo>
                  <a:pt x="278194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66" name="path-565">
            <a:extLst xmlns:a="http://schemas.openxmlformats.org/drawingml/2006/main">
              <a:ext uri="{FF2B5EF4-FFF2-40B4-BE49-F238E27FC236}">
                <a16:creationId xmlns:a16="http://schemas.microsoft.com/office/drawing/2014/main" id="{75E4CF8E-30B2-4786-A191-4A62F87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884" y="2635479"/>
            <a:ext cx="62704" cy="58067"/>
          </a:xfrm>
          <a:custGeom xmlns:a="http://schemas.openxmlformats.org/drawingml/2006/main">
            <a:pathLst>
              <a:path w="54750" h="50701">
                <a:moveTo>
                  <a:pt x="54750" y="50701"/>
                </a:moveTo>
                <a:lnTo>
                  <a:pt x="26344" y="0"/>
                </a:lnTo>
                <a:lnTo>
                  <a:pt x="28760" y="28760"/>
                </a:lnTo>
                <a:lnTo>
                  <a:pt x="0" y="31176"/>
                </a:lnTo>
                <a:lnTo>
                  <a:pt x="54750" y="5070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66">
            <a:extLst xmlns:a="http://schemas.openxmlformats.org/drawingml/2006/main">
              <a:ext uri="{FF2B5EF4-FFF2-40B4-BE49-F238E27FC236}">
                <a16:creationId xmlns:a16="http://schemas.microsoft.com/office/drawing/2014/main" id="{67F19797-7147-42EE-8C06-9AB4FF5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922" y="2635526"/>
            <a:ext cx="62704" cy="57982"/>
          </a:xfrm>
          <a:custGeom xmlns:a="http://schemas.openxmlformats.org/drawingml/2006/main">
            <a:pathLst>
              <a:path w="54750" h="50627">
                <a:moveTo>
                  <a:pt x="54750" y="50627"/>
                </a:moveTo>
                <a:lnTo>
                  <a:pt x="26299" y="0"/>
                </a:lnTo>
                <a:lnTo>
                  <a:pt x="28689" y="28695"/>
                </a:lnTo>
                <a:lnTo>
                  <a:pt x="0" y="31171"/>
                </a:lnTo>
                <a:lnTo>
                  <a:pt x="54750" y="50627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68" name="path-567">
            <a:extLst xmlns:a="http://schemas.openxmlformats.org/drawingml/2006/main">
              <a:ext uri="{FF2B5EF4-FFF2-40B4-BE49-F238E27FC236}">
                <a16:creationId xmlns:a16="http://schemas.microsoft.com/office/drawing/2014/main" id="{3D36BAC8-74AF-42DE-8586-88D0B5E5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759" y="1906321"/>
            <a:ext cx="318617" cy="269129"/>
          </a:xfrm>
          <a:custGeom xmlns:a="http://schemas.openxmlformats.org/drawingml/2006/main">
            <a:pathLst>
              <a:path w="278200" h="234990">
                <a:moveTo>
                  <a:pt x="0" y="0"/>
                </a:moveTo>
                <a:lnTo>
                  <a:pt x="278200" y="23499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69" name="path-568">
            <a:extLst xmlns:a="http://schemas.openxmlformats.org/drawingml/2006/main">
              <a:ext uri="{FF2B5EF4-FFF2-40B4-BE49-F238E27FC236}">
                <a16:creationId xmlns:a16="http://schemas.microsoft.com/office/drawing/2014/main" id="{0AE79843-6266-4123-B7F6-D093F031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478" y="2142541"/>
            <a:ext cx="62704" cy="58066"/>
          </a:xfrm>
          <a:custGeom xmlns:a="http://schemas.openxmlformats.org/drawingml/2006/main">
            <a:pathLst>
              <a:path w="54750" h="50701">
                <a:moveTo>
                  <a:pt x="54750" y="50701"/>
                </a:moveTo>
                <a:lnTo>
                  <a:pt x="26344" y="0"/>
                </a:lnTo>
                <a:lnTo>
                  <a:pt x="28760" y="28760"/>
                </a:lnTo>
                <a:lnTo>
                  <a:pt x="0" y="31176"/>
                </a:lnTo>
                <a:lnTo>
                  <a:pt x="54750" y="5070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ath-569">
            <a:extLst xmlns:a="http://schemas.openxmlformats.org/drawingml/2006/main">
              <a:ext uri="{FF2B5EF4-FFF2-40B4-BE49-F238E27FC236}">
                <a16:creationId xmlns:a16="http://schemas.microsoft.com/office/drawing/2014/main" id="{13D397C3-1014-4241-A5D7-EF6FB1C1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518" y="2142586"/>
            <a:ext cx="62697" cy="57982"/>
          </a:xfrm>
          <a:custGeom xmlns:a="http://schemas.openxmlformats.org/drawingml/2006/main">
            <a:pathLst>
              <a:path w="54744" h="50627">
                <a:moveTo>
                  <a:pt x="54744" y="50627"/>
                </a:moveTo>
                <a:lnTo>
                  <a:pt x="26299" y="0"/>
                </a:lnTo>
                <a:lnTo>
                  <a:pt x="28689" y="28695"/>
                </a:lnTo>
                <a:lnTo>
                  <a:pt x="0" y="31165"/>
                </a:lnTo>
                <a:lnTo>
                  <a:pt x="54744" y="50627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71" name="path-570">
            <a:extLst xmlns:a="http://schemas.openxmlformats.org/drawingml/2006/main">
              <a:ext uri="{FF2B5EF4-FFF2-40B4-BE49-F238E27FC236}">
                <a16:creationId xmlns:a16="http://schemas.microsoft.com/office/drawing/2014/main" id="{2163AB16-82E8-451B-B645-743477B6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901" y="2181967"/>
            <a:ext cx="249774" cy="70255"/>
          </a:xfrm>
          <a:custGeom xmlns:a="http://schemas.openxmlformats.org/drawingml/2006/main">
            <a:pathLst>
              <a:path w="218090" h="61343">
                <a:moveTo>
                  <a:pt x="0" y="0"/>
                </a:moveTo>
                <a:lnTo>
                  <a:pt x="218090" y="61343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72" name="path-571">
            <a:extLst xmlns:a="http://schemas.openxmlformats.org/drawingml/2006/main">
              <a:ext uri="{FF2B5EF4-FFF2-40B4-BE49-F238E27FC236}">
                <a16:creationId xmlns:a16="http://schemas.microsoft.com/office/drawing/2014/main" id="{A674E061-FCCD-4AFE-B399-15CE136A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820" y="2223423"/>
            <a:ext cx="66329" cy="44997"/>
          </a:xfrm>
          <a:custGeom xmlns:a="http://schemas.openxmlformats.org/drawingml/2006/main">
            <a:pathLst>
              <a:path w="57915" h="39289">
                <a:moveTo>
                  <a:pt x="57915" y="34391"/>
                </a:moveTo>
                <a:lnTo>
                  <a:pt x="11065" y="0"/>
                </a:lnTo>
                <a:lnTo>
                  <a:pt x="25173" y="25173"/>
                </a:lnTo>
                <a:lnTo>
                  <a:pt x="0" y="39289"/>
                </a:lnTo>
                <a:lnTo>
                  <a:pt x="57915" y="3439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72">
            <a:extLst xmlns:a="http://schemas.openxmlformats.org/drawingml/2006/main">
              <a:ext uri="{FF2B5EF4-FFF2-40B4-BE49-F238E27FC236}">
                <a16:creationId xmlns:a16="http://schemas.microsoft.com/office/drawing/2014/main" id="{04E951D4-AB4C-42E5-A8B7-5D9A87E1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778" y="2223422"/>
            <a:ext cx="66385" cy="45046"/>
          </a:xfrm>
          <a:custGeom xmlns:a="http://schemas.openxmlformats.org/drawingml/2006/main">
            <a:pathLst>
              <a:path w="57964" h="39332">
                <a:moveTo>
                  <a:pt x="57964" y="34385"/>
                </a:moveTo>
                <a:lnTo>
                  <a:pt x="11136" y="0"/>
                </a:lnTo>
                <a:lnTo>
                  <a:pt x="25231" y="25146"/>
                </a:lnTo>
                <a:lnTo>
                  <a:pt x="0" y="39332"/>
                </a:lnTo>
                <a:lnTo>
                  <a:pt x="57964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74" name="path-573">
            <a:extLst xmlns:a="http://schemas.openxmlformats.org/drawingml/2006/main">
              <a:ext uri="{FF2B5EF4-FFF2-40B4-BE49-F238E27FC236}">
                <a16:creationId xmlns:a16="http://schemas.microsoft.com/office/drawing/2014/main" id="{D054861E-D8FC-40AB-92BD-09464569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901" y="2363463"/>
            <a:ext cx="249774" cy="70352"/>
          </a:xfrm>
          <a:custGeom xmlns:a="http://schemas.openxmlformats.org/drawingml/2006/main">
            <a:pathLst>
              <a:path w="218090" h="61428">
                <a:moveTo>
                  <a:pt x="0" y="61428"/>
                </a:moveTo>
                <a:lnTo>
                  <a:pt x="2180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75" name="path-574">
            <a:extLst xmlns:a="http://schemas.openxmlformats.org/drawingml/2006/main">
              <a:ext uri="{FF2B5EF4-FFF2-40B4-BE49-F238E27FC236}">
                <a16:creationId xmlns:a16="http://schemas.microsoft.com/office/drawing/2014/main" id="{E7568094-29A5-40F1-AC35-2275C14D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820" y="2347309"/>
            <a:ext cx="66329" cy="44997"/>
          </a:xfrm>
          <a:custGeom xmlns:a="http://schemas.openxmlformats.org/drawingml/2006/main">
            <a:pathLst>
              <a:path w="57915" h="39289">
                <a:moveTo>
                  <a:pt x="57915" y="4889"/>
                </a:moveTo>
                <a:lnTo>
                  <a:pt x="0" y="0"/>
                </a:lnTo>
                <a:lnTo>
                  <a:pt x="25173" y="14108"/>
                </a:lnTo>
                <a:lnTo>
                  <a:pt x="11065" y="39289"/>
                </a:lnTo>
                <a:lnTo>
                  <a:pt x="57915" y="48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path-575">
            <a:extLst xmlns:a="http://schemas.openxmlformats.org/drawingml/2006/main">
              <a:ext uri="{FF2B5EF4-FFF2-40B4-BE49-F238E27FC236}">
                <a16:creationId xmlns:a16="http://schemas.microsoft.com/office/drawing/2014/main" id="{E6866553-C288-4883-ADA7-A255C36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778" y="2347314"/>
            <a:ext cx="66385" cy="44955"/>
          </a:xfrm>
          <a:custGeom xmlns:a="http://schemas.openxmlformats.org/drawingml/2006/main">
            <a:pathLst>
              <a:path w="57964" h="39252">
                <a:moveTo>
                  <a:pt x="57964" y="4867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52"/>
                </a:lnTo>
                <a:lnTo>
                  <a:pt x="57964" y="4867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77" name="path-576">
            <a:extLst xmlns:a="http://schemas.openxmlformats.org/drawingml/2006/main">
              <a:ext uri="{FF2B5EF4-FFF2-40B4-BE49-F238E27FC236}">
                <a16:creationId xmlns:a16="http://schemas.microsoft.com/office/drawing/2014/main" id="{72718FE6-0F93-40E9-969C-83DCD6D7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759" y="2440241"/>
            <a:ext cx="318617" cy="269129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78" name="path-577">
            <a:extLst xmlns:a="http://schemas.openxmlformats.org/drawingml/2006/main">
              <a:ext uri="{FF2B5EF4-FFF2-40B4-BE49-F238E27FC236}">
                <a16:creationId xmlns:a16="http://schemas.microsoft.com/office/drawing/2014/main" id="{8B65E2EF-BE44-4F1E-9AF6-98D9BB4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478" y="2415112"/>
            <a:ext cx="62704" cy="58076"/>
          </a:xfrm>
          <a:custGeom xmlns:a="http://schemas.openxmlformats.org/drawingml/2006/main">
            <a:pathLst>
              <a:path w="54750" h="50709">
                <a:moveTo>
                  <a:pt x="54750" y="0"/>
                </a:moveTo>
                <a:lnTo>
                  <a:pt x="0" y="19525"/>
                </a:lnTo>
                <a:lnTo>
                  <a:pt x="28760" y="21949"/>
                </a:lnTo>
                <a:lnTo>
                  <a:pt x="26344" y="50709"/>
                </a:lnTo>
                <a:lnTo>
                  <a:pt x="5475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78">
            <a:extLst xmlns:a="http://schemas.openxmlformats.org/drawingml/2006/main">
              <a:ext uri="{FF2B5EF4-FFF2-40B4-BE49-F238E27FC236}">
                <a16:creationId xmlns:a16="http://schemas.microsoft.com/office/drawing/2014/main" id="{570652B4-8A3D-4123-AE2B-EA3D193C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518" y="2415117"/>
            <a:ext cx="62697" cy="58079"/>
          </a:xfrm>
          <a:custGeom xmlns:a="http://schemas.openxmlformats.org/drawingml/2006/main">
            <a:pathLst>
              <a:path w="54744" h="50712">
                <a:moveTo>
                  <a:pt x="54744" y="0"/>
                </a:moveTo>
                <a:lnTo>
                  <a:pt x="0" y="19547"/>
                </a:lnTo>
                <a:lnTo>
                  <a:pt x="28689" y="21937"/>
                </a:lnTo>
                <a:lnTo>
                  <a:pt x="26299" y="50712"/>
                </a:lnTo>
                <a:lnTo>
                  <a:pt x="54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580" name="path-579">
            <a:extLst xmlns:a="http://schemas.openxmlformats.org/drawingml/2006/main">
              <a:ext uri="{FF2B5EF4-FFF2-40B4-BE49-F238E27FC236}">
                <a16:creationId xmlns:a16="http://schemas.microsoft.com/office/drawing/2014/main" id="{7431706A-7890-4C0D-B5F0-55244D5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329" y="2172568"/>
            <a:ext cx="1200456" cy="270590"/>
          </a:xfrm>
          <a:custGeom xmlns:a="http://schemas.openxmlformats.org/drawingml/2006/main">
            <a:pathLst>
              <a:path w="1048176" h="236265">
                <a:moveTo>
                  <a:pt x="0" y="0"/>
                </a:moveTo>
                <a:lnTo>
                  <a:pt x="1048176" y="0"/>
                </a:lnTo>
                <a:lnTo>
                  <a:pt x="1048176" y="236265"/>
                </a:lnTo>
                <a:lnTo>
                  <a:pt x="0" y="23626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text-580 Vision">
            <a:extLst xmlns:a="http://schemas.openxmlformats.org/drawingml/2006/main">
              <a:ext uri="{FF2B5EF4-FFF2-40B4-BE49-F238E27FC236}">
                <a16:creationId xmlns:a16="http://schemas.microsoft.com/office/drawing/2014/main" id="{F3D6BF43-0DD9-4D85-86CB-11D0A787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7658" y="2182076"/>
            <a:ext cx="597246" cy="264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582" name="text-580 Agent">
            <a:extLst xmlns:a="http://schemas.openxmlformats.org/drawingml/2006/main">
              <a:ext uri="{FF2B5EF4-FFF2-40B4-BE49-F238E27FC236}">
                <a16:creationId xmlns:a16="http://schemas.microsoft.com/office/drawing/2014/main" id="{3D8C7870-23BF-4BEC-A4C2-83FA2EB6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6425" y="2182073"/>
            <a:ext cx="568969" cy="264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83" name="text-581 Neural">
            <a:extLst xmlns:a="http://schemas.openxmlformats.org/drawingml/2006/main">
              <a:ext uri="{FF2B5EF4-FFF2-40B4-BE49-F238E27FC236}">
                <a16:creationId xmlns:a16="http://schemas.microsoft.com/office/drawing/2014/main" id="{4C960CE9-10AA-453D-9923-6EEDEABE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941" y="1205044"/>
            <a:ext cx="621822" cy="26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584" name="text-581 Networks">
            <a:extLst xmlns:a="http://schemas.openxmlformats.org/drawingml/2006/main">
              <a:ext uri="{FF2B5EF4-FFF2-40B4-BE49-F238E27FC236}">
                <a16:creationId xmlns:a16="http://schemas.microsoft.com/office/drawing/2014/main" id="{64961FB2-DC4F-433F-9F3B-EDA5033E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4232" y="1205058"/>
            <a:ext cx="884186" cy="26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585" name="path-582">
            <a:extLst xmlns:a="http://schemas.openxmlformats.org/drawingml/2006/main">
              <a:ext uri="{FF2B5EF4-FFF2-40B4-BE49-F238E27FC236}">
                <a16:creationId xmlns:a16="http://schemas.microsoft.com/office/drawing/2014/main" id="{5615BDD9-83F8-4376-8ADD-F59CE0F1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822" y="1096747"/>
            <a:ext cx="3126576" cy="2222756"/>
          </a:xfrm>
          <a:custGeom xmlns:a="http://schemas.openxmlformats.org/drawingml/2006/main">
            <a:pathLst>
              <a:path w="2729964" h="1940795">
                <a:moveTo>
                  <a:pt x="0" y="0"/>
                </a:moveTo>
                <a:lnTo>
                  <a:pt x="0" y="1940795"/>
                </a:lnTo>
                <a:lnTo>
                  <a:pt x="2729964" y="1940795"/>
                </a:lnTo>
                <a:lnTo>
                  <a:pt x="272996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586" name="path-583">
            <a:extLst xmlns:a="http://schemas.openxmlformats.org/drawingml/2006/main">
              <a:ext uri="{FF2B5EF4-FFF2-40B4-BE49-F238E27FC236}">
                <a16:creationId xmlns:a16="http://schemas.microsoft.com/office/drawing/2014/main" id="{E241A7D3-9F3B-4EEF-8BE5-B30A2C3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729" y="1536907"/>
            <a:ext cx="632699" cy="236082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text-584 Task">
            <a:extLst xmlns:a="http://schemas.openxmlformats.org/drawingml/2006/main">
              <a:ext uri="{FF2B5EF4-FFF2-40B4-BE49-F238E27FC236}">
                <a16:creationId xmlns:a16="http://schemas.microsoft.com/office/drawing/2014/main" id="{65EDC10C-B064-4669-806D-2E3522A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1456" y="1553232"/>
            <a:ext cx="360517" cy="21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588" name="text-584 1">
            <a:extLst xmlns:a="http://schemas.openxmlformats.org/drawingml/2006/main">
              <a:ext uri="{FF2B5EF4-FFF2-40B4-BE49-F238E27FC236}">
                <a16:creationId xmlns:a16="http://schemas.microsoft.com/office/drawing/2014/main" id="{0752263E-E6DD-4C3B-BA1C-F530D11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6774" y="1553294"/>
            <a:ext cx="111233" cy="211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C18201AB-439E-4B75-96DA-70FC39540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29381b8454eee"/>
          <a:stretch xmlns:a="http://schemas.openxmlformats.org/drawingml/2006/main"/>
        </p:blipFill>
        <p:spPr>
          <a:xfrm xmlns:a="http://schemas.openxmlformats.org/drawingml/2006/main">
            <a:off x="3714437" y="1363604"/>
            <a:ext cx="458170" cy="578166"/>
          </a:xfrm>
          <a:prstGeom xmlns:a="http://schemas.openxmlformats.org/drawingml/2006/main" prst="rect">
            <a:avLst/>
          </a:prstGeom>
        </p:spPr>
      </p:pic>
      <p:sp>
        <p:nvSpPr>
          <p:cNvPr id="590" name="path-586">
            <a:extLst xmlns:a="http://schemas.openxmlformats.org/drawingml/2006/main">
              <a:ext uri="{FF2B5EF4-FFF2-40B4-BE49-F238E27FC236}">
                <a16:creationId xmlns:a16="http://schemas.microsoft.com/office/drawing/2014/main" id="{6C60C2A7-96CC-4AD6-890B-DC3CF22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911" y="1654940"/>
            <a:ext cx="264694" cy="191"/>
          </a:xfrm>
          <a:custGeom xmlns:a="http://schemas.openxmlformats.org/drawingml/2006/main">
            <a:pathLst>
              <a:path w="231117" h="191">
                <a:moveTo>
                  <a:pt x="0" y="0"/>
                </a:moveTo>
                <a:lnTo>
                  <a:pt x="231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591" name="path-587">
            <a:extLst xmlns:a="http://schemas.openxmlformats.org/drawingml/2006/main">
              <a:ext uri="{FF2B5EF4-FFF2-40B4-BE49-F238E27FC236}">
                <a16:creationId xmlns:a16="http://schemas.microsoft.com/office/drawing/2014/main" id="{4FA6C165-52FE-4E35-8CBE-873D1FB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241" y="1626618"/>
            <a:ext cx="75546" cy="56660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path-588">
            <a:extLst xmlns:a="http://schemas.openxmlformats.org/drawingml/2006/main">
              <a:ext uri="{FF2B5EF4-FFF2-40B4-BE49-F238E27FC236}">
                <a16:creationId xmlns:a16="http://schemas.microsoft.com/office/drawing/2014/main" id="{03D26FD1-60A2-441F-A3AB-1A052515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273" y="1626609"/>
            <a:ext cx="75549" cy="56655"/>
          </a:xfrm>
          <a:custGeom xmlns:a="http://schemas.openxmlformats.org/drawingml/2006/main">
            <a:pathLst>
              <a:path w="65965" h="49468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68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593" name="text-589 1.">
            <a:extLst xmlns:a="http://schemas.openxmlformats.org/drawingml/2006/main">
              <a:ext uri="{FF2B5EF4-FFF2-40B4-BE49-F238E27FC236}">
                <a16:creationId xmlns:a16="http://schemas.microsoft.com/office/drawing/2014/main" id="{65D517CD-CA60-41EE-AC7B-22422BF3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9286" y="1143359"/>
            <a:ext cx="172369" cy="238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94" name="text-590 Address">
            <a:extLst xmlns:a="http://schemas.openxmlformats.org/drawingml/2006/main">
              <a:ext uri="{FF2B5EF4-FFF2-40B4-BE49-F238E27FC236}">
                <a16:creationId xmlns:a16="http://schemas.microsoft.com/office/drawing/2014/main" id="{5D12C766-4926-4C1D-892B-E02A627F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8877" y="1143381"/>
            <a:ext cx="654173" cy="23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595" name="text-590 a">
            <a:extLst xmlns:a="http://schemas.openxmlformats.org/drawingml/2006/main">
              <a:ext uri="{FF2B5EF4-FFF2-40B4-BE49-F238E27FC236}">
                <a16:creationId xmlns:a16="http://schemas.microsoft.com/office/drawing/2014/main" id="{1FBEA20A-F338-4A9A-8EFC-F87BBD9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9671" y="1143316"/>
            <a:ext cx="125145" cy="238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96" name="text-590 pre-defined">
            <a:extLst xmlns:a="http://schemas.openxmlformats.org/drawingml/2006/main">
              <a:ext uri="{FF2B5EF4-FFF2-40B4-BE49-F238E27FC236}">
                <a16:creationId xmlns:a16="http://schemas.microsoft.com/office/drawing/2014/main" id="{2B50C09F-E9B5-44D7-BD53-893A16C3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1429" y="1143370"/>
            <a:ext cx="890567" cy="238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pre-defined</a:t>
            </a:r>
          </a:p>
        </p:txBody>
      </p:sp>
      <p:sp>
        <p:nvSpPr>
          <p:cNvPr id="597" name="path-591">
            <a:extLst xmlns:a="http://schemas.openxmlformats.org/drawingml/2006/main">
              <a:ext uri="{FF2B5EF4-FFF2-40B4-BE49-F238E27FC236}">
                <a16:creationId xmlns:a16="http://schemas.microsoft.com/office/drawing/2014/main" id="{D28F2D77-8D2F-474A-8D7A-60E61002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05" y="1341136"/>
            <a:ext cx="434581" cy="191"/>
          </a:xfrm>
          <a:custGeom xmlns:a="http://schemas.openxmlformats.org/drawingml/2006/main">
            <a:pathLst>
              <a:path w="379453" h="191">
                <a:moveTo>
                  <a:pt x="0" y="0"/>
                </a:moveTo>
                <a:lnTo>
                  <a:pt x="379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598" name="text-592 static">
            <a:extLst xmlns:a="http://schemas.openxmlformats.org/drawingml/2006/main">
              <a:ext uri="{FF2B5EF4-FFF2-40B4-BE49-F238E27FC236}">
                <a16:creationId xmlns:a16="http://schemas.microsoft.com/office/drawing/2014/main" id="{D9E55781-2E43-4D04-9CD1-C4F6F942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605" y="1143367"/>
            <a:ext cx="474647" cy="23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599" name="text-593 task">
            <a:extLst xmlns:a="http://schemas.openxmlformats.org/drawingml/2006/main">
              <a:ext uri="{FF2B5EF4-FFF2-40B4-BE49-F238E27FC236}">
                <a16:creationId xmlns:a16="http://schemas.microsoft.com/office/drawing/2014/main" id="{34908513-E16B-417C-9304-A2955CA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9854" y="1143410"/>
            <a:ext cx="342327" cy="237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00" name="text-594 2.">
            <a:extLst xmlns:a="http://schemas.openxmlformats.org/drawingml/2006/main">
              <a:ext uri="{FF2B5EF4-FFF2-40B4-BE49-F238E27FC236}">
                <a16:creationId xmlns:a16="http://schemas.microsoft.com/office/drawing/2014/main" id="{0A241309-2CEA-4524-A5F2-757C0331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9286" y="2014120"/>
            <a:ext cx="172369" cy="238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601" name="text-595 Adapt">
            <a:extLst xmlns:a="http://schemas.openxmlformats.org/drawingml/2006/main">
              <a:ext uri="{FF2B5EF4-FFF2-40B4-BE49-F238E27FC236}">
                <a16:creationId xmlns:a16="http://schemas.microsoft.com/office/drawing/2014/main" id="{4DDD45FA-295D-45A4-BB8A-C36B94DF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8340" y="2014136"/>
            <a:ext cx="474814" cy="238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sp>
        <p:nvSpPr>
          <p:cNvPr id="602" name="text-595 to">
            <a:extLst xmlns:a="http://schemas.openxmlformats.org/drawingml/2006/main">
              <a:ext uri="{FF2B5EF4-FFF2-40B4-BE49-F238E27FC236}">
                <a16:creationId xmlns:a16="http://schemas.microsoft.com/office/drawing/2014/main" id="{D9C748A1-ABAB-41A4-BEC5-765A7B7C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9771" y="2014128"/>
            <a:ext cx="172360" cy="23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603" name="path-596">
            <a:extLst xmlns:a="http://schemas.openxmlformats.org/drawingml/2006/main">
              <a:ext uri="{FF2B5EF4-FFF2-40B4-BE49-F238E27FC236}">
                <a16:creationId xmlns:a16="http://schemas.microsoft.com/office/drawing/2014/main" id="{FC2187E9-C40C-4A0D-BEFA-88BA15E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27" y="2209920"/>
            <a:ext cx="633072" cy="191"/>
          </a:xfrm>
          <a:custGeom xmlns:a="http://schemas.openxmlformats.org/drawingml/2006/main">
            <a:pathLst>
              <a:path w="552765" h="191">
                <a:moveTo>
                  <a:pt x="0" y="0"/>
                </a:moveTo>
                <a:lnTo>
                  <a:pt x="552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604" name="text-597 variable">
            <a:extLst xmlns:a="http://schemas.openxmlformats.org/drawingml/2006/main">
              <a:ext uri="{FF2B5EF4-FFF2-40B4-BE49-F238E27FC236}">
                <a16:creationId xmlns:a16="http://schemas.microsoft.com/office/drawing/2014/main" id="{391E5D04-F7D6-44E4-AB36-09A53BB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8727" y="2014075"/>
            <a:ext cx="673394" cy="238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605" name="text-598 task">
            <a:extLst xmlns:a="http://schemas.openxmlformats.org/drawingml/2006/main">
              <a:ext uri="{FF2B5EF4-FFF2-40B4-BE49-F238E27FC236}">
                <a16:creationId xmlns:a16="http://schemas.microsoft.com/office/drawing/2014/main" id="{06B37FDB-AFC7-44A4-B05A-6E9AE36D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8467" y="2014168"/>
            <a:ext cx="342335" cy="23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06" name="text-598 demands">
            <a:extLst xmlns:a="http://schemas.openxmlformats.org/drawingml/2006/main">
              <a:ext uri="{FF2B5EF4-FFF2-40B4-BE49-F238E27FC236}">
                <a16:creationId xmlns:a16="http://schemas.microsoft.com/office/drawing/2014/main" id="{5343D143-B4DA-4E8F-B8B6-B02E2681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7427" y="2014150"/>
            <a:ext cx="729870" cy="237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demands</a:t>
            </a:r>
          </a:p>
        </p:txBody>
      </p:sp>
      <p:sp>
        <p:nvSpPr>
          <p:cNvPr id="607" name="path-599">
            <a:extLst xmlns:a="http://schemas.openxmlformats.org/drawingml/2006/main">
              <a:ext uri="{FF2B5EF4-FFF2-40B4-BE49-F238E27FC236}">
                <a16:creationId xmlns:a16="http://schemas.microsoft.com/office/drawing/2014/main" id="{4CF57C38-3C79-4659-A26D-91343C9D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53" y="2252982"/>
            <a:ext cx="803434" cy="864999"/>
          </a:xfrm>
          <a:custGeom xmlns:a="http://schemas.openxmlformats.org/drawingml/2006/main">
            <a:pathLst>
              <a:path w="701516" h="755272">
                <a:moveTo>
                  <a:pt x="0" y="0"/>
                </a:moveTo>
                <a:lnTo>
                  <a:pt x="0" y="755272"/>
                </a:lnTo>
                <a:lnTo>
                  <a:pt x="701516" y="755272"/>
                </a:lnTo>
                <a:lnTo>
                  <a:pt x="70151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dash"/>
          </a:ln>
        </p:spPr>
      </p:sp>
      <p:sp>
        <p:nvSpPr>
          <p:cNvPr id="608" name="path-600">
            <a:extLst xmlns:a="http://schemas.openxmlformats.org/drawingml/2006/main">
              <a:ext uri="{FF2B5EF4-FFF2-40B4-BE49-F238E27FC236}">
                <a16:creationId xmlns:a16="http://schemas.microsoft.com/office/drawing/2014/main" id="{7E4365D0-030D-4F83-A2C4-500E8429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82" y="2507683"/>
            <a:ext cx="311118" cy="355558"/>
          </a:xfrm>
          <a:custGeom xmlns:a="http://schemas.openxmlformats.org/drawingml/2006/main">
            <a:pathLst>
              <a:path w="271652" h="310455">
                <a:moveTo>
                  <a:pt x="271652" y="220424"/>
                </a:moveTo>
                <a:lnTo>
                  <a:pt x="271652" y="0"/>
                </a:lnTo>
                <a:lnTo>
                  <a:pt x="0" y="0"/>
                </a:lnTo>
                <a:lnTo>
                  <a:pt x="0" y="310455"/>
                </a:lnTo>
                <a:lnTo>
                  <a:pt x="133880" y="310455"/>
                </a:lnTo>
                <a:lnTo>
                  <a:pt x="133880" y="291053"/>
                </a:lnTo>
                <a:lnTo>
                  <a:pt x="19401" y="291053"/>
                </a:lnTo>
                <a:lnTo>
                  <a:pt x="19401" y="19402"/>
                </a:lnTo>
                <a:lnTo>
                  <a:pt x="252242" y="19402"/>
                </a:lnTo>
                <a:lnTo>
                  <a:pt x="252242" y="213440"/>
                </a:lnTo>
                <a:lnTo>
                  <a:pt x="174629" y="213440"/>
                </a:lnTo>
                <a:lnTo>
                  <a:pt x="174629" y="310455"/>
                </a:lnTo>
                <a:lnTo>
                  <a:pt x="192092" y="310455"/>
                </a:lnTo>
                <a:lnTo>
                  <a:pt x="271652" y="231093"/>
                </a:lnTo>
                <a:lnTo>
                  <a:pt x="271652" y="220424"/>
                </a:lnTo>
                <a:moveTo>
                  <a:pt x="192092" y="282907"/>
                </a:moveTo>
                <a:lnTo>
                  <a:pt x="192092" y="231093"/>
                </a:lnTo>
                <a:lnTo>
                  <a:pt x="244294" y="231093"/>
                </a:lnTo>
                <a:lnTo>
                  <a:pt x="192092" y="2829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601">
            <a:extLst xmlns:a="http://schemas.openxmlformats.org/drawingml/2006/main">
              <a:ext uri="{FF2B5EF4-FFF2-40B4-BE49-F238E27FC236}">
                <a16:creationId xmlns:a16="http://schemas.microsoft.com/office/drawing/2014/main" id="{BE4478DF-8E84-41E1-8B56-11B4E7A0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151" y="2595459"/>
            <a:ext cx="177779" cy="159118"/>
          </a:xfrm>
          <a:custGeom xmlns:a="http://schemas.openxmlformats.org/drawingml/2006/main">
            <a:pathLst>
              <a:path w="155227" h="138934">
                <a:moveTo>
                  <a:pt x="0" y="0"/>
                </a:moveTo>
                <a:lnTo>
                  <a:pt x="0" y="19401"/>
                </a:lnTo>
                <a:lnTo>
                  <a:pt x="155227" y="19401"/>
                </a:lnTo>
                <a:lnTo>
                  <a:pt x="155227" y="0"/>
                </a:lnTo>
                <a:close/>
                <a:moveTo>
                  <a:pt x="0" y="58212"/>
                </a:moveTo>
                <a:lnTo>
                  <a:pt x="0" y="77613"/>
                </a:lnTo>
                <a:lnTo>
                  <a:pt x="155227" y="77613"/>
                </a:lnTo>
                <a:lnTo>
                  <a:pt x="155227" y="58212"/>
                </a:lnTo>
                <a:close/>
                <a:moveTo>
                  <a:pt x="0" y="119524"/>
                </a:moveTo>
                <a:lnTo>
                  <a:pt x="0" y="138934"/>
                </a:lnTo>
                <a:lnTo>
                  <a:pt x="97015" y="138934"/>
                </a:lnTo>
                <a:lnTo>
                  <a:pt x="97015" y="119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A9BB2495-ABE3-4ECB-9703-4BDCD017C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236a89ac84e60"/>
          <a:stretch xmlns:a="http://schemas.openxmlformats.org/drawingml/2006/main"/>
        </p:blipFill>
        <p:spPr>
          <a:xfrm xmlns:a="http://schemas.openxmlformats.org/drawingml/2006/main">
            <a:off x="4532597" y="2399941"/>
            <a:ext cx="447261" cy="578166"/>
          </a:xfrm>
          <a:prstGeom xmlns:a="http://schemas.openxmlformats.org/drawingml/2006/main" prst="rect">
            <a:avLst/>
          </a:prstGeom>
        </p:spPr>
      </p:pic>
      <p:sp>
        <p:nvSpPr>
          <p:cNvPr id="611" name="path-603">
            <a:extLst xmlns:a="http://schemas.openxmlformats.org/drawingml/2006/main">
              <a:ext uri="{FF2B5EF4-FFF2-40B4-BE49-F238E27FC236}">
                <a16:creationId xmlns:a16="http://schemas.microsoft.com/office/drawing/2014/main" id="{8AFE6D1B-39BC-4E98-A9E2-098E689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887" y="2680760"/>
            <a:ext cx="205392" cy="191"/>
          </a:xfrm>
          <a:custGeom xmlns:a="http://schemas.openxmlformats.org/drawingml/2006/main">
            <a:pathLst>
              <a:path w="179337" h="191">
                <a:moveTo>
                  <a:pt x="0" y="0"/>
                </a:moveTo>
                <a:lnTo>
                  <a:pt x="179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12" name="path-604">
            <a:extLst xmlns:a="http://schemas.openxmlformats.org/drawingml/2006/main">
              <a:ext uri="{FF2B5EF4-FFF2-40B4-BE49-F238E27FC236}">
                <a16:creationId xmlns:a16="http://schemas.microsoft.com/office/drawing/2014/main" id="{67D7301C-8C9D-4955-BDCA-1EECAB53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932" y="2652411"/>
            <a:ext cx="75546" cy="56659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605">
            <a:extLst xmlns:a="http://schemas.openxmlformats.org/drawingml/2006/main">
              <a:ext uri="{FF2B5EF4-FFF2-40B4-BE49-F238E27FC236}">
                <a16:creationId xmlns:a16="http://schemas.microsoft.com/office/drawing/2014/main" id="{6A2EBEE6-9FCC-4EF0-811A-60BB72B2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948" y="2652429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14" name="path-606">
            <a:extLst xmlns:a="http://schemas.openxmlformats.org/drawingml/2006/main">
              <a:ext uri="{FF2B5EF4-FFF2-40B4-BE49-F238E27FC236}">
                <a16:creationId xmlns:a16="http://schemas.microsoft.com/office/drawing/2014/main" id="{2B3D0D7A-B56F-4162-98D3-45E03DF1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086" y="2301008"/>
            <a:ext cx="632699" cy="236082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text-607 Task">
            <a:extLst xmlns:a="http://schemas.openxmlformats.org/drawingml/2006/main">
              <a:ext uri="{FF2B5EF4-FFF2-40B4-BE49-F238E27FC236}">
                <a16:creationId xmlns:a16="http://schemas.microsoft.com/office/drawing/2014/main" id="{14481797-8A5F-434C-B050-97B7349D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3849" y="2317383"/>
            <a:ext cx="360517" cy="21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16" name="text-607 1">
            <a:extLst xmlns:a="http://schemas.openxmlformats.org/drawingml/2006/main">
              <a:ext uri="{FF2B5EF4-FFF2-40B4-BE49-F238E27FC236}">
                <a16:creationId xmlns:a16="http://schemas.microsoft.com/office/drawing/2014/main" id="{34604053-FE0D-4B7C-9A04-58916C8A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9167" y="2317444"/>
            <a:ext cx="111233" cy="211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17" name="path-608">
            <a:extLst xmlns:a="http://schemas.openxmlformats.org/drawingml/2006/main">
              <a:ext uri="{FF2B5EF4-FFF2-40B4-BE49-F238E27FC236}">
                <a16:creationId xmlns:a16="http://schemas.microsoft.com/office/drawing/2014/main" id="{F51D720A-5A85-4FC8-B46B-FED384C5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212" y="2419084"/>
            <a:ext cx="264694" cy="266398"/>
          </a:xfrm>
          <a:custGeom xmlns:a="http://schemas.openxmlformats.org/drawingml/2006/main">
            <a:pathLst>
              <a:path w="231117" h="232605">
                <a:moveTo>
                  <a:pt x="0" y="232605"/>
                </a:moveTo>
                <a:lnTo>
                  <a:pt x="123844" y="232605"/>
                </a:lnTo>
                <a:lnTo>
                  <a:pt x="123844" y="0"/>
                </a:lnTo>
                <a:lnTo>
                  <a:pt x="231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18" name="path-609">
            <a:extLst xmlns:a="http://schemas.openxmlformats.org/drawingml/2006/main">
              <a:ext uri="{FF2B5EF4-FFF2-40B4-BE49-F238E27FC236}">
                <a16:creationId xmlns:a16="http://schemas.microsoft.com/office/drawing/2014/main" id="{A3977665-B6DA-4DB0-A26F-E0048845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97" y="2390720"/>
            <a:ext cx="75546" cy="56659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610">
            <a:extLst xmlns:a="http://schemas.openxmlformats.org/drawingml/2006/main">
              <a:ext uri="{FF2B5EF4-FFF2-40B4-BE49-F238E27FC236}">
                <a16:creationId xmlns:a16="http://schemas.microsoft.com/office/drawing/2014/main" id="{99E0123E-290D-4630-9B26-668AB437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75" y="2390753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20" name="path-611">
            <a:extLst xmlns:a="http://schemas.openxmlformats.org/drawingml/2006/main">
              <a:ext uri="{FF2B5EF4-FFF2-40B4-BE49-F238E27FC236}">
                <a16:creationId xmlns:a16="http://schemas.microsoft.com/office/drawing/2014/main" id="{B45832A7-052D-4CA2-B53E-D6BDB6A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086" y="2567421"/>
            <a:ext cx="632699" cy="236082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text-612 Task">
            <a:extLst xmlns:a="http://schemas.openxmlformats.org/drawingml/2006/main">
              <a:ext uri="{FF2B5EF4-FFF2-40B4-BE49-F238E27FC236}">
                <a16:creationId xmlns:a16="http://schemas.microsoft.com/office/drawing/2014/main" id="{11C944C5-F131-4D37-AECE-F8C6759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3849" y="2583774"/>
            <a:ext cx="360517" cy="21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22" name="text-612 2">
            <a:extLst xmlns:a="http://schemas.openxmlformats.org/drawingml/2006/main">
              <a:ext uri="{FF2B5EF4-FFF2-40B4-BE49-F238E27FC236}">
                <a16:creationId xmlns:a16="http://schemas.microsoft.com/office/drawing/2014/main" id="{FC14667D-42A4-42D0-9D39-7FA95E3B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9167" y="2583835"/>
            <a:ext cx="111233" cy="211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3" name="path-613">
            <a:extLst xmlns:a="http://schemas.openxmlformats.org/drawingml/2006/main">
              <a:ext uri="{FF2B5EF4-FFF2-40B4-BE49-F238E27FC236}">
                <a16:creationId xmlns:a16="http://schemas.microsoft.com/office/drawing/2014/main" id="{4D31BB42-94B1-4095-8017-D3AEE639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086" y="2833835"/>
            <a:ext cx="632699" cy="236082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text-614 …">
            <a:extLst xmlns:a="http://schemas.openxmlformats.org/drawingml/2006/main">
              <a:ext uri="{FF2B5EF4-FFF2-40B4-BE49-F238E27FC236}">
                <a16:creationId xmlns:a16="http://schemas.microsoft.com/office/drawing/2014/main" id="{C2A41289-B7FD-406C-B92A-6C24B57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8423" y="2835765"/>
            <a:ext cx="200585" cy="238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25" name="path-615">
            <a:extLst xmlns:a="http://schemas.openxmlformats.org/drawingml/2006/main">
              <a:ext uri="{FF2B5EF4-FFF2-40B4-BE49-F238E27FC236}">
                <a16:creationId xmlns:a16="http://schemas.microsoft.com/office/drawing/2014/main" id="{568C892A-FE14-4D0D-9A71-C15B49E8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212" y="2685482"/>
            <a:ext cx="264694" cy="266391"/>
          </a:xfrm>
          <a:custGeom xmlns:a="http://schemas.openxmlformats.org/drawingml/2006/main">
            <a:pathLst>
              <a:path w="231117" h="232599">
                <a:moveTo>
                  <a:pt x="0" y="0"/>
                </a:moveTo>
                <a:lnTo>
                  <a:pt x="123929" y="0"/>
                </a:lnTo>
                <a:lnTo>
                  <a:pt x="123929" y="232599"/>
                </a:lnTo>
                <a:lnTo>
                  <a:pt x="231117" y="232599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26" name="path-616">
            <a:extLst xmlns:a="http://schemas.openxmlformats.org/drawingml/2006/main">
              <a:ext uri="{FF2B5EF4-FFF2-40B4-BE49-F238E27FC236}">
                <a16:creationId xmlns:a16="http://schemas.microsoft.com/office/drawing/2014/main" id="{9C16563C-9214-41E6-90F3-4AAC377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97" y="2923546"/>
            <a:ext cx="75546" cy="56660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path-617">
            <a:extLst xmlns:a="http://schemas.openxmlformats.org/drawingml/2006/main">
              <a:ext uri="{FF2B5EF4-FFF2-40B4-BE49-F238E27FC236}">
                <a16:creationId xmlns:a16="http://schemas.microsoft.com/office/drawing/2014/main" id="{57BA7A11-78FF-4E9F-A371-2DD30D3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75" y="2923542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28" name="path-618">
            <a:extLst xmlns:a="http://schemas.openxmlformats.org/drawingml/2006/main">
              <a:ext uri="{FF2B5EF4-FFF2-40B4-BE49-F238E27FC236}">
                <a16:creationId xmlns:a16="http://schemas.microsoft.com/office/drawing/2014/main" id="{76081C71-8CD2-441B-8FD2-36F5C880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212" y="2685482"/>
            <a:ext cx="264694" cy="191"/>
          </a:xfrm>
          <a:custGeom xmlns:a="http://schemas.openxmlformats.org/drawingml/2006/main">
            <a:pathLst>
              <a:path w="231117" h="191">
                <a:moveTo>
                  <a:pt x="0" y="0"/>
                </a:moveTo>
                <a:lnTo>
                  <a:pt x="231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29" name="path-619">
            <a:extLst xmlns:a="http://schemas.openxmlformats.org/drawingml/2006/main">
              <a:ext uri="{FF2B5EF4-FFF2-40B4-BE49-F238E27FC236}">
                <a16:creationId xmlns:a16="http://schemas.microsoft.com/office/drawing/2014/main" id="{FFE76A1F-E6C1-4A58-8869-FD8C4DD2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97" y="2657133"/>
            <a:ext cx="75546" cy="56659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620">
            <a:extLst xmlns:a="http://schemas.openxmlformats.org/drawingml/2006/main">
              <a:ext uri="{FF2B5EF4-FFF2-40B4-BE49-F238E27FC236}">
                <a16:creationId xmlns:a16="http://schemas.microsoft.com/office/drawing/2014/main" id="{AB3EE270-41F9-4F3F-9251-EF63CFD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575" y="2657151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31" name="path-621">
            <a:extLst xmlns:a="http://schemas.openxmlformats.org/drawingml/2006/main">
              <a:ext uri="{FF2B5EF4-FFF2-40B4-BE49-F238E27FC236}">
                <a16:creationId xmlns:a16="http://schemas.microsoft.com/office/drawing/2014/main" id="{C8758F32-0E33-4EFC-890B-FAA0ABC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906" y="2951593"/>
            <a:ext cx="1598464" cy="281506"/>
          </a:xfrm>
          <a:custGeom xmlns:a="http://schemas.openxmlformats.org/drawingml/2006/main">
            <a:pathLst>
              <a:path w="1395696" h="245797">
                <a:moveTo>
                  <a:pt x="0" y="0"/>
                </a:moveTo>
                <a:lnTo>
                  <a:pt x="0" y="245797"/>
                </a:lnTo>
                <a:lnTo>
                  <a:pt x="1395696" y="245797"/>
                </a:lnTo>
                <a:lnTo>
                  <a:pt x="1395696" y="188980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dash"/>
          </a:ln>
        </p:spPr>
      </p:sp>
      <p:sp>
        <p:nvSpPr>
          <p:cNvPr id="632" name="path-622">
            <a:extLst xmlns:a="http://schemas.openxmlformats.org/drawingml/2006/main">
              <a:ext uri="{FF2B5EF4-FFF2-40B4-BE49-F238E27FC236}">
                <a16:creationId xmlns:a16="http://schemas.microsoft.com/office/drawing/2014/main" id="{29510991-B290-4DF2-8A40-E038AC55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15" y="3132601"/>
            <a:ext cx="42495" cy="56660"/>
          </a:xfrm>
          <a:custGeom xmlns:a="http://schemas.openxmlformats.org/drawingml/2006/main">
            <a:pathLst>
              <a:path w="37104" h="49472">
                <a:moveTo>
                  <a:pt x="18552" y="0"/>
                </a:moveTo>
                <a:lnTo>
                  <a:pt x="0" y="49472"/>
                </a:lnTo>
                <a:lnTo>
                  <a:pt x="18552" y="30920"/>
                </a:lnTo>
                <a:lnTo>
                  <a:pt x="37104" y="49472"/>
                </a:lnTo>
                <a:lnTo>
                  <a:pt x="185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path-623">
            <a:extLst xmlns:a="http://schemas.openxmlformats.org/drawingml/2006/main">
              <a:ext uri="{FF2B5EF4-FFF2-40B4-BE49-F238E27FC236}">
                <a16:creationId xmlns:a16="http://schemas.microsoft.com/office/drawing/2014/main" id="{99736B9F-CB72-4313-8517-761E30B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22" y="3132621"/>
            <a:ext cx="42496" cy="56655"/>
          </a:xfrm>
          <a:custGeom xmlns:a="http://schemas.openxmlformats.org/drawingml/2006/main">
            <a:pathLst>
              <a:path w="37105" h="49468">
                <a:moveTo>
                  <a:pt x="18553" y="0"/>
                </a:moveTo>
                <a:lnTo>
                  <a:pt x="0" y="49468"/>
                </a:lnTo>
                <a:lnTo>
                  <a:pt x="18553" y="30916"/>
                </a:lnTo>
                <a:lnTo>
                  <a:pt x="37105" y="49468"/>
                </a:lnTo>
                <a:lnTo>
                  <a:pt x="18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solid"/>
          </a:ln>
        </p:spPr>
      </p:sp>
      <p:sp>
        <p:nvSpPr>
          <p:cNvPr id="634" name="text-624 Prompt">
            <a:extLst xmlns:a="http://schemas.openxmlformats.org/drawingml/2006/main">
              <a:ext uri="{FF2B5EF4-FFF2-40B4-BE49-F238E27FC236}">
                <a16:creationId xmlns:a16="http://schemas.microsoft.com/office/drawing/2014/main" id="{4C37B398-9D32-4FE5-BF61-221C55E5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078" y="2418301"/>
            <a:ext cx="514206" cy="21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635" name="text-625 Input">
            <a:extLst xmlns:a="http://schemas.openxmlformats.org/drawingml/2006/main">
              <a:ext uri="{FF2B5EF4-FFF2-40B4-BE49-F238E27FC236}">
                <a16:creationId xmlns:a16="http://schemas.microsoft.com/office/drawing/2014/main" id="{42262350-2679-4257-8DCF-8D689F2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5523" y="2583900"/>
            <a:ext cx="363072" cy="21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36" name="text-626 (">
            <a:extLst xmlns:a="http://schemas.openxmlformats.org/drawingml/2006/main">
              <a:ext uri="{FF2B5EF4-FFF2-40B4-BE49-F238E27FC236}">
                <a16:creationId xmlns:a16="http://schemas.microsoft.com/office/drawing/2014/main" id="{3AC9EA94-924F-45B3-A7F5-1FF1B2F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470" y="2749247"/>
            <a:ext cx="77524" cy="21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637" name="text-627 e.g.">
            <a:extLst xmlns:a="http://schemas.openxmlformats.org/drawingml/2006/main">
              <a:ext uri="{FF2B5EF4-FFF2-40B4-BE49-F238E27FC236}">
                <a16:creationId xmlns:a16="http://schemas.microsoft.com/office/drawing/2014/main" id="{2B80D1E7-5585-4B52-AD2D-B4FB8515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3797" y="2749222"/>
            <a:ext cx="279305" cy="21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e.g.</a:t>
            </a:r>
          </a:p>
        </p:txBody>
      </p:sp>
      <p:sp>
        <p:nvSpPr>
          <p:cNvPr id="638" name="text-628 ,">
            <a:extLst xmlns:a="http://schemas.openxmlformats.org/drawingml/2006/main">
              <a:ext uri="{FF2B5EF4-FFF2-40B4-BE49-F238E27FC236}">
                <a16:creationId xmlns:a16="http://schemas.microsoft.com/office/drawing/2014/main" id="{1B609065-43F3-4E35-9375-9BCA65D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5847" y="2749413"/>
            <a:ext cx="69157" cy="211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639" name="text-628 text)">
            <a:extLst xmlns:a="http://schemas.openxmlformats.org/drawingml/2006/main">
              <a:ext uri="{FF2B5EF4-FFF2-40B4-BE49-F238E27FC236}">
                <a16:creationId xmlns:a16="http://schemas.microsoft.com/office/drawing/2014/main" id="{F3E11C2F-079F-45D5-8359-1BF28BB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9792" y="2749267"/>
            <a:ext cx="321050" cy="211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text)</a:t>
            </a:r>
          </a:p>
        </p:txBody>
      </p:sp>
      <p:sp>
        <p:nvSpPr>
          <p:cNvPr id="640" name="text-629 Specify">
            <a:extLst xmlns:a="http://schemas.openxmlformats.org/drawingml/2006/main">
              <a:ext uri="{FF2B5EF4-FFF2-40B4-BE49-F238E27FC236}">
                <a16:creationId xmlns:a16="http://schemas.microsoft.com/office/drawing/2014/main" id="{52922D9A-076C-4CA0-9A6A-DDDBBBD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215" y="3018044"/>
            <a:ext cx="522695" cy="211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Specify</a:t>
            </a:r>
          </a:p>
        </p:txBody>
      </p:sp>
      <p:sp>
        <p:nvSpPr>
          <p:cNvPr id="641" name="path-630">
            <a:extLst xmlns:a="http://schemas.openxmlformats.org/drawingml/2006/main">
              <a:ext uri="{FF2B5EF4-FFF2-40B4-BE49-F238E27FC236}">
                <a16:creationId xmlns:a16="http://schemas.microsoft.com/office/drawing/2014/main" id="{0AD90805-225D-49AA-AEDA-3B680781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883" y="3325447"/>
            <a:ext cx="4518536" cy="191"/>
          </a:xfrm>
          <a:custGeom xmlns:a="http://schemas.openxmlformats.org/drawingml/2006/main">
            <a:pathLst>
              <a:path w="3945351" h="191">
                <a:moveTo>
                  <a:pt x="0" y="0"/>
                </a:moveTo>
                <a:lnTo>
                  <a:pt x="39453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546">
            <a:solidFill>
              <a:srgbClr val="EEEFF3"/>
            </a:solidFill>
            <a:prstDash val="solid"/>
          </a:ln>
        </p:spPr>
      </p:sp>
      <p:sp>
        <p:nvSpPr>
          <p:cNvPr id="642" name="path-631">
            <a:extLst xmlns:a="http://schemas.openxmlformats.org/drawingml/2006/main">
              <a:ext uri="{FF2B5EF4-FFF2-40B4-BE49-F238E27FC236}">
                <a16:creationId xmlns:a16="http://schemas.microsoft.com/office/drawing/2014/main" id="{4B644625-EB74-4D75-8823-5CB4DF7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883" y="274615"/>
            <a:ext cx="4518536" cy="191"/>
          </a:xfrm>
          <a:custGeom xmlns:a="http://schemas.openxmlformats.org/drawingml/2006/main">
            <a:pathLst>
              <a:path w="3945351" h="191">
                <a:moveTo>
                  <a:pt x="39453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546">
            <a:solidFill>
              <a:srgbClr val="EEEFF3"/>
            </a:solidFill>
            <a:prstDash val="solid"/>
          </a:ln>
        </p:spPr>
      </p:sp>
      <p:sp>
        <p:nvSpPr>
          <p:cNvPr id="643" name="path-632">
            <a:extLst xmlns:a="http://schemas.openxmlformats.org/drawingml/2006/main">
              <a:ext uri="{FF2B5EF4-FFF2-40B4-BE49-F238E27FC236}">
                <a16:creationId xmlns:a16="http://schemas.microsoft.com/office/drawing/2014/main" id="{0D32CDA9-067E-4BAD-9B8F-C08D7C0F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883" y="52713"/>
            <a:ext cx="4518536" cy="522293"/>
          </a:xfrm>
          <a:custGeom xmlns:a="http://schemas.openxmlformats.org/drawingml/2006/main">
            <a:pathLst>
              <a:path w="3945351" h="456039">
                <a:moveTo>
                  <a:pt x="0" y="0"/>
                </a:moveTo>
                <a:lnTo>
                  <a:pt x="3945351" y="0"/>
                </a:lnTo>
                <a:lnTo>
                  <a:pt x="3945351" y="456039"/>
                </a:lnTo>
                <a:lnTo>
                  <a:pt x="0" y="45603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text-633 Various">
            <a:extLst xmlns:a="http://schemas.openxmlformats.org/drawingml/2006/main">
              <a:ext uri="{FF2B5EF4-FFF2-40B4-BE49-F238E27FC236}">
                <a16:creationId xmlns:a16="http://schemas.microsoft.com/office/drawing/2014/main" id="{23A46C11-5AC7-4A33-BC24-1F4D003F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2135" y="115993"/>
            <a:ext cx="716174" cy="264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Various</a:t>
            </a:r>
          </a:p>
        </p:txBody>
      </p:sp>
      <p:sp>
        <p:nvSpPr>
          <p:cNvPr id="645" name="text-633 Vision">
            <a:extLst xmlns:a="http://schemas.openxmlformats.org/drawingml/2006/main">
              <a:ext uri="{FF2B5EF4-FFF2-40B4-BE49-F238E27FC236}">
                <a16:creationId xmlns:a16="http://schemas.microsoft.com/office/drawing/2014/main" id="{EC11846F-1EBE-451F-8D1A-D3E86B4B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6718" y="116011"/>
            <a:ext cx="597163" cy="264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646" name="text-633 Tasks">
            <a:extLst xmlns:a="http://schemas.openxmlformats.org/drawingml/2006/main">
              <a:ext uri="{FF2B5EF4-FFF2-40B4-BE49-F238E27FC236}">
                <a16:creationId xmlns:a16="http://schemas.microsoft.com/office/drawing/2014/main" id="{2B29E889-4A7E-466C-A217-67DFFD1A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360" y="116022"/>
            <a:ext cx="555329" cy="26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647" name="text-635 (without">
            <a:extLst xmlns:a="http://schemas.openxmlformats.org/drawingml/2006/main">
              <a:ext uri="{FF2B5EF4-FFF2-40B4-BE49-F238E27FC236}">
                <a16:creationId xmlns:a16="http://schemas.microsoft.com/office/drawing/2014/main" id="{B7D55FC8-F467-4853-80DE-BE77F5E6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2952" y="339634"/>
            <a:ext cx="556282" cy="211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(without</a:t>
            </a:r>
          </a:p>
        </p:txBody>
      </p:sp>
      <p:sp>
        <p:nvSpPr>
          <p:cNvPr id="648" name="text-635 relying">
            <a:extLst xmlns:a="http://schemas.openxmlformats.org/drawingml/2006/main">
              <a:ext uri="{FF2B5EF4-FFF2-40B4-BE49-F238E27FC236}">
                <a16:creationId xmlns:a16="http://schemas.microsoft.com/office/drawing/2014/main" id="{04C3DEC9-56B7-4877-B755-9299C279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4003" y="339643"/>
            <a:ext cx="472314" cy="211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relying</a:t>
            </a:r>
          </a:p>
        </p:txBody>
      </p:sp>
      <p:sp>
        <p:nvSpPr>
          <p:cNvPr id="649" name="text-635 on">
            <a:extLst xmlns:a="http://schemas.openxmlformats.org/drawingml/2006/main">
              <a:ext uri="{FF2B5EF4-FFF2-40B4-BE49-F238E27FC236}">
                <a16:creationId xmlns:a16="http://schemas.microsoft.com/office/drawing/2014/main" id="{49BCF190-5D84-4CA1-B7FD-C8F746B7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1095" y="339631"/>
            <a:ext cx="195278" cy="211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650" name="text-635 specialized">
            <a:extLst xmlns:a="http://schemas.openxmlformats.org/drawingml/2006/main">
              <a:ext uri="{FF2B5EF4-FFF2-40B4-BE49-F238E27FC236}">
                <a16:creationId xmlns:a16="http://schemas.microsoft.com/office/drawing/2014/main" id="{4CAC1F6D-4314-4F92-86C0-FB5587B4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1150" y="339635"/>
            <a:ext cx="774751" cy="211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specialized</a:t>
            </a:r>
          </a:p>
        </p:txBody>
      </p:sp>
      <p:sp>
        <p:nvSpPr>
          <p:cNvPr id="651" name="text-635 task">
            <a:extLst xmlns:a="http://schemas.openxmlformats.org/drawingml/2006/main">
              <a:ext uri="{FF2B5EF4-FFF2-40B4-BE49-F238E27FC236}">
                <a16:creationId xmlns:a16="http://schemas.microsoft.com/office/drawing/2014/main" id="{02533825-D6D1-43BC-9AC5-8718EF60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60678" y="339665"/>
            <a:ext cx="304306" cy="211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52" name="text-635 structures)">
            <a:extLst xmlns:a="http://schemas.openxmlformats.org/drawingml/2006/main">
              <a:ext uri="{FF2B5EF4-FFF2-40B4-BE49-F238E27FC236}">
                <a16:creationId xmlns:a16="http://schemas.microsoft.com/office/drawing/2014/main" id="{AE122650-5CD7-47EF-AA4A-ED56DE82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9757" y="339651"/>
            <a:ext cx="740851" cy="211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structures)</a:t>
            </a:r>
          </a:p>
        </p:txBody>
      </p:sp>
      <p:sp>
        <p:nvSpPr>
          <p:cNvPr id="653" name="text-636 …">
            <a:extLst xmlns:a="http://schemas.openxmlformats.org/drawingml/2006/main">
              <a:ext uri="{FF2B5EF4-FFF2-40B4-BE49-F238E27FC236}">
                <a16:creationId xmlns:a16="http://schemas.microsoft.com/office/drawing/2014/main" id="{EE615EB1-BF91-4760-8322-0B2AF33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7793" y="2952306"/>
            <a:ext cx="267457" cy="317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54" name="text-637 …">
            <a:extLst xmlns:a="http://schemas.openxmlformats.org/drawingml/2006/main">
              <a:ext uri="{FF2B5EF4-FFF2-40B4-BE49-F238E27FC236}">
                <a16:creationId xmlns:a16="http://schemas.microsoft.com/office/drawing/2014/main" id="{CB53ED27-8A8B-4F14-A6EA-5689C729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5685" y="2952306"/>
            <a:ext cx="267457" cy="317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55" name="text-638 …">
            <a:extLst xmlns:a="http://schemas.openxmlformats.org/drawingml/2006/main">
              <a:ext uri="{FF2B5EF4-FFF2-40B4-BE49-F238E27FC236}">
                <a16:creationId xmlns:a16="http://schemas.microsoft.com/office/drawing/2014/main" id="{516F7704-4BA9-4938-9807-AC2539E4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1872" y="2952306"/>
            <a:ext cx="267457" cy="317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8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56" name="text-639 Visual">
            <a:extLst xmlns:a="http://schemas.openxmlformats.org/drawingml/2006/main">
              <a:ext uri="{FF2B5EF4-FFF2-40B4-BE49-F238E27FC236}">
                <a16:creationId xmlns:a16="http://schemas.microsoft.com/office/drawing/2014/main" id="{E310FB16-86B9-4416-8579-28992887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204" y="1418818"/>
            <a:ext cx="469559" cy="211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657" name="text-639 Recognition">
            <a:extLst xmlns:a="http://schemas.openxmlformats.org/drawingml/2006/main">
              <a:ext uri="{FF2B5EF4-FFF2-40B4-BE49-F238E27FC236}">
                <a16:creationId xmlns:a16="http://schemas.microsoft.com/office/drawing/2014/main" id="{A5A727F8-B6D0-48FF-AF2C-68A1DAAB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4526" y="1418836"/>
            <a:ext cx="900092" cy="211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658" name="text-640 Medical">
            <a:extLst xmlns:a="http://schemas.openxmlformats.org/drawingml/2006/main">
              <a:ext uri="{FF2B5EF4-FFF2-40B4-BE49-F238E27FC236}">
                <a16:creationId xmlns:a16="http://schemas.microsoft.com/office/drawing/2014/main" id="{3680B9CB-9076-4BBE-A4DB-06F6843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3205" y="2349920"/>
            <a:ext cx="581418" cy="211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Medical</a:t>
            </a:r>
          </a:p>
        </p:txBody>
      </p:sp>
      <p:sp>
        <p:nvSpPr>
          <p:cNvPr id="659" name="text-640 Image">
            <a:extLst xmlns:a="http://schemas.openxmlformats.org/drawingml/2006/main">
              <a:ext uri="{FF2B5EF4-FFF2-40B4-BE49-F238E27FC236}">
                <a16:creationId xmlns:a16="http://schemas.microsoft.com/office/drawing/2014/main" id="{66CE5596-1C0E-4CE5-991F-5B11F085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394" y="2349943"/>
            <a:ext cx="463875" cy="211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60" name="text-641 Analysis">
            <a:extLst xmlns:a="http://schemas.openxmlformats.org/drawingml/2006/main">
              <a:ext uri="{FF2B5EF4-FFF2-40B4-BE49-F238E27FC236}">
                <a16:creationId xmlns:a16="http://schemas.microsoft.com/office/drawing/2014/main" id="{7A8BDA52-6EB4-4173-87F3-EB9193AC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876" y="2515322"/>
            <a:ext cx="648896" cy="211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661" name="text-642 Object">
            <a:extLst xmlns:a="http://schemas.openxmlformats.org/drawingml/2006/main">
              <a:ext uri="{FF2B5EF4-FFF2-40B4-BE49-F238E27FC236}">
                <a16:creationId xmlns:a16="http://schemas.microsoft.com/office/drawing/2014/main" id="{B6C6009B-ECF4-4B30-B762-234697C0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5826" y="1418820"/>
            <a:ext cx="497374" cy="211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662" name="text-642 Localization">
            <a:extLst xmlns:a="http://schemas.openxmlformats.org/drawingml/2006/main">
              <a:ext uri="{FF2B5EF4-FFF2-40B4-BE49-F238E27FC236}">
                <a16:creationId xmlns:a16="http://schemas.microsoft.com/office/drawing/2014/main" id="{89E085E3-4955-405E-A1D9-23605178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7971" y="1418825"/>
            <a:ext cx="900250" cy="2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Localization</a:t>
            </a:r>
          </a:p>
        </p:txBody>
      </p:sp>
      <p:pic>
        <p:nvPic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31E5E561-2B2B-4549-A122-5AC12009A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3aa2b98004ffb"/>
          <a:stretch xmlns:a="http://schemas.openxmlformats.org/drawingml/2006/main"/>
        </p:blipFill>
        <p:spPr>
          <a:xfrm xmlns:a="http://schemas.openxmlformats.org/drawingml/2006/main">
            <a:off x="14590512" y="1603598"/>
            <a:ext cx="752707" cy="709072"/>
          </a:xfrm>
          <a:prstGeom xmlns:a="http://schemas.openxmlformats.org/drawingml/2006/main" prst="rect">
            <a:avLst/>
          </a:prstGeom>
        </p:spPr>
      </p:pic>
      <p:sp>
        <p:nvSpPr>
          <p:cNvPr id="664" name="path-644">
            <a:extLst xmlns:a="http://schemas.openxmlformats.org/drawingml/2006/main">
              <a:ext uri="{FF2B5EF4-FFF2-40B4-BE49-F238E27FC236}">
                <a16:creationId xmlns:a16="http://schemas.microsoft.com/office/drawing/2014/main" id="{70136895-F1DC-4F8A-BCA4-9555A916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288" y="1606207"/>
            <a:ext cx="740639" cy="705414"/>
          </a:xfrm>
          <a:custGeom xmlns:a="http://schemas.openxmlformats.org/drawingml/2006/main">
            <a:pathLst>
              <a:path w="646687" h="615931">
                <a:moveTo>
                  <a:pt x="0" y="0"/>
                </a:moveTo>
                <a:lnTo>
                  <a:pt x="0" y="615931"/>
                </a:lnTo>
                <a:lnTo>
                  <a:pt x="646687" y="615931"/>
                </a:lnTo>
                <a:lnTo>
                  <a:pt x="6466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pic>
        <p:nvPic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7198BBB2-5DE3-4841-912D-E5700FE646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19739867a4018"/>
          <a:stretch xmlns:a="http://schemas.openxmlformats.org/drawingml/2006/main"/>
        </p:blipFill>
        <p:spPr>
          <a:xfrm xmlns:a="http://schemas.openxmlformats.org/drawingml/2006/main">
            <a:off x="14590512" y="850891"/>
            <a:ext cx="752707" cy="752707"/>
          </a:xfrm>
          <a:prstGeom xmlns:a="http://schemas.openxmlformats.org/drawingml/2006/main" prst="rect">
            <a:avLst/>
          </a:prstGeom>
        </p:spPr>
      </p:pic>
      <p:sp>
        <p:nvSpPr>
          <p:cNvPr id="666" name="path-646">
            <a:extLst xmlns:a="http://schemas.openxmlformats.org/drawingml/2006/main">
              <a:ext uri="{FF2B5EF4-FFF2-40B4-BE49-F238E27FC236}">
                <a16:creationId xmlns:a16="http://schemas.microsoft.com/office/drawing/2014/main" id="{E7D86393-12EE-444D-AC08-56F7516B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288" y="857549"/>
            <a:ext cx="740639" cy="738649"/>
          </a:xfrm>
          <a:custGeom xmlns:a="http://schemas.openxmlformats.org/drawingml/2006/main">
            <a:pathLst>
              <a:path w="646687" h="644950">
                <a:moveTo>
                  <a:pt x="0" y="0"/>
                </a:moveTo>
                <a:lnTo>
                  <a:pt x="0" y="644950"/>
                </a:lnTo>
                <a:lnTo>
                  <a:pt x="646687" y="644950"/>
                </a:lnTo>
                <a:lnTo>
                  <a:pt x="6466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pic>
        <p:nvPic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789626B2-B40E-47D1-ABCB-3A3EAF492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a3edf9a724ccc"/>
          <a:stretch xmlns:a="http://schemas.openxmlformats.org/drawingml/2006/main"/>
        </p:blipFill>
        <p:spPr>
          <a:xfrm xmlns:a="http://schemas.openxmlformats.org/drawingml/2006/main">
            <a:off x="11230601" y="719985"/>
            <a:ext cx="665437" cy="665437"/>
          </a:xfrm>
          <a:prstGeom xmlns:a="http://schemas.openxmlformats.org/drawingml/2006/main" prst="rect">
            <a:avLst/>
          </a:prstGeom>
        </p:spPr>
      </p:pic>
      <p:sp>
        <p:nvSpPr>
          <p:cNvPr id="668" name="path-648">
            <a:extLst xmlns:a="http://schemas.openxmlformats.org/drawingml/2006/main">
              <a:ext uri="{FF2B5EF4-FFF2-40B4-BE49-F238E27FC236}">
                <a16:creationId xmlns:a16="http://schemas.microsoft.com/office/drawing/2014/main" id="{2F7AF3D0-B0F6-4AB1-99AB-BE6280AB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986" y="730821"/>
            <a:ext cx="644688" cy="649130"/>
          </a:xfrm>
          <a:custGeom xmlns:a="http://schemas.openxmlformats.org/drawingml/2006/main">
            <a:pathLst>
              <a:path w="562908" h="566786">
                <a:moveTo>
                  <a:pt x="0" y="0"/>
                </a:moveTo>
                <a:lnTo>
                  <a:pt x="0" y="566786"/>
                </a:lnTo>
                <a:lnTo>
                  <a:pt x="562908" y="566786"/>
                </a:lnTo>
                <a:lnTo>
                  <a:pt x="5629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669" name="path-649">
            <a:extLst xmlns:a="http://schemas.openxmlformats.org/drawingml/2006/main">
              <a:ext uri="{FF2B5EF4-FFF2-40B4-BE49-F238E27FC236}">
                <a16:creationId xmlns:a16="http://schemas.microsoft.com/office/drawing/2014/main" id="{22BF9877-AFF9-4459-94EB-C9A9E1A8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106" y="910951"/>
            <a:ext cx="528823" cy="288860"/>
          </a:xfrm>
          <a:custGeom xmlns:a="http://schemas.openxmlformats.org/drawingml/2006/main">
            <a:pathLst>
              <a:path w="461741" h="252217">
                <a:moveTo>
                  <a:pt x="0" y="0"/>
                </a:moveTo>
                <a:lnTo>
                  <a:pt x="461741" y="0"/>
                </a:lnTo>
                <a:lnTo>
                  <a:pt x="461741" y="252217"/>
                </a:lnTo>
                <a:lnTo>
                  <a:pt x="0" y="252217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text-650 “Cat”">
            <a:extLst xmlns:a="http://schemas.openxmlformats.org/drawingml/2006/main">
              <a:ext uri="{FF2B5EF4-FFF2-40B4-BE49-F238E27FC236}">
                <a16:creationId xmlns:a16="http://schemas.microsoft.com/office/drawing/2014/main" id="{7158B145-ED2C-443B-A85B-A968A7CD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0670" y="939301"/>
            <a:ext cx="408327" cy="238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“Cat”</a:t>
            </a:r>
          </a:p>
        </p:txBody>
      </p:sp>
      <p:pic>
        <p:nvPic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2D6482B9-0AF6-4E79-9E1C-191486005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7da6fb745453e"/>
          <a:stretch xmlns:a="http://schemas.openxmlformats.org/drawingml/2006/main"/>
        </p:blipFill>
        <p:spPr>
          <a:xfrm xmlns:a="http://schemas.openxmlformats.org/drawingml/2006/main">
            <a:off x="12736016" y="621806"/>
            <a:ext cx="1527232" cy="763616"/>
          </a:xfrm>
          <a:prstGeom xmlns:a="http://schemas.openxmlformats.org/drawingml/2006/main" prst="rect">
            <a:avLst/>
          </a:prstGeom>
        </p:spPr>
      </p:pic>
      <p:sp>
        <p:nvSpPr>
          <p:cNvPr id="672" name="path-652">
            <a:extLst xmlns:a="http://schemas.openxmlformats.org/drawingml/2006/main">
              <a:ext uri="{FF2B5EF4-FFF2-40B4-BE49-F238E27FC236}">
                <a16:creationId xmlns:a16="http://schemas.microsoft.com/office/drawing/2014/main" id="{D2A6C872-CAE4-4D31-AF50-6EA5D92C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0007" y="623918"/>
            <a:ext cx="1516873" cy="756033"/>
          </a:xfrm>
          <a:custGeom xmlns:a="http://schemas.openxmlformats.org/drawingml/2006/main">
            <a:pathLst>
              <a:path w="1324455" h="660129">
                <a:moveTo>
                  <a:pt x="0" y="0"/>
                </a:moveTo>
                <a:lnTo>
                  <a:pt x="0" y="660129"/>
                </a:lnTo>
                <a:lnTo>
                  <a:pt x="1324455" y="660129"/>
                </a:lnTo>
                <a:lnTo>
                  <a:pt x="13244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pic>
        <p:nvPic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B729BCF3-BD05-43B4-BDBD-E8DBAB977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b71c78606492b"/>
          <a:stretch xmlns:a="http://schemas.openxmlformats.org/drawingml/2006/main"/>
        </p:blipFill>
        <p:spPr>
          <a:xfrm xmlns:a="http://schemas.openxmlformats.org/drawingml/2006/main">
            <a:off x="12026944" y="1723595"/>
            <a:ext cx="785434" cy="654528"/>
          </a:xfrm>
          <a:prstGeom xmlns:a="http://schemas.openxmlformats.org/drawingml/2006/main" prst="rect">
            <a:avLst/>
          </a:prstGeom>
        </p:spPr>
      </p:pic>
      <p:sp>
        <p:nvSpPr>
          <p:cNvPr id="674" name="path-654">
            <a:extLst xmlns:a="http://schemas.openxmlformats.org/drawingml/2006/main">
              <a:ext uri="{FF2B5EF4-FFF2-40B4-BE49-F238E27FC236}">
                <a16:creationId xmlns:a16="http://schemas.microsoft.com/office/drawing/2014/main" id="{D6826228-5650-4784-BCDC-6B791F92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7337" y="1731998"/>
            <a:ext cx="768209" cy="645728"/>
          </a:xfrm>
          <a:custGeom xmlns:a="http://schemas.openxmlformats.org/drawingml/2006/main">
            <a:pathLst>
              <a:path w="670760" h="563816">
                <a:moveTo>
                  <a:pt x="0" y="0"/>
                </a:moveTo>
                <a:lnTo>
                  <a:pt x="0" y="563816"/>
                </a:lnTo>
                <a:lnTo>
                  <a:pt x="670760" y="563816"/>
                </a:lnTo>
                <a:lnTo>
                  <a:pt x="67076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pic>
        <p:nvPic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E97BB897-FB08-4D23-A59C-1C46785B6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e0d464c7b4692"/>
          <a:stretch xmlns:a="http://schemas.openxmlformats.org/drawingml/2006/main"/>
        </p:blipFill>
        <p:spPr>
          <a:xfrm xmlns:a="http://schemas.openxmlformats.org/drawingml/2006/main">
            <a:off x="12801468" y="1723595"/>
            <a:ext cx="774525" cy="654528"/>
          </a:xfrm>
          <a:prstGeom xmlns:a="http://schemas.openxmlformats.org/drawingml/2006/main" prst="rect">
            <a:avLst/>
          </a:prstGeom>
        </p:spPr>
      </p:pic>
      <p:sp>
        <p:nvSpPr>
          <p:cNvPr id="676" name="path-656">
            <a:extLst xmlns:a="http://schemas.openxmlformats.org/drawingml/2006/main">
              <a:ext uri="{FF2B5EF4-FFF2-40B4-BE49-F238E27FC236}">
                <a16:creationId xmlns:a16="http://schemas.microsoft.com/office/drawing/2014/main" id="{E983A330-EDE0-42B6-B1F0-5F144267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546" y="1731998"/>
            <a:ext cx="764430" cy="645728"/>
          </a:xfrm>
          <a:custGeom xmlns:a="http://schemas.openxmlformats.org/drawingml/2006/main">
            <a:pathLst>
              <a:path w="667461" h="563816">
                <a:moveTo>
                  <a:pt x="0" y="0"/>
                </a:moveTo>
                <a:lnTo>
                  <a:pt x="0" y="563816"/>
                </a:lnTo>
                <a:lnTo>
                  <a:pt x="667461" y="563816"/>
                </a:lnTo>
                <a:lnTo>
                  <a:pt x="66746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pic>
        <p:nvPic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80AE62CE-B9EF-4AB9-8797-A48E954DF8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cd4ef66744f20"/>
          <a:stretch xmlns:a="http://schemas.openxmlformats.org/drawingml/2006/main"/>
        </p:blipFill>
        <p:spPr>
          <a:xfrm xmlns:a="http://schemas.openxmlformats.org/drawingml/2006/main">
            <a:off x="13565085" y="1723595"/>
            <a:ext cx="774525" cy="654528"/>
          </a:xfrm>
          <a:prstGeom xmlns:a="http://schemas.openxmlformats.org/drawingml/2006/main" prst="rect">
            <a:avLst/>
          </a:prstGeom>
        </p:spPr>
      </p:pic>
      <p:sp>
        <p:nvSpPr>
          <p:cNvPr id="678" name="path-658">
            <a:extLst xmlns:a="http://schemas.openxmlformats.org/drawingml/2006/main">
              <a:ext uri="{FF2B5EF4-FFF2-40B4-BE49-F238E27FC236}">
                <a16:creationId xmlns:a16="http://schemas.microsoft.com/office/drawing/2014/main" id="{0E2EBA57-C1D4-48E0-BC9C-148BA471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9976" y="1731998"/>
            <a:ext cx="769535" cy="645728"/>
          </a:xfrm>
          <a:custGeom xmlns:a="http://schemas.openxmlformats.org/drawingml/2006/main">
            <a:pathLst>
              <a:path w="671918" h="563816">
                <a:moveTo>
                  <a:pt x="0" y="0"/>
                </a:moveTo>
                <a:lnTo>
                  <a:pt x="0" y="563816"/>
                </a:lnTo>
                <a:lnTo>
                  <a:pt x="671918" y="563816"/>
                </a:lnTo>
                <a:lnTo>
                  <a:pt x="67191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679" name="path-659">
            <a:extLst xmlns:a="http://schemas.openxmlformats.org/drawingml/2006/main">
              <a:ext uri="{FF2B5EF4-FFF2-40B4-BE49-F238E27FC236}">
                <a16:creationId xmlns:a16="http://schemas.microsoft.com/office/drawing/2014/main" id="{5DC784C6-0BD5-4F85-9347-D2F11212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289" y="2204611"/>
            <a:ext cx="495223" cy="515989"/>
          </a:xfrm>
          <a:custGeom xmlns:a="http://schemas.openxmlformats.org/drawingml/2006/main">
            <a:pathLst>
              <a:path w="432403" h="450535">
                <a:moveTo>
                  <a:pt x="51814" y="131909"/>
                </a:moveTo>
                <a:cubicBezTo>
                  <a:pt x="45770" y="127589"/>
                  <a:pt x="41450" y="121545"/>
                  <a:pt x="41450" y="113794"/>
                </a:cubicBezTo>
                <a:cubicBezTo>
                  <a:pt x="41450" y="106044"/>
                  <a:pt x="45770" y="99110"/>
                  <a:pt x="51814" y="95680"/>
                </a:cubicBezTo>
                <a:cubicBezTo>
                  <a:pt x="58287" y="92233"/>
                  <a:pt x="66062" y="92233"/>
                  <a:pt x="72534" y="95680"/>
                </a:cubicBezTo>
                <a:cubicBezTo>
                  <a:pt x="78570" y="99967"/>
                  <a:pt x="82858" y="106003"/>
                  <a:pt x="82858" y="113794"/>
                </a:cubicBezTo>
                <a:cubicBezTo>
                  <a:pt x="82858" y="121545"/>
                  <a:pt x="78570" y="128480"/>
                  <a:pt x="72534" y="131909"/>
                </a:cubicBezTo>
                <a:cubicBezTo>
                  <a:pt x="66062" y="135364"/>
                  <a:pt x="58287" y="135364"/>
                  <a:pt x="51814" y="131909"/>
                </a:cubicBezTo>
                <a:moveTo>
                  <a:pt x="236493" y="368362"/>
                </a:moveTo>
                <a:lnTo>
                  <a:pt x="306381" y="368362"/>
                </a:lnTo>
                <a:cubicBezTo>
                  <a:pt x="314132" y="368362"/>
                  <a:pt x="321067" y="370976"/>
                  <a:pt x="326244" y="375305"/>
                </a:cubicBezTo>
                <a:cubicBezTo>
                  <a:pt x="331406" y="380590"/>
                  <a:pt x="334202" y="387747"/>
                  <a:pt x="334003" y="395127"/>
                </a:cubicBezTo>
                <a:lnTo>
                  <a:pt x="334003" y="422749"/>
                </a:lnTo>
                <a:cubicBezTo>
                  <a:pt x="334202" y="430128"/>
                  <a:pt x="331406" y="437285"/>
                  <a:pt x="326244" y="442570"/>
                </a:cubicBezTo>
                <a:cubicBezTo>
                  <a:pt x="320951" y="447740"/>
                  <a:pt x="313777" y="450535"/>
                  <a:pt x="306381" y="450329"/>
                </a:cubicBezTo>
                <a:lnTo>
                  <a:pt x="55236" y="450329"/>
                </a:lnTo>
                <a:cubicBezTo>
                  <a:pt x="47897" y="450412"/>
                  <a:pt x="40831" y="447535"/>
                  <a:pt x="35636" y="442348"/>
                </a:cubicBezTo>
                <a:cubicBezTo>
                  <a:pt x="30450" y="437153"/>
                  <a:pt x="27572" y="430087"/>
                  <a:pt x="27663" y="422749"/>
                </a:cubicBezTo>
                <a:lnTo>
                  <a:pt x="27663" y="395127"/>
                </a:lnTo>
                <a:cubicBezTo>
                  <a:pt x="27663" y="387376"/>
                  <a:pt x="30228" y="380441"/>
                  <a:pt x="35414" y="375264"/>
                </a:cubicBezTo>
                <a:cubicBezTo>
                  <a:pt x="40699" y="370102"/>
                  <a:pt x="47856" y="367306"/>
                  <a:pt x="55236" y="367513"/>
                </a:cubicBezTo>
                <a:lnTo>
                  <a:pt x="125164" y="367513"/>
                </a:lnTo>
                <a:lnTo>
                  <a:pt x="13827" y="181967"/>
                </a:lnTo>
                <a:cubicBezTo>
                  <a:pt x="13827" y="181967"/>
                  <a:pt x="32800" y="198367"/>
                  <a:pt x="48342" y="202688"/>
                </a:cubicBezTo>
                <a:cubicBezTo>
                  <a:pt x="64743" y="206975"/>
                  <a:pt x="94970" y="207874"/>
                  <a:pt x="125164" y="175075"/>
                </a:cubicBezTo>
                <a:lnTo>
                  <a:pt x="236493" y="368362"/>
                </a:lnTo>
                <a:moveTo>
                  <a:pt x="409960" y="131052"/>
                </a:moveTo>
                <a:cubicBezTo>
                  <a:pt x="416168" y="126855"/>
                  <a:pt x="424587" y="128373"/>
                  <a:pt x="428932" y="134482"/>
                </a:cubicBezTo>
                <a:cubicBezTo>
                  <a:pt x="431505" y="137946"/>
                  <a:pt x="432403" y="141416"/>
                  <a:pt x="432403" y="145696"/>
                </a:cubicBezTo>
                <a:cubicBezTo>
                  <a:pt x="431538" y="149233"/>
                  <a:pt x="429386" y="152317"/>
                  <a:pt x="426360" y="154345"/>
                </a:cubicBezTo>
                <a:lnTo>
                  <a:pt x="346075" y="207874"/>
                </a:lnTo>
                <a:cubicBezTo>
                  <a:pt x="339858" y="212063"/>
                  <a:pt x="331431" y="210530"/>
                  <a:pt x="327102" y="204403"/>
                </a:cubicBezTo>
                <a:cubicBezTo>
                  <a:pt x="325338" y="201559"/>
                  <a:pt x="324431" y="198252"/>
                  <a:pt x="324497" y="194896"/>
                </a:cubicBezTo>
                <a:lnTo>
                  <a:pt x="292595" y="157775"/>
                </a:lnTo>
                <a:cubicBezTo>
                  <a:pt x="289454" y="160447"/>
                  <a:pt x="285496" y="161972"/>
                  <a:pt x="281373" y="162096"/>
                </a:cubicBezTo>
                <a:lnTo>
                  <a:pt x="255466" y="162096"/>
                </a:lnTo>
                <a:cubicBezTo>
                  <a:pt x="250544" y="162244"/>
                  <a:pt x="245762" y="160406"/>
                  <a:pt x="242199" y="157000"/>
                </a:cubicBezTo>
                <a:cubicBezTo>
                  <a:pt x="238637" y="153604"/>
                  <a:pt x="236584" y="148912"/>
                  <a:pt x="236493" y="143989"/>
                </a:cubicBezTo>
                <a:lnTo>
                  <a:pt x="236493" y="148310"/>
                </a:lnTo>
                <a:lnTo>
                  <a:pt x="145885" y="148310"/>
                </a:lnTo>
                <a:lnTo>
                  <a:pt x="145885" y="147452"/>
                </a:lnTo>
                <a:cubicBezTo>
                  <a:pt x="150173" y="138803"/>
                  <a:pt x="152778" y="126731"/>
                  <a:pt x="152778" y="113794"/>
                </a:cubicBezTo>
                <a:cubicBezTo>
                  <a:pt x="152778" y="100825"/>
                  <a:pt x="150173" y="88745"/>
                  <a:pt x="145844" y="80137"/>
                </a:cubicBezTo>
                <a:lnTo>
                  <a:pt x="145844" y="79279"/>
                </a:lnTo>
                <a:lnTo>
                  <a:pt x="235603" y="79279"/>
                </a:lnTo>
                <a:lnTo>
                  <a:pt x="235603" y="83567"/>
                </a:lnTo>
                <a:cubicBezTo>
                  <a:pt x="235603" y="74102"/>
                  <a:pt x="244244" y="65452"/>
                  <a:pt x="254609" y="65452"/>
                </a:cubicBezTo>
                <a:lnTo>
                  <a:pt x="279617" y="65452"/>
                </a:lnTo>
                <a:lnTo>
                  <a:pt x="321924" y="16293"/>
                </a:lnTo>
                <a:cubicBezTo>
                  <a:pt x="321067" y="13721"/>
                  <a:pt x="321924" y="10257"/>
                  <a:pt x="323639" y="7685"/>
                </a:cubicBezTo>
                <a:cubicBezTo>
                  <a:pt x="327968" y="1542"/>
                  <a:pt x="336427" y="0"/>
                  <a:pt x="342652" y="4214"/>
                </a:cubicBezTo>
                <a:lnTo>
                  <a:pt x="423754" y="58600"/>
                </a:lnTo>
                <a:cubicBezTo>
                  <a:pt x="427217" y="60315"/>
                  <a:pt x="428932" y="63778"/>
                  <a:pt x="429790" y="67208"/>
                </a:cubicBezTo>
                <a:cubicBezTo>
                  <a:pt x="429790" y="70671"/>
                  <a:pt x="428973" y="74143"/>
                  <a:pt x="427217" y="77573"/>
                </a:cubicBezTo>
                <a:cubicBezTo>
                  <a:pt x="422889" y="83716"/>
                  <a:pt x="414429" y="85258"/>
                  <a:pt x="408212" y="81035"/>
                </a:cubicBezTo>
                <a:lnTo>
                  <a:pt x="341754" y="36164"/>
                </a:lnTo>
                <a:lnTo>
                  <a:pt x="299488" y="86222"/>
                </a:lnTo>
                <a:lnTo>
                  <a:pt x="299488" y="124159"/>
                </a:lnTo>
                <a:lnTo>
                  <a:pt x="343502" y="175973"/>
                </a:lnTo>
                <a:lnTo>
                  <a:pt x="409960" y="131093"/>
                </a:lnTo>
                <a:lnTo>
                  <a:pt x="409960" y="131052"/>
                </a:lnTo>
                <a:moveTo>
                  <a:pt x="126022" y="112937"/>
                </a:moveTo>
                <a:cubicBezTo>
                  <a:pt x="126022" y="147452"/>
                  <a:pt x="97542" y="175075"/>
                  <a:pt x="63028" y="175075"/>
                </a:cubicBezTo>
                <a:cubicBezTo>
                  <a:pt x="46487" y="175527"/>
                  <a:pt x="30458" y="169269"/>
                  <a:pt x="18585" y="157734"/>
                </a:cubicBezTo>
                <a:cubicBezTo>
                  <a:pt x="6719" y="146191"/>
                  <a:pt x="16" y="130351"/>
                  <a:pt x="0" y="113794"/>
                </a:cubicBezTo>
                <a:cubicBezTo>
                  <a:pt x="0" y="96537"/>
                  <a:pt x="6893" y="80994"/>
                  <a:pt x="19830" y="68923"/>
                </a:cubicBezTo>
                <a:cubicBezTo>
                  <a:pt x="31464" y="57199"/>
                  <a:pt x="47337" y="50668"/>
                  <a:pt x="63844" y="50808"/>
                </a:cubicBezTo>
                <a:cubicBezTo>
                  <a:pt x="80244" y="50808"/>
                  <a:pt x="95786" y="57701"/>
                  <a:pt x="107866" y="68923"/>
                </a:cubicBezTo>
                <a:cubicBezTo>
                  <a:pt x="119088" y="80994"/>
                  <a:pt x="125980" y="96537"/>
                  <a:pt x="125980" y="112937"/>
                </a:cubicBezTo>
                <a:lnTo>
                  <a:pt x="126022" y="112937"/>
                </a:lnTo>
                <a:moveTo>
                  <a:pt x="92323" y="84507"/>
                </a:moveTo>
                <a:cubicBezTo>
                  <a:pt x="84548" y="76740"/>
                  <a:pt x="74019" y="72378"/>
                  <a:pt x="63028" y="72386"/>
                </a:cubicBezTo>
                <a:cubicBezTo>
                  <a:pt x="39735" y="72386"/>
                  <a:pt x="20721" y="90501"/>
                  <a:pt x="21578" y="113794"/>
                </a:cubicBezTo>
                <a:cubicBezTo>
                  <a:pt x="21504" y="124811"/>
                  <a:pt x="25849" y="135389"/>
                  <a:pt x="33641" y="143173"/>
                </a:cubicBezTo>
                <a:cubicBezTo>
                  <a:pt x="41433" y="150956"/>
                  <a:pt x="52020" y="155293"/>
                  <a:pt x="63028" y="155203"/>
                </a:cubicBezTo>
                <a:cubicBezTo>
                  <a:pt x="85759" y="154873"/>
                  <a:pt x="104106" y="136527"/>
                  <a:pt x="104436" y="113794"/>
                </a:cubicBezTo>
                <a:cubicBezTo>
                  <a:pt x="104436" y="102779"/>
                  <a:pt x="100074" y="92257"/>
                  <a:pt x="92323" y="845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path-660">
            <a:extLst xmlns:a="http://schemas.openxmlformats.org/drawingml/2006/main">
              <a:ext uri="{FF2B5EF4-FFF2-40B4-BE49-F238E27FC236}">
                <a16:creationId xmlns:a16="http://schemas.microsoft.com/office/drawing/2014/main" id="{BF9907D5-3351-46F4-8A83-41703437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8051" y="1993857"/>
            <a:ext cx="156391" cy="139109"/>
          </a:xfrm>
          <a:custGeom xmlns:a="http://schemas.openxmlformats.org/drawingml/2006/main">
            <a:pathLst>
              <a:path w="136552" h="121463">
                <a:moveTo>
                  <a:pt x="114990" y="0"/>
                </a:moveTo>
                <a:lnTo>
                  <a:pt x="21562" y="0"/>
                </a:lnTo>
                <a:cubicBezTo>
                  <a:pt x="9351" y="0"/>
                  <a:pt x="0" y="9342"/>
                  <a:pt x="0" y="21562"/>
                </a:cubicBezTo>
                <a:lnTo>
                  <a:pt x="0" y="32347"/>
                </a:lnTo>
                <a:cubicBezTo>
                  <a:pt x="0" y="33064"/>
                  <a:pt x="726" y="34499"/>
                  <a:pt x="1443" y="35216"/>
                </a:cubicBezTo>
                <a:cubicBezTo>
                  <a:pt x="2161" y="35933"/>
                  <a:pt x="2878" y="35933"/>
                  <a:pt x="4312" y="35933"/>
                </a:cubicBezTo>
                <a:lnTo>
                  <a:pt x="7190" y="35933"/>
                </a:lnTo>
                <a:cubicBezTo>
                  <a:pt x="33781" y="35933"/>
                  <a:pt x="40971" y="51031"/>
                  <a:pt x="42406" y="55343"/>
                </a:cubicBezTo>
                <a:cubicBezTo>
                  <a:pt x="42406" y="56061"/>
                  <a:pt x="43124" y="56061"/>
                  <a:pt x="43124" y="56778"/>
                </a:cubicBezTo>
                <a:cubicBezTo>
                  <a:pt x="48154" y="61808"/>
                  <a:pt x="50314" y="68997"/>
                  <a:pt x="50314" y="79057"/>
                </a:cubicBezTo>
                <a:lnTo>
                  <a:pt x="50314" y="82652"/>
                </a:lnTo>
                <a:cubicBezTo>
                  <a:pt x="50314" y="84804"/>
                  <a:pt x="51748" y="86247"/>
                  <a:pt x="53908" y="86247"/>
                </a:cubicBezTo>
                <a:lnTo>
                  <a:pt x="56778" y="86247"/>
                </a:lnTo>
                <a:lnTo>
                  <a:pt x="53908" y="101336"/>
                </a:lnTo>
                <a:lnTo>
                  <a:pt x="53908" y="104214"/>
                </a:lnTo>
                <a:cubicBezTo>
                  <a:pt x="53908" y="107091"/>
                  <a:pt x="53191" y="111395"/>
                  <a:pt x="51748" y="116434"/>
                </a:cubicBezTo>
                <a:cubicBezTo>
                  <a:pt x="51031" y="117868"/>
                  <a:pt x="51748" y="120020"/>
                  <a:pt x="53191" y="120745"/>
                </a:cubicBezTo>
                <a:cubicBezTo>
                  <a:pt x="53908" y="120745"/>
                  <a:pt x="54626" y="121463"/>
                  <a:pt x="54626" y="121463"/>
                </a:cubicBezTo>
                <a:cubicBezTo>
                  <a:pt x="55344" y="121463"/>
                  <a:pt x="56778" y="120745"/>
                  <a:pt x="57495" y="120020"/>
                </a:cubicBezTo>
                <a:lnTo>
                  <a:pt x="87682" y="86964"/>
                </a:lnTo>
                <a:lnTo>
                  <a:pt x="114990" y="86964"/>
                </a:lnTo>
                <a:cubicBezTo>
                  <a:pt x="127210" y="86964"/>
                  <a:pt x="136552" y="77622"/>
                  <a:pt x="136552" y="65402"/>
                </a:cubicBezTo>
                <a:lnTo>
                  <a:pt x="136552" y="21562"/>
                </a:lnTo>
                <a:cubicBezTo>
                  <a:pt x="136552" y="9342"/>
                  <a:pt x="127210" y="0"/>
                  <a:pt x="114990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61">
            <a:extLst xmlns:a="http://schemas.openxmlformats.org/drawingml/2006/main">
              <a:ext uri="{FF2B5EF4-FFF2-40B4-BE49-F238E27FC236}">
                <a16:creationId xmlns:a16="http://schemas.microsoft.com/office/drawing/2014/main" id="{2EC49A84-8A02-4D7A-A559-2CC830EA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519" y="2043245"/>
            <a:ext cx="197544" cy="197543"/>
          </a:xfrm>
          <a:custGeom xmlns:a="http://schemas.openxmlformats.org/drawingml/2006/main">
            <a:pathLst>
              <a:path w="172485" h="172484">
                <a:moveTo>
                  <a:pt x="168173" y="150923"/>
                </a:moveTo>
                <a:cubicBezTo>
                  <a:pt x="166012" y="142299"/>
                  <a:pt x="160265" y="135834"/>
                  <a:pt x="151640" y="132956"/>
                </a:cubicBezTo>
                <a:lnTo>
                  <a:pt x="120019" y="122180"/>
                </a:lnTo>
                <a:cubicBezTo>
                  <a:pt x="112112" y="119302"/>
                  <a:pt x="108517" y="106365"/>
                  <a:pt x="107800" y="102053"/>
                </a:cubicBezTo>
                <a:cubicBezTo>
                  <a:pt x="113547" y="97023"/>
                  <a:pt x="118577" y="89116"/>
                  <a:pt x="118577" y="82652"/>
                </a:cubicBezTo>
                <a:cubicBezTo>
                  <a:pt x="118577" y="79774"/>
                  <a:pt x="119302" y="79056"/>
                  <a:pt x="119302" y="79056"/>
                </a:cubicBezTo>
                <a:cubicBezTo>
                  <a:pt x="120737" y="79056"/>
                  <a:pt x="121454" y="77622"/>
                  <a:pt x="121454" y="76896"/>
                </a:cubicBezTo>
                <a:cubicBezTo>
                  <a:pt x="122171" y="76179"/>
                  <a:pt x="125049" y="66837"/>
                  <a:pt x="125049" y="61090"/>
                </a:cubicBezTo>
                <a:lnTo>
                  <a:pt x="125049" y="60372"/>
                </a:lnTo>
                <a:cubicBezTo>
                  <a:pt x="124331" y="58930"/>
                  <a:pt x="123615" y="56778"/>
                  <a:pt x="121454" y="55343"/>
                </a:cubicBezTo>
                <a:lnTo>
                  <a:pt x="121454" y="35933"/>
                </a:lnTo>
                <a:cubicBezTo>
                  <a:pt x="121454" y="24440"/>
                  <a:pt x="117859" y="19401"/>
                  <a:pt x="114264" y="16532"/>
                </a:cubicBezTo>
                <a:cubicBezTo>
                  <a:pt x="114264" y="11502"/>
                  <a:pt x="108517" y="0"/>
                  <a:pt x="86238" y="0"/>
                </a:cubicBezTo>
                <a:cubicBezTo>
                  <a:pt x="63959" y="0"/>
                  <a:pt x="50305" y="20844"/>
                  <a:pt x="50305" y="35933"/>
                </a:cubicBezTo>
                <a:lnTo>
                  <a:pt x="50305" y="55343"/>
                </a:lnTo>
                <a:cubicBezTo>
                  <a:pt x="48152" y="56778"/>
                  <a:pt x="47427" y="58930"/>
                  <a:pt x="46710" y="60372"/>
                </a:cubicBezTo>
                <a:lnTo>
                  <a:pt x="46710" y="61090"/>
                </a:lnTo>
                <a:cubicBezTo>
                  <a:pt x="46710" y="66837"/>
                  <a:pt x="50305" y="75462"/>
                  <a:pt x="50305" y="76896"/>
                </a:cubicBezTo>
                <a:cubicBezTo>
                  <a:pt x="51022" y="77622"/>
                  <a:pt x="51022" y="78339"/>
                  <a:pt x="52457" y="79056"/>
                </a:cubicBezTo>
                <a:cubicBezTo>
                  <a:pt x="53183" y="79056"/>
                  <a:pt x="53900" y="80491"/>
                  <a:pt x="53900" y="82652"/>
                </a:cubicBezTo>
                <a:cubicBezTo>
                  <a:pt x="53900" y="89116"/>
                  <a:pt x="58929" y="97023"/>
                  <a:pt x="64676" y="102053"/>
                </a:cubicBezTo>
                <a:cubicBezTo>
                  <a:pt x="63959" y="107082"/>
                  <a:pt x="60364" y="119302"/>
                  <a:pt x="53183" y="122180"/>
                </a:cubicBezTo>
                <a:lnTo>
                  <a:pt x="21561" y="132956"/>
                </a:lnTo>
                <a:cubicBezTo>
                  <a:pt x="13654" y="135834"/>
                  <a:pt x="7182" y="142299"/>
                  <a:pt x="5029" y="150923"/>
                </a:cubicBezTo>
                <a:lnTo>
                  <a:pt x="0" y="168172"/>
                </a:lnTo>
                <a:cubicBezTo>
                  <a:pt x="0" y="168890"/>
                  <a:pt x="0" y="170333"/>
                  <a:pt x="717" y="171050"/>
                </a:cubicBezTo>
                <a:cubicBezTo>
                  <a:pt x="1435" y="171767"/>
                  <a:pt x="2152" y="172484"/>
                  <a:pt x="3587" y="172484"/>
                </a:cubicBezTo>
                <a:lnTo>
                  <a:pt x="168890" y="172484"/>
                </a:lnTo>
                <a:cubicBezTo>
                  <a:pt x="170324" y="172484"/>
                  <a:pt x="171041" y="171767"/>
                  <a:pt x="171759" y="171050"/>
                </a:cubicBezTo>
                <a:cubicBezTo>
                  <a:pt x="172485" y="170333"/>
                  <a:pt x="172485" y="168890"/>
                  <a:pt x="172485" y="168172"/>
                </a:cubicBezTo>
                <a:lnTo>
                  <a:pt x="168173" y="1509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path-662">
            <a:extLst xmlns:a="http://schemas.openxmlformats.org/drawingml/2006/main">
              <a:ext uri="{FF2B5EF4-FFF2-40B4-BE49-F238E27FC236}">
                <a16:creationId xmlns:a16="http://schemas.microsoft.com/office/drawing/2014/main" id="{5B7DD64D-DDF0-4607-B7A7-B9190847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519" y="1714515"/>
            <a:ext cx="246923" cy="223494"/>
          </a:xfrm>
          <a:custGeom xmlns:a="http://schemas.openxmlformats.org/drawingml/2006/main">
            <a:pathLst>
              <a:path w="215600" h="195144">
                <a:moveTo>
                  <a:pt x="69005" y="3117"/>
                </a:moveTo>
                <a:cubicBezTo>
                  <a:pt x="65715" y="1080"/>
                  <a:pt x="61906" y="0"/>
                  <a:pt x="58030" y="0"/>
                </a:cubicBezTo>
                <a:cubicBezTo>
                  <a:pt x="54691" y="0"/>
                  <a:pt x="51443" y="800"/>
                  <a:pt x="48565" y="2276"/>
                </a:cubicBezTo>
                <a:cubicBezTo>
                  <a:pt x="45679" y="3752"/>
                  <a:pt x="43131" y="5920"/>
                  <a:pt x="41169" y="8616"/>
                </a:cubicBezTo>
                <a:lnTo>
                  <a:pt x="16416" y="42926"/>
                </a:lnTo>
                <a:cubicBezTo>
                  <a:pt x="14520" y="45539"/>
                  <a:pt x="13513" y="48697"/>
                  <a:pt x="13513" y="51938"/>
                </a:cubicBezTo>
                <a:cubicBezTo>
                  <a:pt x="13513" y="54585"/>
                  <a:pt x="14181" y="57133"/>
                  <a:pt x="15427" y="59367"/>
                </a:cubicBezTo>
                <a:cubicBezTo>
                  <a:pt x="16672" y="61618"/>
                  <a:pt x="18461" y="63539"/>
                  <a:pt x="20712" y="64949"/>
                </a:cubicBezTo>
                <a:lnTo>
                  <a:pt x="153248" y="148161"/>
                </a:lnTo>
                <a:cubicBezTo>
                  <a:pt x="156572" y="150247"/>
                  <a:pt x="160430" y="151361"/>
                  <a:pt x="164363" y="151361"/>
                </a:cubicBezTo>
                <a:cubicBezTo>
                  <a:pt x="167752" y="151361"/>
                  <a:pt x="171033" y="150536"/>
                  <a:pt x="173986" y="149027"/>
                </a:cubicBezTo>
                <a:cubicBezTo>
                  <a:pt x="176912" y="147510"/>
                  <a:pt x="179476" y="145301"/>
                  <a:pt x="181439" y="142521"/>
                </a:cubicBezTo>
                <a:lnTo>
                  <a:pt x="215600" y="94105"/>
                </a:lnTo>
                <a:lnTo>
                  <a:pt x="69005" y="3117"/>
                </a:lnTo>
                <a:moveTo>
                  <a:pt x="170424" y="134754"/>
                </a:moveTo>
                <a:cubicBezTo>
                  <a:pt x="169038" y="136733"/>
                  <a:pt x="166787" y="137888"/>
                  <a:pt x="164363" y="137888"/>
                </a:cubicBezTo>
                <a:cubicBezTo>
                  <a:pt x="163670" y="137888"/>
                  <a:pt x="162978" y="137780"/>
                  <a:pt x="162301" y="137591"/>
                </a:cubicBezTo>
                <a:cubicBezTo>
                  <a:pt x="161626" y="137401"/>
                  <a:pt x="160999" y="137112"/>
                  <a:pt x="160405" y="136750"/>
                </a:cubicBezTo>
                <a:lnTo>
                  <a:pt x="27870" y="53537"/>
                </a:lnTo>
                <a:cubicBezTo>
                  <a:pt x="27324" y="53174"/>
                  <a:pt x="26987" y="52565"/>
                  <a:pt x="26987" y="51913"/>
                </a:cubicBezTo>
                <a:cubicBezTo>
                  <a:pt x="26987" y="51517"/>
                  <a:pt x="27110" y="51113"/>
                  <a:pt x="27341" y="50800"/>
                </a:cubicBezTo>
                <a:lnTo>
                  <a:pt x="52102" y="16483"/>
                </a:lnTo>
                <a:cubicBezTo>
                  <a:pt x="53463" y="14595"/>
                  <a:pt x="55681" y="13457"/>
                  <a:pt x="58030" y="13457"/>
                </a:cubicBezTo>
                <a:cubicBezTo>
                  <a:pt x="58707" y="13457"/>
                  <a:pt x="59399" y="13555"/>
                  <a:pt x="60034" y="13729"/>
                </a:cubicBezTo>
                <a:cubicBezTo>
                  <a:pt x="60685" y="13918"/>
                  <a:pt x="61296" y="14191"/>
                  <a:pt x="61889" y="14545"/>
                </a:cubicBezTo>
                <a:lnTo>
                  <a:pt x="196339" y="97997"/>
                </a:lnTo>
                <a:lnTo>
                  <a:pt x="170424" y="134754"/>
                </a:lnTo>
                <a:moveTo>
                  <a:pt x="158739" y="154725"/>
                </a:moveTo>
                <a:cubicBezTo>
                  <a:pt x="156406" y="154725"/>
                  <a:pt x="154114" y="154411"/>
                  <a:pt x="151879" y="153785"/>
                </a:cubicBezTo>
                <a:cubicBezTo>
                  <a:pt x="149653" y="153149"/>
                  <a:pt x="147526" y="152226"/>
                  <a:pt x="145522" y="151006"/>
                </a:cubicBezTo>
                <a:lnTo>
                  <a:pt x="16730" y="72485"/>
                </a:lnTo>
                <a:cubicBezTo>
                  <a:pt x="15319" y="71619"/>
                  <a:pt x="13513" y="72625"/>
                  <a:pt x="13513" y="74291"/>
                </a:cubicBezTo>
                <a:lnTo>
                  <a:pt x="13513" y="79049"/>
                </a:lnTo>
                <a:cubicBezTo>
                  <a:pt x="13513" y="82124"/>
                  <a:pt x="15113" y="84985"/>
                  <a:pt x="17719" y="86584"/>
                </a:cubicBezTo>
                <a:lnTo>
                  <a:pt x="56142" y="110224"/>
                </a:lnTo>
                <a:cubicBezTo>
                  <a:pt x="50774" y="113464"/>
                  <a:pt x="47196" y="119360"/>
                  <a:pt x="47196" y="126096"/>
                </a:cubicBezTo>
                <a:cubicBezTo>
                  <a:pt x="47196" y="130352"/>
                  <a:pt x="48623" y="134268"/>
                  <a:pt x="51047" y="137401"/>
                </a:cubicBezTo>
                <a:cubicBezTo>
                  <a:pt x="48582" y="139867"/>
                  <a:pt x="45234" y="141260"/>
                  <a:pt x="41738" y="141260"/>
                </a:cubicBezTo>
                <a:lnTo>
                  <a:pt x="13513" y="141260"/>
                </a:lnTo>
                <a:lnTo>
                  <a:pt x="13513" y="131407"/>
                </a:lnTo>
                <a:cubicBezTo>
                  <a:pt x="13513" y="125297"/>
                  <a:pt x="9408" y="119954"/>
                  <a:pt x="3488" y="118371"/>
                </a:cubicBezTo>
                <a:lnTo>
                  <a:pt x="41" y="117472"/>
                </a:lnTo>
                <a:lnTo>
                  <a:pt x="0" y="195144"/>
                </a:lnTo>
                <a:lnTo>
                  <a:pt x="6060" y="192134"/>
                </a:lnTo>
                <a:cubicBezTo>
                  <a:pt x="10628" y="189866"/>
                  <a:pt x="13531" y="185191"/>
                  <a:pt x="13531" y="180071"/>
                </a:cubicBezTo>
                <a:lnTo>
                  <a:pt x="13531" y="154725"/>
                </a:lnTo>
                <a:lnTo>
                  <a:pt x="42060" y="154725"/>
                </a:lnTo>
                <a:cubicBezTo>
                  <a:pt x="47509" y="154725"/>
                  <a:pt x="52754" y="152564"/>
                  <a:pt x="56621" y="148689"/>
                </a:cubicBezTo>
                <a:lnTo>
                  <a:pt x="57280" y="148038"/>
                </a:lnTo>
                <a:cubicBezTo>
                  <a:pt x="59506" y="145803"/>
                  <a:pt x="62541" y="144599"/>
                  <a:pt x="65698" y="144599"/>
                </a:cubicBezTo>
                <a:lnTo>
                  <a:pt x="65740" y="144599"/>
                </a:lnTo>
                <a:cubicBezTo>
                  <a:pt x="75511" y="144599"/>
                  <a:pt x="83509" y="137046"/>
                  <a:pt x="84226" y="127465"/>
                </a:cubicBezTo>
                <a:lnTo>
                  <a:pt x="141927" y="162978"/>
                </a:lnTo>
                <a:cubicBezTo>
                  <a:pt x="143857" y="164182"/>
                  <a:pt x="146116" y="164809"/>
                  <a:pt x="148383" y="164809"/>
                </a:cubicBezTo>
                <a:cubicBezTo>
                  <a:pt x="150453" y="164809"/>
                  <a:pt x="152449" y="164289"/>
                  <a:pt x="154221" y="163358"/>
                </a:cubicBezTo>
                <a:cubicBezTo>
                  <a:pt x="155985" y="162409"/>
                  <a:pt x="157519" y="161041"/>
                  <a:pt x="158657" y="159317"/>
                </a:cubicBezTo>
                <a:lnTo>
                  <a:pt x="160092" y="157190"/>
                </a:lnTo>
                <a:cubicBezTo>
                  <a:pt x="160768" y="156143"/>
                  <a:pt x="160009" y="154725"/>
                  <a:pt x="158739" y="154725"/>
                </a:cubicBezTo>
                <a:moveTo>
                  <a:pt x="65715" y="131151"/>
                </a:moveTo>
                <a:cubicBezTo>
                  <a:pt x="62937" y="131151"/>
                  <a:pt x="60669" y="128875"/>
                  <a:pt x="60669" y="126096"/>
                </a:cubicBezTo>
                <a:cubicBezTo>
                  <a:pt x="60669" y="123318"/>
                  <a:pt x="62937" y="121051"/>
                  <a:pt x="65715" y="121051"/>
                </a:cubicBezTo>
                <a:cubicBezTo>
                  <a:pt x="68494" y="121051"/>
                  <a:pt x="70770" y="123318"/>
                  <a:pt x="70770" y="126096"/>
                </a:cubicBezTo>
                <a:cubicBezTo>
                  <a:pt x="70770" y="128875"/>
                  <a:pt x="68494" y="131151"/>
                  <a:pt x="65715" y="1311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63">
            <a:extLst xmlns:a="http://schemas.openxmlformats.org/drawingml/2006/main">
              <a:ext uri="{FF2B5EF4-FFF2-40B4-BE49-F238E27FC236}">
                <a16:creationId xmlns:a16="http://schemas.microsoft.com/office/drawing/2014/main" id="{9BD27AE2-75D8-40C8-9CC2-84D3277D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9874" y="1884311"/>
            <a:ext cx="407661" cy="222679"/>
          </a:xfrm>
          <a:custGeom xmlns:a="http://schemas.openxmlformats.org/drawingml/2006/main">
            <a:pathLst>
              <a:path w="355949" h="194432">
                <a:moveTo>
                  <a:pt x="0" y="0"/>
                </a:moveTo>
                <a:lnTo>
                  <a:pt x="0" y="194432"/>
                </a:lnTo>
                <a:lnTo>
                  <a:pt x="355949" y="194432"/>
                </a:lnTo>
                <a:lnTo>
                  <a:pt x="35594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684" name="text-664 MLLM">
            <a:extLst xmlns:a="http://schemas.openxmlformats.org/drawingml/2006/main">
              <a:ext uri="{FF2B5EF4-FFF2-40B4-BE49-F238E27FC236}">
                <a16:creationId xmlns:a16="http://schemas.microsoft.com/office/drawing/2014/main" id="{2EAA6490-336B-49B4-8CBE-65467C99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0100" y="1918165"/>
            <a:ext cx="347633" cy="15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9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sp>
        <p:nvSpPr>
          <p:cNvPr id="685" name="path-665">
            <a:extLst xmlns:a="http://schemas.openxmlformats.org/drawingml/2006/main">
              <a:ext uri="{FF2B5EF4-FFF2-40B4-BE49-F238E27FC236}">
                <a16:creationId xmlns:a16="http://schemas.microsoft.com/office/drawing/2014/main" id="{99778AF5-C623-451C-9622-EA9687DB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485" y="1865808"/>
            <a:ext cx="59302" cy="24832"/>
          </a:xfrm>
          <a:custGeom xmlns:a="http://schemas.openxmlformats.org/drawingml/2006/main">
            <a:pathLst>
              <a:path w="51780" h="21682">
                <a:moveTo>
                  <a:pt x="0" y="0"/>
                </a:moveTo>
                <a:lnTo>
                  <a:pt x="51780" y="21682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solid"/>
          </a:ln>
        </p:spPr>
      </p:sp>
      <p:sp>
        <p:nvSpPr>
          <p:cNvPr id="686" name="path-666">
            <a:extLst xmlns:a="http://schemas.openxmlformats.org/drawingml/2006/main">
              <a:ext uri="{FF2B5EF4-FFF2-40B4-BE49-F238E27FC236}">
                <a16:creationId xmlns:a16="http://schemas.microsoft.com/office/drawing/2014/main" id="{A0CE1BDC-937D-41BF-8F66-3898C509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925" y="1862850"/>
            <a:ext cx="60465" cy="41522"/>
          </a:xfrm>
          <a:custGeom xmlns:a="http://schemas.openxmlformats.org/drawingml/2006/main">
            <a:pathLst>
              <a:path w="52795" h="36255">
                <a:moveTo>
                  <a:pt x="52795" y="36255"/>
                </a:moveTo>
                <a:lnTo>
                  <a:pt x="14372" y="0"/>
                </a:lnTo>
                <a:lnTo>
                  <a:pt x="24290" y="24283"/>
                </a:lnTo>
                <a:lnTo>
                  <a:pt x="0" y="34202"/>
                </a:lnTo>
                <a:lnTo>
                  <a:pt x="52795" y="362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67">
            <a:extLst xmlns:a="http://schemas.openxmlformats.org/drawingml/2006/main">
              <a:ext uri="{FF2B5EF4-FFF2-40B4-BE49-F238E27FC236}">
                <a16:creationId xmlns:a16="http://schemas.microsoft.com/office/drawing/2014/main" id="{2F2304D0-1FB3-41EA-9981-71A6B5C9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932" y="1862875"/>
            <a:ext cx="60434" cy="41553"/>
          </a:xfrm>
          <a:custGeom xmlns:a="http://schemas.openxmlformats.org/drawingml/2006/main">
            <a:pathLst>
              <a:path w="52768" h="36282">
                <a:moveTo>
                  <a:pt x="52768" y="36282"/>
                </a:moveTo>
                <a:lnTo>
                  <a:pt x="14350" y="0"/>
                </a:lnTo>
                <a:lnTo>
                  <a:pt x="24322" y="24243"/>
                </a:lnTo>
                <a:lnTo>
                  <a:pt x="0" y="34221"/>
                </a:lnTo>
                <a:lnTo>
                  <a:pt x="52768" y="36282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solid"/>
          </a:ln>
        </p:spPr>
      </p:sp>
      <p:sp>
        <p:nvSpPr>
          <p:cNvPr id="688" name="path-668">
            <a:extLst xmlns:a="http://schemas.openxmlformats.org/drawingml/2006/main">
              <a:ext uri="{FF2B5EF4-FFF2-40B4-BE49-F238E27FC236}">
                <a16:creationId xmlns:a16="http://schemas.microsoft.com/office/drawing/2014/main" id="{E252DD5C-9950-4E48-B7F6-DC9E1CAE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485" y="2112467"/>
            <a:ext cx="60063" cy="28233"/>
          </a:xfrm>
          <a:custGeom xmlns:a="http://schemas.openxmlformats.org/drawingml/2006/main">
            <a:pathLst>
              <a:path w="52444" h="24652">
                <a:moveTo>
                  <a:pt x="0" y="24652"/>
                </a:moveTo>
                <a:lnTo>
                  <a:pt x="524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solid"/>
          </a:ln>
        </p:spPr>
      </p:sp>
      <p:sp>
        <p:nvSpPr>
          <p:cNvPr id="689" name="path-669">
            <a:extLst xmlns:a="http://schemas.openxmlformats.org/drawingml/2006/main">
              <a:ext uri="{FF2B5EF4-FFF2-40B4-BE49-F238E27FC236}">
                <a16:creationId xmlns:a16="http://schemas.microsoft.com/office/drawing/2014/main" id="{2AD77E11-A226-4656-9D4C-04629E44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6312" y="2097468"/>
            <a:ext cx="60324" cy="43298"/>
          </a:xfrm>
          <a:custGeom xmlns:a="http://schemas.openxmlformats.org/drawingml/2006/main">
            <a:pathLst>
              <a:path w="52672" h="37805">
                <a:moveTo>
                  <a:pt x="52672" y="0"/>
                </a:moveTo>
                <a:lnTo>
                  <a:pt x="0" y="4206"/>
                </a:lnTo>
                <a:lnTo>
                  <a:pt x="24679" y="13127"/>
                </a:lnTo>
                <a:lnTo>
                  <a:pt x="15757" y="37805"/>
                </a:lnTo>
                <a:lnTo>
                  <a:pt x="5267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path-670">
            <a:extLst xmlns:a="http://schemas.openxmlformats.org/drawingml/2006/main">
              <a:ext uri="{FF2B5EF4-FFF2-40B4-BE49-F238E27FC236}">
                <a16:creationId xmlns:a16="http://schemas.microsoft.com/office/drawing/2014/main" id="{0E20E082-3306-4E05-818C-029B708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6309" y="2097449"/>
            <a:ext cx="60343" cy="43348"/>
          </a:xfrm>
          <a:custGeom xmlns:a="http://schemas.openxmlformats.org/drawingml/2006/main">
            <a:pathLst>
              <a:path w="52688" h="37849">
                <a:moveTo>
                  <a:pt x="52688" y="0"/>
                </a:moveTo>
                <a:lnTo>
                  <a:pt x="0" y="4208"/>
                </a:lnTo>
                <a:lnTo>
                  <a:pt x="24657" y="13112"/>
                </a:lnTo>
                <a:lnTo>
                  <a:pt x="15747" y="37849"/>
                </a:lnTo>
                <a:lnTo>
                  <a:pt x="526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solid"/>
          </a:ln>
        </p:spPr>
      </p:sp>
      <p:sp>
        <p:nvSpPr>
          <p:cNvPr id="691" name="path-671">
            <a:extLst xmlns:a="http://schemas.openxmlformats.org/drawingml/2006/main">
              <a:ext uri="{FF2B5EF4-FFF2-40B4-BE49-F238E27FC236}">
                <a16:creationId xmlns:a16="http://schemas.microsoft.com/office/drawing/2014/main" id="{D0A19626-150C-41AE-BB7A-DA39B762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659" y="2106990"/>
            <a:ext cx="191" cy="83757"/>
          </a:xfrm>
          <a:custGeom xmlns:a="http://schemas.openxmlformats.org/drawingml/2006/main">
            <a:pathLst>
              <a:path w="191" h="73132">
                <a:moveTo>
                  <a:pt x="0" y="0"/>
                </a:moveTo>
                <a:lnTo>
                  <a:pt x="0" y="73132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solid"/>
          </a:ln>
        </p:spPr>
      </p:sp>
      <p:sp>
        <p:nvSpPr>
          <p:cNvPr id="692" name="path-672">
            <a:extLst xmlns:a="http://schemas.openxmlformats.org/drawingml/2006/main">
              <a:ext uri="{FF2B5EF4-FFF2-40B4-BE49-F238E27FC236}">
                <a16:creationId xmlns:a16="http://schemas.microsoft.com/office/drawing/2014/main" id="{D6D1852C-E045-4336-AFE9-D5BDB76B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451" y="2169492"/>
            <a:ext cx="42495" cy="56659"/>
          </a:xfrm>
          <a:custGeom xmlns:a="http://schemas.openxmlformats.org/drawingml/2006/main">
            <a:pathLst>
              <a:path w="37105" h="49472">
                <a:moveTo>
                  <a:pt x="18552" y="49472"/>
                </a:moveTo>
                <a:lnTo>
                  <a:pt x="37105" y="0"/>
                </a:lnTo>
                <a:lnTo>
                  <a:pt x="18552" y="18552"/>
                </a:lnTo>
                <a:lnTo>
                  <a:pt x="0" y="0"/>
                </a:lnTo>
                <a:lnTo>
                  <a:pt x="18552" y="49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path-673">
            <a:extLst xmlns:a="http://schemas.openxmlformats.org/drawingml/2006/main">
              <a:ext uri="{FF2B5EF4-FFF2-40B4-BE49-F238E27FC236}">
                <a16:creationId xmlns:a16="http://schemas.microsoft.com/office/drawing/2014/main" id="{2CB9DF7C-C3AB-439B-8EE8-F62FA6CA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411" y="2169505"/>
            <a:ext cx="42496" cy="56655"/>
          </a:xfrm>
          <a:custGeom xmlns:a="http://schemas.openxmlformats.org/drawingml/2006/main">
            <a:pathLst>
              <a:path w="37105" h="49468">
                <a:moveTo>
                  <a:pt x="18553" y="49468"/>
                </a:moveTo>
                <a:lnTo>
                  <a:pt x="37105" y="0"/>
                </a:lnTo>
                <a:lnTo>
                  <a:pt x="18553" y="18547"/>
                </a:lnTo>
                <a:lnTo>
                  <a:pt x="0" y="0"/>
                </a:lnTo>
                <a:lnTo>
                  <a:pt x="18553" y="49468"/>
                </a:lnTo>
              </a:path>
            </a:pathLst>
          </a:custGeom>
          <a:noFill xmlns:a="http://schemas.openxmlformats.org/drawingml/2006/main"/>
          <a:ln xmlns:a="http://schemas.openxmlformats.org/drawingml/2006/main" w="7082">
            <a:solidFill>
              <a:srgbClr val="000000"/>
            </a:solidFill>
            <a:prstDash val="solid"/>
          </a:ln>
        </p:spPr>
      </p:sp>
      <p:sp>
        <p:nvSpPr>
          <p:cNvPr id="694" name="text-674 “move">
            <a:extLst xmlns:a="http://schemas.openxmlformats.org/drawingml/2006/main">
              <a:ext uri="{FF2B5EF4-FFF2-40B4-BE49-F238E27FC236}">
                <a16:creationId xmlns:a16="http://schemas.microsoft.com/office/drawing/2014/main" id="{C39E95BD-B904-4738-BCB9-BFBFC799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1635" y="2387170"/>
            <a:ext cx="279385" cy="13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“move</a:t>
            </a:r>
          </a:p>
        </p:txBody>
      </p:sp>
      <p:sp>
        <p:nvSpPr>
          <p:cNvPr id="695" name="text-674 the">
            <a:extLst xmlns:a="http://schemas.openxmlformats.org/drawingml/2006/main">
              <a:ext uri="{FF2B5EF4-FFF2-40B4-BE49-F238E27FC236}">
                <a16:creationId xmlns:a16="http://schemas.microsoft.com/office/drawing/2014/main" id="{4BC6E21F-3C49-47AD-B6F6-2CA086BF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0243" y="2387175"/>
            <a:ext cx="148286" cy="13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696" name="text-675 switch">
            <a:extLst xmlns:a="http://schemas.openxmlformats.org/drawingml/2006/main">
              <a:ext uri="{FF2B5EF4-FFF2-40B4-BE49-F238E27FC236}">
                <a16:creationId xmlns:a16="http://schemas.microsoft.com/office/drawing/2014/main" id="{80A3BFB1-5B29-41F9-AC57-4B5E1BE4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7824" y="2494164"/>
            <a:ext cx="279385" cy="132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switch</a:t>
            </a:r>
          </a:p>
        </p:txBody>
      </p:sp>
      <p:sp>
        <p:nvSpPr>
          <p:cNvPr id="697" name="text-675 to">
            <a:extLst xmlns:a="http://schemas.openxmlformats.org/drawingml/2006/main">
              <a:ext uri="{FF2B5EF4-FFF2-40B4-BE49-F238E27FC236}">
                <a16:creationId xmlns:a16="http://schemas.microsoft.com/office/drawing/2014/main" id="{B0A9D3FD-36E8-4A9F-9907-1D5B3F87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6433" y="2494166"/>
            <a:ext cx="95762" cy="13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698" name="text-675 turn">
            <a:extLst xmlns:a="http://schemas.openxmlformats.org/drawingml/2006/main">
              <a:ext uri="{FF2B5EF4-FFF2-40B4-BE49-F238E27FC236}">
                <a16:creationId xmlns:a16="http://schemas.microsoft.com/office/drawing/2014/main" id="{3AAF6912-DCDD-4D21-89A1-2BEF1AC5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1418" y="2494178"/>
            <a:ext cx="179731" cy="132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</a:t>
            </a:r>
          </a:p>
        </p:txBody>
      </p:sp>
      <p:sp>
        <p:nvSpPr>
          <p:cNvPr id="699" name="text-675 on">
            <a:extLst xmlns:a="http://schemas.openxmlformats.org/drawingml/2006/main">
              <a:ext uri="{FF2B5EF4-FFF2-40B4-BE49-F238E27FC236}">
                <a16:creationId xmlns:a16="http://schemas.microsoft.com/office/drawing/2014/main" id="{1193E560-F12A-4502-B8C0-F72E5487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0374" y="2494182"/>
            <a:ext cx="122054" cy="13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700" name="text-676 the">
            <a:extLst xmlns:a="http://schemas.openxmlformats.org/drawingml/2006/main">
              <a:ext uri="{FF2B5EF4-FFF2-40B4-BE49-F238E27FC236}">
                <a16:creationId xmlns:a16="http://schemas.microsoft.com/office/drawing/2014/main" id="{504B5C4A-BE4E-4754-AC5B-B597D62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8167" y="2601188"/>
            <a:ext cx="148250" cy="132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01" name="text-676 light">
            <a:extLst xmlns:a="http://schemas.openxmlformats.org/drawingml/2006/main">
              <a:ext uri="{FF2B5EF4-FFF2-40B4-BE49-F238E27FC236}">
                <a16:creationId xmlns:a16="http://schemas.microsoft.com/office/drawing/2014/main" id="{85D5BA96-979F-4830-A366-D4322AE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5606" y="2601234"/>
            <a:ext cx="190094" cy="132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</a:t>
            </a:r>
          </a:p>
        </p:txBody>
      </p:sp>
      <p:sp>
        <p:nvSpPr>
          <p:cNvPr id="702" name="text-676 bulb”">
            <a:extLst xmlns:a="http://schemas.openxmlformats.org/drawingml/2006/main">
              <a:ext uri="{FF2B5EF4-FFF2-40B4-BE49-F238E27FC236}">
                <a16:creationId xmlns:a16="http://schemas.microsoft.com/office/drawing/2014/main" id="{091D1A58-A1CF-4E85-9755-7357D9B6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4929" y="2601242"/>
            <a:ext cx="226846" cy="132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bulb”</a:t>
            </a:r>
          </a:p>
        </p:txBody>
      </p:sp>
      <p:sp>
        <p:nvSpPr>
          <p:cNvPr id="703" name="text-677 “push">
            <a:extLst xmlns:a="http://schemas.openxmlformats.org/drawingml/2006/main">
              <a:ext uri="{FF2B5EF4-FFF2-40B4-BE49-F238E27FC236}">
                <a16:creationId xmlns:a16="http://schemas.microsoft.com/office/drawing/2014/main" id="{CEB99667-A2BE-4A59-9EB8-34BDBD6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1516" y="2494173"/>
            <a:ext cx="253238" cy="13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“push</a:t>
            </a:r>
          </a:p>
        </p:txBody>
      </p:sp>
      <p:sp>
        <p:nvSpPr>
          <p:cNvPr id="704" name="text-677 the">
            <a:extLst xmlns:a="http://schemas.openxmlformats.org/drawingml/2006/main">
              <a:ext uri="{FF2B5EF4-FFF2-40B4-BE49-F238E27FC236}">
                <a16:creationId xmlns:a16="http://schemas.microsoft.com/office/drawing/2014/main" id="{ADF6D90C-E327-4753-83DD-993CA28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3979" y="2494170"/>
            <a:ext cx="148286" cy="13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05" name="text-677 button”">
            <a:extLst xmlns:a="http://schemas.openxmlformats.org/drawingml/2006/main">
              <a:ext uri="{FF2B5EF4-FFF2-40B4-BE49-F238E27FC236}">
                <a16:creationId xmlns:a16="http://schemas.microsoft.com/office/drawing/2014/main" id="{AC42FA40-4497-4A68-98DD-9634DF8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1489" y="2494170"/>
            <a:ext cx="311020" cy="13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button”</a:t>
            </a:r>
          </a:p>
        </p:txBody>
      </p:sp>
      <p:sp>
        <p:nvSpPr>
          <p:cNvPr id="706" name="text-678 “place">
            <a:extLst xmlns:a="http://schemas.openxmlformats.org/drawingml/2006/main">
              <a:ext uri="{FF2B5EF4-FFF2-40B4-BE49-F238E27FC236}">
                <a16:creationId xmlns:a16="http://schemas.microsoft.com/office/drawing/2014/main" id="{EFF59ADA-C7F1-41E3-903F-3777B0D2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2906" y="2387173"/>
            <a:ext cx="274227" cy="13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“place</a:t>
            </a:r>
          </a:p>
        </p:txBody>
      </p:sp>
      <p:sp>
        <p:nvSpPr>
          <p:cNvPr id="707" name="text-678 the">
            <a:extLst xmlns:a="http://schemas.openxmlformats.org/drawingml/2006/main">
              <a:ext uri="{FF2B5EF4-FFF2-40B4-BE49-F238E27FC236}">
                <a16:creationId xmlns:a16="http://schemas.microsoft.com/office/drawing/2014/main" id="{0B067ECC-0775-4CF2-9A90-38DAF775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6357" y="2387175"/>
            <a:ext cx="148286" cy="13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08" name="text-678 red">
            <a:extLst xmlns:a="http://schemas.openxmlformats.org/drawingml/2006/main">
              <a:ext uri="{FF2B5EF4-FFF2-40B4-BE49-F238E27FC236}">
                <a16:creationId xmlns:a16="http://schemas.microsoft.com/office/drawing/2014/main" id="{CD2DFDA5-7B3A-4D3B-8B22-A54240AF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3867" y="2387194"/>
            <a:ext cx="153499" cy="132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709" name="text-679 block">
            <a:extLst xmlns:a="http://schemas.openxmlformats.org/drawingml/2006/main">
              <a:ext uri="{FF2B5EF4-FFF2-40B4-BE49-F238E27FC236}">
                <a16:creationId xmlns:a16="http://schemas.microsoft.com/office/drawing/2014/main" id="{CA0DB4B9-A567-455F-B9FA-0CBD44EA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2862" y="2494187"/>
            <a:ext cx="237476" cy="13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710" name="text-679 in">
            <a:extLst xmlns:a="http://schemas.openxmlformats.org/drawingml/2006/main">
              <a:ext uri="{FF2B5EF4-FFF2-40B4-BE49-F238E27FC236}">
                <a16:creationId xmlns:a16="http://schemas.microsoft.com/office/drawing/2014/main" id="{E51804B9-43C5-477C-AC8B-2DCA958A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9559" y="2494172"/>
            <a:ext cx="90512" cy="132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711" name="text-679 the">
            <a:extLst xmlns:a="http://schemas.openxmlformats.org/drawingml/2006/main">
              <a:ext uri="{FF2B5EF4-FFF2-40B4-BE49-F238E27FC236}">
                <a16:creationId xmlns:a16="http://schemas.microsoft.com/office/drawing/2014/main" id="{D8F032F6-E8F1-4CD7-B15D-664C4661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9296" y="2494170"/>
            <a:ext cx="148286" cy="13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12" name="text-680 slider”">
            <a:extLst xmlns:a="http://schemas.openxmlformats.org/drawingml/2006/main">
              <a:ext uri="{FF2B5EF4-FFF2-40B4-BE49-F238E27FC236}">
                <a16:creationId xmlns:a16="http://schemas.microsoft.com/office/drawing/2014/main" id="{57617FDE-809A-4893-9952-50DF3A95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3161" y="2601161"/>
            <a:ext cx="274137" cy="13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slider”</a:t>
            </a:r>
          </a:p>
        </p:txBody>
      </p:sp>
      <p:sp>
        <p:nvSpPr>
          <p:cNvPr id="713" name="text-681 Vision-language">
            <a:extLst xmlns:a="http://schemas.openxmlformats.org/drawingml/2006/main">
              <a:ext uri="{FF2B5EF4-FFF2-40B4-BE49-F238E27FC236}">
                <a16:creationId xmlns:a16="http://schemas.microsoft.com/office/drawing/2014/main" id="{51F1435E-279E-415C-A115-0D20533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9166" y="2786215"/>
            <a:ext cx="1191332" cy="2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Vision-language</a:t>
            </a:r>
          </a:p>
        </p:txBody>
      </p:sp>
      <p:sp>
        <p:nvSpPr>
          <p:cNvPr id="714" name="text-681 Driven">
            <a:extLst xmlns:a="http://schemas.openxmlformats.org/drawingml/2006/main">
              <a:ext uri="{FF2B5EF4-FFF2-40B4-BE49-F238E27FC236}">
                <a16:creationId xmlns:a16="http://schemas.microsoft.com/office/drawing/2014/main" id="{D6BF9604-C3A7-4903-B160-365645C2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5279" y="2786201"/>
            <a:ext cx="497474" cy="211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Driven</a:t>
            </a:r>
          </a:p>
        </p:txBody>
      </p:sp>
      <p:sp>
        <p:nvSpPr>
          <p:cNvPr id="715" name="text-681 Robot">
            <a:extLst xmlns:a="http://schemas.openxmlformats.org/drawingml/2006/main">
              <a:ext uri="{FF2B5EF4-FFF2-40B4-BE49-F238E27FC236}">
                <a16:creationId xmlns:a16="http://schemas.microsoft.com/office/drawing/2014/main" id="{FB418C66-815B-4BC2-A58D-F5E28B08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7516" y="2786224"/>
            <a:ext cx="463485" cy="211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716" name="text-681 Execution">
            <a:extLst xmlns:a="http://schemas.openxmlformats.org/drawingml/2006/main">
              <a:ext uri="{FF2B5EF4-FFF2-40B4-BE49-F238E27FC236}">
                <a16:creationId xmlns:a16="http://schemas.microsoft.com/office/drawing/2014/main" id="{99B27A9A-6D87-4B2B-9C80-29CA28C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5776" y="2786207"/>
            <a:ext cx="749250" cy="2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717" name="path-682">
            <a:extLst xmlns:a="http://schemas.openxmlformats.org/drawingml/2006/main">
              <a:ext uri="{FF2B5EF4-FFF2-40B4-BE49-F238E27FC236}">
                <a16:creationId xmlns:a16="http://schemas.microsoft.com/office/drawing/2014/main" id="{9681F48F-3B17-4D8C-9B1F-A92D7AB5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677" y="8385722"/>
            <a:ext cx="3492742" cy="191"/>
          </a:xfrm>
          <a:custGeom xmlns:a="http://schemas.openxmlformats.org/drawingml/2006/main">
            <a:pathLst>
              <a:path w="3049681" h="191">
                <a:moveTo>
                  <a:pt x="304968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546">
            <a:solidFill>
              <a:srgbClr val="EEEFF3"/>
            </a:solidFill>
            <a:prstDash val="solid"/>
          </a:ln>
        </p:spPr>
      </p:sp>
      <p:sp>
        <p:nvSpPr>
          <p:cNvPr id="718" name="path-683">
            <a:extLst xmlns:a="http://schemas.openxmlformats.org/drawingml/2006/main">
              <a:ext uri="{FF2B5EF4-FFF2-40B4-BE49-F238E27FC236}">
                <a16:creationId xmlns:a16="http://schemas.microsoft.com/office/drawing/2014/main" id="{C95E0278-2A71-4463-A8D6-E94B9F8A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677" y="8159038"/>
            <a:ext cx="3493091" cy="522293"/>
          </a:xfrm>
          <a:custGeom xmlns:a="http://schemas.openxmlformats.org/drawingml/2006/main">
            <a:pathLst>
              <a:path w="3049986" h="456039">
                <a:moveTo>
                  <a:pt x="0" y="0"/>
                </a:moveTo>
                <a:lnTo>
                  <a:pt x="3049986" y="0"/>
                </a:lnTo>
                <a:lnTo>
                  <a:pt x="3049986" y="456039"/>
                </a:lnTo>
                <a:lnTo>
                  <a:pt x="0" y="45603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684">
            <a:extLst xmlns:a="http://schemas.openxmlformats.org/drawingml/2006/main">
              <a:ext uri="{FF2B5EF4-FFF2-40B4-BE49-F238E27FC236}">
                <a16:creationId xmlns:a16="http://schemas.microsoft.com/office/drawing/2014/main" id="{E47A7354-CE92-4EE2-BE0F-393D6FE6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677" y="8159082"/>
            <a:ext cx="3493059" cy="522214"/>
          </a:xfrm>
          <a:custGeom xmlns:a="http://schemas.openxmlformats.org/drawingml/2006/main">
            <a:pathLst>
              <a:path w="3049958" h="455970">
                <a:moveTo>
                  <a:pt x="0" y="455970"/>
                </a:moveTo>
                <a:lnTo>
                  <a:pt x="3049958" y="455970"/>
                </a:lnTo>
                <a:lnTo>
                  <a:pt x="304995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773">
            <a:solidFill>
              <a:srgbClr val="EEEFF3"/>
            </a:solidFill>
            <a:prstDash val="solid"/>
          </a:ln>
        </p:spPr>
      </p:sp>
      <p:sp>
        <p:nvSpPr>
          <p:cNvPr id="720" name="text-685 Challenge:">
            <a:extLst xmlns:a="http://schemas.openxmlformats.org/drawingml/2006/main">
              <a:ext uri="{FF2B5EF4-FFF2-40B4-BE49-F238E27FC236}">
                <a16:creationId xmlns:a16="http://schemas.microsoft.com/office/drawing/2014/main" id="{52F5E017-E5A7-479B-A1EB-90836530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4354" y="8187390"/>
            <a:ext cx="937079" cy="264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Challenge:</a:t>
            </a:r>
          </a:p>
        </p:txBody>
      </p:sp>
      <p:sp>
        <p:nvSpPr>
          <p:cNvPr id="721" name="text-686 Behavior">
            <a:extLst xmlns:a="http://schemas.openxmlformats.org/drawingml/2006/main">
              <a:ext uri="{FF2B5EF4-FFF2-40B4-BE49-F238E27FC236}">
                <a16:creationId xmlns:a16="http://schemas.microsoft.com/office/drawing/2014/main" id="{DF775F88-5FE2-42F6-A5D6-F28A775C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9880" y="8187476"/>
            <a:ext cx="841911" cy="264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722" name="text-686 Learning">
            <a:extLst xmlns:a="http://schemas.openxmlformats.org/drawingml/2006/main">
              <a:ext uri="{FF2B5EF4-FFF2-40B4-BE49-F238E27FC236}">
                <a16:creationId xmlns:a16="http://schemas.microsoft.com/office/drawing/2014/main" id="{D6CE84D7-52A6-4096-8944-CB5223C4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0203" y="8187471"/>
            <a:ext cx="831268" cy="26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723" name="text-687 for">
            <a:extLst xmlns:a="http://schemas.openxmlformats.org/drawingml/2006/main">
              <a:ext uri="{FF2B5EF4-FFF2-40B4-BE49-F238E27FC236}">
                <a16:creationId xmlns:a16="http://schemas.microsoft.com/office/drawing/2014/main" id="{39FA2A23-18E2-4630-BDF7-7BE29FBD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2515" y="8401358"/>
            <a:ext cx="254324" cy="26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724" name="path-689">
            <a:extLst xmlns:a="http://schemas.openxmlformats.org/drawingml/2006/main">
              <a:ext uri="{FF2B5EF4-FFF2-40B4-BE49-F238E27FC236}">
                <a16:creationId xmlns:a16="http://schemas.microsoft.com/office/drawing/2014/main" id="{C72087CA-DBCF-441D-B03E-0A11FCB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8347" y="8617174"/>
            <a:ext cx="341276" cy="191"/>
          </a:xfrm>
          <a:custGeom xmlns:a="http://schemas.openxmlformats.org/drawingml/2006/main">
            <a:pathLst>
              <a:path w="297985" h="191">
                <a:moveTo>
                  <a:pt x="0" y="0"/>
                </a:moveTo>
                <a:lnTo>
                  <a:pt x="2979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725" name="path-690">
            <a:extLst xmlns:a="http://schemas.openxmlformats.org/drawingml/2006/main">
              <a:ext uri="{FF2B5EF4-FFF2-40B4-BE49-F238E27FC236}">
                <a16:creationId xmlns:a16="http://schemas.microsoft.com/office/drawing/2014/main" id="{16325072-D03C-4FB1-8BA3-F1123DE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2255" y="8617174"/>
            <a:ext cx="364320" cy="191"/>
          </a:xfrm>
          <a:custGeom xmlns:a="http://schemas.openxmlformats.org/drawingml/2006/main">
            <a:pathLst>
              <a:path w="318105" h="191">
                <a:moveTo>
                  <a:pt x="0" y="0"/>
                </a:moveTo>
                <a:lnTo>
                  <a:pt x="318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726" name="text-691 Adaptive">
            <a:extLst xmlns:a="http://schemas.openxmlformats.org/drawingml/2006/main">
              <a:ext uri="{FF2B5EF4-FFF2-40B4-BE49-F238E27FC236}">
                <a16:creationId xmlns:a16="http://schemas.microsoft.com/office/drawing/2014/main" id="{98E54884-A24D-4BA7-829B-BDFFEBB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8347" y="8401301"/>
            <a:ext cx="831609" cy="26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Adaptive</a:t>
            </a:r>
          </a:p>
        </p:txBody>
      </p:sp>
      <p:sp>
        <p:nvSpPr>
          <p:cNvPr id="727" name="text-692 Visual">
            <a:extLst xmlns:a="http://schemas.openxmlformats.org/drawingml/2006/main">
              <a:ext uri="{FF2B5EF4-FFF2-40B4-BE49-F238E27FC236}">
                <a16:creationId xmlns:a16="http://schemas.microsoft.com/office/drawing/2014/main" id="{70E6D588-38F8-4D8E-85B5-7C4923FD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8491" y="8401290"/>
            <a:ext cx="586948" cy="264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728" name="text-692 Perception">
            <a:extLst xmlns:a="http://schemas.openxmlformats.org/drawingml/2006/main">
              <a:ext uri="{FF2B5EF4-FFF2-40B4-BE49-F238E27FC236}">
                <a16:creationId xmlns:a16="http://schemas.microsoft.com/office/drawing/2014/main" id="{797CD636-7BC1-48D3-BC4E-42C8BF02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3902" y="8401290"/>
            <a:ext cx="1010071" cy="26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729" name="path-693">
            <a:extLst xmlns:a="http://schemas.openxmlformats.org/drawingml/2006/main">
              <a:ext uri="{FF2B5EF4-FFF2-40B4-BE49-F238E27FC236}">
                <a16:creationId xmlns:a16="http://schemas.microsoft.com/office/drawing/2014/main" id="{C996DF97-F51A-46D0-A186-BB99A9F6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862" y="9117665"/>
            <a:ext cx="1354635" cy="191"/>
          </a:xfrm>
          <a:custGeom xmlns:a="http://schemas.openxmlformats.org/drawingml/2006/main">
            <a:pathLst>
              <a:path w="1182797" h="191">
                <a:moveTo>
                  <a:pt x="0" y="0"/>
                </a:moveTo>
                <a:lnTo>
                  <a:pt x="1182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730" name="text-694 Where">
            <a:extLst xmlns:a="http://schemas.openxmlformats.org/drawingml/2006/main">
              <a:ext uri="{FF2B5EF4-FFF2-40B4-BE49-F238E27FC236}">
                <a16:creationId xmlns:a16="http://schemas.microsoft.com/office/drawing/2014/main" id="{F9803CC1-76BB-4490-8F94-EE7AD22A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0862" y="8899252"/>
            <a:ext cx="611193" cy="264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731" name="text-694 to">
            <a:extLst xmlns:a="http://schemas.openxmlformats.org/drawingml/2006/main">
              <a:ext uri="{FF2B5EF4-FFF2-40B4-BE49-F238E27FC236}">
                <a16:creationId xmlns:a16="http://schemas.microsoft.com/office/drawing/2014/main" id="{E421F5B0-73AD-41D2-B35C-E189F2EB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0539" y="8899198"/>
            <a:ext cx="212263" cy="26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8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732" name="text-694 look?">
            <a:extLst xmlns:a="http://schemas.openxmlformats.org/drawingml/2006/main">
              <a:ext uri="{FF2B5EF4-FFF2-40B4-BE49-F238E27FC236}">
                <a16:creationId xmlns:a16="http://schemas.microsoft.com/office/drawing/2014/main" id="{7B4723C4-0905-487A-A48A-801C36E3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1263" y="8899238"/>
            <a:ext cx="537605" cy="264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look?</a:t>
            </a:r>
          </a:p>
        </p:txBody>
      </p:sp>
      <p:sp>
        <p:nvSpPr>
          <p:cNvPr id="733" name="path-695">
            <a:extLst xmlns:a="http://schemas.openxmlformats.org/drawingml/2006/main">
              <a:ext uri="{FF2B5EF4-FFF2-40B4-BE49-F238E27FC236}">
                <a16:creationId xmlns:a16="http://schemas.microsoft.com/office/drawing/2014/main" id="{A7CDF995-1D7C-4797-BD06-57AABC98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862" y="9599275"/>
            <a:ext cx="1626314" cy="191"/>
          </a:xfrm>
          <a:custGeom xmlns:a="http://schemas.openxmlformats.org/drawingml/2006/main">
            <a:pathLst>
              <a:path w="1420013" h="191">
                <a:moveTo>
                  <a:pt x="0" y="0"/>
                </a:moveTo>
                <a:lnTo>
                  <a:pt x="1420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734" name="text-696 When">
            <a:extLst xmlns:a="http://schemas.openxmlformats.org/drawingml/2006/main">
              <a:ext uri="{FF2B5EF4-FFF2-40B4-BE49-F238E27FC236}">
                <a16:creationId xmlns:a16="http://schemas.microsoft.com/office/drawing/2014/main" id="{6AB1B179-5E9E-44C8-BED8-82BC00F8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0862" y="9384454"/>
            <a:ext cx="548019" cy="264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</a:t>
            </a:r>
          </a:p>
        </p:txBody>
      </p:sp>
      <p:sp>
        <p:nvSpPr>
          <p:cNvPr id="735" name="text-696 to">
            <a:extLst xmlns:a="http://schemas.openxmlformats.org/drawingml/2006/main">
              <a:ext uri="{FF2B5EF4-FFF2-40B4-BE49-F238E27FC236}">
                <a16:creationId xmlns:a16="http://schemas.microsoft.com/office/drawing/2014/main" id="{A110CCDC-C75B-4445-BB0A-6C8DAA8D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354" y="9384392"/>
            <a:ext cx="212263" cy="26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8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736" name="text-696 conclude">
            <a:extLst xmlns:a="http://schemas.openxmlformats.org/drawingml/2006/main">
              <a:ext uri="{FF2B5EF4-FFF2-40B4-BE49-F238E27FC236}">
                <a16:creationId xmlns:a16="http://schemas.microsoft.com/office/drawing/2014/main" id="{35F206C9-7BCB-4750-A63A-A40E4152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8078" y="9384442"/>
            <a:ext cx="863041" cy="26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conclude</a:t>
            </a:r>
          </a:p>
        </p:txBody>
      </p:sp>
      <p:sp>
        <p:nvSpPr>
          <p:cNvPr id="737" name="path-697">
            <a:extLst xmlns:a="http://schemas.openxmlformats.org/drawingml/2006/main">
              <a:ext uri="{FF2B5EF4-FFF2-40B4-BE49-F238E27FC236}">
                <a16:creationId xmlns:a16="http://schemas.microsoft.com/office/drawing/2014/main" id="{B55AC7CD-E66B-457A-B5EC-F701CD1E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862" y="9816465"/>
            <a:ext cx="1176442" cy="191"/>
          </a:xfrm>
          <a:custGeom xmlns:a="http://schemas.openxmlformats.org/drawingml/2006/main">
            <a:pathLst>
              <a:path w="1027208" h="191">
                <a:moveTo>
                  <a:pt x="0" y="0"/>
                </a:moveTo>
                <a:lnTo>
                  <a:pt x="1027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738" name="text-698 observation?">
            <a:extLst xmlns:a="http://schemas.openxmlformats.org/drawingml/2006/main">
              <a:ext uri="{FF2B5EF4-FFF2-40B4-BE49-F238E27FC236}">
                <a16:creationId xmlns:a16="http://schemas.microsoft.com/office/drawing/2014/main" id="{8D549992-9D13-4C2C-92B9-2F28C19C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0862" y="9598422"/>
            <a:ext cx="1219863" cy="264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observation?</a:t>
            </a:r>
          </a:p>
        </p:txBody>
      </p:sp>
      <p:pic>
        <p:nvPic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3A781BDB-F265-43E0-A16A-86D00B3AF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80d6df748471b"/>
          <a:stretch xmlns:a="http://schemas.openxmlformats.org/drawingml/2006/main"/>
        </p:blipFill>
        <p:spPr>
          <a:xfrm xmlns:a="http://schemas.openxmlformats.org/drawingml/2006/main">
            <a:off x="12616019" y="8672502"/>
            <a:ext cx="719981" cy="676346"/>
          </a:xfrm>
          <a:prstGeom xmlns:a="http://schemas.openxmlformats.org/drawingml/2006/main" prst="rect">
            <a:avLst/>
          </a:prstGeom>
        </p:spPr>
      </p:pic>
      <p:sp>
        <p:nvSpPr>
          <p:cNvPr id="740" name="path-700">
            <a:extLst xmlns:a="http://schemas.openxmlformats.org/drawingml/2006/main">
              <a:ext uri="{FF2B5EF4-FFF2-40B4-BE49-F238E27FC236}">
                <a16:creationId xmlns:a16="http://schemas.microsoft.com/office/drawing/2014/main" id="{C01FF1C4-3A6D-4713-A2D8-42620109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291" y="9460018"/>
            <a:ext cx="330609" cy="437532"/>
          </a:xfrm>
          <a:custGeom xmlns:a="http://schemas.openxmlformats.org/drawingml/2006/main">
            <a:pathLst>
              <a:path w="288670" h="382030">
                <a:moveTo>
                  <a:pt x="176945" y="152508"/>
                </a:moveTo>
                <a:cubicBezTo>
                  <a:pt x="176945" y="144848"/>
                  <a:pt x="183129" y="138644"/>
                  <a:pt x="190715" y="138644"/>
                </a:cubicBezTo>
                <a:cubicBezTo>
                  <a:pt x="198301" y="138644"/>
                  <a:pt x="204485" y="144848"/>
                  <a:pt x="204485" y="152508"/>
                </a:cubicBezTo>
                <a:cubicBezTo>
                  <a:pt x="204485" y="160163"/>
                  <a:pt x="198301" y="166373"/>
                  <a:pt x="190715" y="166373"/>
                </a:cubicBezTo>
                <a:cubicBezTo>
                  <a:pt x="183129" y="166370"/>
                  <a:pt x="176945" y="160160"/>
                  <a:pt x="176945" y="152508"/>
                </a:cubicBezTo>
                <a:moveTo>
                  <a:pt x="134152" y="34404"/>
                </a:moveTo>
                <a:lnTo>
                  <a:pt x="134069" y="34404"/>
                </a:lnTo>
                <a:lnTo>
                  <a:pt x="134069" y="53407"/>
                </a:lnTo>
                <a:lnTo>
                  <a:pt x="151549" y="53407"/>
                </a:lnTo>
                <a:lnTo>
                  <a:pt x="151549" y="34960"/>
                </a:lnTo>
                <a:cubicBezTo>
                  <a:pt x="157486" y="31916"/>
                  <a:pt x="161691" y="25724"/>
                  <a:pt x="161691" y="18486"/>
                </a:cubicBezTo>
                <a:cubicBezTo>
                  <a:pt x="161691" y="8274"/>
                  <a:pt x="153446" y="0"/>
                  <a:pt x="143387" y="0"/>
                </a:cubicBezTo>
                <a:cubicBezTo>
                  <a:pt x="133245" y="0"/>
                  <a:pt x="125000" y="8274"/>
                  <a:pt x="125000" y="18486"/>
                </a:cubicBezTo>
                <a:cubicBezTo>
                  <a:pt x="125000" y="25319"/>
                  <a:pt x="128710" y="31208"/>
                  <a:pt x="134152" y="34404"/>
                </a:cubicBezTo>
                <a:moveTo>
                  <a:pt x="95976" y="166370"/>
                </a:moveTo>
                <a:cubicBezTo>
                  <a:pt x="103562" y="166370"/>
                  <a:pt x="109746" y="160160"/>
                  <a:pt x="109746" y="152501"/>
                </a:cubicBezTo>
                <a:cubicBezTo>
                  <a:pt x="109746" y="144846"/>
                  <a:pt x="103562" y="138639"/>
                  <a:pt x="95976" y="138639"/>
                </a:cubicBezTo>
                <a:cubicBezTo>
                  <a:pt x="88390" y="138639"/>
                  <a:pt x="82288" y="144846"/>
                  <a:pt x="82288" y="152501"/>
                </a:cubicBezTo>
                <a:cubicBezTo>
                  <a:pt x="82288" y="160160"/>
                  <a:pt x="88390" y="166370"/>
                  <a:pt x="95976" y="166370"/>
                </a:cubicBezTo>
                <a:moveTo>
                  <a:pt x="143387" y="382030"/>
                </a:moveTo>
                <a:cubicBezTo>
                  <a:pt x="164000" y="382030"/>
                  <a:pt x="181646" y="368757"/>
                  <a:pt x="188324" y="350195"/>
                </a:cubicBezTo>
                <a:lnTo>
                  <a:pt x="98367" y="350195"/>
                </a:lnTo>
                <a:cubicBezTo>
                  <a:pt x="105045" y="368757"/>
                  <a:pt x="122691" y="382030"/>
                  <a:pt x="143387" y="382030"/>
                </a:cubicBezTo>
                <a:moveTo>
                  <a:pt x="0" y="325703"/>
                </a:moveTo>
                <a:cubicBezTo>
                  <a:pt x="0" y="318368"/>
                  <a:pt x="4288" y="312083"/>
                  <a:pt x="10389" y="309098"/>
                </a:cubicBezTo>
                <a:lnTo>
                  <a:pt x="10389" y="230495"/>
                </a:lnTo>
                <a:cubicBezTo>
                  <a:pt x="10389" y="214992"/>
                  <a:pt x="22344" y="202332"/>
                  <a:pt x="37516" y="201329"/>
                </a:cubicBezTo>
                <a:lnTo>
                  <a:pt x="37516" y="163292"/>
                </a:lnTo>
                <a:cubicBezTo>
                  <a:pt x="37516" y="163292"/>
                  <a:pt x="41227" y="93968"/>
                  <a:pt x="98367" y="72405"/>
                </a:cubicBezTo>
                <a:cubicBezTo>
                  <a:pt x="115353" y="66002"/>
                  <a:pt x="130854" y="63413"/>
                  <a:pt x="144294" y="62927"/>
                </a:cubicBezTo>
                <a:cubicBezTo>
                  <a:pt x="157734" y="63413"/>
                  <a:pt x="173318" y="66002"/>
                  <a:pt x="190221" y="72401"/>
                </a:cubicBezTo>
                <a:cubicBezTo>
                  <a:pt x="247443" y="93965"/>
                  <a:pt x="251153" y="163289"/>
                  <a:pt x="251153" y="163289"/>
                </a:cubicBezTo>
                <a:lnTo>
                  <a:pt x="251153" y="201321"/>
                </a:lnTo>
                <a:cubicBezTo>
                  <a:pt x="266243" y="202329"/>
                  <a:pt x="278198" y="214993"/>
                  <a:pt x="278198" y="230492"/>
                </a:cubicBezTo>
                <a:lnTo>
                  <a:pt x="278198" y="309100"/>
                </a:lnTo>
                <a:cubicBezTo>
                  <a:pt x="284383" y="312083"/>
                  <a:pt x="288670" y="318372"/>
                  <a:pt x="288670" y="325706"/>
                </a:cubicBezTo>
                <a:cubicBezTo>
                  <a:pt x="288670" y="335911"/>
                  <a:pt x="280425" y="344185"/>
                  <a:pt x="270283" y="344185"/>
                </a:cubicBezTo>
                <a:cubicBezTo>
                  <a:pt x="260224" y="344185"/>
                  <a:pt x="251979" y="335911"/>
                  <a:pt x="251979" y="325706"/>
                </a:cubicBezTo>
                <a:cubicBezTo>
                  <a:pt x="251979" y="318368"/>
                  <a:pt x="256265" y="312083"/>
                  <a:pt x="262368" y="309100"/>
                </a:cubicBezTo>
                <a:lnTo>
                  <a:pt x="262368" y="256554"/>
                </a:lnTo>
                <a:cubicBezTo>
                  <a:pt x="258987" y="258311"/>
                  <a:pt x="255194" y="259372"/>
                  <a:pt x="251153" y="259646"/>
                </a:cubicBezTo>
                <a:lnTo>
                  <a:pt x="251153" y="277909"/>
                </a:lnTo>
                <a:cubicBezTo>
                  <a:pt x="251236" y="279385"/>
                  <a:pt x="251401" y="280849"/>
                  <a:pt x="251401" y="282362"/>
                </a:cubicBezTo>
                <a:cubicBezTo>
                  <a:pt x="251401" y="283962"/>
                  <a:pt x="251236" y="285545"/>
                  <a:pt x="251153" y="287128"/>
                </a:cubicBezTo>
                <a:lnTo>
                  <a:pt x="251153" y="287552"/>
                </a:lnTo>
                <a:cubicBezTo>
                  <a:pt x="248681" y="317979"/>
                  <a:pt x="225099" y="342354"/>
                  <a:pt x="195168" y="345677"/>
                </a:cubicBezTo>
                <a:lnTo>
                  <a:pt x="195168" y="346092"/>
                </a:lnTo>
                <a:lnTo>
                  <a:pt x="144294" y="346092"/>
                </a:lnTo>
                <a:lnTo>
                  <a:pt x="93502" y="346092"/>
                </a:lnTo>
                <a:lnTo>
                  <a:pt x="93502" y="345677"/>
                </a:lnTo>
                <a:cubicBezTo>
                  <a:pt x="63571" y="342354"/>
                  <a:pt x="39990" y="317977"/>
                  <a:pt x="37516" y="287552"/>
                </a:cubicBezTo>
                <a:lnTo>
                  <a:pt x="37516" y="287128"/>
                </a:lnTo>
                <a:cubicBezTo>
                  <a:pt x="37434" y="285545"/>
                  <a:pt x="37269" y="283962"/>
                  <a:pt x="37269" y="282362"/>
                </a:cubicBezTo>
                <a:cubicBezTo>
                  <a:pt x="37269" y="280853"/>
                  <a:pt x="37434" y="279385"/>
                  <a:pt x="37516" y="277909"/>
                </a:cubicBezTo>
                <a:lnTo>
                  <a:pt x="37516" y="259649"/>
                </a:lnTo>
                <a:cubicBezTo>
                  <a:pt x="33477" y="259372"/>
                  <a:pt x="29683" y="258318"/>
                  <a:pt x="26221" y="256552"/>
                </a:cubicBezTo>
                <a:lnTo>
                  <a:pt x="26221" y="309107"/>
                </a:lnTo>
                <a:cubicBezTo>
                  <a:pt x="32405" y="312091"/>
                  <a:pt x="36692" y="318378"/>
                  <a:pt x="36692" y="325706"/>
                </a:cubicBezTo>
                <a:cubicBezTo>
                  <a:pt x="36692" y="335919"/>
                  <a:pt x="28447" y="344189"/>
                  <a:pt x="18304" y="344189"/>
                </a:cubicBezTo>
                <a:cubicBezTo>
                  <a:pt x="8245" y="344188"/>
                  <a:pt x="0" y="335918"/>
                  <a:pt x="0" y="325703"/>
                </a:cubicBezTo>
                <a:moveTo>
                  <a:pt x="174884" y="229027"/>
                </a:moveTo>
                <a:cubicBezTo>
                  <a:pt x="174884" y="224120"/>
                  <a:pt x="171009" y="220131"/>
                  <a:pt x="166062" y="220131"/>
                </a:cubicBezTo>
                <a:cubicBezTo>
                  <a:pt x="161197" y="220131"/>
                  <a:pt x="157240" y="224115"/>
                  <a:pt x="157240" y="229027"/>
                </a:cubicBezTo>
                <a:cubicBezTo>
                  <a:pt x="157240" y="233943"/>
                  <a:pt x="161197" y="237931"/>
                  <a:pt x="166062" y="237931"/>
                </a:cubicBezTo>
                <a:cubicBezTo>
                  <a:pt x="171009" y="237931"/>
                  <a:pt x="174884" y="233943"/>
                  <a:pt x="174884" y="229027"/>
                </a:cubicBezTo>
                <a:moveTo>
                  <a:pt x="196651" y="229027"/>
                </a:moveTo>
                <a:cubicBezTo>
                  <a:pt x="196651" y="224120"/>
                  <a:pt x="192694" y="220131"/>
                  <a:pt x="187829" y="220131"/>
                </a:cubicBezTo>
                <a:cubicBezTo>
                  <a:pt x="182965" y="220131"/>
                  <a:pt x="179006" y="224115"/>
                  <a:pt x="179006" y="229027"/>
                </a:cubicBezTo>
                <a:cubicBezTo>
                  <a:pt x="179006" y="233943"/>
                  <a:pt x="182965" y="237931"/>
                  <a:pt x="187829" y="237931"/>
                </a:cubicBezTo>
                <a:cubicBezTo>
                  <a:pt x="192694" y="237931"/>
                  <a:pt x="196651" y="233943"/>
                  <a:pt x="196651" y="229027"/>
                </a:cubicBezTo>
                <a:moveTo>
                  <a:pt x="218337" y="229027"/>
                </a:moveTo>
                <a:cubicBezTo>
                  <a:pt x="218337" y="224120"/>
                  <a:pt x="214462" y="220131"/>
                  <a:pt x="209515" y="220131"/>
                </a:cubicBezTo>
                <a:cubicBezTo>
                  <a:pt x="204651" y="220131"/>
                  <a:pt x="200692" y="224115"/>
                  <a:pt x="200692" y="229027"/>
                </a:cubicBezTo>
                <a:cubicBezTo>
                  <a:pt x="200692" y="233943"/>
                  <a:pt x="204651" y="237931"/>
                  <a:pt x="209515" y="237931"/>
                </a:cubicBezTo>
                <a:cubicBezTo>
                  <a:pt x="214462" y="237931"/>
                  <a:pt x="218337" y="233943"/>
                  <a:pt x="218337" y="229027"/>
                </a:cubicBezTo>
                <a:moveTo>
                  <a:pt x="70003" y="155074"/>
                </a:moveTo>
                <a:cubicBezTo>
                  <a:pt x="70003" y="178693"/>
                  <a:pt x="88390" y="180237"/>
                  <a:pt x="88390" y="180237"/>
                </a:cubicBezTo>
                <a:cubicBezTo>
                  <a:pt x="94739" y="182270"/>
                  <a:pt x="108262" y="181261"/>
                  <a:pt x="114363" y="180237"/>
                </a:cubicBezTo>
                <a:cubicBezTo>
                  <a:pt x="119970" y="179282"/>
                  <a:pt x="140584" y="177487"/>
                  <a:pt x="143799" y="177195"/>
                </a:cubicBezTo>
                <a:cubicBezTo>
                  <a:pt x="143964" y="177208"/>
                  <a:pt x="144129" y="177229"/>
                  <a:pt x="144294" y="177235"/>
                </a:cubicBezTo>
                <a:cubicBezTo>
                  <a:pt x="144459" y="177228"/>
                  <a:pt x="144706" y="177208"/>
                  <a:pt x="144789" y="177195"/>
                </a:cubicBezTo>
                <a:cubicBezTo>
                  <a:pt x="148086" y="177483"/>
                  <a:pt x="168699" y="179282"/>
                  <a:pt x="174307" y="180237"/>
                </a:cubicBezTo>
                <a:cubicBezTo>
                  <a:pt x="180408" y="181261"/>
                  <a:pt x="193849" y="182270"/>
                  <a:pt x="200280" y="180237"/>
                </a:cubicBezTo>
                <a:cubicBezTo>
                  <a:pt x="200280" y="180237"/>
                  <a:pt x="218584" y="178698"/>
                  <a:pt x="218584" y="155074"/>
                </a:cubicBezTo>
                <a:cubicBezTo>
                  <a:pt x="218584" y="155074"/>
                  <a:pt x="218584" y="128887"/>
                  <a:pt x="200280" y="112967"/>
                </a:cubicBezTo>
                <a:cubicBezTo>
                  <a:pt x="182470" y="97530"/>
                  <a:pt x="155755" y="94179"/>
                  <a:pt x="145283" y="93980"/>
                </a:cubicBezTo>
                <a:lnTo>
                  <a:pt x="145283" y="93963"/>
                </a:lnTo>
                <a:cubicBezTo>
                  <a:pt x="145118" y="93963"/>
                  <a:pt x="144953" y="93976"/>
                  <a:pt x="144789" y="93976"/>
                </a:cubicBezTo>
                <a:cubicBezTo>
                  <a:pt x="144624" y="93976"/>
                  <a:pt x="144459" y="93963"/>
                  <a:pt x="144294" y="93963"/>
                </a:cubicBezTo>
                <a:cubicBezTo>
                  <a:pt x="144129" y="93963"/>
                  <a:pt x="143964" y="93976"/>
                  <a:pt x="143799" y="93976"/>
                </a:cubicBezTo>
                <a:cubicBezTo>
                  <a:pt x="143634" y="93976"/>
                  <a:pt x="143469" y="93963"/>
                  <a:pt x="143304" y="93963"/>
                </a:cubicBezTo>
                <a:lnTo>
                  <a:pt x="143304" y="93980"/>
                </a:lnTo>
                <a:cubicBezTo>
                  <a:pt x="132833" y="94179"/>
                  <a:pt x="106117" y="97530"/>
                  <a:pt x="88390" y="112967"/>
                </a:cubicBezTo>
                <a:cubicBezTo>
                  <a:pt x="70003" y="128887"/>
                  <a:pt x="70003" y="155074"/>
                  <a:pt x="70003" y="1550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01">
            <a:extLst xmlns:a="http://schemas.openxmlformats.org/drawingml/2006/main">
              <a:ext uri="{FF2B5EF4-FFF2-40B4-BE49-F238E27FC236}">
                <a16:creationId xmlns:a16="http://schemas.microsoft.com/office/drawing/2014/main" id="{4EB96C5F-D5A6-405D-85C2-A1582E15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519" y="9786490"/>
            <a:ext cx="32769" cy="32833"/>
          </a:xfrm>
          <a:custGeom xmlns:a="http://schemas.openxmlformats.org/drawingml/2006/main">
            <a:pathLst>
              <a:path w="28612" h="28668">
                <a:moveTo>
                  <a:pt x="28612" y="14333"/>
                </a:moveTo>
                <a:cubicBezTo>
                  <a:pt x="28612" y="6430"/>
                  <a:pt x="22181" y="0"/>
                  <a:pt x="14265" y="0"/>
                </a:cubicBezTo>
                <a:cubicBezTo>
                  <a:pt x="6432" y="0"/>
                  <a:pt x="0" y="6430"/>
                  <a:pt x="0" y="14333"/>
                </a:cubicBezTo>
                <a:cubicBezTo>
                  <a:pt x="0" y="22235"/>
                  <a:pt x="6432" y="28668"/>
                  <a:pt x="14265" y="28668"/>
                </a:cubicBezTo>
                <a:cubicBezTo>
                  <a:pt x="22181" y="28668"/>
                  <a:pt x="28612" y="22235"/>
                  <a:pt x="28612" y="14333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path-702">
            <a:extLst xmlns:a="http://schemas.openxmlformats.org/drawingml/2006/main">
              <a:ext uri="{FF2B5EF4-FFF2-40B4-BE49-F238E27FC236}">
                <a16:creationId xmlns:a16="http://schemas.microsoft.com/office/drawing/2014/main" id="{9BFE9DFA-AF91-4AFE-90B7-5EB1EA1E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515" y="9786534"/>
            <a:ext cx="32773" cy="32766"/>
          </a:xfrm>
          <a:custGeom xmlns:a="http://schemas.openxmlformats.org/drawingml/2006/main">
            <a:pathLst>
              <a:path w="28616" h="28610">
                <a:moveTo>
                  <a:pt x="28616" y="14265"/>
                </a:moveTo>
                <a:cubicBezTo>
                  <a:pt x="28616" y="6428"/>
                  <a:pt x="22181" y="0"/>
                  <a:pt x="14265" y="0"/>
                </a:cubicBezTo>
                <a:cubicBezTo>
                  <a:pt x="6434" y="0"/>
                  <a:pt x="0" y="6428"/>
                  <a:pt x="0" y="14265"/>
                </a:cubicBezTo>
                <a:cubicBezTo>
                  <a:pt x="0" y="22181"/>
                  <a:pt x="6434" y="28610"/>
                  <a:pt x="14265" y="28610"/>
                </a:cubicBezTo>
                <a:cubicBezTo>
                  <a:pt x="22181" y="28610"/>
                  <a:pt x="28616" y="22181"/>
                  <a:pt x="28616" y="142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55">
            <a:solidFill>
              <a:srgbClr val="931100"/>
            </a:solidFill>
            <a:prstDash val="solid"/>
          </a:ln>
        </p:spPr>
      </p:sp>
      <p:sp>
        <p:nvSpPr>
          <p:cNvPr id="743" name="path-703">
            <a:extLst xmlns:a="http://schemas.openxmlformats.org/drawingml/2006/main">
              <a:ext uri="{FF2B5EF4-FFF2-40B4-BE49-F238E27FC236}">
                <a16:creationId xmlns:a16="http://schemas.microsoft.com/office/drawing/2014/main" id="{0261159D-1FBD-491E-A407-E44305AE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380" y="9797482"/>
            <a:ext cx="32862" cy="32835"/>
          </a:xfrm>
          <a:custGeom xmlns:a="http://schemas.openxmlformats.org/drawingml/2006/main">
            <a:pathLst>
              <a:path w="28694" h="28670">
                <a:moveTo>
                  <a:pt x="14347" y="28670"/>
                </a:moveTo>
                <a:cubicBezTo>
                  <a:pt x="22263" y="28670"/>
                  <a:pt x="28694" y="22237"/>
                  <a:pt x="28694" y="14333"/>
                </a:cubicBezTo>
                <a:cubicBezTo>
                  <a:pt x="28694" y="6431"/>
                  <a:pt x="22263" y="0"/>
                  <a:pt x="14347" y="0"/>
                </a:cubicBezTo>
                <a:cubicBezTo>
                  <a:pt x="6432" y="0"/>
                  <a:pt x="0" y="6431"/>
                  <a:pt x="0" y="14333"/>
                </a:cubicBezTo>
                <a:cubicBezTo>
                  <a:pt x="0" y="22237"/>
                  <a:pt x="6432" y="28670"/>
                  <a:pt x="14347" y="28670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path-704">
            <a:extLst xmlns:a="http://schemas.openxmlformats.org/drawingml/2006/main">
              <a:ext uri="{FF2B5EF4-FFF2-40B4-BE49-F238E27FC236}">
                <a16:creationId xmlns:a16="http://schemas.microsoft.com/office/drawing/2014/main" id="{08D708DB-593F-4408-809C-92BDA07A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377" y="9797486"/>
            <a:ext cx="32864" cy="32864"/>
          </a:xfrm>
          <a:custGeom xmlns:a="http://schemas.openxmlformats.org/drawingml/2006/main">
            <a:pathLst>
              <a:path w="28695" h="28695">
                <a:moveTo>
                  <a:pt x="14350" y="28695"/>
                </a:moveTo>
                <a:cubicBezTo>
                  <a:pt x="22267" y="28695"/>
                  <a:pt x="28695" y="22261"/>
                  <a:pt x="28695" y="14345"/>
                </a:cubicBezTo>
                <a:cubicBezTo>
                  <a:pt x="28695" y="6434"/>
                  <a:pt x="22267" y="0"/>
                  <a:pt x="14350" y="0"/>
                </a:cubicBezTo>
                <a:cubicBezTo>
                  <a:pt x="6428" y="0"/>
                  <a:pt x="0" y="6434"/>
                  <a:pt x="0" y="14345"/>
                </a:cubicBezTo>
                <a:cubicBezTo>
                  <a:pt x="0" y="22261"/>
                  <a:pt x="6428" y="28695"/>
                  <a:pt x="14350" y="286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55">
            <a:solidFill>
              <a:srgbClr val="931100"/>
            </a:solidFill>
            <a:prstDash val="solid"/>
          </a:ln>
        </p:spPr>
      </p:sp>
      <p:sp>
        <p:nvSpPr>
          <p:cNvPr id="745" name="path-705">
            <a:extLst xmlns:a="http://schemas.openxmlformats.org/drawingml/2006/main">
              <a:ext uri="{FF2B5EF4-FFF2-40B4-BE49-F238E27FC236}">
                <a16:creationId xmlns:a16="http://schemas.microsoft.com/office/drawing/2014/main" id="{2639E717-C346-4B3F-BC20-E41DC822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512" y="9877628"/>
            <a:ext cx="93867" cy="30840"/>
          </a:xfrm>
          <a:custGeom xmlns:a="http://schemas.openxmlformats.org/drawingml/2006/main">
            <a:pathLst>
              <a:path w="81960" h="26928">
                <a:moveTo>
                  <a:pt x="495" y="13575"/>
                </a:moveTo>
                <a:cubicBezTo>
                  <a:pt x="990" y="16152"/>
                  <a:pt x="3381" y="17881"/>
                  <a:pt x="6019" y="17411"/>
                </a:cubicBezTo>
                <a:cubicBezTo>
                  <a:pt x="6432" y="17340"/>
                  <a:pt x="49307" y="9995"/>
                  <a:pt x="73962" y="26154"/>
                </a:cubicBezTo>
                <a:cubicBezTo>
                  <a:pt x="74787" y="26678"/>
                  <a:pt x="75693" y="26928"/>
                  <a:pt x="76600" y="26928"/>
                </a:cubicBezTo>
                <a:cubicBezTo>
                  <a:pt x="78085" y="26928"/>
                  <a:pt x="79650" y="26177"/>
                  <a:pt x="80558" y="24787"/>
                </a:cubicBezTo>
                <a:cubicBezTo>
                  <a:pt x="81960" y="22602"/>
                  <a:pt x="81382" y="19662"/>
                  <a:pt x="79156" y="18228"/>
                </a:cubicBezTo>
                <a:cubicBezTo>
                  <a:pt x="51369" y="0"/>
                  <a:pt x="6267" y="7744"/>
                  <a:pt x="4288" y="8087"/>
                </a:cubicBezTo>
                <a:cubicBezTo>
                  <a:pt x="1732" y="8542"/>
                  <a:pt x="0" y="10998"/>
                  <a:pt x="495" y="13575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path-706">
            <a:extLst xmlns:a="http://schemas.openxmlformats.org/drawingml/2006/main">
              <a:ext uri="{FF2B5EF4-FFF2-40B4-BE49-F238E27FC236}">
                <a16:creationId xmlns:a16="http://schemas.microsoft.com/office/drawing/2014/main" id="{ADC1A982-4650-4C2E-8F44-5729768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6508" y="9877659"/>
            <a:ext cx="93864" cy="30789"/>
          </a:xfrm>
          <a:custGeom xmlns:a="http://schemas.openxmlformats.org/drawingml/2006/main">
            <a:pathLst>
              <a:path w="81957" h="26884">
                <a:moveTo>
                  <a:pt x="494" y="13521"/>
                </a:moveTo>
                <a:cubicBezTo>
                  <a:pt x="994" y="16162"/>
                  <a:pt x="3385" y="17894"/>
                  <a:pt x="6020" y="17394"/>
                </a:cubicBezTo>
                <a:cubicBezTo>
                  <a:pt x="6434" y="17315"/>
                  <a:pt x="49309" y="9978"/>
                  <a:pt x="73961" y="26140"/>
                </a:cubicBezTo>
                <a:cubicBezTo>
                  <a:pt x="74790" y="26634"/>
                  <a:pt x="75693" y="26884"/>
                  <a:pt x="76602" y="26884"/>
                </a:cubicBezTo>
                <a:cubicBezTo>
                  <a:pt x="78084" y="26884"/>
                  <a:pt x="79651" y="26140"/>
                  <a:pt x="80560" y="24737"/>
                </a:cubicBezTo>
                <a:cubicBezTo>
                  <a:pt x="81957" y="22596"/>
                  <a:pt x="81383" y="19626"/>
                  <a:pt x="79157" y="18223"/>
                </a:cubicBezTo>
                <a:cubicBezTo>
                  <a:pt x="51371" y="0"/>
                  <a:pt x="6269" y="7752"/>
                  <a:pt x="4288" y="8081"/>
                </a:cubicBezTo>
                <a:cubicBezTo>
                  <a:pt x="1732" y="8490"/>
                  <a:pt x="0" y="10966"/>
                  <a:pt x="494" y="13521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55">
            <a:solidFill>
              <a:srgbClr val="931100"/>
            </a:solidFill>
            <a:prstDash val="solid"/>
          </a:ln>
        </p:spPr>
      </p:sp>
      <p:sp>
        <p:nvSpPr>
          <p:cNvPr id="747" name="path-707">
            <a:extLst xmlns:a="http://schemas.openxmlformats.org/drawingml/2006/main">
              <a:ext uri="{FF2B5EF4-FFF2-40B4-BE49-F238E27FC236}">
                <a16:creationId xmlns:a16="http://schemas.microsoft.com/office/drawing/2014/main" id="{DB9D7813-1ABA-49A0-8C5F-75CE3EB2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468" y="9741038"/>
            <a:ext cx="70258" cy="36282"/>
          </a:xfrm>
          <a:custGeom xmlns:a="http://schemas.openxmlformats.org/drawingml/2006/main">
            <a:pathLst>
              <a:path w="61345" h="31679">
                <a:moveTo>
                  <a:pt x="5194" y="31679"/>
                </a:moveTo>
                <a:cubicBezTo>
                  <a:pt x="6514" y="31679"/>
                  <a:pt x="7833" y="31161"/>
                  <a:pt x="8740" y="30142"/>
                </a:cubicBezTo>
                <a:cubicBezTo>
                  <a:pt x="9565" y="29232"/>
                  <a:pt x="29436" y="8112"/>
                  <a:pt x="53018" y="27105"/>
                </a:cubicBezTo>
                <a:cubicBezTo>
                  <a:pt x="55079" y="28746"/>
                  <a:pt x="58048" y="28421"/>
                  <a:pt x="59697" y="26381"/>
                </a:cubicBezTo>
                <a:cubicBezTo>
                  <a:pt x="61345" y="24342"/>
                  <a:pt x="61015" y="21362"/>
                  <a:pt x="58954" y="19725"/>
                </a:cubicBezTo>
                <a:cubicBezTo>
                  <a:pt x="34465" y="0"/>
                  <a:pt x="10802" y="13753"/>
                  <a:pt x="1732" y="23776"/>
                </a:cubicBezTo>
                <a:cubicBezTo>
                  <a:pt x="0" y="25712"/>
                  <a:pt x="82" y="28695"/>
                  <a:pt x="2061" y="30451"/>
                </a:cubicBezTo>
                <a:cubicBezTo>
                  <a:pt x="2969" y="31275"/>
                  <a:pt x="4122" y="31679"/>
                  <a:pt x="5194" y="31679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path-708">
            <a:extLst xmlns:a="http://schemas.openxmlformats.org/drawingml/2006/main">
              <a:ext uri="{FF2B5EF4-FFF2-40B4-BE49-F238E27FC236}">
                <a16:creationId xmlns:a16="http://schemas.microsoft.com/office/drawing/2014/main" id="{B9060BE4-9CB9-42FB-A179-092D89BA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462" y="9741014"/>
            <a:ext cx="70261" cy="36265"/>
          </a:xfrm>
          <a:custGeom xmlns:a="http://schemas.openxmlformats.org/drawingml/2006/main">
            <a:pathLst>
              <a:path w="61348" h="31665">
                <a:moveTo>
                  <a:pt x="5202" y="31665"/>
                </a:moveTo>
                <a:cubicBezTo>
                  <a:pt x="6514" y="31665"/>
                  <a:pt x="7837" y="31171"/>
                  <a:pt x="8740" y="30177"/>
                </a:cubicBezTo>
                <a:cubicBezTo>
                  <a:pt x="9569" y="29274"/>
                  <a:pt x="29439" y="8166"/>
                  <a:pt x="53023" y="27128"/>
                </a:cubicBezTo>
                <a:cubicBezTo>
                  <a:pt x="55085" y="28780"/>
                  <a:pt x="58049" y="28451"/>
                  <a:pt x="59701" y="26389"/>
                </a:cubicBezTo>
                <a:cubicBezTo>
                  <a:pt x="61348" y="24328"/>
                  <a:pt x="61019" y="21358"/>
                  <a:pt x="58958" y="19791"/>
                </a:cubicBezTo>
                <a:cubicBezTo>
                  <a:pt x="34470" y="0"/>
                  <a:pt x="10801" y="13771"/>
                  <a:pt x="1732" y="23828"/>
                </a:cubicBezTo>
                <a:cubicBezTo>
                  <a:pt x="0" y="25725"/>
                  <a:pt x="85" y="28695"/>
                  <a:pt x="2061" y="30512"/>
                </a:cubicBezTo>
                <a:cubicBezTo>
                  <a:pt x="2976" y="31336"/>
                  <a:pt x="4123" y="31665"/>
                  <a:pt x="5202" y="316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55">
            <a:solidFill>
              <a:srgbClr val="931100"/>
            </a:solidFill>
            <a:prstDash val="solid"/>
          </a:ln>
        </p:spPr>
      </p:sp>
      <p:sp>
        <p:nvSpPr>
          <p:cNvPr id="749" name="path-709">
            <a:extLst xmlns:a="http://schemas.openxmlformats.org/drawingml/2006/main">
              <a:ext uri="{FF2B5EF4-FFF2-40B4-BE49-F238E27FC236}">
                <a16:creationId xmlns:a16="http://schemas.microsoft.com/office/drawing/2014/main" id="{353AD263-1E00-456B-8037-22309615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042" y="9764229"/>
            <a:ext cx="69408" cy="22269"/>
          </a:xfrm>
          <a:custGeom xmlns:a="http://schemas.openxmlformats.org/drawingml/2006/main">
            <a:pathLst>
              <a:path w="60604" h="19444">
                <a:moveTo>
                  <a:pt x="5359" y="18817"/>
                </a:moveTo>
                <a:cubicBezTo>
                  <a:pt x="5854" y="18817"/>
                  <a:pt x="6348" y="18733"/>
                  <a:pt x="6844" y="18557"/>
                </a:cubicBezTo>
                <a:cubicBezTo>
                  <a:pt x="7091" y="18477"/>
                  <a:pt x="32074" y="10077"/>
                  <a:pt x="53512" y="18490"/>
                </a:cubicBezTo>
                <a:cubicBezTo>
                  <a:pt x="55903" y="19444"/>
                  <a:pt x="58707" y="18246"/>
                  <a:pt x="59614" y="15810"/>
                </a:cubicBezTo>
                <a:cubicBezTo>
                  <a:pt x="60604" y="13375"/>
                  <a:pt x="59366" y="10625"/>
                  <a:pt x="56975" y="9671"/>
                </a:cubicBezTo>
                <a:cubicBezTo>
                  <a:pt x="32239" y="0"/>
                  <a:pt x="4947" y="9207"/>
                  <a:pt x="3793" y="9604"/>
                </a:cubicBezTo>
                <a:cubicBezTo>
                  <a:pt x="1319" y="10458"/>
                  <a:pt x="0" y="13151"/>
                  <a:pt x="825" y="15622"/>
                </a:cubicBezTo>
                <a:cubicBezTo>
                  <a:pt x="1567" y="17584"/>
                  <a:pt x="3380" y="18817"/>
                  <a:pt x="5359" y="18817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path-710">
            <a:extLst xmlns:a="http://schemas.openxmlformats.org/drawingml/2006/main">
              <a:ext uri="{FF2B5EF4-FFF2-40B4-BE49-F238E27FC236}">
                <a16:creationId xmlns:a16="http://schemas.microsoft.com/office/drawing/2014/main" id="{613152D6-8D58-40EF-AF3B-946069C4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040" y="9764245"/>
            <a:ext cx="69409" cy="22289"/>
          </a:xfrm>
          <a:custGeom xmlns:a="http://schemas.openxmlformats.org/drawingml/2006/main">
            <a:pathLst>
              <a:path w="60604" h="19461">
                <a:moveTo>
                  <a:pt x="5361" y="18803"/>
                </a:moveTo>
                <a:cubicBezTo>
                  <a:pt x="5849" y="18803"/>
                  <a:pt x="6349" y="18717"/>
                  <a:pt x="6843" y="18553"/>
                </a:cubicBezTo>
                <a:cubicBezTo>
                  <a:pt x="7093" y="18468"/>
                  <a:pt x="32074" y="10057"/>
                  <a:pt x="53512" y="18468"/>
                </a:cubicBezTo>
                <a:cubicBezTo>
                  <a:pt x="55902" y="19461"/>
                  <a:pt x="58708" y="18223"/>
                  <a:pt x="59611" y="15833"/>
                </a:cubicBezTo>
                <a:cubicBezTo>
                  <a:pt x="60604" y="13357"/>
                  <a:pt x="59366" y="10636"/>
                  <a:pt x="56976" y="9648"/>
                </a:cubicBezTo>
                <a:cubicBezTo>
                  <a:pt x="32324" y="0"/>
                  <a:pt x="4946" y="9234"/>
                  <a:pt x="3788" y="9563"/>
                </a:cubicBezTo>
                <a:cubicBezTo>
                  <a:pt x="1317" y="10472"/>
                  <a:pt x="0" y="13112"/>
                  <a:pt x="823" y="15583"/>
                </a:cubicBezTo>
                <a:cubicBezTo>
                  <a:pt x="1567" y="17565"/>
                  <a:pt x="3379" y="18803"/>
                  <a:pt x="5361" y="188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55">
            <a:solidFill>
              <a:srgbClr val="931100"/>
            </a:solidFill>
            <a:prstDash val="solid"/>
          </a:ln>
        </p:spPr>
      </p:sp>
      <p:sp>
        <p:nvSpPr>
          <p:cNvPr id="751" name="path-711">
            <a:extLst xmlns:a="http://schemas.openxmlformats.org/drawingml/2006/main">
              <a:ext uri="{FF2B5EF4-FFF2-40B4-BE49-F238E27FC236}">
                <a16:creationId xmlns:a16="http://schemas.microsoft.com/office/drawing/2014/main" id="{9F4553DD-1C15-4CE4-9539-A391C796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876" y="9691880"/>
            <a:ext cx="320411" cy="330514"/>
          </a:xfrm>
          <a:custGeom xmlns:a="http://schemas.openxmlformats.org/drawingml/2006/main">
            <a:pathLst>
              <a:path w="279766" h="288588">
                <a:moveTo>
                  <a:pt x="36528" y="248671"/>
                </a:moveTo>
                <a:cubicBezTo>
                  <a:pt x="38507" y="265593"/>
                  <a:pt x="45020" y="288141"/>
                  <a:pt x="78662" y="288569"/>
                </a:cubicBezTo>
                <a:cubicBezTo>
                  <a:pt x="79650" y="288582"/>
                  <a:pt x="80558" y="288588"/>
                  <a:pt x="81464" y="288588"/>
                </a:cubicBezTo>
                <a:cubicBezTo>
                  <a:pt x="102902" y="288588"/>
                  <a:pt x="116920" y="285358"/>
                  <a:pt x="124094" y="278771"/>
                </a:cubicBezTo>
                <a:cubicBezTo>
                  <a:pt x="129453" y="279387"/>
                  <a:pt x="134812" y="279756"/>
                  <a:pt x="139924" y="279756"/>
                </a:cubicBezTo>
                <a:cubicBezTo>
                  <a:pt x="217019" y="279756"/>
                  <a:pt x="279766" y="217005"/>
                  <a:pt x="279766" y="139877"/>
                </a:cubicBezTo>
                <a:cubicBezTo>
                  <a:pt x="279766" y="62748"/>
                  <a:pt x="217019" y="0"/>
                  <a:pt x="139924" y="0"/>
                </a:cubicBezTo>
                <a:cubicBezTo>
                  <a:pt x="62830" y="0"/>
                  <a:pt x="0" y="62751"/>
                  <a:pt x="0" y="139879"/>
                </a:cubicBezTo>
                <a:cubicBezTo>
                  <a:pt x="0" y="175099"/>
                  <a:pt x="13193" y="208585"/>
                  <a:pt x="36939" y="234484"/>
                </a:cubicBezTo>
                <a:cubicBezTo>
                  <a:pt x="36198" y="239686"/>
                  <a:pt x="36032" y="244371"/>
                  <a:pt x="36528" y="248671"/>
                </a:cubicBezTo>
                <a:moveTo>
                  <a:pt x="78826" y="279094"/>
                </a:moveTo>
                <a:cubicBezTo>
                  <a:pt x="53184" y="278769"/>
                  <a:pt x="47907" y="263752"/>
                  <a:pt x="46010" y="247571"/>
                </a:cubicBezTo>
                <a:cubicBezTo>
                  <a:pt x="45515" y="243612"/>
                  <a:pt x="45762" y="238971"/>
                  <a:pt x="46669" y="233786"/>
                </a:cubicBezTo>
                <a:cubicBezTo>
                  <a:pt x="48483" y="223672"/>
                  <a:pt x="52523" y="213461"/>
                  <a:pt x="55245" y="206702"/>
                </a:cubicBezTo>
                <a:cubicBezTo>
                  <a:pt x="56069" y="204751"/>
                  <a:pt x="56729" y="203046"/>
                  <a:pt x="57223" y="201648"/>
                </a:cubicBezTo>
                <a:cubicBezTo>
                  <a:pt x="59202" y="196371"/>
                  <a:pt x="58131" y="190009"/>
                  <a:pt x="57306" y="184394"/>
                </a:cubicBezTo>
                <a:cubicBezTo>
                  <a:pt x="56893" y="182127"/>
                  <a:pt x="56399" y="178870"/>
                  <a:pt x="56481" y="177279"/>
                </a:cubicBezTo>
                <a:cubicBezTo>
                  <a:pt x="58213" y="176792"/>
                  <a:pt x="60109" y="176536"/>
                  <a:pt x="61264" y="177338"/>
                </a:cubicBezTo>
                <a:cubicBezTo>
                  <a:pt x="64562" y="179642"/>
                  <a:pt x="64809" y="189958"/>
                  <a:pt x="64974" y="196121"/>
                </a:cubicBezTo>
                <a:cubicBezTo>
                  <a:pt x="64974" y="199121"/>
                  <a:pt x="65057" y="201953"/>
                  <a:pt x="65387" y="204283"/>
                </a:cubicBezTo>
                <a:cubicBezTo>
                  <a:pt x="66293" y="211972"/>
                  <a:pt x="72560" y="220773"/>
                  <a:pt x="96966" y="219055"/>
                </a:cubicBezTo>
                <a:cubicBezTo>
                  <a:pt x="102737" y="218650"/>
                  <a:pt x="111891" y="215970"/>
                  <a:pt x="122526" y="212872"/>
                </a:cubicBezTo>
                <a:cubicBezTo>
                  <a:pt x="132586" y="209939"/>
                  <a:pt x="143964" y="206620"/>
                  <a:pt x="153942" y="204824"/>
                </a:cubicBezTo>
                <a:cubicBezTo>
                  <a:pt x="160043" y="203731"/>
                  <a:pt x="162434" y="204770"/>
                  <a:pt x="162681" y="205419"/>
                </a:cubicBezTo>
                <a:cubicBezTo>
                  <a:pt x="163094" y="206889"/>
                  <a:pt x="161198" y="210258"/>
                  <a:pt x="159054" y="211117"/>
                </a:cubicBezTo>
                <a:cubicBezTo>
                  <a:pt x="151798" y="214012"/>
                  <a:pt x="120053" y="226014"/>
                  <a:pt x="119723" y="226134"/>
                </a:cubicBezTo>
                <a:cubicBezTo>
                  <a:pt x="117497" y="226971"/>
                  <a:pt x="116260" y="229304"/>
                  <a:pt x="116755" y="231609"/>
                </a:cubicBezTo>
                <a:cubicBezTo>
                  <a:pt x="117332" y="233911"/>
                  <a:pt x="119393" y="235455"/>
                  <a:pt x="121785" y="235285"/>
                </a:cubicBezTo>
                <a:cubicBezTo>
                  <a:pt x="122032" y="235259"/>
                  <a:pt x="122197" y="235267"/>
                  <a:pt x="122280" y="235275"/>
                </a:cubicBezTo>
                <a:cubicBezTo>
                  <a:pt x="123022" y="236886"/>
                  <a:pt x="122197" y="242538"/>
                  <a:pt x="120465" y="247063"/>
                </a:cubicBezTo>
                <a:cubicBezTo>
                  <a:pt x="119805" y="248957"/>
                  <a:pt x="120383" y="251089"/>
                  <a:pt x="121949" y="252370"/>
                </a:cubicBezTo>
                <a:cubicBezTo>
                  <a:pt x="125412" y="255194"/>
                  <a:pt x="121785" y="259958"/>
                  <a:pt x="121043" y="260865"/>
                </a:cubicBezTo>
                <a:cubicBezTo>
                  <a:pt x="120136" y="261949"/>
                  <a:pt x="119723" y="263378"/>
                  <a:pt x="119971" y="264764"/>
                </a:cubicBezTo>
                <a:cubicBezTo>
                  <a:pt x="120465" y="267214"/>
                  <a:pt x="119971" y="269144"/>
                  <a:pt x="118651" y="270833"/>
                </a:cubicBezTo>
                <a:cubicBezTo>
                  <a:pt x="115930" y="274074"/>
                  <a:pt x="107355" y="279478"/>
                  <a:pt x="78826" y="279093"/>
                </a:cubicBezTo>
                <a:lnTo>
                  <a:pt x="78826" y="279094"/>
                </a:lnTo>
                <a:moveTo>
                  <a:pt x="139924" y="9467"/>
                </a:moveTo>
                <a:cubicBezTo>
                  <a:pt x="211824" y="9467"/>
                  <a:pt x="270366" y="67966"/>
                  <a:pt x="270366" y="139874"/>
                </a:cubicBezTo>
                <a:cubicBezTo>
                  <a:pt x="270366" y="211780"/>
                  <a:pt x="211824" y="270279"/>
                  <a:pt x="139924" y="270279"/>
                </a:cubicBezTo>
                <a:cubicBezTo>
                  <a:pt x="136461" y="270279"/>
                  <a:pt x="132916" y="270125"/>
                  <a:pt x="129288" y="269822"/>
                </a:cubicBezTo>
                <a:cubicBezTo>
                  <a:pt x="129371" y="269503"/>
                  <a:pt x="129371" y="269169"/>
                  <a:pt x="129453" y="268844"/>
                </a:cubicBezTo>
                <a:cubicBezTo>
                  <a:pt x="129453" y="268569"/>
                  <a:pt x="129535" y="268300"/>
                  <a:pt x="129535" y="268022"/>
                </a:cubicBezTo>
                <a:cubicBezTo>
                  <a:pt x="129617" y="267088"/>
                  <a:pt x="129617" y="266137"/>
                  <a:pt x="129535" y="265158"/>
                </a:cubicBezTo>
                <a:cubicBezTo>
                  <a:pt x="131102" y="262847"/>
                  <a:pt x="133246" y="258611"/>
                  <a:pt x="132833" y="253922"/>
                </a:cubicBezTo>
                <a:cubicBezTo>
                  <a:pt x="132586" y="251572"/>
                  <a:pt x="131761" y="249400"/>
                  <a:pt x="130360" y="247512"/>
                </a:cubicBezTo>
                <a:cubicBezTo>
                  <a:pt x="131514" y="243426"/>
                  <a:pt x="132916" y="236855"/>
                  <a:pt x="131102" y="231944"/>
                </a:cubicBezTo>
                <a:cubicBezTo>
                  <a:pt x="141078" y="228148"/>
                  <a:pt x="157487" y="221933"/>
                  <a:pt x="162516" y="219905"/>
                </a:cubicBezTo>
                <a:cubicBezTo>
                  <a:pt x="168536" y="217510"/>
                  <a:pt x="173731" y="209691"/>
                  <a:pt x="171752" y="202801"/>
                </a:cubicBezTo>
                <a:cubicBezTo>
                  <a:pt x="171669" y="202608"/>
                  <a:pt x="171669" y="202399"/>
                  <a:pt x="171587" y="202182"/>
                </a:cubicBezTo>
                <a:cubicBezTo>
                  <a:pt x="170926" y="200426"/>
                  <a:pt x="169443" y="197928"/>
                  <a:pt x="166145" y="196362"/>
                </a:cubicBezTo>
                <a:cubicBezTo>
                  <a:pt x="163176" y="194988"/>
                  <a:pt x="158806" y="194329"/>
                  <a:pt x="152292" y="195496"/>
                </a:cubicBezTo>
                <a:cubicBezTo>
                  <a:pt x="141821" y="197382"/>
                  <a:pt x="130195" y="200778"/>
                  <a:pt x="119888" y="203776"/>
                </a:cubicBezTo>
                <a:cubicBezTo>
                  <a:pt x="110159" y="206601"/>
                  <a:pt x="101006" y="209268"/>
                  <a:pt x="96306" y="209605"/>
                </a:cubicBezTo>
                <a:cubicBezTo>
                  <a:pt x="86907" y="210261"/>
                  <a:pt x="75528" y="209678"/>
                  <a:pt x="74704" y="203122"/>
                </a:cubicBezTo>
                <a:cubicBezTo>
                  <a:pt x="74539" y="201269"/>
                  <a:pt x="74456" y="198669"/>
                  <a:pt x="74373" y="195917"/>
                </a:cubicBezTo>
                <a:cubicBezTo>
                  <a:pt x="74209" y="186426"/>
                  <a:pt x="73961" y="174612"/>
                  <a:pt x="66623" y="169554"/>
                </a:cubicBezTo>
                <a:cubicBezTo>
                  <a:pt x="62912" y="166949"/>
                  <a:pt x="58131" y="166637"/>
                  <a:pt x="52358" y="168638"/>
                </a:cubicBezTo>
                <a:cubicBezTo>
                  <a:pt x="45515" y="171029"/>
                  <a:pt x="46835" y="178916"/>
                  <a:pt x="47907" y="185878"/>
                </a:cubicBezTo>
                <a:cubicBezTo>
                  <a:pt x="48648" y="190350"/>
                  <a:pt x="49390" y="195421"/>
                  <a:pt x="48318" y="198383"/>
                </a:cubicBezTo>
                <a:cubicBezTo>
                  <a:pt x="47824" y="199709"/>
                  <a:pt x="47163" y="201327"/>
                  <a:pt x="46422" y="203178"/>
                </a:cubicBezTo>
                <a:cubicBezTo>
                  <a:pt x="46010" y="204252"/>
                  <a:pt x="45515" y="205431"/>
                  <a:pt x="45102" y="206664"/>
                </a:cubicBezTo>
                <a:cubicBezTo>
                  <a:pt x="44938" y="207058"/>
                  <a:pt x="44773" y="207440"/>
                  <a:pt x="44608" y="207848"/>
                </a:cubicBezTo>
                <a:cubicBezTo>
                  <a:pt x="44195" y="208999"/>
                  <a:pt x="43701" y="210197"/>
                  <a:pt x="43206" y="211451"/>
                </a:cubicBezTo>
                <a:cubicBezTo>
                  <a:pt x="43124" y="211731"/>
                  <a:pt x="43041" y="211989"/>
                  <a:pt x="42958" y="212274"/>
                </a:cubicBezTo>
                <a:cubicBezTo>
                  <a:pt x="42382" y="213742"/>
                  <a:pt x="41887" y="215277"/>
                  <a:pt x="41310" y="216856"/>
                </a:cubicBezTo>
                <a:cubicBezTo>
                  <a:pt x="41227" y="217259"/>
                  <a:pt x="41062" y="217671"/>
                  <a:pt x="40979" y="218081"/>
                </a:cubicBezTo>
                <a:cubicBezTo>
                  <a:pt x="40485" y="219384"/>
                  <a:pt x="40155" y="220710"/>
                  <a:pt x="39743" y="222063"/>
                </a:cubicBezTo>
                <a:cubicBezTo>
                  <a:pt x="39661" y="222366"/>
                  <a:pt x="39496" y="222652"/>
                  <a:pt x="39413" y="222959"/>
                </a:cubicBezTo>
                <a:cubicBezTo>
                  <a:pt x="20119" y="199599"/>
                  <a:pt x="9483" y="170420"/>
                  <a:pt x="9483" y="139871"/>
                </a:cubicBezTo>
                <a:cubicBezTo>
                  <a:pt x="9483" y="67966"/>
                  <a:pt x="68025" y="9464"/>
                  <a:pt x="139924" y="9464"/>
                </a:cubicBezTo>
                <a:lnTo>
                  <a:pt x="139924" y="9467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path-712">
            <a:extLst xmlns:a="http://schemas.openxmlformats.org/drawingml/2006/main">
              <a:ext uri="{FF2B5EF4-FFF2-40B4-BE49-F238E27FC236}">
                <a16:creationId xmlns:a16="http://schemas.microsoft.com/office/drawing/2014/main" id="{C2394A61-D612-42F4-8099-FBA8F90E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873" y="9691909"/>
            <a:ext cx="320412" cy="330519"/>
          </a:xfrm>
          <a:custGeom xmlns:a="http://schemas.openxmlformats.org/drawingml/2006/main">
            <a:pathLst>
              <a:path w="279767" h="288592">
                <a:moveTo>
                  <a:pt x="36532" y="248681"/>
                </a:moveTo>
                <a:cubicBezTo>
                  <a:pt x="38508" y="265587"/>
                  <a:pt x="45022" y="288092"/>
                  <a:pt x="78663" y="288507"/>
                </a:cubicBezTo>
                <a:cubicBezTo>
                  <a:pt x="79651" y="288592"/>
                  <a:pt x="80560" y="288592"/>
                  <a:pt x="81463" y="288592"/>
                </a:cubicBezTo>
                <a:cubicBezTo>
                  <a:pt x="102906" y="288592"/>
                  <a:pt x="116921" y="285372"/>
                  <a:pt x="124094" y="278779"/>
                </a:cubicBezTo>
                <a:cubicBezTo>
                  <a:pt x="129454" y="279353"/>
                  <a:pt x="134815" y="279767"/>
                  <a:pt x="139926" y="279767"/>
                </a:cubicBezTo>
                <a:cubicBezTo>
                  <a:pt x="217016" y="279767"/>
                  <a:pt x="279767" y="217016"/>
                  <a:pt x="279767" y="139841"/>
                </a:cubicBezTo>
                <a:cubicBezTo>
                  <a:pt x="279767" y="62745"/>
                  <a:pt x="217016" y="0"/>
                  <a:pt x="139926" y="0"/>
                </a:cubicBezTo>
                <a:cubicBezTo>
                  <a:pt x="62831" y="0"/>
                  <a:pt x="0" y="62745"/>
                  <a:pt x="0" y="139841"/>
                </a:cubicBezTo>
                <a:cubicBezTo>
                  <a:pt x="0" y="175050"/>
                  <a:pt x="13192" y="208526"/>
                  <a:pt x="37026" y="234501"/>
                </a:cubicBezTo>
                <a:cubicBezTo>
                  <a:pt x="36197" y="239692"/>
                  <a:pt x="36032" y="244309"/>
                  <a:pt x="36532" y="248681"/>
                </a:cubicBezTo>
                <a:moveTo>
                  <a:pt x="78828" y="279109"/>
                </a:moveTo>
                <a:cubicBezTo>
                  <a:pt x="53188" y="278779"/>
                  <a:pt x="47907" y="263770"/>
                  <a:pt x="46010" y="247529"/>
                </a:cubicBezTo>
                <a:cubicBezTo>
                  <a:pt x="45516" y="243570"/>
                  <a:pt x="45760" y="238954"/>
                  <a:pt x="46669" y="233757"/>
                </a:cubicBezTo>
                <a:cubicBezTo>
                  <a:pt x="48486" y="223615"/>
                  <a:pt x="52523" y="213473"/>
                  <a:pt x="55249" y="206709"/>
                </a:cubicBezTo>
                <a:cubicBezTo>
                  <a:pt x="56067" y="204733"/>
                  <a:pt x="56726" y="203001"/>
                  <a:pt x="57226" y="201598"/>
                </a:cubicBezTo>
                <a:cubicBezTo>
                  <a:pt x="59202" y="196323"/>
                  <a:pt x="58128" y="189974"/>
                  <a:pt x="57311" y="184369"/>
                </a:cubicBezTo>
                <a:cubicBezTo>
                  <a:pt x="56896" y="182143"/>
                  <a:pt x="56396" y="178843"/>
                  <a:pt x="56482" y="177276"/>
                </a:cubicBezTo>
                <a:cubicBezTo>
                  <a:pt x="58214" y="176782"/>
                  <a:pt x="60110" y="176538"/>
                  <a:pt x="61263" y="177276"/>
                </a:cubicBezTo>
                <a:cubicBezTo>
                  <a:pt x="64563" y="179581"/>
                  <a:pt x="64807" y="189974"/>
                  <a:pt x="64971" y="196073"/>
                </a:cubicBezTo>
                <a:cubicBezTo>
                  <a:pt x="64971" y="199128"/>
                  <a:pt x="65057" y="201928"/>
                  <a:pt x="65386" y="204239"/>
                </a:cubicBezTo>
                <a:cubicBezTo>
                  <a:pt x="66295" y="211990"/>
                  <a:pt x="72558" y="220730"/>
                  <a:pt x="96972" y="218998"/>
                </a:cubicBezTo>
                <a:cubicBezTo>
                  <a:pt x="102736" y="218669"/>
                  <a:pt x="111890" y="215949"/>
                  <a:pt x="122526" y="212814"/>
                </a:cubicBezTo>
                <a:cubicBezTo>
                  <a:pt x="132589" y="209929"/>
                  <a:pt x="143964" y="206630"/>
                  <a:pt x="153942" y="204818"/>
                </a:cubicBezTo>
                <a:cubicBezTo>
                  <a:pt x="160046" y="203745"/>
                  <a:pt x="162437" y="204733"/>
                  <a:pt x="162681" y="205397"/>
                </a:cubicBezTo>
                <a:cubicBezTo>
                  <a:pt x="163090" y="206874"/>
                  <a:pt x="161199" y="210258"/>
                  <a:pt x="159053" y="211082"/>
                </a:cubicBezTo>
                <a:cubicBezTo>
                  <a:pt x="151801" y="213967"/>
                  <a:pt x="120056" y="226006"/>
                  <a:pt x="119727" y="226091"/>
                </a:cubicBezTo>
                <a:cubicBezTo>
                  <a:pt x="117495" y="226914"/>
                  <a:pt x="116263" y="229305"/>
                  <a:pt x="116757" y="231611"/>
                </a:cubicBezTo>
                <a:cubicBezTo>
                  <a:pt x="117330" y="233922"/>
                  <a:pt x="119392" y="235404"/>
                  <a:pt x="121788" y="235240"/>
                </a:cubicBezTo>
                <a:cubicBezTo>
                  <a:pt x="122032" y="235240"/>
                  <a:pt x="122197" y="235240"/>
                  <a:pt x="122282" y="235240"/>
                </a:cubicBezTo>
                <a:cubicBezTo>
                  <a:pt x="123020" y="236892"/>
                  <a:pt x="122197" y="242497"/>
                  <a:pt x="120465" y="247035"/>
                </a:cubicBezTo>
                <a:cubicBezTo>
                  <a:pt x="119806" y="248931"/>
                  <a:pt x="120385" y="251072"/>
                  <a:pt x="121953" y="252310"/>
                </a:cubicBezTo>
                <a:cubicBezTo>
                  <a:pt x="125411" y="255195"/>
                  <a:pt x="121788" y="259897"/>
                  <a:pt x="121044" y="260800"/>
                </a:cubicBezTo>
                <a:cubicBezTo>
                  <a:pt x="120136" y="261958"/>
                  <a:pt x="119727" y="263355"/>
                  <a:pt x="119971" y="264758"/>
                </a:cubicBezTo>
                <a:cubicBezTo>
                  <a:pt x="120465" y="267234"/>
                  <a:pt x="119971" y="269131"/>
                  <a:pt x="118653" y="270778"/>
                </a:cubicBezTo>
                <a:cubicBezTo>
                  <a:pt x="115933" y="274077"/>
                  <a:pt x="107358" y="279438"/>
                  <a:pt x="78828" y="279109"/>
                </a:cubicBezTo>
                <a:moveTo>
                  <a:pt x="139926" y="9484"/>
                </a:moveTo>
                <a:cubicBezTo>
                  <a:pt x="211826" y="9484"/>
                  <a:pt x="270369" y="67941"/>
                  <a:pt x="270369" y="139841"/>
                </a:cubicBezTo>
                <a:cubicBezTo>
                  <a:pt x="270369" y="211746"/>
                  <a:pt x="211826" y="270284"/>
                  <a:pt x="139926" y="270284"/>
                </a:cubicBezTo>
                <a:cubicBezTo>
                  <a:pt x="136462" y="270284"/>
                  <a:pt x="132919" y="270119"/>
                  <a:pt x="129290" y="269790"/>
                </a:cubicBezTo>
                <a:cubicBezTo>
                  <a:pt x="129369" y="269460"/>
                  <a:pt x="129369" y="269131"/>
                  <a:pt x="129454" y="268801"/>
                </a:cubicBezTo>
                <a:cubicBezTo>
                  <a:pt x="129454" y="268552"/>
                  <a:pt x="129534" y="268307"/>
                  <a:pt x="129534" y="267978"/>
                </a:cubicBezTo>
                <a:cubicBezTo>
                  <a:pt x="129619" y="267069"/>
                  <a:pt x="129619" y="266081"/>
                  <a:pt x="129534" y="265173"/>
                </a:cubicBezTo>
                <a:cubicBezTo>
                  <a:pt x="131101" y="262861"/>
                  <a:pt x="133248" y="258574"/>
                  <a:pt x="132833" y="253878"/>
                </a:cubicBezTo>
                <a:cubicBezTo>
                  <a:pt x="132589" y="251566"/>
                  <a:pt x="131760" y="249340"/>
                  <a:pt x="130363" y="247529"/>
                </a:cubicBezTo>
                <a:cubicBezTo>
                  <a:pt x="131516" y="243406"/>
                  <a:pt x="132919" y="236807"/>
                  <a:pt x="131101" y="231940"/>
                </a:cubicBezTo>
                <a:cubicBezTo>
                  <a:pt x="141079" y="228152"/>
                  <a:pt x="157491" y="221883"/>
                  <a:pt x="162517" y="219907"/>
                </a:cubicBezTo>
                <a:cubicBezTo>
                  <a:pt x="168536" y="217516"/>
                  <a:pt x="173732" y="209685"/>
                  <a:pt x="171750" y="202757"/>
                </a:cubicBezTo>
                <a:cubicBezTo>
                  <a:pt x="171671" y="202586"/>
                  <a:pt x="171671" y="202342"/>
                  <a:pt x="171586" y="202177"/>
                </a:cubicBezTo>
                <a:cubicBezTo>
                  <a:pt x="170927" y="200360"/>
                  <a:pt x="169439" y="197890"/>
                  <a:pt x="166145" y="196323"/>
                </a:cubicBezTo>
                <a:cubicBezTo>
                  <a:pt x="163175" y="195005"/>
                  <a:pt x="158808" y="194346"/>
                  <a:pt x="152295" y="195499"/>
                </a:cubicBezTo>
                <a:cubicBezTo>
                  <a:pt x="141823" y="197396"/>
                  <a:pt x="130198" y="200775"/>
                  <a:pt x="119891" y="203745"/>
                </a:cubicBezTo>
                <a:cubicBezTo>
                  <a:pt x="110158" y="206545"/>
                  <a:pt x="101009" y="209270"/>
                  <a:pt x="96307" y="209600"/>
                </a:cubicBezTo>
                <a:cubicBezTo>
                  <a:pt x="86909" y="210258"/>
                  <a:pt x="75528" y="209685"/>
                  <a:pt x="74705" y="203086"/>
                </a:cubicBezTo>
                <a:cubicBezTo>
                  <a:pt x="74540" y="201275"/>
                  <a:pt x="74455" y="198634"/>
                  <a:pt x="74376" y="195908"/>
                </a:cubicBezTo>
                <a:cubicBezTo>
                  <a:pt x="74211" y="186430"/>
                  <a:pt x="73967" y="174556"/>
                  <a:pt x="66624" y="169524"/>
                </a:cubicBezTo>
                <a:cubicBezTo>
                  <a:pt x="62910" y="166884"/>
                  <a:pt x="58128" y="166639"/>
                  <a:pt x="52359" y="168616"/>
                </a:cubicBezTo>
                <a:cubicBezTo>
                  <a:pt x="45516" y="171006"/>
                  <a:pt x="46839" y="178923"/>
                  <a:pt x="47907" y="185851"/>
                </a:cubicBezTo>
                <a:cubicBezTo>
                  <a:pt x="48650" y="190303"/>
                  <a:pt x="49394" y="195414"/>
                  <a:pt x="48315" y="198384"/>
                </a:cubicBezTo>
                <a:cubicBezTo>
                  <a:pt x="47821" y="199702"/>
                  <a:pt x="47168" y="201275"/>
                  <a:pt x="46424" y="203171"/>
                </a:cubicBezTo>
                <a:cubicBezTo>
                  <a:pt x="46010" y="204239"/>
                  <a:pt x="45516" y="205397"/>
                  <a:pt x="45107" y="206630"/>
                </a:cubicBezTo>
                <a:cubicBezTo>
                  <a:pt x="44942" y="207044"/>
                  <a:pt x="44778" y="207459"/>
                  <a:pt x="44607" y="207782"/>
                </a:cubicBezTo>
                <a:cubicBezTo>
                  <a:pt x="44193" y="208935"/>
                  <a:pt x="43699" y="210173"/>
                  <a:pt x="43210" y="211411"/>
                </a:cubicBezTo>
                <a:cubicBezTo>
                  <a:pt x="43125" y="211746"/>
                  <a:pt x="43045" y="211990"/>
                  <a:pt x="42960" y="212235"/>
                </a:cubicBezTo>
                <a:cubicBezTo>
                  <a:pt x="42381" y="213723"/>
                  <a:pt x="41887" y="215290"/>
                  <a:pt x="41313" y="216852"/>
                </a:cubicBezTo>
                <a:cubicBezTo>
                  <a:pt x="41228" y="217266"/>
                  <a:pt x="41064" y="217681"/>
                  <a:pt x="40984" y="218090"/>
                </a:cubicBezTo>
                <a:cubicBezTo>
                  <a:pt x="40490" y="219328"/>
                  <a:pt x="40155" y="220730"/>
                  <a:pt x="39740" y="222053"/>
                </a:cubicBezTo>
                <a:cubicBezTo>
                  <a:pt x="39661" y="222377"/>
                  <a:pt x="39496" y="222627"/>
                  <a:pt x="39411" y="222956"/>
                </a:cubicBezTo>
                <a:cubicBezTo>
                  <a:pt x="20120" y="199537"/>
                  <a:pt x="9484" y="170433"/>
                  <a:pt x="9484" y="139841"/>
                </a:cubicBezTo>
                <a:cubicBezTo>
                  <a:pt x="9484" y="67941"/>
                  <a:pt x="68027" y="9484"/>
                  <a:pt x="139926" y="9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7555">
            <a:solidFill>
              <a:srgbClr val="931100"/>
            </a:solidFill>
            <a:prstDash val="solid"/>
          </a:ln>
        </p:spPr>
      </p:sp>
      <p:sp>
        <p:nvSpPr>
          <p:cNvPr id="753" name="path-713">
            <a:extLst xmlns:a="http://schemas.openxmlformats.org/drawingml/2006/main">
              <a:ext uri="{FF2B5EF4-FFF2-40B4-BE49-F238E27FC236}">
                <a16:creationId xmlns:a16="http://schemas.microsoft.com/office/drawing/2014/main" id="{4C3FD662-C0EB-4F19-9F6F-31DC876F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3998" y="9390692"/>
            <a:ext cx="191699" cy="275036"/>
          </a:xfrm>
          <a:custGeom xmlns:a="http://schemas.openxmlformats.org/drawingml/2006/main">
            <a:pathLst>
              <a:path w="167381" h="240148">
                <a:moveTo>
                  <a:pt x="167381" y="84647"/>
                </a:moveTo>
                <a:cubicBezTo>
                  <a:pt x="167299" y="61213"/>
                  <a:pt x="157323" y="38808"/>
                  <a:pt x="139842" y="23150"/>
                </a:cubicBezTo>
                <a:cubicBezTo>
                  <a:pt x="122362" y="7497"/>
                  <a:pt x="98862" y="0"/>
                  <a:pt x="75363" y="2573"/>
                </a:cubicBezTo>
                <a:cubicBezTo>
                  <a:pt x="36939" y="6832"/>
                  <a:pt x="6349" y="37905"/>
                  <a:pt x="2557" y="76445"/>
                </a:cubicBezTo>
                <a:cubicBezTo>
                  <a:pt x="0" y="102281"/>
                  <a:pt x="9482" y="127235"/>
                  <a:pt x="28364" y="144887"/>
                </a:cubicBezTo>
                <a:cubicBezTo>
                  <a:pt x="35456" y="151565"/>
                  <a:pt x="39496" y="161117"/>
                  <a:pt x="39743" y="171188"/>
                </a:cubicBezTo>
                <a:cubicBezTo>
                  <a:pt x="36445" y="173836"/>
                  <a:pt x="34301" y="177869"/>
                  <a:pt x="34301" y="182436"/>
                </a:cubicBezTo>
                <a:lnTo>
                  <a:pt x="34301" y="204081"/>
                </a:lnTo>
                <a:cubicBezTo>
                  <a:pt x="34301" y="212039"/>
                  <a:pt x="40733" y="218508"/>
                  <a:pt x="48731" y="218507"/>
                </a:cubicBezTo>
                <a:lnTo>
                  <a:pt x="51205" y="218506"/>
                </a:lnTo>
                <a:lnTo>
                  <a:pt x="58955" y="235863"/>
                </a:lnTo>
                <a:cubicBezTo>
                  <a:pt x="60109" y="238467"/>
                  <a:pt x="62664" y="240148"/>
                  <a:pt x="65551" y="240148"/>
                </a:cubicBezTo>
                <a:lnTo>
                  <a:pt x="104057" y="240139"/>
                </a:lnTo>
                <a:cubicBezTo>
                  <a:pt x="106861" y="240139"/>
                  <a:pt x="109416" y="238464"/>
                  <a:pt x="110653" y="235851"/>
                </a:cubicBezTo>
                <a:lnTo>
                  <a:pt x="118321" y="218491"/>
                </a:lnTo>
                <a:lnTo>
                  <a:pt x="120877" y="218491"/>
                </a:lnTo>
                <a:cubicBezTo>
                  <a:pt x="128793" y="218490"/>
                  <a:pt x="135306" y="212016"/>
                  <a:pt x="135306" y="204060"/>
                </a:cubicBezTo>
                <a:lnTo>
                  <a:pt x="135306" y="182415"/>
                </a:lnTo>
                <a:cubicBezTo>
                  <a:pt x="135306" y="177841"/>
                  <a:pt x="133080" y="173809"/>
                  <a:pt x="129782" y="171163"/>
                </a:cubicBezTo>
                <a:cubicBezTo>
                  <a:pt x="130029" y="161003"/>
                  <a:pt x="133905" y="151602"/>
                  <a:pt x="140749" y="145294"/>
                </a:cubicBezTo>
                <a:cubicBezTo>
                  <a:pt x="157651" y="129758"/>
                  <a:pt x="167381" y="107649"/>
                  <a:pt x="167381" y="84653"/>
                </a:cubicBezTo>
                <a:lnTo>
                  <a:pt x="167381" y="84647"/>
                </a:lnTo>
                <a:moveTo>
                  <a:pt x="99357" y="225706"/>
                </a:moveTo>
                <a:lnTo>
                  <a:pt x="70251" y="225713"/>
                </a:lnTo>
                <a:lnTo>
                  <a:pt x="67035" y="218500"/>
                </a:lnTo>
                <a:lnTo>
                  <a:pt x="102573" y="218491"/>
                </a:lnTo>
                <a:lnTo>
                  <a:pt x="99357" y="225706"/>
                </a:lnTo>
                <a:moveTo>
                  <a:pt x="48731" y="204074"/>
                </a:moveTo>
                <a:lnTo>
                  <a:pt x="48731" y="182431"/>
                </a:lnTo>
                <a:lnTo>
                  <a:pt x="120877" y="182414"/>
                </a:lnTo>
                <a:lnTo>
                  <a:pt x="120877" y="204059"/>
                </a:lnTo>
                <a:lnTo>
                  <a:pt x="48731" y="204074"/>
                </a:lnTo>
                <a:moveTo>
                  <a:pt x="115435" y="167987"/>
                </a:moveTo>
                <a:lnTo>
                  <a:pt x="54090" y="167999"/>
                </a:lnTo>
                <a:cubicBezTo>
                  <a:pt x="53101" y="155128"/>
                  <a:pt x="47411" y="143045"/>
                  <a:pt x="38176" y="134354"/>
                </a:cubicBezTo>
                <a:cubicBezTo>
                  <a:pt x="22592" y="119778"/>
                  <a:pt x="14842" y="99172"/>
                  <a:pt x="16904" y="77840"/>
                </a:cubicBezTo>
                <a:cubicBezTo>
                  <a:pt x="19954" y="46556"/>
                  <a:pt x="45762" y="20361"/>
                  <a:pt x="76930" y="16916"/>
                </a:cubicBezTo>
                <a:cubicBezTo>
                  <a:pt x="96718" y="14746"/>
                  <a:pt x="115600" y="20787"/>
                  <a:pt x="130195" y="33894"/>
                </a:cubicBezTo>
                <a:cubicBezTo>
                  <a:pt x="144624" y="46820"/>
                  <a:pt x="152952" y="65316"/>
                  <a:pt x="152952" y="84651"/>
                </a:cubicBezTo>
                <a:cubicBezTo>
                  <a:pt x="152952" y="103626"/>
                  <a:pt x="144954" y="121860"/>
                  <a:pt x="130937" y="134692"/>
                </a:cubicBezTo>
                <a:cubicBezTo>
                  <a:pt x="121949" y="143047"/>
                  <a:pt x="116424" y="155025"/>
                  <a:pt x="115435" y="167991"/>
                </a:cubicBezTo>
                <a:lnTo>
                  <a:pt x="115435" y="167987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path-714">
            <a:extLst xmlns:a="http://schemas.openxmlformats.org/drawingml/2006/main">
              <a:ext uri="{FF2B5EF4-FFF2-40B4-BE49-F238E27FC236}">
                <a16:creationId xmlns:a16="http://schemas.microsoft.com/office/drawing/2014/main" id="{9AC42BAD-CA3C-4310-986F-5E4D2D9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000" y="9390671"/>
            <a:ext cx="191694" cy="275080"/>
          </a:xfrm>
          <a:custGeom xmlns:a="http://schemas.openxmlformats.org/drawingml/2006/main">
            <a:pathLst>
              <a:path w="167378" h="240186">
                <a:moveTo>
                  <a:pt x="167378" y="84683"/>
                </a:moveTo>
                <a:cubicBezTo>
                  <a:pt x="167292" y="61263"/>
                  <a:pt x="157315" y="38837"/>
                  <a:pt x="139841" y="23170"/>
                </a:cubicBezTo>
                <a:cubicBezTo>
                  <a:pt x="122356" y="7502"/>
                  <a:pt x="98857" y="0"/>
                  <a:pt x="75358" y="2555"/>
                </a:cubicBezTo>
                <a:cubicBezTo>
                  <a:pt x="36935" y="6843"/>
                  <a:pt x="6349" y="37929"/>
                  <a:pt x="2550" y="76437"/>
                </a:cubicBezTo>
                <a:cubicBezTo>
                  <a:pt x="0" y="102321"/>
                  <a:pt x="9478" y="127223"/>
                  <a:pt x="28360" y="144872"/>
                </a:cubicBezTo>
                <a:cubicBezTo>
                  <a:pt x="35453" y="151551"/>
                  <a:pt x="39491" y="161114"/>
                  <a:pt x="39740" y="171171"/>
                </a:cubicBezTo>
                <a:cubicBezTo>
                  <a:pt x="36441" y="173897"/>
                  <a:pt x="34294" y="177855"/>
                  <a:pt x="34294" y="182472"/>
                </a:cubicBezTo>
                <a:lnTo>
                  <a:pt x="34294" y="204074"/>
                </a:lnTo>
                <a:cubicBezTo>
                  <a:pt x="34294" y="212070"/>
                  <a:pt x="40729" y="218504"/>
                  <a:pt x="48724" y="218504"/>
                </a:cubicBezTo>
                <a:lnTo>
                  <a:pt x="51200" y="218504"/>
                </a:lnTo>
                <a:lnTo>
                  <a:pt x="58952" y="235898"/>
                </a:lnTo>
                <a:cubicBezTo>
                  <a:pt x="60105" y="238459"/>
                  <a:pt x="62660" y="240186"/>
                  <a:pt x="65545" y="240186"/>
                </a:cubicBezTo>
                <a:lnTo>
                  <a:pt x="104053" y="240186"/>
                </a:lnTo>
                <a:cubicBezTo>
                  <a:pt x="106858" y="240186"/>
                  <a:pt x="109414" y="238459"/>
                  <a:pt x="110652" y="235898"/>
                </a:cubicBezTo>
                <a:lnTo>
                  <a:pt x="118318" y="218504"/>
                </a:lnTo>
                <a:lnTo>
                  <a:pt x="120874" y="218504"/>
                </a:lnTo>
                <a:cubicBezTo>
                  <a:pt x="128790" y="218504"/>
                  <a:pt x="135304" y="212070"/>
                  <a:pt x="135304" y="204074"/>
                </a:cubicBezTo>
                <a:lnTo>
                  <a:pt x="135304" y="182472"/>
                </a:lnTo>
                <a:cubicBezTo>
                  <a:pt x="135304" y="177855"/>
                  <a:pt x="133078" y="173812"/>
                  <a:pt x="129778" y="171171"/>
                </a:cubicBezTo>
                <a:cubicBezTo>
                  <a:pt x="130028" y="161034"/>
                  <a:pt x="133901" y="151630"/>
                  <a:pt x="140744" y="145281"/>
                </a:cubicBezTo>
                <a:cubicBezTo>
                  <a:pt x="157650" y="129784"/>
                  <a:pt x="167378" y="107688"/>
                  <a:pt x="167378" y="84683"/>
                </a:cubicBezTo>
                <a:moveTo>
                  <a:pt x="99351" y="225756"/>
                </a:moveTo>
                <a:lnTo>
                  <a:pt x="102571" y="218504"/>
                </a:lnTo>
                <a:lnTo>
                  <a:pt x="67033" y="218504"/>
                </a:lnTo>
                <a:lnTo>
                  <a:pt x="70247" y="225756"/>
                </a:lnTo>
                <a:close/>
                <a:moveTo>
                  <a:pt x="48724" y="204074"/>
                </a:moveTo>
                <a:lnTo>
                  <a:pt x="120874" y="204074"/>
                </a:lnTo>
                <a:lnTo>
                  <a:pt x="120874" y="182472"/>
                </a:lnTo>
                <a:lnTo>
                  <a:pt x="48724" y="182472"/>
                </a:lnTo>
                <a:close/>
                <a:moveTo>
                  <a:pt x="115433" y="168042"/>
                </a:moveTo>
                <a:lnTo>
                  <a:pt x="54085" y="168042"/>
                </a:lnTo>
                <a:cubicBezTo>
                  <a:pt x="53097" y="155180"/>
                  <a:pt x="47407" y="143055"/>
                  <a:pt x="38173" y="134401"/>
                </a:cubicBezTo>
                <a:cubicBezTo>
                  <a:pt x="22590" y="119806"/>
                  <a:pt x="14839" y="99192"/>
                  <a:pt x="16900" y="77840"/>
                </a:cubicBezTo>
                <a:cubicBezTo>
                  <a:pt x="19950" y="46589"/>
                  <a:pt x="45760" y="20364"/>
                  <a:pt x="76925" y="16900"/>
                </a:cubicBezTo>
                <a:cubicBezTo>
                  <a:pt x="96716" y="14759"/>
                  <a:pt x="115598" y="20779"/>
                  <a:pt x="130187" y="33891"/>
                </a:cubicBezTo>
                <a:cubicBezTo>
                  <a:pt x="144617" y="46833"/>
                  <a:pt x="152948" y="65306"/>
                  <a:pt x="152948" y="84683"/>
                </a:cubicBezTo>
                <a:cubicBezTo>
                  <a:pt x="152948" y="103644"/>
                  <a:pt x="144946" y="121868"/>
                  <a:pt x="130937" y="134730"/>
                </a:cubicBezTo>
                <a:cubicBezTo>
                  <a:pt x="121941" y="143055"/>
                  <a:pt x="116422" y="155015"/>
                  <a:pt x="115433" y="1680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55" name="path-715">
            <a:extLst xmlns:a="http://schemas.openxmlformats.org/drawingml/2006/main">
              <a:ext uri="{FF2B5EF4-FFF2-40B4-BE49-F238E27FC236}">
                <a16:creationId xmlns:a16="http://schemas.microsoft.com/office/drawing/2014/main" id="{8784F6D6-8F6D-4EDB-A018-E13F28FD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693" y="9429908"/>
            <a:ext cx="61476" cy="61661"/>
          </a:xfrm>
          <a:custGeom xmlns:a="http://schemas.openxmlformats.org/drawingml/2006/main">
            <a:pathLst>
              <a:path w="53678" h="53840">
                <a:moveTo>
                  <a:pt x="45267" y="392"/>
                </a:moveTo>
                <a:cubicBezTo>
                  <a:pt x="21603" y="3010"/>
                  <a:pt x="2721" y="22160"/>
                  <a:pt x="413" y="45926"/>
                </a:cubicBezTo>
                <a:cubicBezTo>
                  <a:pt x="0" y="49894"/>
                  <a:pt x="2886" y="53414"/>
                  <a:pt x="6844" y="53804"/>
                </a:cubicBezTo>
                <a:cubicBezTo>
                  <a:pt x="7091" y="53825"/>
                  <a:pt x="7338" y="53840"/>
                  <a:pt x="7586" y="53840"/>
                </a:cubicBezTo>
                <a:cubicBezTo>
                  <a:pt x="11214" y="53840"/>
                  <a:pt x="14430" y="51046"/>
                  <a:pt x="14760" y="47323"/>
                </a:cubicBezTo>
                <a:cubicBezTo>
                  <a:pt x="16408" y="30592"/>
                  <a:pt x="30179" y="16585"/>
                  <a:pt x="46835" y="14741"/>
                </a:cubicBezTo>
                <a:cubicBezTo>
                  <a:pt x="50792" y="14301"/>
                  <a:pt x="53678" y="10736"/>
                  <a:pt x="53182" y="6775"/>
                </a:cubicBezTo>
                <a:cubicBezTo>
                  <a:pt x="52770" y="2814"/>
                  <a:pt x="49225" y="0"/>
                  <a:pt x="45267" y="390"/>
                </a:cubicBezTo>
                <a:lnTo>
                  <a:pt x="45267" y="392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path-716">
            <a:extLst xmlns:a="http://schemas.openxmlformats.org/drawingml/2006/main">
              <a:ext uri="{FF2B5EF4-FFF2-40B4-BE49-F238E27FC236}">
                <a16:creationId xmlns:a16="http://schemas.microsoft.com/office/drawing/2014/main" id="{449C2202-B33F-4613-9BE4-5D697F7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693" y="9429954"/>
            <a:ext cx="61474" cy="61663"/>
          </a:xfrm>
          <a:custGeom xmlns:a="http://schemas.openxmlformats.org/drawingml/2006/main">
            <a:pathLst>
              <a:path w="53676" h="53841">
                <a:moveTo>
                  <a:pt x="45266" y="329"/>
                </a:moveTo>
                <a:cubicBezTo>
                  <a:pt x="21602" y="2970"/>
                  <a:pt x="2720" y="22096"/>
                  <a:pt x="409" y="45930"/>
                </a:cubicBezTo>
                <a:cubicBezTo>
                  <a:pt x="0" y="49888"/>
                  <a:pt x="2885" y="53347"/>
                  <a:pt x="6843" y="53761"/>
                </a:cubicBezTo>
                <a:cubicBezTo>
                  <a:pt x="7087" y="53761"/>
                  <a:pt x="7337" y="53841"/>
                  <a:pt x="7587" y="53841"/>
                </a:cubicBezTo>
                <a:cubicBezTo>
                  <a:pt x="11210" y="53841"/>
                  <a:pt x="14430" y="51036"/>
                  <a:pt x="14759" y="47248"/>
                </a:cubicBezTo>
                <a:cubicBezTo>
                  <a:pt x="16412" y="30592"/>
                  <a:pt x="30177" y="16576"/>
                  <a:pt x="46833" y="14680"/>
                </a:cubicBezTo>
                <a:cubicBezTo>
                  <a:pt x="50791" y="14265"/>
                  <a:pt x="53676" y="10722"/>
                  <a:pt x="53182" y="6763"/>
                </a:cubicBezTo>
                <a:cubicBezTo>
                  <a:pt x="52768" y="2805"/>
                  <a:pt x="49224" y="0"/>
                  <a:pt x="45266" y="3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57" name="path-717">
            <a:extLst xmlns:a="http://schemas.openxmlformats.org/drawingml/2006/main">
              <a:ext uri="{FF2B5EF4-FFF2-40B4-BE49-F238E27FC236}">
                <a16:creationId xmlns:a16="http://schemas.microsoft.com/office/drawing/2014/main" id="{1CDA0C44-B638-4737-99B1-0E1138A5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2765" y="9335211"/>
            <a:ext cx="16525" cy="41312"/>
          </a:xfrm>
          <a:custGeom xmlns:a="http://schemas.openxmlformats.org/drawingml/2006/main">
            <a:pathLst>
              <a:path w="14429" h="36072">
                <a:moveTo>
                  <a:pt x="7256" y="36072"/>
                </a:moveTo>
                <a:cubicBezTo>
                  <a:pt x="11214" y="36070"/>
                  <a:pt x="14429" y="32845"/>
                  <a:pt x="14429" y="28856"/>
                </a:cubicBezTo>
                <a:lnTo>
                  <a:pt x="14429" y="7206"/>
                </a:lnTo>
                <a:cubicBezTo>
                  <a:pt x="14429" y="3224"/>
                  <a:pt x="11214" y="0"/>
                  <a:pt x="7256" y="0"/>
                </a:cubicBezTo>
                <a:cubicBezTo>
                  <a:pt x="3216" y="0"/>
                  <a:pt x="0" y="3224"/>
                  <a:pt x="0" y="7215"/>
                </a:cubicBezTo>
                <a:lnTo>
                  <a:pt x="0" y="28858"/>
                </a:lnTo>
                <a:cubicBezTo>
                  <a:pt x="0" y="32848"/>
                  <a:pt x="3216" y="36072"/>
                  <a:pt x="7256" y="36072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718">
            <a:extLst xmlns:a="http://schemas.openxmlformats.org/drawingml/2006/main">
              <a:ext uri="{FF2B5EF4-FFF2-40B4-BE49-F238E27FC236}">
                <a16:creationId xmlns:a16="http://schemas.microsoft.com/office/drawing/2014/main" id="{B5B2223A-7A70-4EA4-A3A6-12A30CB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2764" y="9335238"/>
            <a:ext cx="16526" cy="41267"/>
          </a:xfrm>
          <a:custGeom xmlns:a="http://schemas.openxmlformats.org/drawingml/2006/main">
            <a:pathLst>
              <a:path w="14430" h="36032">
                <a:moveTo>
                  <a:pt x="7258" y="36032"/>
                </a:moveTo>
                <a:cubicBezTo>
                  <a:pt x="11210" y="36032"/>
                  <a:pt x="14430" y="32818"/>
                  <a:pt x="14430" y="28860"/>
                </a:cubicBezTo>
                <a:lnTo>
                  <a:pt x="14430" y="7172"/>
                </a:lnTo>
                <a:cubicBezTo>
                  <a:pt x="14430" y="3220"/>
                  <a:pt x="11210" y="0"/>
                  <a:pt x="7258" y="0"/>
                </a:cubicBezTo>
                <a:cubicBezTo>
                  <a:pt x="3214" y="0"/>
                  <a:pt x="0" y="3220"/>
                  <a:pt x="0" y="7172"/>
                </a:cubicBezTo>
                <a:lnTo>
                  <a:pt x="0" y="28860"/>
                </a:lnTo>
                <a:cubicBezTo>
                  <a:pt x="0" y="32818"/>
                  <a:pt x="3214" y="36032"/>
                  <a:pt x="7258" y="36032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59" name="path-719">
            <a:extLst xmlns:a="http://schemas.openxmlformats.org/drawingml/2006/main">
              <a:ext uri="{FF2B5EF4-FFF2-40B4-BE49-F238E27FC236}">
                <a16:creationId xmlns:a16="http://schemas.microsoft.com/office/drawing/2014/main" id="{F1F1668D-F7F0-4622-A222-DC54DFE0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957" y="9380414"/>
            <a:ext cx="35696" cy="34856"/>
          </a:xfrm>
          <a:custGeom xmlns:a="http://schemas.openxmlformats.org/drawingml/2006/main">
            <a:pathLst>
              <a:path w="31168" h="30434">
                <a:moveTo>
                  <a:pt x="18139" y="28322"/>
                </a:moveTo>
                <a:cubicBezTo>
                  <a:pt x="19542" y="29729"/>
                  <a:pt x="21355" y="30434"/>
                  <a:pt x="23251" y="30434"/>
                </a:cubicBezTo>
                <a:cubicBezTo>
                  <a:pt x="25065" y="30434"/>
                  <a:pt x="26962" y="29726"/>
                  <a:pt x="28364" y="28319"/>
                </a:cubicBezTo>
                <a:cubicBezTo>
                  <a:pt x="31168" y="25498"/>
                  <a:pt x="31168" y="20938"/>
                  <a:pt x="28364" y="18117"/>
                </a:cubicBezTo>
                <a:lnTo>
                  <a:pt x="13027" y="2820"/>
                </a:lnTo>
                <a:cubicBezTo>
                  <a:pt x="10224" y="0"/>
                  <a:pt x="5606" y="0"/>
                  <a:pt x="2803" y="2821"/>
                </a:cubicBezTo>
                <a:cubicBezTo>
                  <a:pt x="0" y="5642"/>
                  <a:pt x="0" y="10202"/>
                  <a:pt x="2803" y="13023"/>
                </a:cubicBezTo>
                <a:lnTo>
                  <a:pt x="18139" y="28322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720">
            <a:extLst xmlns:a="http://schemas.openxmlformats.org/drawingml/2006/main">
              <a:ext uri="{FF2B5EF4-FFF2-40B4-BE49-F238E27FC236}">
                <a16:creationId xmlns:a16="http://schemas.microsoft.com/office/drawing/2014/main" id="{F815FCF4-C864-4614-8947-A5399CA9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950" y="9380375"/>
            <a:ext cx="35700" cy="34945"/>
          </a:xfrm>
          <a:custGeom xmlns:a="http://schemas.openxmlformats.org/drawingml/2006/main">
            <a:pathLst>
              <a:path w="31171" h="30512">
                <a:moveTo>
                  <a:pt x="18144" y="28366"/>
                </a:moveTo>
                <a:cubicBezTo>
                  <a:pt x="19547" y="29768"/>
                  <a:pt x="21358" y="30512"/>
                  <a:pt x="23255" y="30512"/>
                </a:cubicBezTo>
                <a:cubicBezTo>
                  <a:pt x="25066" y="30512"/>
                  <a:pt x="26963" y="29768"/>
                  <a:pt x="28371" y="28366"/>
                </a:cubicBezTo>
                <a:cubicBezTo>
                  <a:pt x="31171" y="25560"/>
                  <a:pt x="31171" y="20944"/>
                  <a:pt x="28371" y="18144"/>
                </a:cubicBezTo>
                <a:lnTo>
                  <a:pt x="13033" y="2885"/>
                </a:lnTo>
                <a:cubicBezTo>
                  <a:pt x="10228" y="0"/>
                  <a:pt x="5611" y="0"/>
                  <a:pt x="2811" y="2885"/>
                </a:cubicBezTo>
                <a:cubicBezTo>
                  <a:pt x="0" y="5690"/>
                  <a:pt x="0" y="10228"/>
                  <a:pt x="2811" y="13027"/>
                </a:cubicBezTo>
                <a:lnTo>
                  <a:pt x="18144" y="28366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61" name="path-721">
            <a:extLst xmlns:a="http://schemas.openxmlformats.org/drawingml/2006/main">
              <a:ext uri="{FF2B5EF4-FFF2-40B4-BE49-F238E27FC236}">
                <a16:creationId xmlns:a16="http://schemas.microsoft.com/office/drawing/2014/main" id="{2B5198AC-3181-4461-A046-75A49DA4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498" y="9584848"/>
            <a:ext cx="35696" cy="34857"/>
          </a:xfrm>
          <a:custGeom xmlns:a="http://schemas.openxmlformats.org/drawingml/2006/main">
            <a:pathLst>
              <a:path w="31168" h="30436">
                <a:moveTo>
                  <a:pt x="13028" y="2820"/>
                </a:moveTo>
                <a:cubicBezTo>
                  <a:pt x="10225" y="0"/>
                  <a:pt x="5607" y="1"/>
                  <a:pt x="2804" y="2821"/>
                </a:cubicBezTo>
                <a:cubicBezTo>
                  <a:pt x="0" y="5643"/>
                  <a:pt x="0" y="10202"/>
                  <a:pt x="2804" y="13023"/>
                </a:cubicBezTo>
                <a:lnTo>
                  <a:pt x="18140" y="28322"/>
                </a:lnTo>
                <a:cubicBezTo>
                  <a:pt x="19542" y="29729"/>
                  <a:pt x="21356" y="30436"/>
                  <a:pt x="23252" y="30434"/>
                </a:cubicBezTo>
                <a:cubicBezTo>
                  <a:pt x="25066" y="30434"/>
                  <a:pt x="26962" y="29727"/>
                  <a:pt x="28364" y="28320"/>
                </a:cubicBezTo>
                <a:cubicBezTo>
                  <a:pt x="31168" y="25499"/>
                  <a:pt x="31168" y="20939"/>
                  <a:pt x="28364" y="18118"/>
                </a:cubicBezTo>
                <a:lnTo>
                  <a:pt x="13028" y="282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722">
            <a:extLst xmlns:a="http://schemas.openxmlformats.org/drawingml/2006/main">
              <a:ext uri="{FF2B5EF4-FFF2-40B4-BE49-F238E27FC236}">
                <a16:creationId xmlns:a16="http://schemas.microsoft.com/office/drawing/2014/main" id="{CB0B3F84-0A84-4542-9727-61FC7D84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496" y="9584824"/>
            <a:ext cx="35700" cy="34848"/>
          </a:xfrm>
          <a:custGeom xmlns:a="http://schemas.openxmlformats.org/drawingml/2006/main">
            <a:pathLst>
              <a:path w="31171" h="30427">
                <a:moveTo>
                  <a:pt x="13027" y="2805"/>
                </a:moveTo>
                <a:cubicBezTo>
                  <a:pt x="10228" y="0"/>
                  <a:pt x="5605" y="0"/>
                  <a:pt x="2800" y="2885"/>
                </a:cubicBezTo>
                <a:cubicBezTo>
                  <a:pt x="0" y="5690"/>
                  <a:pt x="0" y="10222"/>
                  <a:pt x="2800" y="13027"/>
                </a:cubicBezTo>
                <a:lnTo>
                  <a:pt x="18138" y="28366"/>
                </a:lnTo>
                <a:cubicBezTo>
                  <a:pt x="19541" y="29768"/>
                  <a:pt x="21352" y="30427"/>
                  <a:pt x="23249" y="30427"/>
                </a:cubicBezTo>
                <a:cubicBezTo>
                  <a:pt x="25066" y="30427"/>
                  <a:pt x="26963" y="29768"/>
                  <a:pt x="28360" y="28366"/>
                </a:cubicBezTo>
                <a:cubicBezTo>
                  <a:pt x="31171" y="25560"/>
                  <a:pt x="31171" y="20944"/>
                  <a:pt x="28360" y="18138"/>
                </a:cubicBezTo>
                <a:lnTo>
                  <a:pt x="13027" y="2805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63" name="path-723">
            <a:extLst xmlns:a="http://schemas.openxmlformats.org/drawingml/2006/main">
              <a:ext uri="{FF2B5EF4-FFF2-40B4-BE49-F238E27FC236}">
                <a16:creationId xmlns:a16="http://schemas.microsoft.com/office/drawing/2014/main" id="{4753488D-88C9-4C35-B6CD-BBD8F5AA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818" y="9492228"/>
            <a:ext cx="41267" cy="16533"/>
          </a:xfrm>
          <a:custGeom xmlns:a="http://schemas.openxmlformats.org/drawingml/2006/main">
            <a:pathLst>
              <a:path w="36032" h="14436">
                <a:moveTo>
                  <a:pt x="28858" y="1"/>
                </a:moveTo>
                <a:lnTo>
                  <a:pt x="7173" y="6"/>
                </a:lnTo>
                <a:cubicBezTo>
                  <a:pt x="3216" y="7"/>
                  <a:pt x="0" y="3233"/>
                  <a:pt x="0" y="7221"/>
                </a:cubicBezTo>
                <a:cubicBezTo>
                  <a:pt x="0" y="11211"/>
                  <a:pt x="3216" y="14436"/>
                  <a:pt x="7256" y="14434"/>
                </a:cubicBezTo>
                <a:lnTo>
                  <a:pt x="28858" y="14430"/>
                </a:lnTo>
                <a:cubicBezTo>
                  <a:pt x="32817" y="14430"/>
                  <a:pt x="36032" y="11203"/>
                  <a:pt x="36032" y="7214"/>
                </a:cubicBezTo>
                <a:cubicBezTo>
                  <a:pt x="36032" y="3224"/>
                  <a:pt x="32817" y="0"/>
                  <a:pt x="28858" y="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724">
            <a:extLst xmlns:a="http://schemas.openxmlformats.org/drawingml/2006/main">
              <a:ext uri="{FF2B5EF4-FFF2-40B4-BE49-F238E27FC236}">
                <a16:creationId xmlns:a16="http://schemas.microsoft.com/office/drawing/2014/main" id="{79844591-DE92-455F-8091-5E9A104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813" y="9492189"/>
            <a:ext cx="41273" cy="16617"/>
          </a:xfrm>
          <a:custGeom xmlns:a="http://schemas.openxmlformats.org/drawingml/2006/main">
            <a:pathLst>
              <a:path w="36038" h="14509">
                <a:moveTo>
                  <a:pt x="28860" y="80"/>
                </a:moveTo>
                <a:lnTo>
                  <a:pt x="7178" y="80"/>
                </a:lnTo>
                <a:cubicBezTo>
                  <a:pt x="3220" y="80"/>
                  <a:pt x="0" y="3294"/>
                  <a:pt x="0" y="7252"/>
                </a:cubicBezTo>
                <a:cubicBezTo>
                  <a:pt x="0" y="11210"/>
                  <a:pt x="3220" y="14509"/>
                  <a:pt x="7258" y="14509"/>
                </a:cubicBezTo>
                <a:lnTo>
                  <a:pt x="28860" y="14430"/>
                </a:lnTo>
                <a:cubicBezTo>
                  <a:pt x="32818" y="14430"/>
                  <a:pt x="36038" y="11210"/>
                  <a:pt x="36038" y="7252"/>
                </a:cubicBezTo>
                <a:cubicBezTo>
                  <a:pt x="36038" y="3294"/>
                  <a:pt x="32818" y="0"/>
                  <a:pt x="28860" y="8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65" name="path-725">
            <a:extLst xmlns:a="http://schemas.openxmlformats.org/drawingml/2006/main">
              <a:ext uri="{FF2B5EF4-FFF2-40B4-BE49-F238E27FC236}">
                <a16:creationId xmlns:a16="http://schemas.microsoft.com/office/drawing/2014/main" id="{0459D82D-AA98-4557-90C4-646E5E8B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970" y="9492166"/>
            <a:ext cx="41362" cy="16533"/>
          </a:xfrm>
          <a:custGeom xmlns:a="http://schemas.openxmlformats.org/drawingml/2006/main">
            <a:pathLst>
              <a:path w="36115" h="14436">
                <a:moveTo>
                  <a:pt x="28859" y="1"/>
                </a:moveTo>
                <a:lnTo>
                  <a:pt x="7256" y="6"/>
                </a:lnTo>
                <a:cubicBezTo>
                  <a:pt x="3299" y="6"/>
                  <a:pt x="0" y="3233"/>
                  <a:pt x="0" y="7222"/>
                </a:cubicBezTo>
                <a:cubicBezTo>
                  <a:pt x="0" y="11211"/>
                  <a:pt x="3299" y="14436"/>
                  <a:pt x="7256" y="14434"/>
                </a:cubicBezTo>
                <a:lnTo>
                  <a:pt x="28859" y="14430"/>
                </a:lnTo>
                <a:cubicBezTo>
                  <a:pt x="32900" y="14428"/>
                  <a:pt x="36115" y="11203"/>
                  <a:pt x="36115" y="7214"/>
                </a:cubicBezTo>
                <a:cubicBezTo>
                  <a:pt x="36115" y="3224"/>
                  <a:pt x="32900" y="0"/>
                  <a:pt x="28859" y="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726">
            <a:extLst xmlns:a="http://schemas.openxmlformats.org/drawingml/2006/main">
              <a:ext uri="{FF2B5EF4-FFF2-40B4-BE49-F238E27FC236}">
                <a16:creationId xmlns:a16="http://schemas.microsoft.com/office/drawing/2014/main" id="{3792961C-74C2-454E-97FE-173819B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968" y="9492189"/>
            <a:ext cx="41364" cy="16526"/>
          </a:xfrm>
          <a:custGeom xmlns:a="http://schemas.openxmlformats.org/drawingml/2006/main">
            <a:pathLst>
              <a:path w="36117" h="14430">
                <a:moveTo>
                  <a:pt x="28860" y="0"/>
                </a:moveTo>
                <a:lnTo>
                  <a:pt x="7258" y="0"/>
                </a:lnTo>
                <a:cubicBezTo>
                  <a:pt x="3299" y="0"/>
                  <a:pt x="0" y="3209"/>
                  <a:pt x="0" y="7167"/>
                </a:cubicBezTo>
                <a:cubicBezTo>
                  <a:pt x="0" y="11210"/>
                  <a:pt x="3299" y="14430"/>
                  <a:pt x="7258" y="14430"/>
                </a:cubicBezTo>
                <a:lnTo>
                  <a:pt x="28860" y="14430"/>
                </a:lnTo>
                <a:cubicBezTo>
                  <a:pt x="32897" y="14430"/>
                  <a:pt x="36117" y="11210"/>
                  <a:pt x="36117" y="7167"/>
                </a:cubicBezTo>
                <a:cubicBezTo>
                  <a:pt x="36117" y="3209"/>
                  <a:pt x="32897" y="0"/>
                  <a:pt x="2886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67" name="path-727">
            <a:extLst xmlns:a="http://schemas.openxmlformats.org/drawingml/2006/main">
              <a:ext uri="{FF2B5EF4-FFF2-40B4-BE49-F238E27FC236}">
                <a16:creationId xmlns:a16="http://schemas.microsoft.com/office/drawing/2014/main" id="{54AE6514-099D-4EC5-AB47-C5B887F9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1052" y="9584887"/>
            <a:ext cx="35601" cy="34866"/>
          </a:xfrm>
          <a:custGeom xmlns:a="http://schemas.openxmlformats.org/drawingml/2006/main">
            <a:pathLst>
              <a:path w="31085" h="30443">
                <a:moveTo>
                  <a:pt x="18057" y="2822"/>
                </a:moveTo>
                <a:lnTo>
                  <a:pt x="2803" y="18127"/>
                </a:lnTo>
                <a:cubicBezTo>
                  <a:pt x="0" y="20949"/>
                  <a:pt x="0" y="25508"/>
                  <a:pt x="2803" y="28330"/>
                </a:cubicBezTo>
                <a:cubicBezTo>
                  <a:pt x="4205" y="29736"/>
                  <a:pt x="6019" y="30443"/>
                  <a:pt x="7915" y="30443"/>
                </a:cubicBezTo>
                <a:cubicBezTo>
                  <a:pt x="9729" y="30441"/>
                  <a:pt x="11543" y="29734"/>
                  <a:pt x="12945" y="28327"/>
                </a:cubicBezTo>
                <a:lnTo>
                  <a:pt x="28281" y="13023"/>
                </a:lnTo>
                <a:cubicBezTo>
                  <a:pt x="31085" y="10202"/>
                  <a:pt x="31085" y="5642"/>
                  <a:pt x="28281" y="2821"/>
                </a:cubicBezTo>
                <a:cubicBezTo>
                  <a:pt x="25478" y="0"/>
                  <a:pt x="20943" y="1"/>
                  <a:pt x="18057" y="2822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728">
            <a:extLst xmlns:a="http://schemas.openxmlformats.org/drawingml/2006/main">
              <a:ext uri="{FF2B5EF4-FFF2-40B4-BE49-F238E27FC236}">
                <a16:creationId xmlns:a16="http://schemas.microsoft.com/office/drawing/2014/main" id="{6A2F66B1-2158-4A39-A49E-2D23614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1047" y="9584921"/>
            <a:ext cx="35602" cy="34841"/>
          </a:xfrm>
          <a:custGeom xmlns:a="http://schemas.openxmlformats.org/drawingml/2006/main">
            <a:pathLst>
              <a:path w="31086" h="30421">
                <a:moveTo>
                  <a:pt x="18059" y="2800"/>
                </a:moveTo>
                <a:lnTo>
                  <a:pt x="2805" y="18138"/>
                </a:lnTo>
                <a:cubicBezTo>
                  <a:pt x="0" y="20944"/>
                  <a:pt x="0" y="25475"/>
                  <a:pt x="2805" y="28281"/>
                </a:cubicBezTo>
                <a:cubicBezTo>
                  <a:pt x="4202" y="29683"/>
                  <a:pt x="6020" y="30421"/>
                  <a:pt x="7916" y="30421"/>
                </a:cubicBezTo>
                <a:cubicBezTo>
                  <a:pt x="9734" y="30421"/>
                  <a:pt x="11545" y="29683"/>
                  <a:pt x="12948" y="28281"/>
                </a:cubicBezTo>
                <a:lnTo>
                  <a:pt x="28286" y="13027"/>
                </a:lnTo>
                <a:cubicBezTo>
                  <a:pt x="31086" y="10137"/>
                  <a:pt x="31086" y="5605"/>
                  <a:pt x="28286" y="2800"/>
                </a:cubicBezTo>
                <a:cubicBezTo>
                  <a:pt x="25481" y="0"/>
                  <a:pt x="20944" y="0"/>
                  <a:pt x="18059" y="2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69" name="path-729">
            <a:extLst xmlns:a="http://schemas.openxmlformats.org/drawingml/2006/main">
              <a:ext uri="{FF2B5EF4-FFF2-40B4-BE49-F238E27FC236}">
                <a16:creationId xmlns:a16="http://schemas.microsoft.com/office/drawing/2014/main" id="{75708856-A179-49D4-AC84-E3114C70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498" y="9380357"/>
            <a:ext cx="35601" cy="34866"/>
          </a:xfrm>
          <a:custGeom xmlns:a="http://schemas.openxmlformats.org/drawingml/2006/main">
            <a:pathLst>
              <a:path w="31085" h="30443">
                <a:moveTo>
                  <a:pt x="18057" y="2822"/>
                </a:moveTo>
                <a:lnTo>
                  <a:pt x="2804" y="18127"/>
                </a:lnTo>
                <a:cubicBezTo>
                  <a:pt x="0" y="20948"/>
                  <a:pt x="0" y="25508"/>
                  <a:pt x="2804" y="28329"/>
                </a:cubicBezTo>
                <a:cubicBezTo>
                  <a:pt x="4205" y="29736"/>
                  <a:pt x="6020" y="30443"/>
                  <a:pt x="7916" y="30441"/>
                </a:cubicBezTo>
                <a:cubicBezTo>
                  <a:pt x="9730" y="30441"/>
                  <a:pt x="11626" y="29734"/>
                  <a:pt x="13028" y="28326"/>
                </a:cubicBezTo>
                <a:lnTo>
                  <a:pt x="28282" y="13023"/>
                </a:lnTo>
                <a:cubicBezTo>
                  <a:pt x="31085" y="10201"/>
                  <a:pt x="31085" y="5640"/>
                  <a:pt x="28282" y="2821"/>
                </a:cubicBezTo>
                <a:cubicBezTo>
                  <a:pt x="25479" y="0"/>
                  <a:pt x="20944" y="1"/>
                  <a:pt x="18057" y="2822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path-730">
            <a:extLst xmlns:a="http://schemas.openxmlformats.org/drawingml/2006/main">
              <a:ext uri="{FF2B5EF4-FFF2-40B4-BE49-F238E27FC236}">
                <a16:creationId xmlns:a16="http://schemas.microsoft.com/office/drawing/2014/main" id="{5D86B539-BD23-479A-99B9-1F554CE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5496" y="9380375"/>
            <a:ext cx="35602" cy="34848"/>
          </a:xfrm>
          <a:custGeom xmlns:a="http://schemas.openxmlformats.org/drawingml/2006/main">
            <a:pathLst>
              <a:path w="31086" h="30427">
                <a:moveTo>
                  <a:pt x="18059" y="2805"/>
                </a:moveTo>
                <a:lnTo>
                  <a:pt x="2800" y="18144"/>
                </a:lnTo>
                <a:cubicBezTo>
                  <a:pt x="0" y="20944"/>
                  <a:pt x="0" y="25481"/>
                  <a:pt x="2800" y="28286"/>
                </a:cubicBezTo>
                <a:cubicBezTo>
                  <a:pt x="4208" y="29683"/>
                  <a:pt x="6020" y="30427"/>
                  <a:pt x="7916" y="30427"/>
                </a:cubicBezTo>
                <a:cubicBezTo>
                  <a:pt x="9728" y="30427"/>
                  <a:pt x="11625" y="29683"/>
                  <a:pt x="13027" y="28286"/>
                </a:cubicBezTo>
                <a:lnTo>
                  <a:pt x="28281" y="13027"/>
                </a:lnTo>
                <a:cubicBezTo>
                  <a:pt x="31086" y="10228"/>
                  <a:pt x="31086" y="5611"/>
                  <a:pt x="28281" y="2805"/>
                </a:cubicBezTo>
                <a:cubicBezTo>
                  <a:pt x="25475" y="0"/>
                  <a:pt x="20944" y="0"/>
                  <a:pt x="18059" y="2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9051"/>
            </a:solidFill>
            <a:prstDash val="solid"/>
          </a:ln>
        </p:spPr>
      </p:sp>
      <p:sp>
        <p:nvSpPr>
          <p:cNvPr id="771" name="path-731">
            <a:extLst xmlns:a="http://schemas.openxmlformats.org/drawingml/2006/main">
              <a:ext uri="{FF2B5EF4-FFF2-40B4-BE49-F238E27FC236}">
                <a16:creationId xmlns:a16="http://schemas.microsoft.com/office/drawing/2014/main" id="{49609065-1968-4C54-BA5B-39B6C5C1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945" y="7948026"/>
            <a:ext cx="8975917" cy="2334368"/>
          </a:xfrm>
          <a:custGeom xmlns:a="http://schemas.openxmlformats.org/drawingml/2006/main">
            <a:pathLst>
              <a:path w="7837305" h="2038249">
                <a:moveTo>
                  <a:pt x="0" y="0"/>
                </a:moveTo>
                <a:lnTo>
                  <a:pt x="0" y="2038249"/>
                </a:lnTo>
                <a:lnTo>
                  <a:pt x="7837305" y="2038249"/>
                </a:lnTo>
                <a:lnTo>
                  <a:pt x="78373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773">
            <a:solidFill>
              <a:srgbClr val="EEEFF3"/>
            </a:solidFill>
            <a:prstDash val="solid"/>
          </a:ln>
        </p:spPr>
      </p:sp>
      <p:sp>
        <p:nvSpPr>
          <p:cNvPr id="772" name="path-732">
            <a:extLst xmlns:a="http://schemas.openxmlformats.org/drawingml/2006/main">
              <a:ext uri="{FF2B5EF4-FFF2-40B4-BE49-F238E27FC236}">
                <a16:creationId xmlns:a16="http://schemas.microsoft.com/office/drawing/2014/main" id="{5AB24A08-FC5D-420A-8FAE-C08B171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957" y="7947984"/>
            <a:ext cx="8975908" cy="349790"/>
          </a:xfrm>
          <a:custGeom xmlns:a="http://schemas.openxmlformats.org/drawingml/2006/main">
            <a:pathLst>
              <a:path w="7837297" h="305419">
                <a:moveTo>
                  <a:pt x="0" y="0"/>
                </a:moveTo>
                <a:lnTo>
                  <a:pt x="7837297" y="0"/>
                </a:lnTo>
                <a:lnTo>
                  <a:pt x="7837297" y="305419"/>
                </a:lnTo>
                <a:lnTo>
                  <a:pt x="0" y="30541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33">
            <a:extLst xmlns:a="http://schemas.openxmlformats.org/drawingml/2006/main">
              <a:ext uri="{FF2B5EF4-FFF2-40B4-BE49-F238E27FC236}">
                <a16:creationId xmlns:a16="http://schemas.microsoft.com/office/drawing/2014/main" id="{6C51C7EB-628E-4E3F-B940-577245FC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945" y="7948026"/>
            <a:ext cx="8975917" cy="349777"/>
          </a:xfrm>
          <a:custGeom xmlns:a="http://schemas.openxmlformats.org/drawingml/2006/main">
            <a:pathLst>
              <a:path w="7837305" h="305407">
                <a:moveTo>
                  <a:pt x="0" y="0"/>
                </a:moveTo>
                <a:lnTo>
                  <a:pt x="0" y="305407"/>
                </a:lnTo>
                <a:lnTo>
                  <a:pt x="7837305" y="305407"/>
                </a:lnTo>
                <a:lnTo>
                  <a:pt x="78373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EEEFF3"/>
            </a:solidFill>
            <a:prstDash val="solid"/>
          </a:ln>
        </p:spPr>
      </p:sp>
      <p:sp>
        <p:nvSpPr>
          <p:cNvPr id="774" name="text-734 Specific">
            <a:extLst xmlns:a="http://schemas.openxmlformats.org/drawingml/2006/main">
              <a:ext uri="{FF2B5EF4-FFF2-40B4-BE49-F238E27FC236}">
                <a16:creationId xmlns:a16="http://schemas.microsoft.com/office/drawing/2014/main" id="{5C92293F-86AF-431D-B323-792E75D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8382" y="7997029"/>
            <a:ext cx="758292" cy="26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775" name="text-734 Formulation">
            <a:extLst xmlns:a="http://schemas.openxmlformats.org/drawingml/2006/main">
              <a:ext uri="{FF2B5EF4-FFF2-40B4-BE49-F238E27FC236}">
                <a16:creationId xmlns:a16="http://schemas.microsoft.com/office/drawing/2014/main" id="{A658134A-B358-440C-BFE1-7FC32FB3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5156" y="7997025"/>
            <a:ext cx="1125130" cy="264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Formulation</a:t>
            </a:r>
          </a:p>
        </p:txBody>
      </p:sp>
      <p:sp>
        <p:nvSpPr>
          <p:cNvPr id="776" name="text-735 of">
            <a:extLst xmlns:a="http://schemas.openxmlformats.org/drawingml/2006/main">
              <a:ext uri="{FF2B5EF4-FFF2-40B4-BE49-F238E27FC236}">
                <a16:creationId xmlns:a16="http://schemas.microsoft.com/office/drawing/2014/main" id="{46069490-A78B-4CE3-9B89-4C0C3A0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8760" y="7997057"/>
            <a:ext cx="191514" cy="264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777" name="text-735 the">
            <a:extLst xmlns:a="http://schemas.openxmlformats.org/drawingml/2006/main">
              <a:ext uri="{FF2B5EF4-FFF2-40B4-BE49-F238E27FC236}">
                <a16:creationId xmlns:a16="http://schemas.microsoft.com/office/drawing/2014/main" id="{462C627A-E763-45DC-AF71-73B9EC59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8893" y="7996948"/>
            <a:ext cx="296637" cy="264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78" name="text-736 Decision-making">
            <a:extLst xmlns:a="http://schemas.openxmlformats.org/drawingml/2006/main">
              <a:ext uri="{FF2B5EF4-FFF2-40B4-BE49-F238E27FC236}">
                <a16:creationId xmlns:a16="http://schemas.microsoft.com/office/drawing/2014/main" id="{B4372010-572F-45F7-8406-975C470F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3770" y="7997022"/>
            <a:ext cx="1545317" cy="264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Decision-making</a:t>
            </a:r>
          </a:p>
        </p:txBody>
      </p:sp>
      <p:sp>
        <p:nvSpPr>
          <p:cNvPr id="779" name="text-737 Neural">
            <a:extLst xmlns:a="http://schemas.openxmlformats.org/drawingml/2006/main">
              <a:ext uri="{FF2B5EF4-FFF2-40B4-BE49-F238E27FC236}">
                <a16:creationId xmlns:a16="http://schemas.microsoft.com/office/drawing/2014/main" id="{4F7A1AFE-6B82-484E-AA94-1FC5DF6F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7517" y="7997019"/>
            <a:ext cx="590393" cy="264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780" name="text-737 Networks">
            <a:extLst xmlns:a="http://schemas.openxmlformats.org/drawingml/2006/main">
              <a:ext uri="{FF2B5EF4-FFF2-40B4-BE49-F238E27FC236}">
                <a16:creationId xmlns:a16="http://schemas.microsoft.com/office/drawing/2014/main" id="{C3918D69-8B8C-49C3-94C2-1B0F138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6381" y="7997016"/>
            <a:ext cx="821117" cy="264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781" name="path-738">
            <a:extLst xmlns:a="http://schemas.openxmlformats.org/drawingml/2006/main">
              <a:ext uri="{FF2B5EF4-FFF2-40B4-BE49-F238E27FC236}">
                <a16:creationId xmlns:a16="http://schemas.microsoft.com/office/drawing/2014/main" id="{BC4E58D0-F179-4DBD-AF49-323CD379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269" y="8390705"/>
            <a:ext cx="6893121" cy="1780056"/>
          </a:xfrm>
          <a:custGeom xmlns:a="http://schemas.openxmlformats.org/drawingml/2006/main">
            <a:pathLst>
              <a:path w="6018715" h="1554253">
                <a:moveTo>
                  <a:pt x="41227" y="0"/>
                </a:moveTo>
                <a:lnTo>
                  <a:pt x="5977489" y="0"/>
                </a:lnTo>
                <a:cubicBezTo>
                  <a:pt x="6000254" y="0"/>
                  <a:pt x="6018715" y="18462"/>
                  <a:pt x="6018715" y="41227"/>
                </a:cubicBezTo>
                <a:lnTo>
                  <a:pt x="6018715" y="1513026"/>
                </a:lnTo>
                <a:cubicBezTo>
                  <a:pt x="6018715" y="1535795"/>
                  <a:pt x="6000254" y="1554253"/>
                  <a:pt x="5977489" y="1554253"/>
                </a:cubicBezTo>
                <a:lnTo>
                  <a:pt x="41227" y="1554253"/>
                </a:lnTo>
                <a:cubicBezTo>
                  <a:pt x="18453" y="1554253"/>
                  <a:pt x="0" y="1535795"/>
                  <a:pt x="0" y="1513026"/>
                </a:cubicBezTo>
                <a:lnTo>
                  <a:pt x="0" y="41227"/>
                </a:lnTo>
                <a:cubicBezTo>
                  <a:pt x="0" y="18462"/>
                  <a:pt x="18453" y="0"/>
                  <a:pt x="41227" y="0"/>
                </a:cubicBezTo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path-739">
            <a:extLst xmlns:a="http://schemas.openxmlformats.org/drawingml/2006/main">
              <a:ext uri="{FF2B5EF4-FFF2-40B4-BE49-F238E27FC236}">
                <a16:creationId xmlns:a16="http://schemas.microsoft.com/office/drawing/2014/main" id="{B018B8C3-85C7-417A-8F43-8EF8A2FA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276" y="8390723"/>
            <a:ext cx="6893111" cy="1780058"/>
          </a:xfrm>
          <a:custGeom xmlns:a="http://schemas.openxmlformats.org/drawingml/2006/main">
            <a:pathLst>
              <a:path w="6018707" h="1554254">
                <a:moveTo>
                  <a:pt x="41223" y="0"/>
                </a:moveTo>
                <a:lnTo>
                  <a:pt x="5977479" y="0"/>
                </a:lnTo>
                <a:cubicBezTo>
                  <a:pt x="6000234" y="0"/>
                  <a:pt x="6018707" y="18468"/>
                  <a:pt x="6018707" y="41228"/>
                </a:cubicBezTo>
                <a:lnTo>
                  <a:pt x="6018707" y="1513026"/>
                </a:lnTo>
                <a:cubicBezTo>
                  <a:pt x="6018707" y="1535781"/>
                  <a:pt x="6000234" y="1554254"/>
                  <a:pt x="5977479" y="1554254"/>
                </a:cubicBezTo>
                <a:lnTo>
                  <a:pt x="41223" y="1554254"/>
                </a:lnTo>
                <a:cubicBezTo>
                  <a:pt x="18468" y="1554254"/>
                  <a:pt x="0" y="1535781"/>
                  <a:pt x="0" y="1513026"/>
                </a:cubicBezTo>
                <a:lnTo>
                  <a:pt x="0" y="41228"/>
                </a:lnTo>
                <a:cubicBezTo>
                  <a:pt x="0" y="18468"/>
                  <a:pt x="18468" y="0"/>
                  <a:pt x="41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F9F4EA"/>
            </a:solidFill>
            <a:prstDash val="solid"/>
          </a:ln>
        </p:spPr>
      </p:sp>
      <p:sp>
        <p:nvSpPr>
          <p:cNvPr id="783" name="path-740">
            <a:extLst xmlns:a="http://schemas.openxmlformats.org/drawingml/2006/main">
              <a:ext uri="{FF2B5EF4-FFF2-40B4-BE49-F238E27FC236}">
                <a16:creationId xmlns:a16="http://schemas.microsoft.com/office/drawing/2014/main" id="{E39BF77F-AFF5-40FF-BA3A-DDE9CDA6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20" y="8557189"/>
            <a:ext cx="578891" cy="566597"/>
          </a:xfrm>
          <a:custGeom xmlns:a="http://schemas.openxmlformats.org/drawingml/2006/main">
            <a:pathLst>
              <a:path w="505458" h="494724">
                <a:moveTo>
                  <a:pt x="242142" y="263324"/>
                </a:moveTo>
                <a:cubicBezTo>
                  <a:pt x="244764" y="221669"/>
                  <a:pt x="231093" y="191870"/>
                  <a:pt x="203817" y="172156"/>
                </a:cubicBezTo>
                <a:cubicBezTo>
                  <a:pt x="179510" y="154602"/>
                  <a:pt x="144566" y="145375"/>
                  <a:pt x="104683" y="144418"/>
                </a:cubicBezTo>
                <a:cubicBezTo>
                  <a:pt x="98474" y="160604"/>
                  <a:pt x="82849" y="172048"/>
                  <a:pt x="64487" y="172048"/>
                </a:cubicBezTo>
                <a:cubicBezTo>
                  <a:pt x="40740" y="172048"/>
                  <a:pt x="21479" y="152787"/>
                  <a:pt x="21479" y="129041"/>
                </a:cubicBezTo>
                <a:cubicBezTo>
                  <a:pt x="21479" y="105285"/>
                  <a:pt x="40740" y="86024"/>
                  <a:pt x="64487" y="86024"/>
                </a:cubicBezTo>
                <a:cubicBezTo>
                  <a:pt x="86172" y="86024"/>
                  <a:pt x="104123" y="102111"/>
                  <a:pt x="107099" y="122989"/>
                </a:cubicBezTo>
                <a:cubicBezTo>
                  <a:pt x="150214" y="124300"/>
                  <a:pt x="188489" y="134581"/>
                  <a:pt x="216425" y="154758"/>
                </a:cubicBezTo>
                <a:cubicBezTo>
                  <a:pt x="240122" y="171851"/>
                  <a:pt x="255450" y="195400"/>
                  <a:pt x="261304" y="225001"/>
                </a:cubicBezTo>
                <a:cubicBezTo>
                  <a:pt x="261857" y="223689"/>
                  <a:pt x="262359" y="222378"/>
                  <a:pt x="262912" y="221018"/>
                </a:cubicBezTo>
                <a:cubicBezTo>
                  <a:pt x="275370" y="191162"/>
                  <a:pt x="279353" y="164281"/>
                  <a:pt x="274060" y="141343"/>
                </a:cubicBezTo>
                <a:cubicBezTo>
                  <a:pt x="268510" y="117134"/>
                  <a:pt x="252581" y="96916"/>
                  <a:pt x="224645" y="80929"/>
                </a:cubicBezTo>
                <a:cubicBezTo>
                  <a:pt x="218593" y="84162"/>
                  <a:pt x="211683" y="86024"/>
                  <a:pt x="204321" y="86024"/>
                </a:cubicBezTo>
                <a:cubicBezTo>
                  <a:pt x="180574" y="86024"/>
                  <a:pt x="161304" y="66763"/>
                  <a:pt x="161304" y="43017"/>
                </a:cubicBezTo>
                <a:cubicBezTo>
                  <a:pt x="161304" y="19263"/>
                  <a:pt x="180574" y="0"/>
                  <a:pt x="204321" y="0"/>
                </a:cubicBezTo>
                <a:cubicBezTo>
                  <a:pt x="228067" y="0"/>
                  <a:pt x="247336" y="19213"/>
                  <a:pt x="247336" y="43017"/>
                </a:cubicBezTo>
                <a:cubicBezTo>
                  <a:pt x="247336" y="51337"/>
                  <a:pt x="244962" y="59046"/>
                  <a:pt x="240929" y="65650"/>
                </a:cubicBezTo>
                <a:cubicBezTo>
                  <a:pt x="270531" y="84112"/>
                  <a:pt x="288481" y="108065"/>
                  <a:pt x="295036" y="136553"/>
                </a:cubicBezTo>
                <a:cubicBezTo>
                  <a:pt x="301443" y="164439"/>
                  <a:pt x="296800" y="195647"/>
                  <a:pt x="282783" y="229338"/>
                </a:cubicBezTo>
                <a:cubicBezTo>
                  <a:pt x="270077" y="259846"/>
                  <a:pt x="264330" y="283287"/>
                  <a:pt x="266894" y="295844"/>
                </a:cubicBezTo>
                <a:cubicBezTo>
                  <a:pt x="267908" y="300685"/>
                  <a:pt x="269772" y="302803"/>
                  <a:pt x="273606" y="303661"/>
                </a:cubicBezTo>
                <a:cubicBezTo>
                  <a:pt x="279906" y="305071"/>
                  <a:pt x="290550" y="303158"/>
                  <a:pt x="305425" y="297056"/>
                </a:cubicBezTo>
                <a:cubicBezTo>
                  <a:pt x="325189" y="288984"/>
                  <a:pt x="346973" y="258781"/>
                  <a:pt x="358921" y="219954"/>
                </a:cubicBezTo>
                <a:cubicBezTo>
                  <a:pt x="372089" y="177144"/>
                  <a:pt x="372031" y="129899"/>
                  <a:pt x="356505" y="85975"/>
                </a:cubicBezTo>
                <a:cubicBezTo>
                  <a:pt x="356002" y="85975"/>
                  <a:pt x="355441" y="86024"/>
                  <a:pt x="354939" y="86024"/>
                </a:cubicBezTo>
                <a:cubicBezTo>
                  <a:pt x="331192" y="86024"/>
                  <a:pt x="311931" y="66763"/>
                  <a:pt x="311931" y="43017"/>
                </a:cubicBezTo>
                <a:cubicBezTo>
                  <a:pt x="311931" y="19263"/>
                  <a:pt x="331192" y="0"/>
                  <a:pt x="354939" y="0"/>
                </a:cubicBezTo>
                <a:cubicBezTo>
                  <a:pt x="378693" y="0"/>
                  <a:pt x="397955" y="19263"/>
                  <a:pt x="397955" y="43017"/>
                </a:cubicBezTo>
                <a:cubicBezTo>
                  <a:pt x="397955" y="58642"/>
                  <a:pt x="389635" y="72362"/>
                  <a:pt x="377127" y="79874"/>
                </a:cubicBezTo>
                <a:cubicBezTo>
                  <a:pt x="390789" y="119155"/>
                  <a:pt x="393263" y="160702"/>
                  <a:pt x="385900" y="200091"/>
                </a:cubicBezTo>
                <a:cubicBezTo>
                  <a:pt x="403100" y="200034"/>
                  <a:pt x="410661" y="199077"/>
                  <a:pt x="419483" y="195194"/>
                </a:cubicBezTo>
                <a:cubicBezTo>
                  <a:pt x="419483" y="194690"/>
                  <a:pt x="419434" y="194138"/>
                  <a:pt x="419434" y="193635"/>
                </a:cubicBezTo>
                <a:cubicBezTo>
                  <a:pt x="419434" y="169881"/>
                  <a:pt x="438695" y="150619"/>
                  <a:pt x="462450" y="150619"/>
                </a:cubicBezTo>
                <a:cubicBezTo>
                  <a:pt x="486196" y="150619"/>
                  <a:pt x="505458" y="169881"/>
                  <a:pt x="505458" y="193635"/>
                </a:cubicBezTo>
                <a:cubicBezTo>
                  <a:pt x="505458" y="217381"/>
                  <a:pt x="486196" y="236642"/>
                  <a:pt x="462450" y="236642"/>
                </a:cubicBezTo>
                <a:cubicBezTo>
                  <a:pt x="446817" y="236642"/>
                  <a:pt x="433146" y="228323"/>
                  <a:pt x="425634" y="215872"/>
                </a:cubicBezTo>
                <a:cubicBezTo>
                  <a:pt x="420489" y="217933"/>
                  <a:pt x="415451" y="219303"/>
                  <a:pt x="410059" y="220161"/>
                </a:cubicBezTo>
                <a:cubicBezTo>
                  <a:pt x="403149" y="221265"/>
                  <a:pt x="396388" y="221571"/>
                  <a:pt x="383682" y="221571"/>
                </a:cubicBezTo>
                <a:cubicBezTo>
                  <a:pt x="382725" y="221571"/>
                  <a:pt x="381818" y="221471"/>
                  <a:pt x="380961" y="221216"/>
                </a:cubicBezTo>
                <a:cubicBezTo>
                  <a:pt x="380507" y="222931"/>
                  <a:pt x="380004" y="224596"/>
                  <a:pt x="379444" y="226261"/>
                </a:cubicBezTo>
                <a:cubicBezTo>
                  <a:pt x="365831" y="270680"/>
                  <a:pt x="340270" y="305978"/>
                  <a:pt x="313538" y="316920"/>
                </a:cubicBezTo>
                <a:cubicBezTo>
                  <a:pt x="303611" y="321010"/>
                  <a:pt x="294780" y="323632"/>
                  <a:pt x="286963" y="324843"/>
                </a:cubicBezTo>
                <a:cubicBezTo>
                  <a:pt x="290699" y="327408"/>
                  <a:pt x="294780" y="329576"/>
                  <a:pt x="299373" y="331447"/>
                </a:cubicBezTo>
                <a:cubicBezTo>
                  <a:pt x="321965" y="340724"/>
                  <a:pt x="356703" y="342341"/>
                  <a:pt x="409753" y="334821"/>
                </a:cubicBezTo>
                <a:cubicBezTo>
                  <a:pt x="414041" y="315559"/>
                  <a:pt x="431233" y="301138"/>
                  <a:pt x="451755" y="301138"/>
                </a:cubicBezTo>
                <a:cubicBezTo>
                  <a:pt x="475510" y="301138"/>
                  <a:pt x="494771" y="320399"/>
                  <a:pt x="494771" y="344154"/>
                </a:cubicBezTo>
                <a:cubicBezTo>
                  <a:pt x="494771" y="367901"/>
                  <a:pt x="475510" y="387162"/>
                  <a:pt x="451755" y="387162"/>
                </a:cubicBezTo>
                <a:cubicBezTo>
                  <a:pt x="432239" y="387162"/>
                  <a:pt x="415806" y="374209"/>
                  <a:pt x="410512" y="356407"/>
                </a:cubicBezTo>
                <a:cubicBezTo>
                  <a:pt x="355243" y="364017"/>
                  <a:pt x="317628" y="362105"/>
                  <a:pt x="291202" y="351312"/>
                </a:cubicBezTo>
                <a:cubicBezTo>
                  <a:pt x="278751" y="346224"/>
                  <a:pt x="268766" y="339158"/>
                  <a:pt x="260142" y="329832"/>
                </a:cubicBezTo>
                <a:cubicBezTo>
                  <a:pt x="261601" y="351360"/>
                  <a:pt x="266490" y="369112"/>
                  <a:pt x="274464" y="383081"/>
                </a:cubicBezTo>
                <a:cubicBezTo>
                  <a:pt x="285760" y="402844"/>
                  <a:pt x="303306" y="414999"/>
                  <a:pt x="326146" y="419739"/>
                </a:cubicBezTo>
                <a:cubicBezTo>
                  <a:pt x="333764" y="412879"/>
                  <a:pt x="343849" y="408699"/>
                  <a:pt x="354939" y="408699"/>
                </a:cubicBezTo>
                <a:cubicBezTo>
                  <a:pt x="378693" y="408699"/>
                  <a:pt x="397955" y="427960"/>
                  <a:pt x="397955" y="451706"/>
                </a:cubicBezTo>
                <a:cubicBezTo>
                  <a:pt x="397955" y="475462"/>
                  <a:pt x="378693" y="494724"/>
                  <a:pt x="354939" y="494724"/>
                </a:cubicBezTo>
                <a:cubicBezTo>
                  <a:pt x="331192" y="494724"/>
                  <a:pt x="311873" y="475560"/>
                  <a:pt x="311873" y="451756"/>
                </a:cubicBezTo>
                <a:cubicBezTo>
                  <a:pt x="311873" y="447271"/>
                  <a:pt x="312582" y="442934"/>
                  <a:pt x="313843" y="438902"/>
                </a:cubicBezTo>
                <a:cubicBezTo>
                  <a:pt x="288885" y="431843"/>
                  <a:pt x="268914" y="416763"/>
                  <a:pt x="255804" y="393824"/>
                </a:cubicBezTo>
                <a:cubicBezTo>
                  <a:pt x="242142" y="369921"/>
                  <a:pt x="236288" y="338151"/>
                  <a:pt x="238712" y="298672"/>
                </a:cubicBezTo>
                <a:cubicBezTo>
                  <a:pt x="237244" y="296149"/>
                  <a:pt x="235182" y="292572"/>
                  <a:pt x="234325" y="291153"/>
                </a:cubicBezTo>
                <a:cubicBezTo>
                  <a:pt x="232058" y="287327"/>
                  <a:pt x="230136" y="284144"/>
                  <a:pt x="228174" y="281167"/>
                </a:cubicBezTo>
                <a:cubicBezTo>
                  <a:pt x="217529" y="264735"/>
                  <a:pt x="205986" y="252631"/>
                  <a:pt x="189446" y="242645"/>
                </a:cubicBezTo>
                <a:cubicBezTo>
                  <a:pt x="180170" y="247790"/>
                  <a:pt x="170135" y="258476"/>
                  <a:pt x="162615" y="272098"/>
                </a:cubicBezTo>
                <a:cubicBezTo>
                  <a:pt x="153389" y="288787"/>
                  <a:pt x="148697" y="308048"/>
                  <a:pt x="150115" y="326856"/>
                </a:cubicBezTo>
                <a:cubicBezTo>
                  <a:pt x="151269" y="342341"/>
                  <a:pt x="155813" y="360084"/>
                  <a:pt x="162722" y="377334"/>
                </a:cubicBezTo>
                <a:cubicBezTo>
                  <a:pt x="167917" y="390237"/>
                  <a:pt x="174167" y="402095"/>
                  <a:pt x="180219" y="410817"/>
                </a:cubicBezTo>
                <a:cubicBezTo>
                  <a:pt x="184400" y="409449"/>
                  <a:pt x="188893" y="408699"/>
                  <a:pt x="193577" y="408699"/>
                </a:cubicBezTo>
                <a:cubicBezTo>
                  <a:pt x="217331" y="408699"/>
                  <a:pt x="236593" y="427960"/>
                  <a:pt x="236593" y="451706"/>
                </a:cubicBezTo>
                <a:cubicBezTo>
                  <a:pt x="236593" y="475462"/>
                  <a:pt x="217331" y="494724"/>
                  <a:pt x="193577" y="494724"/>
                </a:cubicBezTo>
                <a:cubicBezTo>
                  <a:pt x="169830" y="494724"/>
                  <a:pt x="150519" y="475560"/>
                  <a:pt x="150519" y="451756"/>
                </a:cubicBezTo>
                <a:cubicBezTo>
                  <a:pt x="150519" y="440411"/>
                  <a:pt x="154906" y="430128"/>
                  <a:pt x="162063" y="422460"/>
                </a:cubicBezTo>
                <a:cubicBezTo>
                  <a:pt x="145424" y="398260"/>
                  <a:pt x="131002" y="359788"/>
                  <a:pt x="128686" y="328472"/>
                </a:cubicBezTo>
                <a:cubicBezTo>
                  <a:pt x="126970" y="305277"/>
                  <a:pt x="132619" y="281927"/>
                  <a:pt x="143807" y="261659"/>
                </a:cubicBezTo>
                <a:cubicBezTo>
                  <a:pt x="150264" y="250058"/>
                  <a:pt x="158278" y="239974"/>
                  <a:pt x="166952" y="232413"/>
                </a:cubicBezTo>
                <a:cubicBezTo>
                  <a:pt x="142901" y="225701"/>
                  <a:pt x="115172" y="230590"/>
                  <a:pt x="92628" y="246479"/>
                </a:cubicBezTo>
                <a:cubicBezTo>
                  <a:pt x="64339" y="266401"/>
                  <a:pt x="47650" y="300536"/>
                  <a:pt x="48153" y="344509"/>
                </a:cubicBezTo>
                <a:cubicBezTo>
                  <a:pt x="69484" y="347073"/>
                  <a:pt x="86024" y="365229"/>
                  <a:pt x="86024" y="387212"/>
                </a:cubicBezTo>
                <a:cubicBezTo>
                  <a:pt x="86024" y="410967"/>
                  <a:pt x="66763" y="430228"/>
                  <a:pt x="43008" y="430228"/>
                </a:cubicBezTo>
                <a:cubicBezTo>
                  <a:pt x="19261" y="430228"/>
                  <a:pt x="0" y="410967"/>
                  <a:pt x="0" y="387212"/>
                </a:cubicBezTo>
                <a:cubicBezTo>
                  <a:pt x="0" y="369212"/>
                  <a:pt x="11041" y="353785"/>
                  <a:pt x="26723" y="347378"/>
                </a:cubicBezTo>
                <a:cubicBezTo>
                  <a:pt x="25462" y="295242"/>
                  <a:pt x="45481" y="253439"/>
                  <a:pt x="80277" y="228884"/>
                </a:cubicBezTo>
                <a:cubicBezTo>
                  <a:pt x="113704" y="205335"/>
                  <a:pt x="156720" y="201294"/>
                  <a:pt x="190658" y="218643"/>
                </a:cubicBezTo>
                <a:cubicBezTo>
                  <a:pt x="213143" y="230195"/>
                  <a:pt x="228727" y="244312"/>
                  <a:pt x="242142" y="263324"/>
                </a:cubicBezTo>
                <a:moveTo>
                  <a:pt x="354889" y="473293"/>
                </a:moveTo>
                <a:cubicBezTo>
                  <a:pt x="366787" y="473293"/>
                  <a:pt x="376418" y="463662"/>
                  <a:pt x="376418" y="451756"/>
                </a:cubicBezTo>
                <a:cubicBezTo>
                  <a:pt x="376418" y="439858"/>
                  <a:pt x="366787" y="430228"/>
                  <a:pt x="354889" y="430228"/>
                </a:cubicBezTo>
                <a:cubicBezTo>
                  <a:pt x="342991" y="430228"/>
                  <a:pt x="333360" y="439858"/>
                  <a:pt x="333360" y="451756"/>
                </a:cubicBezTo>
                <a:cubicBezTo>
                  <a:pt x="333360" y="463662"/>
                  <a:pt x="343040" y="473293"/>
                  <a:pt x="354889" y="473293"/>
                </a:cubicBezTo>
                <a:moveTo>
                  <a:pt x="193527" y="473293"/>
                </a:moveTo>
                <a:cubicBezTo>
                  <a:pt x="205425" y="473293"/>
                  <a:pt x="215064" y="463662"/>
                  <a:pt x="215064" y="451756"/>
                </a:cubicBezTo>
                <a:cubicBezTo>
                  <a:pt x="215064" y="439858"/>
                  <a:pt x="205425" y="430228"/>
                  <a:pt x="193527" y="430228"/>
                </a:cubicBezTo>
                <a:cubicBezTo>
                  <a:pt x="181629" y="430228"/>
                  <a:pt x="171998" y="439858"/>
                  <a:pt x="171998" y="451756"/>
                </a:cubicBezTo>
                <a:cubicBezTo>
                  <a:pt x="171998" y="463662"/>
                  <a:pt x="181679" y="473293"/>
                  <a:pt x="193527" y="473293"/>
                </a:cubicBezTo>
                <a:moveTo>
                  <a:pt x="451706" y="365732"/>
                </a:moveTo>
                <a:cubicBezTo>
                  <a:pt x="463604" y="365732"/>
                  <a:pt x="473235" y="356102"/>
                  <a:pt x="473235" y="344203"/>
                </a:cubicBezTo>
                <a:cubicBezTo>
                  <a:pt x="473235" y="332305"/>
                  <a:pt x="463604" y="322675"/>
                  <a:pt x="451706" y="322675"/>
                </a:cubicBezTo>
                <a:cubicBezTo>
                  <a:pt x="439808" y="322675"/>
                  <a:pt x="430178" y="332305"/>
                  <a:pt x="430178" y="344203"/>
                </a:cubicBezTo>
                <a:cubicBezTo>
                  <a:pt x="430178" y="356102"/>
                  <a:pt x="439858" y="365732"/>
                  <a:pt x="451706" y="365732"/>
                </a:cubicBezTo>
                <a:moveTo>
                  <a:pt x="462499" y="215114"/>
                </a:moveTo>
                <a:cubicBezTo>
                  <a:pt x="474397" y="215114"/>
                  <a:pt x="484028" y="205484"/>
                  <a:pt x="484028" y="193585"/>
                </a:cubicBezTo>
                <a:cubicBezTo>
                  <a:pt x="484028" y="181680"/>
                  <a:pt x="474397" y="172048"/>
                  <a:pt x="462499" y="172048"/>
                </a:cubicBezTo>
                <a:cubicBezTo>
                  <a:pt x="450593" y="172048"/>
                  <a:pt x="440962" y="181728"/>
                  <a:pt x="440962" y="193585"/>
                </a:cubicBezTo>
                <a:cubicBezTo>
                  <a:pt x="440962" y="205434"/>
                  <a:pt x="450593" y="215114"/>
                  <a:pt x="462499" y="215114"/>
                </a:cubicBezTo>
                <a:moveTo>
                  <a:pt x="64438" y="150570"/>
                </a:moveTo>
                <a:cubicBezTo>
                  <a:pt x="76344" y="150570"/>
                  <a:pt x="85975" y="140938"/>
                  <a:pt x="85975" y="129041"/>
                </a:cubicBezTo>
                <a:cubicBezTo>
                  <a:pt x="85975" y="117134"/>
                  <a:pt x="76344" y="107504"/>
                  <a:pt x="64438" y="107504"/>
                </a:cubicBezTo>
                <a:cubicBezTo>
                  <a:pt x="52539" y="107504"/>
                  <a:pt x="42909" y="117134"/>
                  <a:pt x="42909" y="129041"/>
                </a:cubicBezTo>
                <a:cubicBezTo>
                  <a:pt x="42909" y="140938"/>
                  <a:pt x="52589" y="150570"/>
                  <a:pt x="64438" y="150570"/>
                </a:cubicBezTo>
                <a:moveTo>
                  <a:pt x="354889" y="64496"/>
                </a:moveTo>
                <a:cubicBezTo>
                  <a:pt x="366787" y="64496"/>
                  <a:pt x="376418" y="54866"/>
                  <a:pt x="376418" y="42959"/>
                </a:cubicBezTo>
                <a:cubicBezTo>
                  <a:pt x="376418" y="31060"/>
                  <a:pt x="366787" y="21480"/>
                  <a:pt x="354889" y="21480"/>
                </a:cubicBezTo>
                <a:cubicBezTo>
                  <a:pt x="342991" y="21480"/>
                  <a:pt x="333360" y="31110"/>
                  <a:pt x="333360" y="43017"/>
                </a:cubicBezTo>
                <a:cubicBezTo>
                  <a:pt x="333360" y="54914"/>
                  <a:pt x="343040" y="64496"/>
                  <a:pt x="354889" y="64496"/>
                </a:cubicBezTo>
                <a:moveTo>
                  <a:pt x="204321" y="64496"/>
                </a:moveTo>
                <a:cubicBezTo>
                  <a:pt x="216218" y="64496"/>
                  <a:pt x="225849" y="54866"/>
                  <a:pt x="225849" y="42959"/>
                </a:cubicBezTo>
                <a:cubicBezTo>
                  <a:pt x="225849" y="31060"/>
                  <a:pt x="216169" y="21480"/>
                  <a:pt x="204321" y="21480"/>
                </a:cubicBezTo>
                <a:cubicBezTo>
                  <a:pt x="192472" y="21480"/>
                  <a:pt x="182791" y="31110"/>
                  <a:pt x="182791" y="43017"/>
                </a:cubicBezTo>
                <a:cubicBezTo>
                  <a:pt x="182791" y="54914"/>
                  <a:pt x="192422" y="64496"/>
                  <a:pt x="204321" y="64496"/>
                </a:cubicBezTo>
                <a:moveTo>
                  <a:pt x="42959" y="408749"/>
                </a:moveTo>
                <a:cubicBezTo>
                  <a:pt x="54856" y="408749"/>
                  <a:pt x="64487" y="399118"/>
                  <a:pt x="64487" y="387212"/>
                </a:cubicBezTo>
                <a:cubicBezTo>
                  <a:pt x="64487" y="375313"/>
                  <a:pt x="54856" y="365682"/>
                  <a:pt x="42959" y="365682"/>
                </a:cubicBezTo>
                <a:cubicBezTo>
                  <a:pt x="31060" y="365682"/>
                  <a:pt x="21430" y="375363"/>
                  <a:pt x="21430" y="387212"/>
                </a:cubicBezTo>
                <a:cubicBezTo>
                  <a:pt x="21430" y="399068"/>
                  <a:pt x="31060" y="408749"/>
                  <a:pt x="42959" y="408749"/>
                </a:cubicBez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path-741">
            <a:extLst xmlns:a="http://schemas.openxmlformats.org/drawingml/2006/main">
              <a:ext uri="{FF2B5EF4-FFF2-40B4-BE49-F238E27FC236}">
                <a16:creationId xmlns:a16="http://schemas.microsoft.com/office/drawing/2014/main" id="{F68A70C2-98F1-441F-BFDF-115757F5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921" y="9423179"/>
            <a:ext cx="475799" cy="566596"/>
          </a:xfrm>
          <a:custGeom xmlns:a="http://schemas.openxmlformats.org/drawingml/2006/main">
            <a:pathLst>
              <a:path w="415443" h="494722">
                <a:moveTo>
                  <a:pt x="359399" y="308573"/>
                </a:moveTo>
                <a:cubicBezTo>
                  <a:pt x="346405" y="308573"/>
                  <a:pt x="334424" y="313018"/>
                  <a:pt x="324950" y="320411"/>
                </a:cubicBezTo>
                <a:lnTo>
                  <a:pt x="271660" y="263160"/>
                </a:lnTo>
                <a:lnTo>
                  <a:pt x="323936" y="207358"/>
                </a:lnTo>
                <a:cubicBezTo>
                  <a:pt x="333599" y="215233"/>
                  <a:pt x="345918" y="219968"/>
                  <a:pt x="359399" y="219968"/>
                </a:cubicBezTo>
                <a:cubicBezTo>
                  <a:pt x="390369" y="219968"/>
                  <a:pt x="415443" y="194894"/>
                  <a:pt x="415443" y="163925"/>
                </a:cubicBezTo>
                <a:cubicBezTo>
                  <a:pt x="415443" y="132957"/>
                  <a:pt x="390369" y="107883"/>
                  <a:pt x="359399" y="107883"/>
                </a:cubicBezTo>
                <a:cubicBezTo>
                  <a:pt x="337368" y="107883"/>
                  <a:pt x="318288" y="120588"/>
                  <a:pt x="309152" y="139093"/>
                </a:cubicBezTo>
                <a:lnTo>
                  <a:pt x="109721" y="72228"/>
                </a:lnTo>
                <a:cubicBezTo>
                  <a:pt x="111263" y="67107"/>
                  <a:pt x="112088" y="61646"/>
                  <a:pt x="112088" y="56043"/>
                </a:cubicBezTo>
                <a:cubicBezTo>
                  <a:pt x="112088" y="25075"/>
                  <a:pt x="87013" y="0"/>
                  <a:pt x="56044" y="0"/>
                </a:cubicBezTo>
                <a:cubicBezTo>
                  <a:pt x="25074" y="0"/>
                  <a:pt x="0" y="25075"/>
                  <a:pt x="0" y="56043"/>
                </a:cubicBezTo>
                <a:cubicBezTo>
                  <a:pt x="0" y="87011"/>
                  <a:pt x="25074" y="112086"/>
                  <a:pt x="56044" y="112086"/>
                </a:cubicBezTo>
                <a:cubicBezTo>
                  <a:pt x="69377" y="112086"/>
                  <a:pt x="81604" y="107448"/>
                  <a:pt x="91219" y="99669"/>
                </a:cubicBezTo>
                <a:lnTo>
                  <a:pt x="191993" y="208035"/>
                </a:lnTo>
                <a:lnTo>
                  <a:pt x="109523" y="235718"/>
                </a:lnTo>
                <a:cubicBezTo>
                  <a:pt x="102375" y="212963"/>
                  <a:pt x="81167" y="196489"/>
                  <a:pt x="56044" y="196489"/>
                </a:cubicBezTo>
                <a:cubicBezTo>
                  <a:pt x="25074" y="196489"/>
                  <a:pt x="0" y="221562"/>
                  <a:pt x="0" y="252530"/>
                </a:cubicBezTo>
                <a:cubicBezTo>
                  <a:pt x="0" y="283500"/>
                  <a:pt x="25074" y="308573"/>
                  <a:pt x="56044" y="308573"/>
                </a:cubicBezTo>
                <a:cubicBezTo>
                  <a:pt x="75272" y="308573"/>
                  <a:pt x="92274" y="298862"/>
                  <a:pt x="102375" y="284079"/>
                </a:cubicBezTo>
                <a:lnTo>
                  <a:pt x="194607" y="315048"/>
                </a:lnTo>
                <a:lnTo>
                  <a:pt x="104741" y="410948"/>
                </a:lnTo>
                <a:cubicBezTo>
                  <a:pt x="95077" y="394038"/>
                  <a:pt x="76913" y="382636"/>
                  <a:pt x="56044" y="382636"/>
                </a:cubicBezTo>
                <a:cubicBezTo>
                  <a:pt x="25074" y="382636"/>
                  <a:pt x="0" y="407711"/>
                  <a:pt x="0" y="438679"/>
                </a:cubicBezTo>
                <a:cubicBezTo>
                  <a:pt x="0" y="469649"/>
                  <a:pt x="25074" y="494722"/>
                  <a:pt x="56044" y="494722"/>
                </a:cubicBezTo>
                <a:cubicBezTo>
                  <a:pt x="82957" y="494722"/>
                  <a:pt x="105417" y="475736"/>
                  <a:pt x="110826" y="450468"/>
                </a:cubicBezTo>
                <a:lnTo>
                  <a:pt x="307025" y="384570"/>
                </a:lnTo>
                <a:cubicBezTo>
                  <a:pt x="315097" y="405634"/>
                  <a:pt x="335488" y="420659"/>
                  <a:pt x="359399" y="420659"/>
                </a:cubicBezTo>
                <a:cubicBezTo>
                  <a:pt x="390369" y="420659"/>
                  <a:pt x="415443" y="395584"/>
                  <a:pt x="415443" y="364616"/>
                </a:cubicBezTo>
                <a:cubicBezTo>
                  <a:pt x="415443" y="333648"/>
                  <a:pt x="390369" y="308573"/>
                  <a:pt x="359399" y="308573"/>
                </a:cubicBezTo>
                <a:moveTo>
                  <a:pt x="305920" y="330508"/>
                </a:moveTo>
                <a:lnTo>
                  <a:pt x="231851" y="305675"/>
                </a:lnTo>
                <a:lnTo>
                  <a:pt x="257412" y="278379"/>
                </a:lnTo>
                <a:lnTo>
                  <a:pt x="305920" y="330508"/>
                </a:lnTo>
                <a:moveTo>
                  <a:pt x="310504" y="191368"/>
                </a:moveTo>
                <a:lnTo>
                  <a:pt x="257511" y="247942"/>
                </a:lnTo>
                <a:lnTo>
                  <a:pt x="229197" y="217505"/>
                </a:lnTo>
                <a:lnTo>
                  <a:pt x="309927" y="190353"/>
                </a:lnTo>
                <a:lnTo>
                  <a:pt x="310504" y="191368"/>
                </a:lnTo>
                <a:moveTo>
                  <a:pt x="116672" y="96482"/>
                </a:moveTo>
                <a:lnTo>
                  <a:pt x="303595" y="159190"/>
                </a:lnTo>
                <a:cubicBezTo>
                  <a:pt x="303454" y="160785"/>
                  <a:pt x="303405" y="162379"/>
                  <a:pt x="303405" y="163973"/>
                </a:cubicBezTo>
                <a:cubicBezTo>
                  <a:pt x="303405" y="166196"/>
                  <a:pt x="303545" y="168370"/>
                  <a:pt x="303793" y="170545"/>
                </a:cubicBezTo>
                <a:lnTo>
                  <a:pt x="213687" y="200788"/>
                </a:lnTo>
                <a:lnTo>
                  <a:pt x="116672" y="96482"/>
                </a:lnTo>
                <a:moveTo>
                  <a:pt x="110686" y="264995"/>
                </a:moveTo>
                <a:cubicBezTo>
                  <a:pt x="111263" y="262339"/>
                  <a:pt x="111700" y="259633"/>
                  <a:pt x="111890" y="256830"/>
                </a:cubicBezTo>
                <a:lnTo>
                  <a:pt x="207552" y="224703"/>
                </a:lnTo>
                <a:lnTo>
                  <a:pt x="243255" y="263111"/>
                </a:lnTo>
                <a:lnTo>
                  <a:pt x="210208" y="298380"/>
                </a:lnTo>
                <a:lnTo>
                  <a:pt x="110686" y="264995"/>
                </a:lnTo>
                <a:moveTo>
                  <a:pt x="304757" y="352006"/>
                </a:moveTo>
                <a:cubicBezTo>
                  <a:pt x="303891" y="355824"/>
                  <a:pt x="303405" y="359833"/>
                  <a:pt x="303355" y="363892"/>
                </a:cubicBezTo>
                <a:lnTo>
                  <a:pt x="119385" y="425683"/>
                </a:lnTo>
                <a:lnTo>
                  <a:pt x="216251" y="322343"/>
                </a:lnTo>
                <a:lnTo>
                  <a:pt x="304757" y="352006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42">
            <a:extLst xmlns:a="http://schemas.openxmlformats.org/drawingml/2006/main">
              <a:ext uri="{FF2B5EF4-FFF2-40B4-BE49-F238E27FC236}">
                <a16:creationId xmlns:a16="http://schemas.microsoft.com/office/drawing/2014/main" id="{43EF7DF7-B942-4E38-B9B3-04BA9009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673" y="9138216"/>
            <a:ext cx="285045" cy="285041"/>
          </a:xfrm>
          <a:custGeom xmlns:a="http://schemas.openxmlformats.org/drawingml/2006/main">
            <a:pathLst>
              <a:path w="248887" h="248883">
                <a:moveTo>
                  <a:pt x="204609" y="44269"/>
                </a:moveTo>
                <a:cubicBezTo>
                  <a:pt x="248887" y="88547"/>
                  <a:pt x="248887" y="160332"/>
                  <a:pt x="204609" y="204608"/>
                </a:cubicBezTo>
                <a:cubicBezTo>
                  <a:pt x="160331" y="248883"/>
                  <a:pt x="88547" y="248883"/>
                  <a:pt x="44277" y="204608"/>
                </a:cubicBezTo>
                <a:cubicBezTo>
                  <a:pt x="0" y="160332"/>
                  <a:pt x="0" y="88547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path-743">
            <a:extLst xmlns:a="http://schemas.openxmlformats.org/drawingml/2006/main">
              <a:ext uri="{FF2B5EF4-FFF2-40B4-BE49-F238E27FC236}">
                <a16:creationId xmlns:a16="http://schemas.microsoft.com/office/drawing/2014/main" id="{D41EDC67-4828-433D-97FD-E1AA87D5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644" y="9138256"/>
            <a:ext cx="285090" cy="284992"/>
          </a:xfrm>
          <a:custGeom xmlns:a="http://schemas.openxmlformats.org/drawingml/2006/main">
            <a:pathLst>
              <a:path w="248926" h="248840">
                <a:moveTo>
                  <a:pt x="204648" y="44272"/>
                </a:moveTo>
                <a:cubicBezTo>
                  <a:pt x="248926" y="88550"/>
                  <a:pt x="248926" y="160285"/>
                  <a:pt x="204648" y="204568"/>
                </a:cubicBezTo>
                <a:cubicBezTo>
                  <a:pt x="160370" y="248840"/>
                  <a:pt x="88556" y="248840"/>
                  <a:pt x="44278" y="204568"/>
                </a:cubicBezTo>
                <a:cubicBezTo>
                  <a:pt x="0" y="160285"/>
                  <a:pt x="0" y="88550"/>
                  <a:pt x="44278" y="44272"/>
                </a:cubicBezTo>
                <a:cubicBezTo>
                  <a:pt x="88556" y="0"/>
                  <a:pt x="160370" y="0"/>
                  <a:pt x="204648" y="442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787" name="path-744">
            <a:extLst xmlns:a="http://schemas.openxmlformats.org/drawingml/2006/main">
              <a:ext uri="{FF2B5EF4-FFF2-40B4-BE49-F238E27FC236}">
                <a16:creationId xmlns:a16="http://schemas.microsoft.com/office/drawing/2014/main" id="{2C38155C-33D3-420A-A6E1-2F7B4745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406" y="8843430"/>
            <a:ext cx="249683" cy="70261"/>
          </a:xfrm>
          <a:custGeom xmlns:a="http://schemas.openxmlformats.org/drawingml/2006/main">
            <a:pathLst>
              <a:path w="218010" h="61348">
                <a:moveTo>
                  <a:pt x="0" y="61348"/>
                </a:moveTo>
                <a:lnTo>
                  <a:pt x="218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88" name="path-745">
            <a:extLst xmlns:a="http://schemas.openxmlformats.org/drawingml/2006/main">
              <a:ext uri="{FF2B5EF4-FFF2-40B4-BE49-F238E27FC236}">
                <a16:creationId xmlns:a16="http://schemas.microsoft.com/office/drawing/2014/main" id="{BBEC71FF-5B8F-40EC-A8CB-398E11B4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70" y="8827239"/>
            <a:ext cx="66329" cy="44997"/>
          </a:xfrm>
          <a:custGeom xmlns:a="http://schemas.openxmlformats.org/drawingml/2006/main">
            <a:pathLst>
              <a:path w="57915" h="39289">
                <a:moveTo>
                  <a:pt x="57915" y="4898"/>
                </a:moveTo>
                <a:lnTo>
                  <a:pt x="0" y="0"/>
                </a:lnTo>
                <a:lnTo>
                  <a:pt x="25173" y="14116"/>
                </a:lnTo>
                <a:lnTo>
                  <a:pt x="11057" y="39289"/>
                </a:lnTo>
                <a:lnTo>
                  <a:pt x="57915" y="48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46">
            <a:extLst xmlns:a="http://schemas.openxmlformats.org/drawingml/2006/main">
              <a:ext uri="{FF2B5EF4-FFF2-40B4-BE49-F238E27FC236}">
                <a16:creationId xmlns:a16="http://schemas.microsoft.com/office/drawing/2014/main" id="{D6C2E0FF-0E59-488F-B9FC-D7D7C87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84" y="8827288"/>
            <a:ext cx="66294" cy="44948"/>
          </a:xfrm>
          <a:custGeom xmlns:a="http://schemas.openxmlformats.org/drawingml/2006/main">
            <a:pathLst>
              <a:path w="57884" h="39246">
                <a:moveTo>
                  <a:pt x="57884" y="4861"/>
                </a:moveTo>
                <a:lnTo>
                  <a:pt x="0" y="0"/>
                </a:lnTo>
                <a:lnTo>
                  <a:pt x="25152" y="14095"/>
                </a:lnTo>
                <a:lnTo>
                  <a:pt x="11051" y="39246"/>
                </a:lnTo>
                <a:lnTo>
                  <a:pt x="57884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90" name="path-747">
            <a:extLst xmlns:a="http://schemas.openxmlformats.org/drawingml/2006/main">
              <a:ext uri="{FF2B5EF4-FFF2-40B4-BE49-F238E27FC236}">
                <a16:creationId xmlns:a16="http://schemas.microsoft.com/office/drawing/2014/main" id="{BC5ECF61-5878-4D59-A50D-A9919B5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406" y="8990463"/>
            <a:ext cx="249683" cy="70352"/>
          </a:xfrm>
          <a:custGeom xmlns:a="http://schemas.openxmlformats.org/drawingml/2006/main">
            <a:pathLst>
              <a:path w="218010" h="61428">
                <a:moveTo>
                  <a:pt x="0" y="0"/>
                </a:moveTo>
                <a:lnTo>
                  <a:pt x="218010" y="61428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91" name="path-748">
            <a:extLst xmlns:a="http://schemas.openxmlformats.org/drawingml/2006/main">
              <a:ext uri="{FF2B5EF4-FFF2-40B4-BE49-F238E27FC236}">
                <a16:creationId xmlns:a16="http://schemas.microsoft.com/office/drawing/2014/main" id="{4CCB1FB3-40C1-4C57-89F3-AB36AE7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70" y="9031978"/>
            <a:ext cx="66329" cy="44997"/>
          </a:xfrm>
          <a:custGeom xmlns:a="http://schemas.openxmlformats.org/drawingml/2006/main">
            <a:pathLst>
              <a:path w="57915" h="39289">
                <a:moveTo>
                  <a:pt x="57915" y="34399"/>
                </a:moveTo>
                <a:lnTo>
                  <a:pt x="11057" y="0"/>
                </a:lnTo>
                <a:lnTo>
                  <a:pt x="25173" y="25181"/>
                </a:lnTo>
                <a:lnTo>
                  <a:pt x="0" y="39289"/>
                </a:lnTo>
                <a:lnTo>
                  <a:pt x="57915" y="3439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path-749">
            <a:extLst xmlns:a="http://schemas.openxmlformats.org/drawingml/2006/main">
              <a:ext uri="{FF2B5EF4-FFF2-40B4-BE49-F238E27FC236}">
                <a16:creationId xmlns:a16="http://schemas.microsoft.com/office/drawing/2014/main" id="{9CB283B3-5BDD-4C68-832D-7A1B020E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84" y="9032016"/>
            <a:ext cx="66294" cy="44948"/>
          </a:xfrm>
          <a:custGeom xmlns:a="http://schemas.openxmlformats.org/drawingml/2006/main">
            <a:pathLst>
              <a:path w="57884" h="39246">
                <a:moveTo>
                  <a:pt x="57884" y="34385"/>
                </a:moveTo>
                <a:lnTo>
                  <a:pt x="11051" y="0"/>
                </a:lnTo>
                <a:lnTo>
                  <a:pt x="25152" y="25146"/>
                </a:lnTo>
                <a:lnTo>
                  <a:pt x="0" y="39246"/>
                </a:lnTo>
                <a:lnTo>
                  <a:pt x="57884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93" name="path-750">
            <a:extLst xmlns:a="http://schemas.openxmlformats.org/drawingml/2006/main">
              <a:ext uri="{FF2B5EF4-FFF2-40B4-BE49-F238E27FC236}">
                <a16:creationId xmlns:a16="http://schemas.microsoft.com/office/drawing/2014/main" id="{05B38C92-4453-4932-8795-109C654E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264" y="9043534"/>
            <a:ext cx="318617" cy="269136"/>
          </a:xfrm>
          <a:custGeom xmlns:a="http://schemas.openxmlformats.org/drawingml/2006/main">
            <a:pathLst>
              <a:path w="278200" h="234995">
                <a:moveTo>
                  <a:pt x="0" y="0"/>
                </a:moveTo>
                <a:lnTo>
                  <a:pt x="278200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94" name="path-751">
            <a:extLst xmlns:a="http://schemas.openxmlformats.org/drawingml/2006/main">
              <a:ext uri="{FF2B5EF4-FFF2-40B4-BE49-F238E27FC236}">
                <a16:creationId xmlns:a16="http://schemas.microsoft.com/office/drawing/2014/main" id="{036A6426-1A63-4140-8DE0-0F8F48AA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9" y="9279723"/>
            <a:ext cx="62694" cy="58076"/>
          </a:xfrm>
          <a:custGeom xmlns:a="http://schemas.openxmlformats.org/drawingml/2006/main">
            <a:pathLst>
              <a:path w="54741" h="50709">
                <a:moveTo>
                  <a:pt x="54741" y="50709"/>
                </a:moveTo>
                <a:lnTo>
                  <a:pt x="26336" y="0"/>
                </a:lnTo>
                <a:lnTo>
                  <a:pt x="28760" y="28759"/>
                </a:lnTo>
                <a:lnTo>
                  <a:pt x="0" y="31184"/>
                </a:lnTo>
                <a:lnTo>
                  <a:pt x="54741" y="5070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752">
            <a:extLst xmlns:a="http://schemas.openxmlformats.org/drawingml/2006/main">
              <a:ext uri="{FF2B5EF4-FFF2-40B4-BE49-F238E27FC236}">
                <a16:creationId xmlns:a16="http://schemas.microsoft.com/office/drawing/2014/main" id="{31D28070-3E6B-4355-B887-18E2A415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6" y="9279715"/>
            <a:ext cx="62704" cy="58073"/>
          </a:xfrm>
          <a:custGeom xmlns:a="http://schemas.openxmlformats.org/drawingml/2006/main">
            <a:pathLst>
              <a:path w="54750" h="50706">
                <a:moveTo>
                  <a:pt x="54750" y="50706"/>
                </a:moveTo>
                <a:lnTo>
                  <a:pt x="26304" y="0"/>
                </a:lnTo>
                <a:lnTo>
                  <a:pt x="28775" y="28775"/>
                </a:lnTo>
                <a:lnTo>
                  <a:pt x="0" y="31165"/>
                </a:lnTo>
                <a:lnTo>
                  <a:pt x="54750" y="50706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96" name="path-753">
            <a:extLst xmlns:a="http://schemas.openxmlformats.org/drawingml/2006/main">
              <a:ext uri="{FF2B5EF4-FFF2-40B4-BE49-F238E27FC236}">
                <a16:creationId xmlns:a16="http://schemas.microsoft.com/office/drawing/2014/main" id="{D4529329-10DF-4CC1-8E71-EEC132F9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015" y="9067618"/>
            <a:ext cx="382732" cy="538831"/>
          </a:xfrm>
          <a:custGeom xmlns:a="http://schemas.openxmlformats.org/drawingml/2006/main">
            <a:pathLst>
              <a:path w="334182" h="470479">
                <a:moveTo>
                  <a:pt x="0" y="0"/>
                </a:moveTo>
                <a:lnTo>
                  <a:pt x="334182" y="470479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97" name="path-754">
            <a:extLst xmlns:a="http://schemas.openxmlformats.org/drawingml/2006/main">
              <a:ext uri="{FF2B5EF4-FFF2-40B4-BE49-F238E27FC236}">
                <a16:creationId xmlns:a16="http://schemas.microsoft.com/office/drawing/2014/main" id="{78ECC63C-B553-4084-A9C7-C7427868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193" y="9573813"/>
            <a:ext cx="55149" cy="64347"/>
          </a:xfrm>
          <a:custGeom xmlns:a="http://schemas.openxmlformats.org/drawingml/2006/main">
            <a:pathLst>
              <a:path w="48153" h="56185">
                <a:moveTo>
                  <a:pt x="48153" y="56185"/>
                </a:moveTo>
                <a:lnTo>
                  <a:pt x="33270" y="0"/>
                </a:lnTo>
                <a:lnTo>
                  <a:pt x="28455" y="28457"/>
                </a:lnTo>
                <a:lnTo>
                  <a:pt x="0" y="23637"/>
                </a:lnTo>
                <a:lnTo>
                  <a:pt x="48153" y="56185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755">
            <a:extLst xmlns:a="http://schemas.openxmlformats.org/drawingml/2006/main">
              <a:ext uri="{FF2B5EF4-FFF2-40B4-BE49-F238E27FC236}">
                <a16:creationId xmlns:a16="http://schemas.microsoft.com/office/drawing/2014/main" id="{FE2C883B-4DC1-4D51-A7B8-C15AFE1A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175" y="9573774"/>
            <a:ext cx="55146" cy="64408"/>
          </a:xfrm>
          <a:custGeom xmlns:a="http://schemas.openxmlformats.org/drawingml/2006/main">
            <a:pathLst>
              <a:path w="48151" h="56237">
                <a:moveTo>
                  <a:pt x="48151" y="56237"/>
                </a:moveTo>
                <a:lnTo>
                  <a:pt x="33312" y="0"/>
                </a:lnTo>
                <a:lnTo>
                  <a:pt x="28440" y="28530"/>
                </a:lnTo>
                <a:lnTo>
                  <a:pt x="0" y="23664"/>
                </a:lnTo>
                <a:lnTo>
                  <a:pt x="48151" y="56237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799" name="path-756">
            <a:extLst xmlns:a="http://schemas.openxmlformats.org/drawingml/2006/main">
              <a:ext uri="{FF2B5EF4-FFF2-40B4-BE49-F238E27FC236}">
                <a16:creationId xmlns:a16="http://schemas.microsoft.com/office/drawing/2014/main" id="{BAEDA098-9058-4DA2-8350-1A7EA0C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015" y="8955049"/>
            <a:ext cx="382732" cy="538837"/>
          </a:xfrm>
          <a:custGeom xmlns:a="http://schemas.openxmlformats.org/drawingml/2006/main">
            <a:pathLst>
              <a:path w="334182" h="470485">
                <a:moveTo>
                  <a:pt x="0" y="470485"/>
                </a:moveTo>
                <a:lnTo>
                  <a:pt x="334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00" name="path-757">
            <a:extLst xmlns:a="http://schemas.openxmlformats.org/drawingml/2006/main">
              <a:ext uri="{FF2B5EF4-FFF2-40B4-BE49-F238E27FC236}">
                <a16:creationId xmlns:a16="http://schemas.microsoft.com/office/drawing/2014/main" id="{3A8AAF11-C36B-429F-AB62-FC0BA01B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193" y="8923306"/>
            <a:ext cx="55149" cy="64346"/>
          </a:xfrm>
          <a:custGeom xmlns:a="http://schemas.openxmlformats.org/drawingml/2006/main">
            <a:pathLst>
              <a:path w="48153" h="56183">
                <a:moveTo>
                  <a:pt x="48153" y="0"/>
                </a:moveTo>
                <a:lnTo>
                  <a:pt x="0" y="32552"/>
                </a:lnTo>
                <a:lnTo>
                  <a:pt x="28455" y="27730"/>
                </a:lnTo>
                <a:lnTo>
                  <a:pt x="33270" y="56183"/>
                </a:lnTo>
                <a:lnTo>
                  <a:pt x="48153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758">
            <a:extLst xmlns:a="http://schemas.openxmlformats.org/drawingml/2006/main">
              <a:ext uri="{FF2B5EF4-FFF2-40B4-BE49-F238E27FC236}">
                <a16:creationId xmlns:a16="http://schemas.microsoft.com/office/drawing/2014/main" id="{D7E92229-93CE-40B1-B383-C2045F5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175" y="8923324"/>
            <a:ext cx="55146" cy="64310"/>
          </a:xfrm>
          <a:custGeom xmlns:a="http://schemas.openxmlformats.org/drawingml/2006/main">
            <a:pathLst>
              <a:path w="48151" h="56152">
                <a:moveTo>
                  <a:pt x="48151" y="0"/>
                </a:moveTo>
                <a:lnTo>
                  <a:pt x="0" y="32568"/>
                </a:lnTo>
                <a:lnTo>
                  <a:pt x="28440" y="27701"/>
                </a:lnTo>
                <a:lnTo>
                  <a:pt x="33312" y="56152"/>
                </a:lnTo>
                <a:lnTo>
                  <a:pt x="48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02" name="path-759">
            <a:extLst xmlns:a="http://schemas.openxmlformats.org/drawingml/2006/main">
              <a:ext uri="{FF2B5EF4-FFF2-40B4-BE49-F238E27FC236}">
                <a16:creationId xmlns:a16="http://schemas.microsoft.com/office/drawing/2014/main" id="{97931F17-A4AF-4AC5-BF59-F67EB1BB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264" y="9248835"/>
            <a:ext cx="318617" cy="269129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03" name="path-760">
            <a:extLst xmlns:a="http://schemas.openxmlformats.org/drawingml/2006/main">
              <a:ext uri="{FF2B5EF4-FFF2-40B4-BE49-F238E27FC236}">
                <a16:creationId xmlns:a16="http://schemas.microsoft.com/office/drawing/2014/main" id="{385E34D5-FC79-4829-AB3D-9C2E6230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9" y="9223676"/>
            <a:ext cx="62694" cy="58068"/>
          </a:xfrm>
          <a:custGeom xmlns:a="http://schemas.openxmlformats.org/drawingml/2006/main">
            <a:pathLst>
              <a:path w="54741" h="50702">
                <a:moveTo>
                  <a:pt x="54741" y="0"/>
                </a:moveTo>
                <a:lnTo>
                  <a:pt x="0" y="19525"/>
                </a:lnTo>
                <a:lnTo>
                  <a:pt x="28760" y="21942"/>
                </a:lnTo>
                <a:lnTo>
                  <a:pt x="26336" y="50702"/>
                </a:lnTo>
                <a:lnTo>
                  <a:pt x="5474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761">
            <a:extLst xmlns:a="http://schemas.openxmlformats.org/drawingml/2006/main">
              <a:ext uri="{FF2B5EF4-FFF2-40B4-BE49-F238E27FC236}">
                <a16:creationId xmlns:a16="http://schemas.microsoft.com/office/drawing/2014/main" id="{58A668FA-CD20-4C9E-95E1-03922837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6" y="9223710"/>
            <a:ext cx="62704" cy="58079"/>
          </a:xfrm>
          <a:custGeom xmlns:a="http://schemas.openxmlformats.org/drawingml/2006/main">
            <a:pathLst>
              <a:path w="54750" h="50712">
                <a:moveTo>
                  <a:pt x="54750" y="0"/>
                </a:moveTo>
                <a:lnTo>
                  <a:pt x="0" y="19461"/>
                </a:lnTo>
                <a:lnTo>
                  <a:pt x="28775" y="21937"/>
                </a:lnTo>
                <a:lnTo>
                  <a:pt x="26304" y="50712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05" name="path-762">
            <a:extLst xmlns:a="http://schemas.openxmlformats.org/drawingml/2006/main">
              <a:ext uri="{FF2B5EF4-FFF2-40B4-BE49-F238E27FC236}">
                <a16:creationId xmlns:a16="http://schemas.microsoft.com/office/drawing/2014/main" id="{01935EC2-4A08-40CA-B6BF-BA28B67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406" y="9647716"/>
            <a:ext cx="249683" cy="70352"/>
          </a:xfrm>
          <a:custGeom xmlns:a="http://schemas.openxmlformats.org/drawingml/2006/main">
            <a:pathLst>
              <a:path w="218010" h="61428">
                <a:moveTo>
                  <a:pt x="0" y="0"/>
                </a:moveTo>
                <a:lnTo>
                  <a:pt x="218010" y="61428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06" name="path-763">
            <a:extLst xmlns:a="http://schemas.openxmlformats.org/drawingml/2006/main">
              <a:ext uri="{FF2B5EF4-FFF2-40B4-BE49-F238E27FC236}">
                <a16:creationId xmlns:a16="http://schemas.microsoft.com/office/drawing/2014/main" id="{088A00B6-4DF2-4D49-A8A4-FEE640B5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70" y="9689235"/>
            <a:ext cx="66329" cy="44995"/>
          </a:xfrm>
          <a:custGeom xmlns:a="http://schemas.openxmlformats.org/drawingml/2006/main">
            <a:pathLst>
              <a:path w="57915" h="39288">
                <a:moveTo>
                  <a:pt x="57915" y="34392"/>
                </a:moveTo>
                <a:lnTo>
                  <a:pt x="11057" y="0"/>
                </a:lnTo>
                <a:lnTo>
                  <a:pt x="25173" y="25174"/>
                </a:lnTo>
                <a:lnTo>
                  <a:pt x="0" y="39288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764">
            <a:extLst xmlns:a="http://schemas.openxmlformats.org/drawingml/2006/main">
              <a:ext uri="{FF2B5EF4-FFF2-40B4-BE49-F238E27FC236}">
                <a16:creationId xmlns:a16="http://schemas.microsoft.com/office/drawing/2014/main" id="{62BEE8FF-8213-4C00-90B2-2C3CE8EC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84" y="9689262"/>
            <a:ext cx="66294" cy="44955"/>
          </a:xfrm>
          <a:custGeom xmlns:a="http://schemas.openxmlformats.org/drawingml/2006/main">
            <a:pathLst>
              <a:path w="57884" h="39252">
                <a:moveTo>
                  <a:pt x="57884" y="34391"/>
                </a:moveTo>
                <a:lnTo>
                  <a:pt x="11051" y="0"/>
                </a:lnTo>
                <a:lnTo>
                  <a:pt x="25152" y="25152"/>
                </a:lnTo>
                <a:lnTo>
                  <a:pt x="0" y="39252"/>
                </a:lnTo>
                <a:lnTo>
                  <a:pt x="57884" y="34391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08" name="path-765">
            <a:extLst xmlns:a="http://schemas.openxmlformats.org/drawingml/2006/main">
              <a:ext uri="{FF2B5EF4-FFF2-40B4-BE49-F238E27FC236}">
                <a16:creationId xmlns:a16="http://schemas.microsoft.com/office/drawing/2014/main" id="{3486A160-9501-46FD-B87C-99F24F03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406" y="9500683"/>
            <a:ext cx="249683" cy="70261"/>
          </a:xfrm>
          <a:custGeom xmlns:a="http://schemas.openxmlformats.org/drawingml/2006/main">
            <a:pathLst>
              <a:path w="218010" h="61348">
                <a:moveTo>
                  <a:pt x="0" y="61348"/>
                </a:moveTo>
                <a:lnTo>
                  <a:pt x="218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09" name="path-766">
            <a:extLst xmlns:a="http://schemas.openxmlformats.org/drawingml/2006/main">
              <a:ext uri="{FF2B5EF4-FFF2-40B4-BE49-F238E27FC236}">
                <a16:creationId xmlns:a16="http://schemas.microsoft.com/office/drawing/2014/main" id="{0DE557E6-B319-4DC9-8AD4-35F22D06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70" y="9484492"/>
            <a:ext cx="66329" cy="44995"/>
          </a:xfrm>
          <a:custGeom xmlns:a="http://schemas.openxmlformats.org/drawingml/2006/main">
            <a:pathLst>
              <a:path w="57915" h="39288">
                <a:moveTo>
                  <a:pt x="57915" y="4895"/>
                </a:moveTo>
                <a:lnTo>
                  <a:pt x="0" y="0"/>
                </a:lnTo>
                <a:lnTo>
                  <a:pt x="25173" y="14113"/>
                </a:lnTo>
                <a:lnTo>
                  <a:pt x="11057" y="39288"/>
                </a:lnTo>
                <a:lnTo>
                  <a:pt x="57915" y="4895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767">
            <a:extLst xmlns:a="http://schemas.openxmlformats.org/drawingml/2006/main">
              <a:ext uri="{FF2B5EF4-FFF2-40B4-BE49-F238E27FC236}">
                <a16:creationId xmlns:a16="http://schemas.microsoft.com/office/drawing/2014/main" id="{C5F58ABD-8AE2-475E-A42F-2F32B1BE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84" y="9484541"/>
            <a:ext cx="66294" cy="44942"/>
          </a:xfrm>
          <a:custGeom xmlns:a="http://schemas.openxmlformats.org/drawingml/2006/main">
            <a:pathLst>
              <a:path w="57884" h="39241">
                <a:moveTo>
                  <a:pt x="57884" y="4861"/>
                </a:moveTo>
                <a:lnTo>
                  <a:pt x="0" y="0"/>
                </a:lnTo>
                <a:lnTo>
                  <a:pt x="25152" y="14095"/>
                </a:lnTo>
                <a:lnTo>
                  <a:pt x="11051" y="39241"/>
                </a:lnTo>
                <a:lnTo>
                  <a:pt x="57884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11" name="path-768">
            <a:extLst xmlns:a="http://schemas.openxmlformats.org/drawingml/2006/main">
              <a:ext uri="{FF2B5EF4-FFF2-40B4-BE49-F238E27FC236}">
                <a16:creationId xmlns:a16="http://schemas.microsoft.com/office/drawing/2014/main" id="{53D921E3-2C57-442B-9577-8980DDCF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85" y="8809589"/>
            <a:ext cx="285044" cy="285046"/>
          </a:xfrm>
          <a:custGeom xmlns:a="http://schemas.openxmlformats.org/drawingml/2006/main">
            <a:pathLst>
              <a:path w="248886" h="248887">
                <a:moveTo>
                  <a:pt x="204610" y="44269"/>
                </a:moveTo>
                <a:cubicBezTo>
                  <a:pt x="248886" y="88547"/>
                  <a:pt x="248886" y="160332"/>
                  <a:pt x="204610" y="204609"/>
                </a:cubicBezTo>
                <a:cubicBezTo>
                  <a:pt x="160334" y="248887"/>
                  <a:pt x="88550" y="248887"/>
                  <a:pt x="44275" y="204609"/>
                </a:cubicBezTo>
                <a:cubicBezTo>
                  <a:pt x="0" y="160332"/>
                  <a:pt x="0" y="88547"/>
                  <a:pt x="44275" y="44269"/>
                </a:cubicBezTo>
                <a:cubicBezTo>
                  <a:pt x="88550" y="0"/>
                  <a:pt x="160334" y="0"/>
                  <a:pt x="204610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769">
            <a:extLst xmlns:a="http://schemas.openxmlformats.org/drawingml/2006/main">
              <a:ext uri="{FF2B5EF4-FFF2-40B4-BE49-F238E27FC236}">
                <a16:creationId xmlns:a16="http://schemas.microsoft.com/office/drawing/2014/main" id="{45EBCF87-3F09-4BCE-AF6C-966E8C43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56" y="8809623"/>
            <a:ext cx="285090" cy="284999"/>
          </a:xfrm>
          <a:custGeom xmlns:a="http://schemas.openxmlformats.org/drawingml/2006/main">
            <a:pathLst>
              <a:path w="248926" h="248846">
                <a:moveTo>
                  <a:pt x="204648" y="44278"/>
                </a:moveTo>
                <a:cubicBezTo>
                  <a:pt x="248926" y="88561"/>
                  <a:pt x="248926" y="160290"/>
                  <a:pt x="204648" y="204568"/>
                </a:cubicBezTo>
                <a:cubicBezTo>
                  <a:pt x="160370" y="248846"/>
                  <a:pt x="88556" y="248846"/>
                  <a:pt x="44278" y="204568"/>
                </a:cubicBezTo>
                <a:cubicBezTo>
                  <a:pt x="0" y="160290"/>
                  <a:pt x="0" y="88561"/>
                  <a:pt x="44278" y="44278"/>
                </a:cubicBezTo>
                <a:cubicBezTo>
                  <a:pt x="88556" y="0"/>
                  <a:pt x="160370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45306"/>
            </a:solidFill>
            <a:prstDash val="solid"/>
          </a:ln>
        </p:spPr>
      </p:sp>
      <p:sp>
        <p:nvSpPr>
          <p:cNvPr id="813" name="path-770">
            <a:extLst xmlns:a="http://schemas.openxmlformats.org/drawingml/2006/main">
              <a:ext uri="{FF2B5EF4-FFF2-40B4-BE49-F238E27FC236}">
                <a16:creationId xmlns:a16="http://schemas.microsoft.com/office/drawing/2014/main" id="{6236F49A-0EEC-4B9C-966F-84F74DE5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85" y="9138216"/>
            <a:ext cx="285044" cy="285041"/>
          </a:xfrm>
          <a:custGeom xmlns:a="http://schemas.openxmlformats.org/drawingml/2006/main">
            <a:pathLst>
              <a:path w="248886" h="248883">
                <a:moveTo>
                  <a:pt x="204610" y="44269"/>
                </a:moveTo>
                <a:cubicBezTo>
                  <a:pt x="248886" y="88547"/>
                  <a:pt x="248886" y="160332"/>
                  <a:pt x="204610" y="204608"/>
                </a:cubicBezTo>
                <a:cubicBezTo>
                  <a:pt x="160334" y="248883"/>
                  <a:pt x="88550" y="248883"/>
                  <a:pt x="44275" y="204608"/>
                </a:cubicBezTo>
                <a:cubicBezTo>
                  <a:pt x="0" y="160332"/>
                  <a:pt x="0" y="88547"/>
                  <a:pt x="44275" y="44269"/>
                </a:cubicBezTo>
                <a:cubicBezTo>
                  <a:pt x="88550" y="0"/>
                  <a:pt x="160334" y="0"/>
                  <a:pt x="204610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771">
            <a:extLst xmlns:a="http://schemas.openxmlformats.org/drawingml/2006/main">
              <a:ext uri="{FF2B5EF4-FFF2-40B4-BE49-F238E27FC236}">
                <a16:creationId xmlns:a16="http://schemas.microsoft.com/office/drawing/2014/main" id="{FA1BCCC1-33F4-4160-8C7E-1F486F4F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56" y="9138256"/>
            <a:ext cx="285090" cy="284992"/>
          </a:xfrm>
          <a:custGeom xmlns:a="http://schemas.openxmlformats.org/drawingml/2006/main">
            <a:pathLst>
              <a:path w="248926" h="248840">
                <a:moveTo>
                  <a:pt x="204648" y="44272"/>
                </a:moveTo>
                <a:cubicBezTo>
                  <a:pt x="248926" y="88550"/>
                  <a:pt x="248926" y="160285"/>
                  <a:pt x="204648" y="204568"/>
                </a:cubicBezTo>
                <a:cubicBezTo>
                  <a:pt x="160370" y="248840"/>
                  <a:pt x="88556" y="248840"/>
                  <a:pt x="44278" y="204568"/>
                </a:cubicBezTo>
                <a:cubicBezTo>
                  <a:pt x="0" y="160285"/>
                  <a:pt x="0" y="88550"/>
                  <a:pt x="44278" y="44272"/>
                </a:cubicBezTo>
                <a:cubicBezTo>
                  <a:pt x="88556" y="0"/>
                  <a:pt x="160370" y="0"/>
                  <a:pt x="204648" y="442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815" name="path-772">
            <a:extLst xmlns:a="http://schemas.openxmlformats.org/drawingml/2006/main">
              <a:ext uri="{FF2B5EF4-FFF2-40B4-BE49-F238E27FC236}">
                <a16:creationId xmlns:a16="http://schemas.microsoft.com/office/drawing/2014/main" id="{6DE9CD50-E41C-48D8-B4AE-35604B6F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85" y="9466839"/>
            <a:ext cx="285044" cy="285043"/>
          </a:xfrm>
          <a:custGeom xmlns:a="http://schemas.openxmlformats.org/drawingml/2006/main">
            <a:pathLst>
              <a:path w="248886" h="248884">
                <a:moveTo>
                  <a:pt x="204610" y="44275"/>
                </a:moveTo>
                <a:cubicBezTo>
                  <a:pt x="248886" y="88550"/>
                  <a:pt x="248886" y="160334"/>
                  <a:pt x="204610" y="204609"/>
                </a:cubicBezTo>
                <a:cubicBezTo>
                  <a:pt x="160334" y="248884"/>
                  <a:pt x="88550" y="248884"/>
                  <a:pt x="44275" y="204609"/>
                </a:cubicBezTo>
                <a:cubicBezTo>
                  <a:pt x="0" y="160334"/>
                  <a:pt x="0" y="88550"/>
                  <a:pt x="44275" y="44275"/>
                </a:cubicBezTo>
                <a:cubicBezTo>
                  <a:pt x="88550" y="0"/>
                  <a:pt x="160334" y="0"/>
                  <a:pt x="204610" y="4427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773">
            <a:extLst xmlns:a="http://schemas.openxmlformats.org/drawingml/2006/main">
              <a:ext uri="{FF2B5EF4-FFF2-40B4-BE49-F238E27FC236}">
                <a16:creationId xmlns:a16="http://schemas.microsoft.com/office/drawing/2014/main" id="{EE3777C2-5559-4E7B-A639-B8D99E99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456" y="9466876"/>
            <a:ext cx="285090" cy="284999"/>
          </a:xfrm>
          <a:custGeom xmlns:a="http://schemas.openxmlformats.org/drawingml/2006/main">
            <a:pathLst>
              <a:path w="248926" h="248846">
                <a:moveTo>
                  <a:pt x="204648" y="44278"/>
                </a:moveTo>
                <a:cubicBezTo>
                  <a:pt x="248926" y="88556"/>
                  <a:pt x="248926" y="160290"/>
                  <a:pt x="204648" y="204568"/>
                </a:cubicBezTo>
                <a:cubicBezTo>
                  <a:pt x="160370" y="248846"/>
                  <a:pt x="88556" y="248846"/>
                  <a:pt x="44278" y="204568"/>
                </a:cubicBezTo>
                <a:cubicBezTo>
                  <a:pt x="0" y="160290"/>
                  <a:pt x="0" y="88556"/>
                  <a:pt x="44278" y="44278"/>
                </a:cubicBezTo>
                <a:cubicBezTo>
                  <a:pt x="88556" y="0"/>
                  <a:pt x="160370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817" name="path-774">
            <a:extLst xmlns:a="http://schemas.openxmlformats.org/drawingml/2006/main">
              <a:ext uri="{FF2B5EF4-FFF2-40B4-BE49-F238E27FC236}">
                <a16:creationId xmlns:a16="http://schemas.microsoft.com/office/drawing/2014/main" id="{F5719127-E687-447F-B701-D87CD56C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79" y="8645277"/>
            <a:ext cx="285045" cy="285044"/>
          </a:xfrm>
          <a:custGeom xmlns:a="http://schemas.openxmlformats.org/drawingml/2006/main">
            <a:pathLst>
              <a:path w="248886" h="248886">
                <a:moveTo>
                  <a:pt x="204609" y="44269"/>
                </a:moveTo>
                <a:cubicBezTo>
                  <a:pt x="248886" y="88547"/>
                  <a:pt x="248886" y="160330"/>
                  <a:pt x="204609" y="204608"/>
                </a:cubicBezTo>
                <a:cubicBezTo>
                  <a:pt x="160331" y="248886"/>
                  <a:pt x="88547" y="248886"/>
                  <a:pt x="44277" y="204608"/>
                </a:cubicBezTo>
                <a:cubicBezTo>
                  <a:pt x="0" y="160330"/>
                  <a:pt x="0" y="88547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775">
            <a:extLst xmlns:a="http://schemas.openxmlformats.org/drawingml/2006/main">
              <a:ext uri="{FF2B5EF4-FFF2-40B4-BE49-F238E27FC236}">
                <a16:creationId xmlns:a16="http://schemas.microsoft.com/office/drawing/2014/main" id="{BFF46F3F-B76E-47B0-BB35-6AEF3DE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47" y="8645317"/>
            <a:ext cx="285096" cy="284999"/>
          </a:xfrm>
          <a:custGeom xmlns:a="http://schemas.openxmlformats.org/drawingml/2006/main">
            <a:pathLst>
              <a:path w="248931" h="248846">
                <a:moveTo>
                  <a:pt x="204648" y="44278"/>
                </a:moveTo>
                <a:cubicBezTo>
                  <a:pt x="248931" y="88556"/>
                  <a:pt x="248931" y="160285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85"/>
                  <a:pt x="0" y="88556"/>
                  <a:pt x="44278" y="44278"/>
                </a:cubicBezTo>
                <a:cubicBezTo>
                  <a:pt x="88556" y="0"/>
                  <a:pt x="160376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819" name="path-776">
            <a:extLst xmlns:a="http://schemas.openxmlformats.org/drawingml/2006/main">
              <a:ext uri="{FF2B5EF4-FFF2-40B4-BE49-F238E27FC236}">
                <a16:creationId xmlns:a16="http://schemas.microsoft.com/office/drawing/2014/main" id="{81BF05F8-565E-4315-9BCD-E32E4E0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79" y="8973902"/>
            <a:ext cx="285045" cy="285046"/>
          </a:xfrm>
          <a:custGeom xmlns:a="http://schemas.openxmlformats.org/drawingml/2006/main">
            <a:pathLst>
              <a:path w="248886" h="248887">
                <a:moveTo>
                  <a:pt x="204609" y="44269"/>
                </a:moveTo>
                <a:cubicBezTo>
                  <a:pt x="248886" y="88547"/>
                  <a:pt x="248886" y="160332"/>
                  <a:pt x="204609" y="204609"/>
                </a:cubicBezTo>
                <a:cubicBezTo>
                  <a:pt x="160331" y="248887"/>
                  <a:pt x="88547" y="248887"/>
                  <a:pt x="44277" y="204609"/>
                </a:cubicBezTo>
                <a:cubicBezTo>
                  <a:pt x="0" y="160332"/>
                  <a:pt x="0" y="88547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777">
            <a:extLst xmlns:a="http://schemas.openxmlformats.org/drawingml/2006/main">
              <a:ext uri="{FF2B5EF4-FFF2-40B4-BE49-F238E27FC236}">
                <a16:creationId xmlns:a16="http://schemas.microsoft.com/office/drawing/2014/main" id="{4240D179-E85E-459E-ADD5-A18A0D9E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47" y="8973937"/>
            <a:ext cx="285096" cy="284999"/>
          </a:xfrm>
          <a:custGeom xmlns:a="http://schemas.openxmlformats.org/drawingml/2006/main">
            <a:pathLst>
              <a:path w="248931" h="248846">
                <a:moveTo>
                  <a:pt x="204648" y="44278"/>
                </a:moveTo>
                <a:cubicBezTo>
                  <a:pt x="248931" y="88556"/>
                  <a:pt x="248931" y="160296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96"/>
                  <a:pt x="0" y="88556"/>
                  <a:pt x="44278" y="44278"/>
                </a:cubicBezTo>
                <a:cubicBezTo>
                  <a:pt x="88556" y="0"/>
                  <a:pt x="160376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821" name="path-778">
            <a:extLst xmlns:a="http://schemas.openxmlformats.org/drawingml/2006/main">
              <a:ext uri="{FF2B5EF4-FFF2-40B4-BE49-F238E27FC236}">
                <a16:creationId xmlns:a16="http://schemas.microsoft.com/office/drawing/2014/main" id="{A333CCC7-111D-4224-9CCF-D840DAB3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79" y="9302529"/>
            <a:ext cx="285045" cy="285041"/>
          </a:xfrm>
          <a:custGeom xmlns:a="http://schemas.openxmlformats.org/drawingml/2006/main">
            <a:pathLst>
              <a:path w="248886" h="248883">
                <a:moveTo>
                  <a:pt x="204609" y="44269"/>
                </a:moveTo>
                <a:cubicBezTo>
                  <a:pt x="248886" y="88548"/>
                  <a:pt x="248886" y="160332"/>
                  <a:pt x="204609" y="204608"/>
                </a:cubicBezTo>
                <a:cubicBezTo>
                  <a:pt x="160331" y="248883"/>
                  <a:pt x="88547" y="248883"/>
                  <a:pt x="44277" y="204608"/>
                </a:cubicBezTo>
                <a:cubicBezTo>
                  <a:pt x="0" y="160332"/>
                  <a:pt x="0" y="88548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779">
            <a:extLst xmlns:a="http://schemas.openxmlformats.org/drawingml/2006/main">
              <a:ext uri="{FF2B5EF4-FFF2-40B4-BE49-F238E27FC236}">
                <a16:creationId xmlns:a16="http://schemas.microsoft.com/office/drawing/2014/main" id="{8ECD3A3A-AC32-4A66-B7EB-CFBD1D7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47" y="9302563"/>
            <a:ext cx="285096" cy="284999"/>
          </a:xfrm>
          <a:custGeom xmlns:a="http://schemas.openxmlformats.org/drawingml/2006/main">
            <a:pathLst>
              <a:path w="248931" h="248846">
                <a:moveTo>
                  <a:pt x="204648" y="44283"/>
                </a:moveTo>
                <a:cubicBezTo>
                  <a:pt x="248931" y="88556"/>
                  <a:pt x="248931" y="160290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90"/>
                  <a:pt x="0" y="88556"/>
                  <a:pt x="44278" y="44283"/>
                </a:cubicBezTo>
                <a:cubicBezTo>
                  <a:pt x="88556" y="0"/>
                  <a:pt x="160376" y="0"/>
                  <a:pt x="204648" y="442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823" name="path-780">
            <a:extLst xmlns:a="http://schemas.openxmlformats.org/drawingml/2006/main">
              <a:ext uri="{FF2B5EF4-FFF2-40B4-BE49-F238E27FC236}">
                <a16:creationId xmlns:a16="http://schemas.microsoft.com/office/drawing/2014/main" id="{02BEABB0-C7F2-4A0C-9C69-2E683B46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79" y="9631152"/>
            <a:ext cx="285045" cy="285043"/>
          </a:xfrm>
          <a:custGeom xmlns:a="http://schemas.openxmlformats.org/drawingml/2006/main">
            <a:pathLst>
              <a:path w="248886" h="248884">
                <a:moveTo>
                  <a:pt x="204609" y="44275"/>
                </a:moveTo>
                <a:cubicBezTo>
                  <a:pt x="248886" y="88550"/>
                  <a:pt x="248886" y="160334"/>
                  <a:pt x="204609" y="204609"/>
                </a:cubicBezTo>
                <a:cubicBezTo>
                  <a:pt x="160331" y="248884"/>
                  <a:pt x="88547" y="248884"/>
                  <a:pt x="44277" y="204609"/>
                </a:cubicBezTo>
                <a:cubicBezTo>
                  <a:pt x="0" y="160334"/>
                  <a:pt x="0" y="88550"/>
                  <a:pt x="44277" y="44275"/>
                </a:cubicBezTo>
                <a:cubicBezTo>
                  <a:pt x="88547" y="0"/>
                  <a:pt x="160331" y="0"/>
                  <a:pt x="204609" y="4427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781">
            <a:extLst xmlns:a="http://schemas.openxmlformats.org/drawingml/2006/main">
              <a:ext uri="{FF2B5EF4-FFF2-40B4-BE49-F238E27FC236}">
                <a16:creationId xmlns:a16="http://schemas.microsoft.com/office/drawing/2014/main" id="{3A337180-06CB-46EB-B26E-8285EF19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047" y="9631190"/>
            <a:ext cx="285096" cy="284999"/>
          </a:xfrm>
          <a:custGeom xmlns:a="http://schemas.openxmlformats.org/drawingml/2006/main">
            <a:pathLst>
              <a:path w="248931" h="248846">
                <a:moveTo>
                  <a:pt x="204648" y="44278"/>
                </a:moveTo>
                <a:cubicBezTo>
                  <a:pt x="248931" y="88556"/>
                  <a:pt x="248931" y="160290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90"/>
                  <a:pt x="0" y="88556"/>
                  <a:pt x="44278" y="44278"/>
                </a:cubicBezTo>
                <a:cubicBezTo>
                  <a:pt x="88556" y="0"/>
                  <a:pt x="160376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608">
            <a:solidFill>
              <a:srgbClr val="935206"/>
            </a:solidFill>
            <a:prstDash val="solid"/>
          </a:ln>
        </p:spPr>
      </p:sp>
      <p:sp>
        <p:nvSpPr>
          <p:cNvPr id="825" name="path-782">
            <a:extLst xmlns:a="http://schemas.openxmlformats.org/drawingml/2006/main">
              <a:ext uri="{FF2B5EF4-FFF2-40B4-BE49-F238E27FC236}">
                <a16:creationId xmlns:a16="http://schemas.microsoft.com/office/drawing/2014/main" id="{CABFCC93-6556-47C6-B45B-4D725A8B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264" y="8920208"/>
            <a:ext cx="318617" cy="269129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26" name="path-783">
            <a:extLst xmlns:a="http://schemas.openxmlformats.org/drawingml/2006/main">
              <a:ext uri="{FF2B5EF4-FFF2-40B4-BE49-F238E27FC236}">
                <a16:creationId xmlns:a16="http://schemas.microsoft.com/office/drawing/2014/main" id="{AF7E4F04-CD44-43C5-8D7D-81EEFE46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9" y="8895051"/>
            <a:ext cx="62694" cy="58066"/>
          </a:xfrm>
          <a:custGeom xmlns:a="http://schemas.openxmlformats.org/drawingml/2006/main">
            <a:pathLst>
              <a:path w="54741" h="50701">
                <a:moveTo>
                  <a:pt x="54741" y="0"/>
                </a:moveTo>
                <a:lnTo>
                  <a:pt x="0" y="19525"/>
                </a:lnTo>
                <a:lnTo>
                  <a:pt x="28760" y="21942"/>
                </a:lnTo>
                <a:lnTo>
                  <a:pt x="26336" y="50701"/>
                </a:lnTo>
                <a:lnTo>
                  <a:pt x="5474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path-784">
            <a:extLst xmlns:a="http://schemas.openxmlformats.org/drawingml/2006/main">
              <a:ext uri="{FF2B5EF4-FFF2-40B4-BE49-F238E27FC236}">
                <a16:creationId xmlns:a16="http://schemas.microsoft.com/office/drawing/2014/main" id="{1FC90282-6E1C-492E-9F60-04D63FF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6" y="8895090"/>
            <a:ext cx="62704" cy="58073"/>
          </a:xfrm>
          <a:custGeom xmlns:a="http://schemas.openxmlformats.org/drawingml/2006/main">
            <a:pathLst>
              <a:path w="54750" h="50706">
                <a:moveTo>
                  <a:pt x="54750" y="0"/>
                </a:moveTo>
                <a:lnTo>
                  <a:pt x="0" y="19456"/>
                </a:lnTo>
                <a:lnTo>
                  <a:pt x="28775" y="21932"/>
                </a:lnTo>
                <a:lnTo>
                  <a:pt x="26304" y="50706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28" name="path-785">
            <a:extLst xmlns:a="http://schemas.openxmlformats.org/drawingml/2006/main">
              <a:ext uri="{FF2B5EF4-FFF2-40B4-BE49-F238E27FC236}">
                <a16:creationId xmlns:a16="http://schemas.microsoft.com/office/drawing/2014/main" id="{C3919811-0C29-4112-8E4B-9314E49B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406" y="9172057"/>
            <a:ext cx="249683" cy="70261"/>
          </a:xfrm>
          <a:custGeom xmlns:a="http://schemas.openxmlformats.org/drawingml/2006/main">
            <a:pathLst>
              <a:path w="218010" h="61348">
                <a:moveTo>
                  <a:pt x="0" y="61348"/>
                </a:moveTo>
                <a:lnTo>
                  <a:pt x="218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29" name="path-786">
            <a:extLst xmlns:a="http://schemas.openxmlformats.org/drawingml/2006/main">
              <a:ext uri="{FF2B5EF4-FFF2-40B4-BE49-F238E27FC236}">
                <a16:creationId xmlns:a16="http://schemas.microsoft.com/office/drawing/2014/main" id="{25A948E7-B948-4DEB-92B1-CFA9D22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70" y="9155865"/>
            <a:ext cx="66329" cy="44997"/>
          </a:xfrm>
          <a:custGeom xmlns:a="http://schemas.openxmlformats.org/drawingml/2006/main">
            <a:pathLst>
              <a:path w="57915" h="39289">
                <a:moveTo>
                  <a:pt x="57915" y="4897"/>
                </a:moveTo>
                <a:lnTo>
                  <a:pt x="0" y="0"/>
                </a:lnTo>
                <a:lnTo>
                  <a:pt x="25173" y="14116"/>
                </a:lnTo>
                <a:lnTo>
                  <a:pt x="11057" y="39289"/>
                </a:lnTo>
                <a:lnTo>
                  <a:pt x="57915" y="4897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787">
            <a:extLst xmlns:a="http://schemas.openxmlformats.org/drawingml/2006/main">
              <a:ext uri="{FF2B5EF4-FFF2-40B4-BE49-F238E27FC236}">
                <a16:creationId xmlns:a16="http://schemas.microsoft.com/office/drawing/2014/main" id="{DCC48F8C-08AA-4BA0-BE12-3A0C4327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84" y="9155908"/>
            <a:ext cx="66294" cy="44955"/>
          </a:xfrm>
          <a:custGeom xmlns:a="http://schemas.openxmlformats.org/drawingml/2006/main">
            <a:pathLst>
              <a:path w="57884" h="39252">
                <a:moveTo>
                  <a:pt x="57884" y="4867"/>
                </a:moveTo>
                <a:lnTo>
                  <a:pt x="0" y="0"/>
                </a:lnTo>
                <a:lnTo>
                  <a:pt x="25152" y="14101"/>
                </a:lnTo>
                <a:lnTo>
                  <a:pt x="11051" y="39252"/>
                </a:lnTo>
                <a:lnTo>
                  <a:pt x="57884" y="4867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31" name="path-788">
            <a:extLst xmlns:a="http://schemas.openxmlformats.org/drawingml/2006/main">
              <a:ext uri="{FF2B5EF4-FFF2-40B4-BE49-F238E27FC236}">
                <a16:creationId xmlns:a16="http://schemas.microsoft.com/office/drawing/2014/main" id="{AE37EF09-FE8D-4368-B493-D3966F01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406" y="9319089"/>
            <a:ext cx="249683" cy="70352"/>
          </a:xfrm>
          <a:custGeom xmlns:a="http://schemas.openxmlformats.org/drawingml/2006/main">
            <a:pathLst>
              <a:path w="218010" h="61428">
                <a:moveTo>
                  <a:pt x="0" y="0"/>
                </a:moveTo>
                <a:lnTo>
                  <a:pt x="218010" y="61428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32" name="path-789">
            <a:extLst xmlns:a="http://schemas.openxmlformats.org/drawingml/2006/main">
              <a:ext uri="{FF2B5EF4-FFF2-40B4-BE49-F238E27FC236}">
                <a16:creationId xmlns:a16="http://schemas.microsoft.com/office/drawing/2014/main" id="{5033E37F-7426-4990-A2BD-68CF69DF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70" y="9360608"/>
            <a:ext cx="66329" cy="44995"/>
          </a:xfrm>
          <a:custGeom xmlns:a="http://schemas.openxmlformats.org/drawingml/2006/main">
            <a:pathLst>
              <a:path w="57915" h="39288">
                <a:moveTo>
                  <a:pt x="57915" y="34392"/>
                </a:moveTo>
                <a:lnTo>
                  <a:pt x="11057" y="0"/>
                </a:lnTo>
                <a:lnTo>
                  <a:pt x="25173" y="25176"/>
                </a:lnTo>
                <a:lnTo>
                  <a:pt x="0" y="39288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790">
            <a:extLst xmlns:a="http://schemas.openxmlformats.org/drawingml/2006/main">
              <a:ext uri="{FF2B5EF4-FFF2-40B4-BE49-F238E27FC236}">
                <a16:creationId xmlns:a16="http://schemas.microsoft.com/office/drawing/2014/main" id="{901EEDD2-480F-4B0C-ADEB-397B213E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284" y="9360642"/>
            <a:ext cx="66294" cy="44948"/>
          </a:xfrm>
          <a:custGeom xmlns:a="http://schemas.openxmlformats.org/drawingml/2006/main">
            <a:pathLst>
              <a:path w="57884" h="39246">
                <a:moveTo>
                  <a:pt x="57884" y="34380"/>
                </a:moveTo>
                <a:lnTo>
                  <a:pt x="11051" y="0"/>
                </a:lnTo>
                <a:lnTo>
                  <a:pt x="25152" y="25146"/>
                </a:lnTo>
                <a:lnTo>
                  <a:pt x="0" y="39246"/>
                </a:lnTo>
                <a:lnTo>
                  <a:pt x="57884" y="3438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34" name="path-791">
            <a:extLst xmlns:a="http://schemas.openxmlformats.org/drawingml/2006/main">
              <a:ext uri="{FF2B5EF4-FFF2-40B4-BE49-F238E27FC236}">
                <a16:creationId xmlns:a16="http://schemas.microsoft.com/office/drawing/2014/main" id="{525A36CB-9B15-4684-8F6C-87B96C82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264" y="9372161"/>
            <a:ext cx="318617" cy="269136"/>
          </a:xfrm>
          <a:custGeom xmlns:a="http://schemas.openxmlformats.org/drawingml/2006/main">
            <a:pathLst>
              <a:path w="278200" h="234995">
                <a:moveTo>
                  <a:pt x="0" y="0"/>
                </a:moveTo>
                <a:lnTo>
                  <a:pt x="278200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35" name="path-792">
            <a:extLst xmlns:a="http://schemas.openxmlformats.org/drawingml/2006/main">
              <a:ext uri="{FF2B5EF4-FFF2-40B4-BE49-F238E27FC236}">
                <a16:creationId xmlns:a16="http://schemas.microsoft.com/office/drawing/2014/main" id="{CBA8FD31-D44C-4685-BB29-A8EC5A88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9" y="9608350"/>
            <a:ext cx="62694" cy="58073"/>
          </a:xfrm>
          <a:custGeom xmlns:a="http://schemas.openxmlformats.org/drawingml/2006/main">
            <a:pathLst>
              <a:path w="54741" h="50706">
                <a:moveTo>
                  <a:pt x="54741" y="50706"/>
                </a:moveTo>
                <a:lnTo>
                  <a:pt x="26336" y="0"/>
                </a:lnTo>
                <a:lnTo>
                  <a:pt x="28760" y="28759"/>
                </a:lnTo>
                <a:lnTo>
                  <a:pt x="0" y="31181"/>
                </a:lnTo>
                <a:lnTo>
                  <a:pt x="54741" y="50706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793">
            <a:extLst xmlns:a="http://schemas.openxmlformats.org/drawingml/2006/main">
              <a:ext uri="{FF2B5EF4-FFF2-40B4-BE49-F238E27FC236}">
                <a16:creationId xmlns:a16="http://schemas.microsoft.com/office/drawing/2014/main" id="{F8A589BB-60CC-4022-B44A-10E5BFBA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26" y="9608335"/>
            <a:ext cx="62704" cy="58079"/>
          </a:xfrm>
          <a:custGeom xmlns:a="http://schemas.openxmlformats.org/drawingml/2006/main">
            <a:pathLst>
              <a:path w="54750" h="50712">
                <a:moveTo>
                  <a:pt x="54750" y="50712"/>
                </a:moveTo>
                <a:lnTo>
                  <a:pt x="26304" y="0"/>
                </a:lnTo>
                <a:lnTo>
                  <a:pt x="28775" y="28780"/>
                </a:lnTo>
                <a:lnTo>
                  <a:pt x="0" y="31171"/>
                </a:lnTo>
                <a:lnTo>
                  <a:pt x="54750" y="50712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37" name="path-794">
            <a:extLst xmlns:a="http://schemas.openxmlformats.org/drawingml/2006/main">
              <a:ext uri="{FF2B5EF4-FFF2-40B4-BE49-F238E27FC236}">
                <a16:creationId xmlns:a16="http://schemas.microsoft.com/office/drawing/2014/main" id="{88095BEB-9DF8-455A-9EDD-1512DBA1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861" y="8879221"/>
            <a:ext cx="318617" cy="269136"/>
          </a:xfrm>
          <a:custGeom xmlns:a="http://schemas.openxmlformats.org/drawingml/2006/main">
            <a:pathLst>
              <a:path w="278200" h="234995">
                <a:moveTo>
                  <a:pt x="0" y="0"/>
                </a:moveTo>
                <a:lnTo>
                  <a:pt x="278200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38" name="path-795">
            <a:extLst xmlns:a="http://schemas.openxmlformats.org/drawingml/2006/main">
              <a:ext uri="{FF2B5EF4-FFF2-40B4-BE49-F238E27FC236}">
                <a16:creationId xmlns:a16="http://schemas.microsoft.com/office/drawing/2014/main" id="{9985E65C-B8F2-486A-A437-C7A00F4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523" y="9115410"/>
            <a:ext cx="62694" cy="58076"/>
          </a:xfrm>
          <a:custGeom xmlns:a="http://schemas.openxmlformats.org/drawingml/2006/main">
            <a:pathLst>
              <a:path w="54741" h="50709">
                <a:moveTo>
                  <a:pt x="54741" y="50709"/>
                </a:moveTo>
                <a:lnTo>
                  <a:pt x="26336" y="0"/>
                </a:lnTo>
                <a:lnTo>
                  <a:pt x="28760" y="28760"/>
                </a:lnTo>
                <a:lnTo>
                  <a:pt x="0" y="31184"/>
                </a:lnTo>
                <a:lnTo>
                  <a:pt x="54741" y="5070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796">
            <a:extLst xmlns:a="http://schemas.openxmlformats.org/drawingml/2006/main">
              <a:ext uri="{FF2B5EF4-FFF2-40B4-BE49-F238E27FC236}">
                <a16:creationId xmlns:a16="http://schemas.microsoft.com/office/drawing/2014/main" id="{68DC2D1D-3332-46C3-86DF-39B224AE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523" y="9115395"/>
            <a:ext cx="62704" cy="58079"/>
          </a:xfrm>
          <a:custGeom xmlns:a="http://schemas.openxmlformats.org/drawingml/2006/main">
            <a:pathLst>
              <a:path w="54750" h="50712">
                <a:moveTo>
                  <a:pt x="54750" y="50712"/>
                </a:moveTo>
                <a:lnTo>
                  <a:pt x="26299" y="0"/>
                </a:lnTo>
                <a:lnTo>
                  <a:pt x="28775" y="28780"/>
                </a:lnTo>
                <a:lnTo>
                  <a:pt x="0" y="31171"/>
                </a:lnTo>
                <a:lnTo>
                  <a:pt x="54750" y="50712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40" name="path-797">
            <a:extLst xmlns:a="http://schemas.openxmlformats.org/drawingml/2006/main">
              <a:ext uri="{FF2B5EF4-FFF2-40B4-BE49-F238E27FC236}">
                <a16:creationId xmlns:a16="http://schemas.microsoft.com/office/drawing/2014/main" id="{2680D5B1-F860-45B9-9FDC-952A87CF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003" y="9154783"/>
            <a:ext cx="249676" cy="70346"/>
          </a:xfrm>
          <a:custGeom xmlns:a="http://schemas.openxmlformats.org/drawingml/2006/main">
            <a:pathLst>
              <a:path w="218004" h="61422">
                <a:moveTo>
                  <a:pt x="0" y="0"/>
                </a:moveTo>
                <a:lnTo>
                  <a:pt x="218004" y="61422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41" name="path-798">
            <a:extLst xmlns:a="http://schemas.openxmlformats.org/drawingml/2006/main">
              <a:ext uri="{FF2B5EF4-FFF2-40B4-BE49-F238E27FC236}">
                <a16:creationId xmlns:a16="http://schemas.microsoft.com/office/drawing/2014/main" id="{B30EF357-26A5-47B3-B0F8-13EE2B69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864" y="9196292"/>
            <a:ext cx="66330" cy="44997"/>
          </a:xfrm>
          <a:custGeom xmlns:a="http://schemas.openxmlformats.org/drawingml/2006/main">
            <a:pathLst>
              <a:path w="57915" h="39289">
                <a:moveTo>
                  <a:pt x="57915" y="34399"/>
                </a:moveTo>
                <a:lnTo>
                  <a:pt x="11057" y="0"/>
                </a:lnTo>
                <a:lnTo>
                  <a:pt x="25173" y="25181"/>
                </a:lnTo>
                <a:lnTo>
                  <a:pt x="0" y="39289"/>
                </a:lnTo>
                <a:lnTo>
                  <a:pt x="57915" y="3439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799">
            <a:extLst xmlns:a="http://schemas.openxmlformats.org/drawingml/2006/main">
              <a:ext uri="{FF2B5EF4-FFF2-40B4-BE49-F238E27FC236}">
                <a16:creationId xmlns:a16="http://schemas.microsoft.com/office/drawing/2014/main" id="{72C0CA09-67E2-4696-80DE-6E82FAE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880" y="9196329"/>
            <a:ext cx="66294" cy="44948"/>
          </a:xfrm>
          <a:custGeom xmlns:a="http://schemas.openxmlformats.org/drawingml/2006/main">
            <a:pathLst>
              <a:path w="57884" h="39246">
                <a:moveTo>
                  <a:pt x="57884" y="34385"/>
                </a:moveTo>
                <a:lnTo>
                  <a:pt x="11051" y="0"/>
                </a:lnTo>
                <a:lnTo>
                  <a:pt x="25146" y="25146"/>
                </a:lnTo>
                <a:lnTo>
                  <a:pt x="0" y="39246"/>
                </a:lnTo>
                <a:lnTo>
                  <a:pt x="57884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43" name="path-800">
            <a:extLst xmlns:a="http://schemas.openxmlformats.org/drawingml/2006/main">
              <a:ext uri="{FF2B5EF4-FFF2-40B4-BE49-F238E27FC236}">
                <a16:creationId xmlns:a16="http://schemas.microsoft.com/office/drawing/2014/main" id="{5A48A6D3-4E41-427D-A125-40A3A5C8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003" y="9336377"/>
            <a:ext cx="249676" cy="70255"/>
          </a:xfrm>
          <a:custGeom xmlns:a="http://schemas.openxmlformats.org/drawingml/2006/main">
            <a:pathLst>
              <a:path w="218004" h="61343">
                <a:moveTo>
                  <a:pt x="0" y="61343"/>
                </a:moveTo>
                <a:lnTo>
                  <a:pt x="2180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44" name="path-801">
            <a:extLst xmlns:a="http://schemas.openxmlformats.org/drawingml/2006/main">
              <a:ext uri="{FF2B5EF4-FFF2-40B4-BE49-F238E27FC236}">
                <a16:creationId xmlns:a16="http://schemas.microsoft.com/office/drawing/2014/main" id="{D7F0591B-22A6-49A2-A181-C4155F3B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864" y="9320177"/>
            <a:ext cx="66330" cy="44997"/>
          </a:xfrm>
          <a:custGeom xmlns:a="http://schemas.openxmlformats.org/drawingml/2006/main">
            <a:pathLst>
              <a:path w="57915" h="39289">
                <a:moveTo>
                  <a:pt x="57915" y="4898"/>
                </a:moveTo>
                <a:lnTo>
                  <a:pt x="0" y="0"/>
                </a:lnTo>
                <a:lnTo>
                  <a:pt x="25173" y="14116"/>
                </a:lnTo>
                <a:lnTo>
                  <a:pt x="11057" y="39289"/>
                </a:lnTo>
                <a:lnTo>
                  <a:pt x="57915" y="48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path-802">
            <a:extLst xmlns:a="http://schemas.openxmlformats.org/drawingml/2006/main">
              <a:ext uri="{FF2B5EF4-FFF2-40B4-BE49-F238E27FC236}">
                <a16:creationId xmlns:a16="http://schemas.microsoft.com/office/drawing/2014/main" id="{CA0CF2AE-D6B8-45BB-8337-49BE8BDC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880" y="9320227"/>
            <a:ext cx="66294" cy="44948"/>
          </a:xfrm>
          <a:custGeom xmlns:a="http://schemas.openxmlformats.org/drawingml/2006/main">
            <a:pathLst>
              <a:path w="57884" h="39246">
                <a:moveTo>
                  <a:pt x="57884" y="4861"/>
                </a:moveTo>
                <a:lnTo>
                  <a:pt x="0" y="0"/>
                </a:lnTo>
                <a:lnTo>
                  <a:pt x="25146" y="14101"/>
                </a:lnTo>
                <a:lnTo>
                  <a:pt x="11051" y="39246"/>
                </a:lnTo>
                <a:lnTo>
                  <a:pt x="57884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46" name="path-803">
            <a:extLst xmlns:a="http://schemas.openxmlformats.org/drawingml/2006/main">
              <a:ext uri="{FF2B5EF4-FFF2-40B4-BE49-F238E27FC236}">
                <a16:creationId xmlns:a16="http://schemas.microsoft.com/office/drawing/2014/main" id="{B83DA39D-C92F-4781-9B8E-F0FFAC4F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861" y="9413148"/>
            <a:ext cx="318617" cy="269129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47" name="path-804">
            <a:extLst xmlns:a="http://schemas.openxmlformats.org/drawingml/2006/main">
              <a:ext uri="{FF2B5EF4-FFF2-40B4-BE49-F238E27FC236}">
                <a16:creationId xmlns:a16="http://schemas.microsoft.com/office/drawing/2014/main" id="{78FA9592-D0BF-4926-A0F0-BD917A32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523" y="9387986"/>
            <a:ext cx="62694" cy="58071"/>
          </a:xfrm>
          <a:custGeom xmlns:a="http://schemas.openxmlformats.org/drawingml/2006/main">
            <a:pathLst>
              <a:path w="54741" h="50705">
                <a:moveTo>
                  <a:pt x="54741" y="0"/>
                </a:moveTo>
                <a:lnTo>
                  <a:pt x="0" y="19525"/>
                </a:lnTo>
                <a:lnTo>
                  <a:pt x="28760" y="21947"/>
                </a:lnTo>
                <a:lnTo>
                  <a:pt x="26336" y="50705"/>
                </a:lnTo>
                <a:lnTo>
                  <a:pt x="5474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805">
            <a:extLst xmlns:a="http://schemas.openxmlformats.org/drawingml/2006/main">
              <a:ext uri="{FF2B5EF4-FFF2-40B4-BE49-F238E27FC236}">
                <a16:creationId xmlns:a16="http://schemas.microsoft.com/office/drawing/2014/main" id="{8E5CFAFD-CD1F-4E04-910D-024F4C8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523" y="9388024"/>
            <a:ext cx="62704" cy="58079"/>
          </a:xfrm>
          <a:custGeom xmlns:a="http://schemas.openxmlformats.org/drawingml/2006/main">
            <a:pathLst>
              <a:path w="54750" h="50712">
                <a:moveTo>
                  <a:pt x="54750" y="0"/>
                </a:moveTo>
                <a:lnTo>
                  <a:pt x="0" y="19461"/>
                </a:lnTo>
                <a:lnTo>
                  <a:pt x="28775" y="21937"/>
                </a:lnTo>
                <a:lnTo>
                  <a:pt x="26299" y="50712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935300"/>
            </a:solidFill>
            <a:prstDash val="solid"/>
          </a:ln>
        </p:spPr>
      </p:sp>
      <p:sp>
        <p:nvSpPr>
          <p:cNvPr id="849" name="path-806">
            <a:extLst xmlns:a="http://schemas.openxmlformats.org/drawingml/2006/main">
              <a:ext uri="{FF2B5EF4-FFF2-40B4-BE49-F238E27FC236}">
                <a16:creationId xmlns:a16="http://schemas.microsoft.com/office/drawing/2014/main" id="{2E0B2E47-EFE1-4C13-9CAF-DDA0E4B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372" y="9145440"/>
            <a:ext cx="1200456" cy="270591"/>
          </a:xfrm>
          <a:custGeom xmlns:a="http://schemas.openxmlformats.org/drawingml/2006/main">
            <a:pathLst>
              <a:path w="1048176" h="236266">
                <a:moveTo>
                  <a:pt x="0" y="0"/>
                </a:moveTo>
                <a:lnTo>
                  <a:pt x="1048176" y="0"/>
                </a:lnTo>
                <a:lnTo>
                  <a:pt x="1048176" y="236266"/>
                </a:lnTo>
                <a:lnTo>
                  <a:pt x="0" y="23626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text-807 Vision">
            <a:extLst xmlns:a="http://schemas.openxmlformats.org/drawingml/2006/main">
              <a:ext uri="{FF2B5EF4-FFF2-40B4-BE49-F238E27FC236}">
                <a16:creationId xmlns:a16="http://schemas.microsoft.com/office/drawing/2014/main" id="{FAB4471B-15DD-4BD1-B0F5-7EC4C1CA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1662" y="9154892"/>
            <a:ext cx="597247" cy="264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851" name="text-807 Agent">
            <a:extLst xmlns:a="http://schemas.openxmlformats.org/drawingml/2006/main">
              <a:ext uri="{FF2B5EF4-FFF2-40B4-BE49-F238E27FC236}">
                <a16:creationId xmlns:a16="http://schemas.microsoft.com/office/drawing/2014/main" id="{293B8293-2BD8-44DE-A07A-D106F603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0429" y="9154889"/>
            <a:ext cx="568969" cy="264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852" name="path-808">
            <a:extLst xmlns:a="http://schemas.openxmlformats.org/drawingml/2006/main">
              <a:ext uri="{FF2B5EF4-FFF2-40B4-BE49-F238E27FC236}">
                <a16:creationId xmlns:a16="http://schemas.microsoft.com/office/drawing/2014/main" id="{4F9733CC-1689-4754-9BF2-82B395F4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18" y="8390723"/>
            <a:ext cx="1038951" cy="267243"/>
          </a:xfrm>
          <a:custGeom xmlns:a="http://schemas.openxmlformats.org/drawingml/2006/main">
            <a:pathLst>
              <a:path w="907158" h="233343">
                <a:moveTo>
                  <a:pt x="0" y="233343"/>
                </a:moveTo>
                <a:lnTo>
                  <a:pt x="90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935300"/>
            </a:solidFill>
            <a:prstDash val="dash"/>
          </a:ln>
        </p:spPr>
      </p:sp>
      <p:sp>
        <p:nvSpPr>
          <p:cNvPr id="853" name="path-809">
            <a:extLst xmlns:a="http://schemas.openxmlformats.org/drawingml/2006/main">
              <a:ext uri="{FF2B5EF4-FFF2-40B4-BE49-F238E27FC236}">
                <a16:creationId xmlns:a16="http://schemas.microsoft.com/office/drawing/2014/main" id="{04E6B228-2145-4F18-A047-177D2649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18" y="9901834"/>
            <a:ext cx="1038951" cy="267243"/>
          </a:xfrm>
          <a:custGeom xmlns:a="http://schemas.openxmlformats.org/drawingml/2006/main">
            <a:pathLst>
              <a:path w="907158" h="233343">
                <a:moveTo>
                  <a:pt x="0" y="0"/>
                </a:moveTo>
                <a:lnTo>
                  <a:pt x="907158" y="233343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935300"/>
            </a:solidFill>
            <a:prstDash val="dash"/>
          </a:ln>
        </p:spPr>
      </p:sp>
      <p:sp>
        <p:nvSpPr>
          <p:cNvPr id="854" name="text-810 Policy">
            <a:extLst xmlns:a="http://schemas.openxmlformats.org/drawingml/2006/main">
              <a:ext uri="{FF2B5EF4-FFF2-40B4-BE49-F238E27FC236}">
                <a16:creationId xmlns:a16="http://schemas.microsoft.com/office/drawing/2014/main" id="{1B25F5D9-B1FE-46A8-8959-E43A9920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1360" y="8431705"/>
            <a:ext cx="590349" cy="264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855" name="text-810 Network">
            <a:extLst xmlns:a="http://schemas.openxmlformats.org/drawingml/2006/main">
              <a:ext uri="{FF2B5EF4-FFF2-40B4-BE49-F238E27FC236}">
                <a16:creationId xmlns:a16="http://schemas.microsoft.com/office/drawing/2014/main" id="{E747F305-0982-45F9-BAC7-E62B03C2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0191" y="8431704"/>
            <a:ext cx="779136" cy="26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856" name="text-811 (">
            <a:extLst xmlns:a="http://schemas.openxmlformats.org/drawingml/2006/main">
              <a:ext uri="{FF2B5EF4-FFF2-40B4-BE49-F238E27FC236}">
                <a16:creationId xmlns:a16="http://schemas.microsoft.com/office/drawing/2014/main" id="{28C26CDF-19E3-4F6C-8DF0-6C66D803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0169" y="8469408"/>
            <a:ext cx="77524" cy="211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857" name="text-812 localizing">
            <a:extLst xmlns:a="http://schemas.openxmlformats.org/drawingml/2006/main">
              <a:ext uri="{FF2B5EF4-FFF2-40B4-BE49-F238E27FC236}">
                <a16:creationId xmlns:a16="http://schemas.microsoft.com/office/drawing/2014/main" id="{49E9FF69-19C3-4105-98F5-5D22758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405" y="8469424"/>
            <a:ext cx="648741" cy="211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858" name="text-812 proper">
            <a:extLst xmlns:a="http://schemas.openxmlformats.org/drawingml/2006/main">
              <a:ext uri="{FF2B5EF4-FFF2-40B4-BE49-F238E27FC236}">
                <a16:creationId xmlns:a16="http://schemas.microsoft.com/office/drawing/2014/main" id="{011199E9-8ADC-4995-BD7A-430CC94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3921" y="8469422"/>
            <a:ext cx="463993" cy="211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proper</a:t>
            </a:r>
          </a:p>
        </p:txBody>
      </p:sp>
      <p:sp>
        <p:nvSpPr>
          <p:cNvPr id="859" name="text-812 visual">
            <a:extLst xmlns:a="http://schemas.openxmlformats.org/drawingml/2006/main">
              <a:ext uri="{FF2B5EF4-FFF2-40B4-BE49-F238E27FC236}">
                <a16:creationId xmlns:a16="http://schemas.microsoft.com/office/drawing/2014/main" id="{2097FA35-4E3A-4F1B-B769-5BB2B0E4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682" y="8469449"/>
            <a:ext cx="413512" cy="211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860" name="text-812 fixations">
            <a:extLst xmlns:a="http://schemas.openxmlformats.org/drawingml/2006/main">
              <a:ext uri="{FF2B5EF4-FFF2-40B4-BE49-F238E27FC236}">
                <a16:creationId xmlns:a16="http://schemas.microsoft.com/office/drawing/2014/main" id="{7F78321E-D247-4774-8512-57482B6F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0974" y="8469440"/>
            <a:ext cx="581504" cy="211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fixations</a:t>
            </a:r>
          </a:p>
        </p:txBody>
      </p:sp>
      <p:sp>
        <p:nvSpPr>
          <p:cNvPr id="861" name="text-813 )">
            <a:extLst xmlns:a="http://schemas.openxmlformats.org/drawingml/2006/main">
              <a:ext uri="{FF2B5EF4-FFF2-40B4-BE49-F238E27FC236}">
                <a16:creationId xmlns:a16="http://schemas.microsoft.com/office/drawing/2014/main" id="{782749A2-C913-4346-90DE-6F083630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141" y="8469409"/>
            <a:ext cx="77523" cy="211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862" name="path-815">
            <a:extLst xmlns:a="http://schemas.openxmlformats.org/drawingml/2006/main">
              <a:ext uri="{FF2B5EF4-FFF2-40B4-BE49-F238E27FC236}">
                <a16:creationId xmlns:a16="http://schemas.microsoft.com/office/drawing/2014/main" id="{4301939E-9B90-4EB3-BE94-CC216E0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754" y="8518703"/>
            <a:ext cx="143831" cy="102311"/>
          </a:xfrm>
          <a:custGeom xmlns:a="http://schemas.openxmlformats.org/drawingml/2006/main">
            <a:pathLst>
              <a:path w="125585" h="89333">
                <a:moveTo>
                  <a:pt x="55400" y="18928"/>
                </a:moveTo>
                <a:lnTo>
                  <a:pt x="77481" y="18928"/>
                </a:lnTo>
                <a:cubicBezTo>
                  <a:pt x="73143" y="37269"/>
                  <a:pt x="70974" y="49299"/>
                  <a:pt x="70974" y="60935"/>
                </a:cubicBezTo>
                <a:cubicBezTo>
                  <a:pt x="70974" y="74346"/>
                  <a:pt x="74523" y="89333"/>
                  <a:pt x="83987" y="89333"/>
                </a:cubicBezTo>
                <a:cubicBezTo>
                  <a:pt x="90491" y="89333"/>
                  <a:pt x="97591" y="82829"/>
                  <a:pt x="97591" y="76518"/>
                </a:cubicBezTo>
                <a:cubicBezTo>
                  <a:pt x="97591" y="74150"/>
                  <a:pt x="96998" y="72965"/>
                  <a:pt x="95223" y="70008"/>
                </a:cubicBezTo>
                <a:cubicBezTo>
                  <a:pt x="86153" y="54034"/>
                  <a:pt x="86153" y="38849"/>
                  <a:pt x="86153" y="33521"/>
                </a:cubicBezTo>
                <a:cubicBezTo>
                  <a:pt x="86153" y="28789"/>
                  <a:pt x="86153" y="26816"/>
                  <a:pt x="87339" y="18928"/>
                </a:cubicBezTo>
                <a:lnTo>
                  <a:pt x="111784" y="18928"/>
                </a:lnTo>
                <a:cubicBezTo>
                  <a:pt x="115529" y="18928"/>
                  <a:pt x="118685" y="18928"/>
                  <a:pt x="121642" y="15971"/>
                </a:cubicBezTo>
                <a:cubicBezTo>
                  <a:pt x="123022" y="14590"/>
                  <a:pt x="125585" y="12226"/>
                  <a:pt x="125585" y="7689"/>
                </a:cubicBezTo>
                <a:cubicBezTo>
                  <a:pt x="125585" y="0"/>
                  <a:pt x="118685" y="0"/>
                  <a:pt x="115135" y="0"/>
                </a:cubicBezTo>
                <a:lnTo>
                  <a:pt x="37657" y="0"/>
                </a:lnTo>
                <a:cubicBezTo>
                  <a:pt x="33515" y="0"/>
                  <a:pt x="25038" y="0"/>
                  <a:pt x="14590" y="9464"/>
                </a:cubicBezTo>
                <a:cubicBezTo>
                  <a:pt x="7689" y="15772"/>
                  <a:pt x="0" y="25832"/>
                  <a:pt x="0" y="27802"/>
                </a:cubicBezTo>
                <a:cubicBezTo>
                  <a:pt x="0" y="30564"/>
                  <a:pt x="2367" y="30564"/>
                  <a:pt x="4533" y="30564"/>
                </a:cubicBezTo>
                <a:cubicBezTo>
                  <a:pt x="7491" y="30564"/>
                  <a:pt x="7689" y="30365"/>
                  <a:pt x="9464" y="28196"/>
                </a:cubicBezTo>
                <a:cubicBezTo>
                  <a:pt x="16955" y="18928"/>
                  <a:pt x="29968" y="18928"/>
                  <a:pt x="33713" y="18928"/>
                </a:cubicBezTo>
                <a:lnTo>
                  <a:pt x="45542" y="18928"/>
                </a:lnTo>
                <a:cubicBezTo>
                  <a:pt x="40614" y="34508"/>
                  <a:pt x="32727" y="50680"/>
                  <a:pt x="22081" y="70601"/>
                </a:cubicBezTo>
                <a:cubicBezTo>
                  <a:pt x="18928" y="76518"/>
                  <a:pt x="18335" y="77502"/>
                  <a:pt x="18335" y="80263"/>
                </a:cubicBezTo>
                <a:cubicBezTo>
                  <a:pt x="18335" y="85588"/>
                  <a:pt x="22673" y="89137"/>
                  <a:pt x="27799" y="89137"/>
                </a:cubicBezTo>
                <a:cubicBezTo>
                  <a:pt x="31939" y="89137"/>
                  <a:pt x="34896" y="86969"/>
                  <a:pt x="36277" y="85786"/>
                </a:cubicBezTo>
                <a:cubicBezTo>
                  <a:pt x="39234" y="82829"/>
                  <a:pt x="39429" y="82038"/>
                  <a:pt x="40416" y="77899"/>
                </a:cubicBezTo>
                <a:lnTo>
                  <a:pt x="55400" y="1892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text-816 Value">
            <a:extLst xmlns:a="http://schemas.openxmlformats.org/drawingml/2006/main">
              <a:ext uri="{FF2B5EF4-FFF2-40B4-BE49-F238E27FC236}">
                <a16:creationId xmlns:a16="http://schemas.microsoft.com/office/drawing/2014/main" id="{FCC7A4FE-5980-4660-8FBB-F117727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1360" y="9321175"/>
            <a:ext cx="527455" cy="264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864" name="text-816 Network">
            <a:extLst xmlns:a="http://schemas.openxmlformats.org/drawingml/2006/main">
              <a:ext uri="{FF2B5EF4-FFF2-40B4-BE49-F238E27FC236}">
                <a16:creationId xmlns:a16="http://schemas.microsoft.com/office/drawing/2014/main" id="{B6652F93-D7D2-428E-BE29-84A691E0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7299" y="9321164"/>
            <a:ext cx="779136" cy="264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865" name="text-817 (">
            <a:extLst xmlns:a="http://schemas.openxmlformats.org/drawingml/2006/main">
              <a:ext uri="{FF2B5EF4-FFF2-40B4-BE49-F238E27FC236}">
                <a16:creationId xmlns:a16="http://schemas.microsoft.com/office/drawing/2014/main" id="{478213BB-7311-40D4-9ADF-DA114EB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4696" y="9358868"/>
            <a:ext cx="77524" cy="211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866" name="text-818 predicting">
            <a:extLst xmlns:a="http://schemas.openxmlformats.org/drawingml/2006/main">
              <a:ext uri="{FF2B5EF4-FFF2-40B4-BE49-F238E27FC236}">
                <a16:creationId xmlns:a16="http://schemas.microsoft.com/office/drawing/2014/main" id="{33A2FB3D-D45A-41B7-BFB1-2E252C0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4938" y="9358907"/>
            <a:ext cx="682368" cy="2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predicting</a:t>
            </a:r>
          </a:p>
        </p:txBody>
      </p:sp>
      <p:sp>
        <p:nvSpPr>
          <p:cNvPr id="867" name="text-818 the">
            <a:extLst xmlns:a="http://schemas.openxmlformats.org/drawingml/2006/main">
              <a:ext uri="{FF2B5EF4-FFF2-40B4-BE49-F238E27FC236}">
                <a16:creationId xmlns:a16="http://schemas.microsoft.com/office/drawing/2014/main" id="{6D9152F3-9604-4928-BD43-575ADF28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2086" y="9358925"/>
            <a:ext cx="237241" cy="211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868" name="text-818 expected">
            <a:extLst xmlns:a="http://schemas.openxmlformats.org/drawingml/2006/main">
              <a:ext uri="{FF2B5EF4-FFF2-40B4-BE49-F238E27FC236}">
                <a16:creationId xmlns:a16="http://schemas.microsoft.com/office/drawing/2014/main" id="{DA86C4AD-C2E1-4156-AEB7-638ADE6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4110" y="9358905"/>
            <a:ext cx="640458" cy="21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869" name="text-818 gains">
            <a:extLst xmlns:a="http://schemas.openxmlformats.org/drawingml/2006/main">
              <a:ext uri="{FF2B5EF4-FFF2-40B4-BE49-F238E27FC236}">
                <a16:creationId xmlns:a16="http://schemas.microsoft.com/office/drawing/2014/main" id="{EA99F714-D42C-4998-83D2-506013AE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9347" y="9358875"/>
            <a:ext cx="388449" cy="211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gains</a:t>
            </a:r>
          </a:p>
        </p:txBody>
      </p:sp>
      <p:sp>
        <p:nvSpPr>
          <p:cNvPr id="870" name="text-818 of">
            <a:extLst xmlns:a="http://schemas.openxmlformats.org/drawingml/2006/main">
              <a:ext uri="{FF2B5EF4-FFF2-40B4-BE49-F238E27FC236}">
                <a16:creationId xmlns:a16="http://schemas.microsoft.com/office/drawing/2014/main" id="{76079CB5-500E-4341-A31F-6C1901A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2560" y="9358931"/>
            <a:ext cx="153219" cy="21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871" name="text-818 further">
            <a:extLst xmlns:a="http://schemas.openxmlformats.org/drawingml/2006/main">
              <a:ext uri="{FF2B5EF4-FFF2-40B4-BE49-F238E27FC236}">
                <a16:creationId xmlns:a16="http://schemas.microsoft.com/office/drawing/2014/main" id="{A563F585-D917-4283-B1AD-510F6395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0548" y="9358913"/>
            <a:ext cx="463896" cy="21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further</a:t>
            </a:r>
          </a:p>
        </p:txBody>
      </p:sp>
      <p:sp>
        <p:nvSpPr>
          <p:cNvPr id="872" name="text-818 observing">
            <a:extLst xmlns:a="http://schemas.openxmlformats.org/drawingml/2006/main">
              <a:ext uri="{FF2B5EF4-FFF2-40B4-BE49-F238E27FC236}">
                <a16:creationId xmlns:a16="http://schemas.microsoft.com/office/drawing/2014/main" id="{9EF90734-DCE2-4854-9BA9-B11F8568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9218" y="9358907"/>
            <a:ext cx="682368" cy="2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observing</a:t>
            </a:r>
          </a:p>
        </p:txBody>
      </p:sp>
      <p:sp>
        <p:nvSpPr>
          <p:cNvPr id="873" name="text-819 )">
            <a:extLst xmlns:a="http://schemas.openxmlformats.org/drawingml/2006/main">
              <a:ext uri="{FF2B5EF4-FFF2-40B4-BE49-F238E27FC236}">
                <a16:creationId xmlns:a16="http://schemas.microsoft.com/office/drawing/2014/main" id="{DADD6689-768F-4860-BACB-0FF765D4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4234" y="9358869"/>
            <a:ext cx="77523" cy="211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874" name="path-821">
            <a:extLst xmlns:a="http://schemas.openxmlformats.org/drawingml/2006/main">
              <a:ext uri="{FF2B5EF4-FFF2-40B4-BE49-F238E27FC236}">
                <a16:creationId xmlns:a16="http://schemas.microsoft.com/office/drawing/2014/main" id="{6926CE85-2DA8-453B-B14C-8BB7E8C5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380" y="9371551"/>
            <a:ext cx="160988" cy="159200"/>
          </a:xfrm>
          <a:custGeom xmlns:a="http://schemas.openxmlformats.org/drawingml/2006/main">
            <a:pathLst>
              <a:path w="140567" h="139005">
                <a:moveTo>
                  <a:pt x="112767" y="22478"/>
                </a:moveTo>
                <a:cubicBezTo>
                  <a:pt x="122427" y="7099"/>
                  <a:pt x="130709" y="6507"/>
                  <a:pt x="138004" y="6113"/>
                </a:cubicBezTo>
                <a:cubicBezTo>
                  <a:pt x="140368" y="5917"/>
                  <a:pt x="140567" y="2563"/>
                  <a:pt x="140567" y="2368"/>
                </a:cubicBezTo>
                <a:cubicBezTo>
                  <a:pt x="140567" y="791"/>
                  <a:pt x="139580" y="0"/>
                  <a:pt x="138004" y="0"/>
                </a:cubicBezTo>
                <a:cubicBezTo>
                  <a:pt x="132877" y="0"/>
                  <a:pt x="127159" y="593"/>
                  <a:pt x="121837" y="593"/>
                </a:cubicBezTo>
                <a:cubicBezTo>
                  <a:pt x="115330" y="593"/>
                  <a:pt x="108628" y="0"/>
                  <a:pt x="102320" y="0"/>
                </a:cubicBezTo>
                <a:cubicBezTo>
                  <a:pt x="101137" y="0"/>
                  <a:pt x="98574" y="0"/>
                  <a:pt x="98574" y="3748"/>
                </a:cubicBezTo>
                <a:cubicBezTo>
                  <a:pt x="98574" y="5917"/>
                  <a:pt x="100346" y="6113"/>
                  <a:pt x="101727" y="6113"/>
                </a:cubicBezTo>
                <a:cubicBezTo>
                  <a:pt x="107052" y="6507"/>
                  <a:pt x="110797" y="8480"/>
                  <a:pt x="110797" y="12620"/>
                </a:cubicBezTo>
                <a:cubicBezTo>
                  <a:pt x="110797" y="15577"/>
                  <a:pt x="107840" y="19915"/>
                  <a:pt x="107840" y="20113"/>
                </a:cubicBezTo>
                <a:lnTo>
                  <a:pt x="47314" y="116332"/>
                </a:lnTo>
                <a:lnTo>
                  <a:pt x="33909" y="12027"/>
                </a:lnTo>
                <a:cubicBezTo>
                  <a:pt x="33909" y="8676"/>
                  <a:pt x="38442" y="6113"/>
                  <a:pt x="47512" y="6113"/>
                </a:cubicBezTo>
                <a:cubicBezTo>
                  <a:pt x="50271" y="6113"/>
                  <a:pt x="52440" y="6113"/>
                  <a:pt x="52440" y="2169"/>
                </a:cubicBezTo>
                <a:cubicBezTo>
                  <a:pt x="52440" y="397"/>
                  <a:pt x="50864" y="0"/>
                  <a:pt x="49681" y="0"/>
                </a:cubicBezTo>
                <a:cubicBezTo>
                  <a:pt x="41794" y="0"/>
                  <a:pt x="33316" y="593"/>
                  <a:pt x="25233" y="593"/>
                </a:cubicBezTo>
                <a:cubicBezTo>
                  <a:pt x="21683" y="593"/>
                  <a:pt x="17938" y="397"/>
                  <a:pt x="14391" y="397"/>
                </a:cubicBezTo>
                <a:cubicBezTo>
                  <a:pt x="10842" y="397"/>
                  <a:pt x="7096" y="0"/>
                  <a:pt x="3745" y="0"/>
                </a:cubicBezTo>
                <a:cubicBezTo>
                  <a:pt x="2364" y="0"/>
                  <a:pt x="0" y="0"/>
                  <a:pt x="0" y="3748"/>
                </a:cubicBezTo>
                <a:cubicBezTo>
                  <a:pt x="0" y="6113"/>
                  <a:pt x="1772" y="6113"/>
                  <a:pt x="4928" y="6113"/>
                </a:cubicBezTo>
                <a:cubicBezTo>
                  <a:pt x="15968" y="6113"/>
                  <a:pt x="16163" y="7888"/>
                  <a:pt x="16756" y="12818"/>
                </a:cubicBezTo>
                <a:lnTo>
                  <a:pt x="32330" y="134472"/>
                </a:lnTo>
                <a:cubicBezTo>
                  <a:pt x="32922" y="138416"/>
                  <a:pt x="33710" y="139005"/>
                  <a:pt x="36273" y="139005"/>
                </a:cubicBezTo>
                <a:cubicBezTo>
                  <a:pt x="39429" y="139005"/>
                  <a:pt x="40217" y="138022"/>
                  <a:pt x="41794" y="135459"/>
                </a:cubicBezTo>
                <a:lnTo>
                  <a:pt x="112767" y="2247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path-822">
            <a:extLst xmlns:a="http://schemas.openxmlformats.org/drawingml/2006/main">
              <a:ext uri="{FF2B5EF4-FFF2-40B4-BE49-F238E27FC236}">
                <a16:creationId xmlns:a16="http://schemas.microsoft.com/office/drawing/2014/main" id="{9A707E46-40A7-4AC4-AADF-1723FA8F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250" y="9362234"/>
            <a:ext cx="112219" cy="71618"/>
          </a:xfrm>
          <a:custGeom xmlns:a="http://schemas.openxmlformats.org/drawingml/2006/main">
            <a:pathLst>
              <a:path w="97984" h="62533">
                <a:moveTo>
                  <a:pt x="44023" y="14905"/>
                </a:moveTo>
                <a:lnTo>
                  <a:pt x="59755" y="14905"/>
                </a:lnTo>
                <a:cubicBezTo>
                  <a:pt x="58652" y="19598"/>
                  <a:pt x="56030" y="30506"/>
                  <a:pt x="56030" y="39618"/>
                </a:cubicBezTo>
                <a:cubicBezTo>
                  <a:pt x="56030" y="49557"/>
                  <a:pt x="59755" y="62533"/>
                  <a:pt x="67484" y="62533"/>
                </a:cubicBezTo>
                <a:cubicBezTo>
                  <a:pt x="72314" y="62533"/>
                  <a:pt x="77833" y="57565"/>
                  <a:pt x="77833" y="52596"/>
                </a:cubicBezTo>
                <a:cubicBezTo>
                  <a:pt x="77833" y="50387"/>
                  <a:pt x="76869" y="49005"/>
                  <a:pt x="75627" y="47072"/>
                </a:cubicBezTo>
                <a:cubicBezTo>
                  <a:pt x="68450" y="36857"/>
                  <a:pt x="68450" y="25949"/>
                  <a:pt x="68450" y="22361"/>
                </a:cubicBezTo>
                <a:cubicBezTo>
                  <a:pt x="68450" y="22222"/>
                  <a:pt x="68450" y="17804"/>
                  <a:pt x="68865" y="14905"/>
                </a:cubicBezTo>
                <a:lnTo>
                  <a:pt x="87495" y="14905"/>
                </a:lnTo>
                <a:cubicBezTo>
                  <a:pt x="90392" y="14905"/>
                  <a:pt x="92325" y="14905"/>
                  <a:pt x="94947" y="12698"/>
                </a:cubicBezTo>
                <a:cubicBezTo>
                  <a:pt x="95914" y="11870"/>
                  <a:pt x="97984" y="9661"/>
                  <a:pt x="97984" y="6212"/>
                </a:cubicBezTo>
                <a:cubicBezTo>
                  <a:pt x="97984" y="0"/>
                  <a:pt x="92462" y="0"/>
                  <a:pt x="89980" y="0"/>
                </a:cubicBezTo>
                <a:lnTo>
                  <a:pt x="29119" y="0"/>
                </a:lnTo>
                <a:cubicBezTo>
                  <a:pt x="25806" y="0"/>
                  <a:pt x="19320" y="0"/>
                  <a:pt x="10213" y="7591"/>
                </a:cubicBezTo>
                <a:cubicBezTo>
                  <a:pt x="6901" y="10352"/>
                  <a:pt x="0" y="17253"/>
                  <a:pt x="0" y="19462"/>
                </a:cubicBezTo>
                <a:cubicBezTo>
                  <a:pt x="0" y="21946"/>
                  <a:pt x="2070" y="21946"/>
                  <a:pt x="4279" y="21946"/>
                </a:cubicBezTo>
                <a:cubicBezTo>
                  <a:pt x="7037" y="21946"/>
                  <a:pt x="7313" y="21946"/>
                  <a:pt x="8280" y="20841"/>
                </a:cubicBezTo>
                <a:cubicBezTo>
                  <a:pt x="10489" y="18356"/>
                  <a:pt x="13662" y="14905"/>
                  <a:pt x="25669" y="14905"/>
                </a:cubicBezTo>
                <a:lnTo>
                  <a:pt x="34777" y="14905"/>
                </a:lnTo>
                <a:cubicBezTo>
                  <a:pt x="30913" y="27192"/>
                  <a:pt x="22770" y="41964"/>
                  <a:pt x="18630" y="49005"/>
                </a:cubicBezTo>
                <a:cubicBezTo>
                  <a:pt x="17250" y="51353"/>
                  <a:pt x="16147" y="53284"/>
                  <a:pt x="16147" y="55493"/>
                </a:cubicBezTo>
                <a:cubicBezTo>
                  <a:pt x="16147" y="58669"/>
                  <a:pt x="18630" y="62396"/>
                  <a:pt x="23736" y="62396"/>
                </a:cubicBezTo>
                <a:cubicBezTo>
                  <a:pt x="27876" y="62396"/>
                  <a:pt x="31328" y="59360"/>
                  <a:pt x="32707" y="56323"/>
                </a:cubicBezTo>
                <a:cubicBezTo>
                  <a:pt x="33259" y="55081"/>
                  <a:pt x="34916" y="49972"/>
                  <a:pt x="36295" y="44727"/>
                </a:cubicBezTo>
                <a:lnTo>
                  <a:pt x="44023" y="1490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824">
            <a:extLst xmlns:a="http://schemas.openxmlformats.org/drawingml/2006/main">
              <a:ext uri="{FF2B5EF4-FFF2-40B4-BE49-F238E27FC236}">
                <a16:creationId xmlns:a16="http://schemas.microsoft.com/office/drawing/2014/main" id="{01B83CCC-7784-4973-8941-DA79F958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475" y="8887882"/>
            <a:ext cx="138860" cy="134688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825">
            <a:extLst xmlns:a="http://schemas.openxmlformats.org/drawingml/2006/main">
              <a:ext uri="{FF2B5EF4-FFF2-40B4-BE49-F238E27FC236}">
                <a16:creationId xmlns:a16="http://schemas.microsoft.com/office/drawing/2014/main" id="{2430E319-6538-4157-844D-0EEA9AC6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198" y="8952077"/>
            <a:ext cx="71652" cy="93510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826">
            <a:extLst xmlns:a="http://schemas.openxmlformats.org/drawingml/2006/main">
              <a:ext uri="{FF2B5EF4-FFF2-40B4-BE49-F238E27FC236}">
                <a16:creationId xmlns:a16="http://schemas.microsoft.com/office/drawing/2014/main" id="{13D20DA6-F4F7-4EB6-BD1B-FFE3AFE4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24" y="8887882"/>
            <a:ext cx="103301" cy="128441"/>
          </a:xfrm>
          <a:custGeom xmlns:a="http://schemas.openxmlformats.org/drawingml/2006/main">
            <a:pathLst>
              <a:path w="90197" h="112148">
                <a:moveTo>
                  <a:pt x="90197" y="69791"/>
                </a:moveTo>
                <a:lnTo>
                  <a:pt x="86089" y="69791"/>
                </a:lnTo>
                <a:cubicBezTo>
                  <a:pt x="84281" y="86537"/>
                  <a:pt x="81982" y="107056"/>
                  <a:pt x="53066" y="107056"/>
                </a:cubicBezTo>
                <a:lnTo>
                  <a:pt x="39594" y="107056"/>
                </a:lnTo>
                <a:cubicBezTo>
                  <a:pt x="31872" y="107056"/>
                  <a:pt x="31544" y="105908"/>
                  <a:pt x="31544" y="100491"/>
                </a:cubicBezTo>
                <a:lnTo>
                  <a:pt x="31544" y="12976"/>
                </a:lnTo>
                <a:cubicBezTo>
                  <a:pt x="31544" y="7393"/>
                  <a:pt x="31544" y="5094"/>
                  <a:pt x="47152" y="5094"/>
                </a:cubicBezTo>
                <a:lnTo>
                  <a:pt x="52574" y="5094"/>
                </a:lnTo>
                <a:lnTo>
                  <a:pt x="52574" y="0"/>
                </a:lnTo>
                <a:cubicBezTo>
                  <a:pt x="46658" y="494"/>
                  <a:pt x="31709" y="494"/>
                  <a:pt x="24973" y="494"/>
                </a:cubicBezTo>
                <a:cubicBezTo>
                  <a:pt x="18566" y="494"/>
                  <a:pt x="5751" y="494"/>
                  <a:pt x="0" y="0"/>
                </a:cubicBezTo>
                <a:lnTo>
                  <a:pt x="0" y="5094"/>
                </a:lnTo>
                <a:lnTo>
                  <a:pt x="3943" y="5094"/>
                </a:lnTo>
                <a:cubicBezTo>
                  <a:pt x="16593" y="5094"/>
                  <a:pt x="16921" y="6901"/>
                  <a:pt x="16921" y="12813"/>
                </a:cubicBezTo>
                <a:lnTo>
                  <a:pt x="16921" y="99340"/>
                </a:lnTo>
                <a:cubicBezTo>
                  <a:pt x="16921" y="105251"/>
                  <a:pt x="16593" y="107056"/>
                  <a:pt x="3943" y="107056"/>
                </a:cubicBezTo>
                <a:lnTo>
                  <a:pt x="0" y="107056"/>
                </a:lnTo>
                <a:lnTo>
                  <a:pt x="0" y="112148"/>
                </a:lnTo>
                <a:lnTo>
                  <a:pt x="85597" y="112148"/>
                </a:lnTo>
                <a:lnTo>
                  <a:pt x="90197" y="6979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827">
            <a:extLst xmlns:a="http://schemas.openxmlformats.org/drawingml/2006/main">
              <a:ext uri="{FF2B5EF4-FFF2-40B4-BE49-F238E27FC236}">
                <a16:creationId xmlns:a16="http://schemas.microsoft.com/office/drawing/2014/main" id="{6B3D1313-7150-45B1-8291-E0940B7F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243" y="8986420"/>
            <a:ext cx="47285" cy="58009"/>
          </a:xfrm>
          <a:custGeom xmlns:a="http://schemas.openxmlformats.org/drawingml/2006/main">
            <a:pathLst>
              <a:path w="41287" h="50651">
                <a:moveTo>
                  <a:pt x="0" y="1265"/>
                </a:moveTo>
                <a:lnTo>
                  <a:pt x="0" y="5408"/>
                </a:lnTo>
                <a:lnTo>
                  <a:pt x="1611" y="5408"/>
                </a:lnTo>
                <a:cubicBezTo>
                  <a:pt x="5175" y="5408"/>
                  <a:pt x="8625" y="5754"/>
                  <a:pt x="8625" y="11166"/>
                </a:cubicBezTo>
                <a:lnTo>
                  <a:pt x="8625" y="41791"/>
                </a:lnTo>
                <a:cubicBezTo>
                  <a:pt x="8625" y="46397"/>
                  <a:pt x="5866" y="46511"/>
                  <a:pt x="0" y="46511"/>
                </a:cubicBezTo>
                <a:lnTo>
                  <a:pt x="0" y="50651"/>
                </a:lnTo>
                <a:lnTo>
                  <a:pt x="28177" y="50651"/>
                </a:lnTo>
                <a:lnTo>
                  <a:pt x="28177" y="46511"/>
                </a:lnTo>
                <a:cubicBezTo>
                  <a:pt x="26912" y="46511"/>
                  <a:pt x="25531" y="46627"/>
                  <a:pt x="24265" y="46627"/>
                </a:cubicBezTo>
                <a:cubicBezTo>
                  <a:pt x="20472" y="46627"/>
                  <a:pt x="17366" y="46051"/>
                  <a:pt x="17366" y="41907"/>
                </a:cubicBezTo>
                <a:lnTo>
                  <a:pt x="17366" y="32925"/>
                </a:lnTo>
                <a:cubicBezTo>
                  <a:pt x="17366" y="30737"/>
                  <a:pt x="17252" y="28435"/>
                  <a:pt x="17252" y="26248"/>
                </a:cubicBezTo>
                <a:cubicBezTo>
                  <a:pt x="17252" y="17151"/>
                  <a:pt x="20242" y="3222"/>
                  <a:pt x="32776" y="3222"/>
                </a:cubicBezTo>
                <a:lnTo>
                  <a:pt x="32776" y="3336"/>
                </a:lnTo>
                <a:cubicBezTo>
                  <a:pt x="31397" y="4141"/>
                  <a:pt x="30821" y="5754"/>
                  <a:pt x="30821" y="7365"/>
                </a:cubicBezTo>
                <a:cubicBezTo>
                  <a:pt x="30821" y="10589"/>
                  <a:pt x="33236" y="12661"/>
                  <a:pt x="36112" y="12661"/>
                </a:cubicBezTo>
                <a:cubicBezTo>
                  <a:pt x="39216" y="12661"/>
                  <a:pt x="41287" y="10129"/>
                  <a:pt x="41287" y="7597"/>
                </a:cubicBezTo>
                <a:cubicBezTo>
                  <a:pt x="41287" y="2646"/>
                  <a:pt x="36686" y="0"/>
                  <a:pt x="32201" y="0"/>
                </a:cubicBezTo>
                <a:cubicBezTo>
                  <a:pt x="24841" y="0"/>
                  <a:pt x="18171" y="6330"/>
                  <a:pt x="16676" y="12661"/>
                </a:cubicBezTo>
                <a:lnTo>
                  <a:pt x="16560" y="0"/>
                </a:lnTo>
                <a:lnTo>
                  <a:pt x="10811" y="462"/>
                </a:lnTo>
                <a:lnTo>
                  <a:pt x="0" y="126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828">
            <a:extLst xmlns:a="http://schemas.openxmlformats.org/drawingml/2006/main">
              <a:ext uri="{FF2B5EF4-FFF2-40B4-BE49-F238E27FC236}">
                <a16:creationId xmlns:a16="http://schemas.microsoft.com/office/drawing/2014/main" id="{B169BC14-6370-4CE3-AB24-C1E84809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49" y="8952977"/>
            <a:ext cx="29766" cy="91452"/>
          </a:xfrm>
          <a:custGeom xmlns:a="http://schemas.openxmlformats.org/drawingml/2006/main">
            <a:pathLst>
              <a:path w="25990" h="79851">
                <a:moveTo>
                  <a:pt x="0" y="1267"/>
                </a:moveTo>
                <a:lnTo>
                  <a:pt x="0" y="5408"/>
                </a:lnTo>
                <a:lnTo>
                  <a:pt x="2071" y="5408"/>
                </a:lnTo>
                <a:cubicBezTo>
                  <a:pt x="5635" y="5408"/>
                  <a:pt x="8625" y="5870"/>
                  <a:pt x="8625" y="11162"/>
                </a:cubicBezTo>
                <a:lnTo>
                  <a:pt x="8625" y="68462"/>
                </a:lnTo>
                <a:cubicBezTo>
                  <a:pt x="8625" y="69268"/>
                  <a:pt x="8741" y="70073"/>
                  <a:pt x="8741" y="70994"/>
                </a:cubicBezTo>
                <a:cubicBezTo>
                  <a:pt x="8741" y="75597"/>
                  <a:pt x="5291" y="75711"/>
                  <a:pt x="690" y="75711"/>
                </a:cubicBezTo>
                <a:lnTo>
                  <a:pt x="0" y="75711"/>
                </a:lnTo>
                <a:lnTo>
                  <a:pt x="0" y="79851"/>
                </a:lnTo>
                <a:lnTo>
                  <a:pt x="25990" y="79851"/>
                </a:lnTo>
                <a:lnTo>
                  <a:pt x="25990" y="75711"/>
                </a:lnTo>
                <a:lnTo>
                  <a:pt x="23230" y="75711"/>
                </a:lnTo>
                <a:cubicBezTo>
                  <a:pt x="20010" y="75711"/>
                  <a:pt x="17366" y="75365"/>
                  <a:pt x="17366" y="71454"/>
                </a:cubicBezTo>
                <a:lnTo>
                  <a:pt x="17366" y="0"/>
                </a:lnTo>
                <a:lnTo>
                  <a:pt x="0" y="126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829">
            <a:extLst xmlns:a="http://schemas.openxmlformats.org/drawingml/2006/main">
              <a:ext uri="{FF2B5EF4-FFF2-40B4-BE49-F238E27FC236}">
                <a16:creationId xmlns:a16="http://schemas.microsoft.com/office/drawing/2014/main" id="{3F131617-8BB6-4F6C-9BD7-A6AEB9DA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136" y="8947241"/>
            <a:ext cx="125124" cy="44085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830">
            <a:extLst xmlns:a="http://schemas.openxmlformats.org/drawingml/2006/main">
              <a:ext uri="{FF2B5EF4-FFF2-40B4-BE49-F238E27FC236}">
                <a16:creationId xmlns:a16="http://schemas.microsoft.com/office/drawing/2014/main" id="{E57AB9DA-5A07-4CD6-AE8C-E03A683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475" y="8965433"/>
            <a:ext cx="114967" cy="7525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831">
            <a:extLst xmlns:a="http://schemas.openxmlformats.org/drawingml/2006/main">
              <a:ext uri="{FF2B5EF4-FFF2-40B4-BE49-F238E27FC236}">
                <a16:creationId xmlns:a16="http://schemas.microsoft.com/office/drawing/2014/main" id="{1B659BE9-24AE-43E7-9907-8DCAC672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0941" y="8905286"/>
            <a:ext cx="117599" cy="12880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832">
            <a:extLst xmlns:a="http://schemas.openxmlformats.org/drawingml/2006/main">
              <a:ext uri="{FF2B5EF4-FFF2-40B4-BE49-F238E27FC236}">
                <a16:creationId xmlns:a16="http://schemas.microsoft.com/office/drawing/2014/main" id="{A1C61C7A-6CEA-4BF7-AFE7-7B893A84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46" y="9066639"/>
            <a:ext cx="128945" cy="90294"/>
          </a:xfrm>
          <a:custGeom xmlns:a="http://schemas.openxmlformats.org/drawingml/2006/main">
            <a:pathLst>
              <a:path w="112588" h="78840">
                <a:moveTo>
                  <a:pt x="68313" y="35744"/>
                </a:moveTo>
                <a:cubicBezTo>
                  <a:pt x="68197" y="35628"/>
                  <a:pt x="67507" y="34480"/>
                  <a:pt x="67507" y="34364"/>
                </a:cubicBezTo>
                <a:cubicBezTo>
                  <a:pt x="67507" y="34250"/>
                  <a:pt x="69806" y="32181"/>
                  <a:pt x="71071" y="31032"/>
                </a:cubicBezTo>
                <a:lnTo>
                  <a:pt x="90392" y="13337"/>
                </a:lnTo>
                <a:cubicBezTo>
                  <a:pt x="96718" y="7705"/>
                  <a:pt x="97983" y="6556"/>
                  <a:pt x="109828" y="6442"/>
                </a:cubicBezTo>
                <a:cubicBezTo>
                  <a:pt x="112129" y="6442"/>
                  <a:pt x="112588" y="3452"/>
                  <a:pt x="112588" y="2530"/>
                </a:cubicBezTo>
                <a:cubicBezTo>
                  <a:pt x="112588" y="691"/>
                  <a:pt x="111093" y="0"/>
                  <a:pt x="110058" y="0"/>
                </a:cubicBezTo>
                <a:cubicBezTo>
                  <a:pt x="107184" y="0"/>
                  <a:pt x="100168" y="462"/>
                  <a:pt x="97294" y="462"/>
                </a:cubicBezTo>
                <a:cubicBezTo>
                  <a:pt x="94877" y="462"/>
                  <a:pt x="91773" y="462"/>
                  <a:pt x="89358" y="346"/>
                </a:cubicBezTo>
                <a:cubicBezTo>
                  <a:pt x="86828" y="232"/>
                  <a:pt x="83952" y="0"/>
                  <a:pt x="81537" y="0"/>
                </a:cubicBezTo>
                <a:cubicBezTo>
                  <a:pt x="80732" y="0"/>
                  <a:pt x="77973" y="0"/>
                  <a:pt x="77973" y="3911"/>
                </a:cubicBezTo>
                <a:cubicBezTo>
                  <a:pt x="77973" y="6326"/>
                  <a:pt x="80388" y="6442"/>
                  <a:pt x="81307" y="6442"/>
                </a:cubicBezTo>
                <a:cubicBezTo>
                  <a:pt x="82918" y="6442"/>
                  <a:pt x="84527" y="6672"/>
                  <a:pt x="86252" y="7246"/>
                </a:cubicBezTo>
                <a:lnTo>
                  <a:pt x="63598" y="27815"/>
                </a:lnTo>
                <a:lnTo>
                  <a:pt x="51407" y="6902"/>
                </a:lnTo>
                <a:cubicBezTo>
                  <a:pt x="53822" y="6556"/>
                  <a:pt x="54281" y="6556"/>
                  <a:pt x="57387" y="6442"/>
                </a:cubicBezTo>
                <a:cubicBezTo>
                  <a:pt x="60146" y="6326"/>
                  <a:pt x="60378" y="3336"/>
                  <a:pt x="60378" y="2530"/>
                </a:cubicBezTo>
                <a:cubicBezTo>
                  <a:pt x="60378" y="805"/>
                  <a:pt x="58997" y="0"/>
                  <a:pt x="57731" y="0"/>
                </a:cubicBezTo>
                <a:cubicBezTo>
                  <a:pt x="55777" y="0"/>
                  <a:pt x="51407" y="232"/>
                  <a:pt x="49222" y="346"/>
                </a:cubicBezTo>
                <a:cubicBezTo>
                  <a:pt x="46576" y="462"/>
                  <a:pt x="42321" y="462"/>
                  <a:pt x="39676" y="462"/>
                </a:cubicBezTo>
                <a:cubicBezTo>
                  <a:pt x="37146" y="462"/>
                  <a:pt x="34271" y="346"/>
                  <a:pt x="31741" y="346"/>
                </a:cubicBezTo>
                <a:cubicBezTo>
                  <a:pt x="29096" y="346"/>
                  <a:pt x="26220" y="0"/>
                  <a:pt x="23692" y="0"/>
                </a:cubicBezTo>
                <a:cubicBezTo>
                  <a:pt x="22886" y="0"/>
                  <a:pt x="20126" y="0"/>
                  <a:pt x="20126" y="3911"/>
                </a:cubicBezTo>
                <a:cubicBezTo>
                  <a:pt x="20126" y="6442"/>
                  <a:pt x="22426" y="6442"/>
                  <a:pt x="24955" y="6442"/>
                </a:cubicBezTo>
                <a:cubicBezTo>
                  <a:pt x="26450" y="6442"/>
                  <a:pt x="27945" y="6442"/>
                  <a:pt x="29440" y="6556"/>
                </a:cubicBezTo>
                <a:cubicBezTo>
                  <a:pt x="31281" y="6672"/>
                  <a:pt x="31395" y="6786"/>
                  <a:pt x="32201" y="8165"/>
                </a:cubicBezTo>
                <a:lnTo>
                  <a:pt x="50602" y="39650"/>
                </a:lnTo>
                <a:lnTo>
                  <a:pt x="19206" y="68148"/>
                </a:lnTo>
                <a:cubicBezTo>
                  <a:pt x="16906" y="70217"/>
                  <a:pt x="13800" y="72286"/>
                  <a:pt x="4485" y="72400"/>
                </a:cubicBezTo>
                <a:cubicBezTo>
                  <a:pt x="2415" y="72400"/>
                  <a:pt x="0" y="72400"/>
                  <a:pt x="0" y="76311"/>
                </a:cubicBezTo>
                <a:cubicBezTo>
                  <a:pt x="0" y="77691"/>
                  <a:pt x="1149" y="78840"/>
                  <a:pt x="2530" y="78840"/>
                </a:cubicBezTo>
                <a:cubicBezTo>
                  <a:pt x="5405" y="78840"/>
                  <a:pt x="12421" y="78380"/>
                  <a:pt x="15295" y="78380"/>
                </a:cubicBezTo>
                <a:cubicBezTo>
                  <a:pt x="17711" y="78380"/>
                  <a:pt x="20816" y="78380"/>
                  <a:pt x="23230" y="78496"/>
                </a:cubicBezTo>
                <a:cubicBezTo>
                  <a:pt x="25761" y="78610"/>
                  <a:pt x="28637" y="78840"/>
                  <a:pt x="31165" y="78840"/>
                </a:cubicBezTo>
                <a:cubicBezTo>
                  <a:pt x="32890" y="78840"/>
                  <a:pt x="34731" y="78036"/>
                  <a:pt x="34731" y="74930"/>
                </a:cubicBezTo>
                <a:cubicBezTo>
                  <a:pt x="34731" y="74700"/>
                  <a:pt x="34731" y="72516"/>
                  <a:pt x="31741" y="72400"/>
                </a:cubicBezTo>
                <a:cubicBezTo>
                  <a:pt x="29440" y="72400"/>
                  <a:pt x="27945" y="72056"/>
                  <a:pt x="26336" y="71596"/>
                </a:cubicBezTo>
                <a:lnTo>
                  <a:pt x="54281" y="46201"/>
                </a:lnTo>
                <a:lnTo>
                  <a:pt x="69347" y="71940"/>
                </a:lnTo>
                <a:cubicBezTo>
                  <a:pt x="67392" y="72170"/>
                  <a:pt x="64747" y="72286"/>
                  <a:pt x="63366" y="72400"/>
                </a:cubicBezTo>
                <a:cubicBezTo>
                  <a:pt x="62562" y="72516"/>
                  <a:pt x="60378" y="72861"/>
                  <a:pt x="60378" y="76311"/>
                </a:cubicBezTo>
                <a:cubicBezTo>
                  <a:pt x="60378" y="77347"/>
                  <a:pt x="61181" y="78840"/>
                  <a:pt x="63136" y="78840"/>
                </a:cubicBezTo>
                <a:cubicBezTo>
                  <a:pt x="65782" y="78840"/>
                  <a:pt x="69003" y="78610"/>
                  <a:pt x="71647" y="78496"/>
                </a:cubicBezTo>
                <a:cubicBezTo>
                  <a:pt x="74177" y="78380"/>
                  <a:pt x="78547" y="78380"/>
                  <a:pt x="81077" y="78380"/>
                </a:cubicBezTo>
                <a:cubicBezTo>
                  <a:pt x="83608" y="78380"/>
                  <a:pt x="86482" y="78496"/>
                  <a:pt x="89013" y="78496"/>
                </a:cubicBezTo>
                <a:cubicBezTo>
                  <a:pt x="91657" y="78496"/>
                  <a:pt x="94647" y="78840"/>
                  <a:pt x="97178" y="78840"/>
                </a:cubicBezTo>
                <a:cubicBezTo>
                  <a:pt x="98789" y="78840"/>
                  <a:pt x="100744" y="78150"/>
                  <a:pt x="100744" y="74930"/>
                </a:cubicBezTo>
                <a:cubicBezTo>
                  <a:pt x="100744" y="72400"/>
                  <a:pt x="98327" y="72400"/>
                  <a:pt x="95798" y="72400"/>
                </a:cubicBezTo>
                <a:cubicBezTo>
                  <a:pt x="94303" y="72400"/>
                  <a:pt x="92808" y="72400"/>
                  <a:pt x="91313" y="72286"/>
                </a:cubicBezTo>
                <a:cubicBezTo>
                  <a:pt x="89472" y="72170"/>
                  <a:pt x="89358" y="72056"/>
                  <a:pt x="88553" y="70677"/>
                </a:cubicBezTo>
                <a:lnTo>
                  <a:pt x="68313" y="357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833">
            <a:extLst xmlns:a="http://schemas.openxmlformats.org/drawingml/2006/main">
              <a:ext uri="{FF2B5EF4-FFF2-40B4-BE49-F238E27FC236}">
                <a16:creationId xmlns:a16="http://schemas.microsoft.com/office/drawing/2014/main" id="{D00E69CC-6C35-4392-A06B-5D69FFEE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380" y="9141787"/>
            <a:ext cx="16727" cy="40611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834">
            <a:extLst xmlns:a="http://schemas.openxmlformats.org/drawingml/2006/main">
              <a:ext uri="{FF2B5EF4-FFF2-40B4-BE49-F238E27FC236}">
                <a16:creationId xmlns:a16="http://schemas.microsoft.com/office/drawing/2014/main" id="{9B6FC552-163D-4810-99CE-C214E560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508" y="9098794"/>
            <a:ext cx="67568" cy="85020"/>
          </a:xfrm>
          <a:custGeom xmlns:a="http://schemas.openxmlformats.org/drawingml/2006/main">
            <a:pathLst>
              <a:path w="58997" h="74235">
                <a:moveTo>
                  <a:pt x="58537" y="7363"/>
                </a:moveTo>
                <a:cubicBezTo>
                  <a:pt x="58997" y="5752"/>
                  <a:pt x="58997" y="5522"/>
                  <a:pt x="58997" y="4831"/>
                </a:cubicBezTo>
                <a:cubicBezTo>
                  <a:pt x="58997" y="2530"/>
                  <a:pt x="57156" y="1151"/>
                  <a:pt x="55201" y="1151"/>
                </a:cubicBezTo>
                <a:cubicBezTo>
                  <a:pt x="53936" y="1151"/>
                  <a:pt x="51751" y="1727"/>
                  <a:pt x="50486" y="3911"/>
                </a:cubicBezTo>
                <a:cubicBezTo>
                  <a:pt x="50140" y="4601"/>
                  <a:pt x="49221" y="8283"/>
                  <a:pt x="48645" y="10585"/>
                </a:cubicBezTo>
                <a:lnTo>
                  <a:pt x="46230" y="20135"/>
                </a:lnTo>
                <a:cubicBezTo>
                  <a:pt x="45541" y="22895"/>
                  <a:pt x="41975" y="37391"/>
                  <a:pt x="41631" y="38657"/>
                </a:cubicBezTo>
                <a:cubicBezTo>
                  <a:pt x="41515" y="38657"/>
                  <a:pt x="36456" y="48666"/>
                  <a:pt x="27486" y="48666"/>
                </a:cubicBezTo>
                <a:cubicBezTo>
                  <a:pt x="19664" y="48666"/>
                  <a:pt x="19664" y="41189"/>
                  <a:pt x="19664" y="39118"/>
                </a:cubicBezTo>
                <a:cubicBezTo>
                  <a:pt x="19664" y="32904"/>
                  <a:pt x="22311" y="25657"/>
                  <a:pt x="25761" y="16797"/>
                </a:cubicBezTo>
                <a:cubicBezTo>
                  <a:pt x="27140" y="13115"/>
                  <a:pt x="27715" y="11734"/>
                  <a:pt x="27715" y="9780"/>
                </a:cubicBezTo>
                <a:cubicBezTo>
                  <a:pt x="27715" y="4257"/>
                  <a:pt x="23000" y="0"/>
                  <a:pt x="16790" y="0"/>
                </a:cubicBezTo>
                <a:cubicBezTo>
                  <a:pt x="5175" y="0"/>
                  <a:pt x="0" y="15646"/>
                  <a:pt x="0" y="17602"/>
                </a:cubicBezTo>
                <a:cubicBezTo>
                  <a:pt x="0" y="19098"/>
                  <a:pt x="1609" y="19098"/>
                  <a:pt x="1955" y="19098"/>
                </a:cubicBezTo>
                <a:cubicBezTo>
                  <a:pt x="3564" y="19098"/>
                  <a:pt x="3680" y="18524"/>
                  <a:pt x="4024" y="17257"/>
                </a:cubicBezTo>
                <a:cubicBezTo>
                  <a:pt x="6900" y="7709"/>
                  <a:pt x="11845" y="3222"/>
                  <a:pt x="16444" y="3222"/>
                </a:cubicBezTo>
                <a:cubicBezTo>
                  <a:pt x="18399" y="3222"/>
                  <a:pt x="19320" y="4487"/>
                  <a:pt x="19320" y="7247"/>
                </a:cubicBezTo>
                <a:cubicBezTo>
                  <a:pt x="19320" y="9894"/>
                  <a:pt x="18285" y="12426"/>
                  <a:pt x="17710" y="13921"/>
                </a:cubicBezTo>
                <a:cubicBezTo>
                  <a:pt x="12191" y="27958"/>
                  <a:pt x="11039" y="32215"/>
                  <a:pt x="11039" y="37277"/>
                </a:cubicBezTo>
                <a:cubicBezTo>
                  <a:pt x="11039" y="39232"/>
                  <a:pt x="11039" y="44641"/>
                  <a:pt x="15525" y="48322"/>
                </a:cubicBezTo>
                <a:cubicBezTo>
                  <a:pt x="19091" y="51312"/>
                  <a:pt x="23920" y="51886"/>
                  <a:pt x="27026" y="51886"/>
                </a:cubicBezTo>
                <a:cubicBezTo>
                  <a:pt x="31625" y="51886"/>
                  <a:pt x="35765" y="50161"/>
                  <a:pt x="39560" y="46711"/>
                </a:cubicBezTo>
                <a:cubicBezTo>
                  <a:pt x="38065" y="53037"/>
                  <a:pt x="36800" y="57868"/>
                  <a:pt x="31971" y="63619"/>
                </a:cubicBezTo>
                <a:cubicBezTo>
                  <a:pt x="28865" y="67185"/>
                  <a:pt x="24265" y="71015"/>
                  <a:pt x="18169" y="71015"/>
                </a:cubicBezTo>
                <a:cubicBezTo>
                  <a:pt x="17366" y="71015"/>
                  <a:pt x="11959" y="71015"/>
                  <a:pt x="9544" y="67185"/>
                </a:cubicBezTo>
                <a:cubicBezTo>
                  <a:pt x="15755" y="66495"/>
                  <a:pt x="15755" y="60974"/>
                  <a:pt x="15755" y="60858"/>
                </a:cubicBezTo>
                <a:cubicBezTo>
                  <a:pt x="15755" y="57179"/>
                  <a:pt x="12421" y="56489"/>
                  <a:pt x="11269" y="56489"/>
                </a:cubicBezTo>
                <a:cubicBezTo>
                  <a:pt x="8395" y="56489"/>
                  <a:pt x="4599" y="58790"/>
                  <a:pt x="4599" y="64079"/>
                </a:cubicBezTo>
                <a:cubicBezTo>
                  <a:pt x="4599" y="69971"/>
                  <a:pt x="10120" y="74235"/>
                  <a:pt x="18285" y="74235"/>
                </a:cubicBezTo>
                <a:cubicBezTo>
                  <a:pt x="29900" y="74235"/>
                  <a:pt x="44046" y="65230"/>
                  <a:pt x="47611" y="50853"/>
                </a:cubicBezTo>
                <a:lnTo>
                  <a:pt x="58537" y="73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835">
            <a:extLst xmlns:a="http://schemas.openxmlformats.org/drawingml/2006/main">
              <a:ext uri="{FF2B5EF4-FFF2-40B4-BE49-F238E27FC236}">
                <a16:creationId xmlns:a16="http://schemas.microsoft.com/office/drawing/2014/main" id="{1A6B3988-9217-4BAD-BEC8-6E62E42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111" y="9141787"/>
            <a:ext cx="16727" cy="40611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836">
            <a:extLst xmlns:a="http://schemas.openxmlformats.org/drawingml/2006/main">
              <a:ext uri="{FF2B5EF4-FFF2-40B4-BE49-F238E27FC236}">
                <a16:creationId xmlns:a16="http://schemas.microsoft.com/office/drawing/2014/main" id="{732A2AC4-79E3-4E45-93CC-5495B9DE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572" y="9065481"/>
            <a:ext cx="37012" cy="92481"/>
          </a:xfrm>
          <a:custGeom xmlns:a="http://schemas.openxmlformats.org/drawingml/2006/main">
            <a:pathLst>
              <a:path w="32317" h="80749">
                <a:moveTo>
                  <a:pt x="30130" y="4947"/>
                </a:moveTo>
                <a:cubicBezTo>
                  <a:pt x="30592" y="3336"/>
                  <a:pt x="30592" y="3106"/>
                  <a:pt x="30592" y="2530"/>
                </a:cubicBezTo>
                <a:cubicBezTo>
                  <a:pt x="30592" y="1957"/>
                  <a:pt x="30246" y="0"/>
                  <a:pt x="27601" y="0"/>
                </a:cubicBezTo>
                <a:cubicBezTo>
                  <a:pt x="27142" y="0"/>
                  <a:pt x="26910" y="0"/>
                  <a:pt x="26796" y="116"/>
                </a:cubicBezTo>
                <a:lnTo>
                  <a:pt x="11271" y="805"/>
                </a:lnTo>
                <a:cubicBezTo>
                  <a:pt x="10006" y="921"/>
                  <a:pt x="7246" y="1035"/>
                  <a:pt x="7246" y="4831"/>
                </a:cubicBezTo>
                <a:cubicBezTo>
                  <a:pt x="7246" y="7361"/>
                  <a:pt x="9776" y="7361"/>
                  <a:pt x="11271" y="7361"/>
                </a:cubicBezTo>
                <a:cubicBezTo>
                  <a:pt x="13340" y="7361"/>
                  <a:pt x="14951" y="7361"/>
                  <a:pt x="14951" y="7935"/>
                </a:cubicBezTo>
                <a:cubicBezTo>
                  <a:pt x="14951" y="8167"/>
                  <a:pt x="14835" y="8857"/>
                  <a:pt x="14605" y="9546"/>
                </a:cubicBezTo>
                <a:lnTo>
                  <a:pt x="576" y="65453"/>
                </a:lnTo>
                <a:cubicBezTo>
                  <a:pt x="230" y="66718"/>
                  <a:pt x="0" y="67753"/>
                  <a:pt x="0" y="69364"/>
                </a:cubicBezTo>
                <a:cubicBezTo>
                  <a:pt x="0" y="77415"/>
                  <a:pt x="8971" y="80749"/>
                  <a:pt x="16216" y="80749"/>
                </a:cubicBezTo>
                <a:cubicBezTo>
                  <a:pt x="28521" y="80749"/>
                  <a:pt x="32317" y="63382"/>
                  <a:pt x="32317" y="62806"/>
                </a:cubicBezTo>
                <a:cubicBezTo>
                  <a:pt x="32317" y="60736"/>
                  <a:pt x="30362" y="60736"/>
                  <a:pt x="28637" y="60736"/>
                </a:cubicBezTo>
                <a:cubicBezTo>
                  <a:pt x="25990" y="60736"/>
                  <a:pt x="25531" y="60851"/>
                  <a:pt x="24955" y="63268"/>
                </a:cubicBezTo>
                <a:cubicBezTo>
                  <a:pt x="23576" y="68674"/>
                  <a:pt x="21391" y="75460"/>
                  <a:pt x="17020" y="75460"/>
                </a:cubicBezTo>
                <a:cubicBezTo>
                  <a:pt x="14260" y="75460"/>
                  <a:pt x="13916" y="72584"/>
                  <a:pt x="13916" y="70859"/>
                </a:cubicBezTo>
                <a:cubicBezTo>
                  <a:pt x="13916" y="69594"/>
                  <a:pt x="13916" y="69248"/>
                  <a:pt x="14491" y="67064"/>
                </a:cubicBezTo>
                <a:lnTo>
                  <a:pt x="30130" y="494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37">
            <a:extLst xmlns:a="http://schemas.openxmlformats.org/drawingml/2006/main">
              <a:ext uri="{FF2B5EF4-FFF2-40B4-BE49-F238E27FC236}">
                <a16:creationId xmlns:a16="http://schemas.microsoft.com/office/drawing/2014/main" id="{35A858B9-7DD3-49B2-92C3-F36AE639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679" y="9113199"/>
            <a:ext cx="38668" cy="62658"/>
          </a:xfrm>
          <a:custGeom xmlns:a="http://schemas.openxmlformats.org/drawingml/2006/main">
            <a:pathLst>
              <a:path w="33763" h="54710">
                <a:moveTo>
                  <a:pt x="20947" y="2473"/>
                </a:moveTo>
                <a:cubicBezTo>
                  <a:pt x="20947" y="0"/>
                  <a:pt x="20701" y="0"/>
                  <a:pt x="17991" y="0"/>
                </a:cubicBezTo>
                <a:cubicBezTo>
                  <a:pt x="12158" y="5291"/>
                  <a:pt x="3040" y="5291"/>
                  <a:pt x="1396" y="5291"/>
                </a:cubicBezTo>
                <a:lnTo>
                  <a:pt x="0" y="5291"/>
                </a:lnTo>
                <a:lnTo>
                  <a:pt x="0" y="8904"/>
                </a:lnTo>
                <a:lnTo>
                  <a:pt x="1396" y="8904"/>
                </a:lnTo>
                <a:cubicBezTo>
                  <a:pt x="3287" y="8904"/>
                  <a:pt x="8625" y="8659"/>
                  <a:pt x="13390" y="6604"/>
                </a:cubicBezTo>
                <a:lnTo>
                  <a:pt x="13390" y="47648"/>
                </a:lnTo>
                <a:cubicBezTo>
                  <a:pt x="13390" y="50194"/>
                  <a:pt x="13390" y="51096"/>
                  <a:pt x="4683" y="51096"/>
                </a:cubicBezTo>
                <a:lnTo>
                  <a:pt x="575" y="51096"/>
                </a:lnTo>
                <a:lnTo>
                  <a:pt x="575" y="54710"/>
                </a:lnTo>
                <a:cubicBezTo>
                  <a:pt x="5093" y="54382"/>
                  <a:pt x="12404" y="54382"/>
                  <a:pt x="17168" y="54382"/>
                </a:cubicBezTo>
                <a:cubicBezTo>
                  <a:pt x="21933" y="54382"/>
                  <a:pt x="29244" y="54382"/>
                  <a:pt x="33763" y="54710"/>
                </a:cubicBezTo>
                <a:lnTo>
                  <a:pt x="33763" y="51096"/>
                </a:lnTo>
                <a:lnTo>
                  <a:pt x="29655" y="51096"/>
                </a:lnTo>
                <a:cubicBezTo>
                  <a:pt x="20947" y="51096"/>
                  <a:pt x="20947" y="50194"/>
                  <a:pt x="20947" y="47648"/>
                </a:cubicBezTo>
                <a:lnTo>
                  <a:pt x="20947" y="247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838">
            <a:extLst xmlns:a="http://schemas.openxmlformats.org/drawingml/2006/main">
              <a:ext uri="{FF2B5EF4-FFF2-40B4-BE49-F238E27FC236}">
                <a16:creationId xmlns:a16="http://schemas.microsoft.com/office/drawing/2014/main" id="{3CF6F313-C020-4072-8BDE-5D68EDF9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427" y="9135341"/>
            <a:ext cx="11477" cy="40517"/>
          </a:xfrm>
          <a:custGeom xmlns:a="http://schemas.openxmlformats.org/drawingml/2006/main">
            <a:pathLst>
              <a:path w="10021" h="35377">
                <a:moveTo>
                  <a:pt x="10021" y="5011"/>
                </a:moveTo>
                <a:cubicBezTo>
                  <a:pt x="10021" y="2219"/>
                  <a:pt x="7803" y="0"/>
                  <a:pt x="5010" y="0"/>
                </a:cubicBezTo>
                <a:cubicBezTo>
                  <a:pt x="2300" y="0"/>
                  <a:pt x="0" y="2219"/>
                  <a:pt x="0" y="5011"/>
                </a:cubicBezTo>
                <a:cubicBezTo>
                  <a:pt x="0" y="7804"/>
                  <a:pt x="2217" y="10022"/>
                  <a:pt x="5010" y="10022"/>
                </a:cubicBezTo>
                <a:cubicBezTo>
                  <a:pt x="7721" y="10022"/>
                  <a:pt x="10021" y="7804"/>
                  <a:pt x="10021" y="5011"/>
                </a:cubicBezTo>
                <a:moveTo>
                  <a:pt x="10021" y="30367"/>
                </a:moveTo>
                <a:cubicBezTo>
                  <a:pt x="10021" y="27574"/>
                  <a:pt x="7803" y="25356"/>
                  <a:pt x="5010" y="25356"/>
                </a:cubicBezTo>
                <a:cubicBezTo>
                  <a:pt x="2300" y="25356"/>
                  <a:pt x="0" y="27574"/>
                  <a:pt x="0" y="30367"/>
                </a:cubicBezTo>
                <a:cubicBezTo>
                  <a:pt x="0" y="33160"/>
                  <a:pt x="2217" y="35377"/>
                  <a:pt x="5010" y="35377"/>
                </a:cubicBezTo>
                <a:cubicBezTo>
                  <a:pt x="7721" y="35377"/>
                  <a:pt x="10021" y="33160"/>
                  <a:pt x="10021" y="30367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839">
            <a:extLst xmlns:a="http://schemas.openxmlformats.org/drawingml/2006/main">
              <a:ext uri="{FF2B5EF4-FFF2-40B4-BE49-F238E27FC236}">
                <a16:creationId xmlns:a16="http://schemas.microsoft.com/office/drawing/2014/main" id="{D77DE86A-2968-45CA-AC10-7B4A32C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247" y="9112365"/>
            <a:ext cx="79120" cy="63492"/>
          </a:xfrm>
          <a:custGeom xmlns:a="http://schemas.openxmlformats.org/drawingml/2006/main">
            <a:pathLst>
              <a:path w="69083" h="55438">
                <a:moveTo>
                  <a:pt x="40662" y="6408"/>
                </a:moveTo>
                <a:cubicBezTo>
                  <a:pt x="41318" y="3862"/>
                  <a:pt x="41318" y="3696"/>
                  <a:pt x="44769" y="3696"/>
                </a:cubicBezTo>
                <a:lnTo>
                  <a:pt x="53558" y="3696"/>
                </a:lnTo>
                <a:cubicBezTo>
                  <a:pt x="62758" y="3696"/>
                  <a:pt x="63909" y="6243"/>
                  <a:pt x="63909" y="11335"/>
                </a:cubicBezTo>
                <a:cubicBezTo>
                  <a:pt x="63909" y="11910"/>
                  <a:pt x="63909" y="13471"/>
                  <a:pt x="63334" y="17413"/>
                </a:cubicBezTo>
                <a:lnTo>
                  <a:pt x="63251" y="18152"/>
                </a:lnTo>
                <a:cubicBezTo>
                  <a:pt x="63251" y="18973"/>
                  <a:pt x="63745" y="19630"/>
                  <a:pt x="64977" y="19630"/>
                </a:cubicBezTo>
                <a:cubicBezTo>
                  <a:pt x="66538" y="19630"/>
                  <a:pt x="66702" y="18891"/>
                  <a:pt x="66866" y="17413"/>
                </a:cubicBezTo>
                <a:lnTo>
                  <a:pt x="68919" y="2711"/>
                </a:lnTo>
                <a:cubicBezTo>
                  <a:pt x="69083" y="1890"/>
                  <a:pt x="69083" y="1726"/>
                  <a:pt x="69083" y="1396"/>
                </a:cubicBezTo>
                <a:cubicBezTo>
                  <a:pt x="69083" y="0"/>
                  <a:pt x="67770" y="0"/>
                  <a:pt x="66373" y="0"/>
                </a:cubicBezTo>
                <a:lnTo>
                  <a:pt x="8789" y="0"/>
                </a:lnTo>
                <a:cubicBezTo>
                  <a:pt x="6653" y="0"/>
                  <a:pt x="6571" y="0"/>
                  <a:pt x="5914" y="1726"/>
                </a:cubicBezTo>
                <a:lnTo>
                  <a:pt x="493" y="16837"/>
                </a:lnTo>
                <a:cubicBezTo>
                  <a:pt x="410" y="17002"/>
                  <a:pt x="0" y="18152"/>
                  <a:pt x="0" y="18234"/>
                </a:cubicBezTo>
                <a:cubicBezTo>
                  <a:pt x="0" y="18726"/>
                  <a:pt x="328" y="19630"/>
                  <a:pt x="1725" y="19630"/>
                </a:cubicBezTo>
                <a:cubicBezTo>
                  <a:pt x="3038" y="19630"/>
                  <a:pt x="3121" y="19384"/>
                  <a:pt x="3861" y="17413"/>
                </a:cubicBezTo>
                <a:cubicBezTo>
                  <a:pt x="7557" y="7640"/>
                  <a:pt x="9939" y="3696"/>
                  <a:pt x="21110" y="3696"/>
                </a:cubicBezTo>
                <a:lnTo>
                  <a:pt x="29982" y="3696"/>
                </a:lnTo>
                <a:cubicBezTo>
                  <a:pt x="30640" y="3696"/>
                  <a:pt x="31790" y="3696"/>
                  <a:pt x="32611" y="3862"/>
                </a:cubicBezTo>
                <a:lnTo>
                  <a:pt x="32611" y="4354"/>
                </a:lnTo>
                <a:lnTo>
                  <a:pt x="21604" y="48292"/>
                </a:lnTo>
                <a:cubicBezTo>
                  <a:pt x="20946" y="50921"/>
                  <a:pt x="20701" y="51742"/>
                  <a:pt x="12074" y="51742"/>
                </a:cubicBezTo>
                <a:lnTo>
                  <a:pt x="10268" y="51742"/>
                </a:lnTo>
                <a:cubicBezTo>
                  <a:pt x="8542" y="51742"/>
                  <a:pt x="8461" y="51825"/>
                  <a:pt x="8050" y="52153"/>
                </a:cubicBezTo>
                <a:cubicBezTo>
                  <a:pt x="7638" y="52564"/>
                  <a:pt x="7310" y="53468"/>
                  <a:pt x="7310" y="54042"/>
                </a:cubicBezTo>
                <a:cubicBezTo>
                  <a:pt x="7310" y="54536"/>
                  <a:pt x="7638" y="55438"/>
                  <a:pt x="8953" y="55438"/>
                </a:cubicBezTo>
                <a:cubicBezTo>
                  <a:pt x="11418" y="55438"/>
                  <a:pt x="14046" y="55193"/>
                  <a:pt x="16510" y="55193"/>
                </a:cubicBezTo>
                <a:cubicBezTo>
                  <a:pt x="19057" y="55193"/>
                  <a:pt x="21604" y="55110"/>
                  <a:pt x="24150" y="55110"/>
                </a:cubicBezTo>
                <a:cubicBezTo>
                  <a:pt x="26778" y="55110"/>
                  <a:pt x="29490" y="55193"/>
                  <a:pt x="32118" y="55193"/>
                </a:cubicBezTo>
                <a:cubicBezTo>
                  <a:pt x="34582" y="55193"/>
                  <a:pt x="37211" y="55438"/>
                  <a:pt x="39676" y="55438"/>
                </a:cubicBezTo>
                <a:cubicBezTo>
                  <a:pt x="40250" y="55438"/>
                  <a:pt x="41811" y="55438"/>
                  <a:pt x="41811" y="53138"/>
                </a:cubicBezTo>
                <a:cubicBezTo>
                  <a:pt x="41811" y="51742"/>
                  <a:pt x="40579" y="51742"/>
                  <a:pt x="39182" y="51742"/>
                </a:cubicBezTo>
                <a:lnTo>
                  <a:pt x="37376" y="51742"/>
                </a:lnTo>
                <a:cubicBezTo>
                  <a:pt x="35240" y="51742"/>
                  <a:pt x="33022" y="51742"/>
                  <a:pt x="30886" y="51332"/>
                </a:cubicBezTo>
                <a:cubicBezTo>
                  <a:pt x="30229" y="51249"/>
                  <a:pt x="29737" y="51168"/>
                  <a:pt x="29737" y="50264"/>
                </a:cubicBezTo>
                <a:cubicBezTo>
                  <a:pt x="29737" y="49853"/>
                  <a:pt x="29737" y="49689"/>
                  <a:pt x="30065" y="48539"/>
                </a:cubicBezTo>
                <a:lnTo>
                  <a:pt x="40662" y="640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40">
            <a:extLst xmlns:a="http://schemas.openxmlformats.org/drawingml/2006/main">
              <a:ext uri="{FF2B5EF4-FFF2-40B4-BE49-F238E27FC236}">
                <a16:creationId xmlns:a16="http://schemas.microsoft.com/office/drawing/2014/main" id="{D8DFC44A-287A-4C45-8FD5-57661A3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091" y="8837580"/>
            <a:ext cx="250438" cy="263496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841">
            <a:extLst xmlns:a="http://schemas.openxmlformats.org/drawingml/2006/main">
              <a:ext uri="{FF2B5EF4-FFF2-40B4-BE49-F238E27FC236}">
                <a16:creationId xmlns:a16="http://schemas.microsoft.com/office/drawing/2014/main" id="{E2E247D8-A587-4ACB-BB3B-4050FBF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014" y="8776302"/>
            <a:ext cx="98387" cy="88986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842">
            <a:extLst xmlns:a="http://schemas.openxmlformats.org/drawingml/2006/main">
              <a:ext uri="{FF2B5EF4-FFF2-40B4-BE49-F238E27FC236}">
                <a16:creationId xmlns:a16="http://schemas.microsoft.com/office/drawing/2014/main" id="{C77AC033-F804-474A-961D-CB283EA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881" y="9046973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843">
            <a:extLst xmlns:a="http://schemas.openxmlformats.org/drawingml/2006/main">
              <a:ext uri="{FF2B5EF4-FFF2-40B4-BE49-F238E27FC236}">
                <a16:creationId xmlns:a16="http://schemas.microsoft.com/office/drawing/2014/main" id="{3FE5CEDE-1C30-402A-B79E-BFA9ECF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398" y="9078525"/>
            <a:ext cx="96940" cy="35418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844">
            <a:extLst xmlns:a="http://schemas.openxmlformats.org/drawingml/2006/main">
              <a:ext uri="{FF2B5EF4-FFF2-40B4-BE49-F238E27FC236}">
                <a16:creationId xmlns:a16="http://schemas.microsoft.com/office/drawing/2014/main" id="{439955FC-B5CC-4046-8138-F59241F1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046" y="9041760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845">
            <a:extLst xmlns:a="http://schemas.openxmlformats.org/drawingml/2006/main">
              <a:ext uri="{FF2B5EF4-FFF2-40B4-BE49-F238E27FC236}">
                <a16:creationId xmlns:a16="http://schemas.microsoft.com/office/drawing/2014/main" id="{02682447-A060-44B8-85C1-887EBE6F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504" y="8743431"/>
            <a:ext cx="49486" cy="451405"/>
          </a:xfrm>
          <a:custGeom xmlns:a="http://schemas.openxmlformats.org/drawingml/2006/main">
            <a:pathLst>
              <a:path w="43209" h="394144">
                <a:moveTo>
                  <a:pt x="0" y="394144"/>
                </a:moveTo>
                <a:lnTo>
                  <a:pt x="43209" y="394144"/>
                </a:lnTo>
                <a:lnTo>
                  <a:pt x="43209" y="385106"/>
                </a:lnTo>
                <a:lnTo>
                  <a:pt x="9035" y="385106"/>
                </a:lnTo>
                <a:lnTo>
                  <a:pt x="9035" y="9035"/>
                </a:lnTo>
                <a:lnTo>
                  <a:pt x="43209" y="9035"/>
                </a:lnTo>
                <a:lnTo>
                  <a:pt x="43209" y="0"/>
                </a:lnTo>
                <a:lnTo>
                  <a:pt x="0" y="0"/>
                </a:lnTo>
                <a:lnTo>
                  <a:pt x="0" y="3941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846">
            <a:extLst xmlns:a="http://schemas.openxmlformats.org/drawingml/2006/main">
              <a:ext uri="{FF2B5EF4-FFF2-40B4-BE49-F238E27FC236}">
                <a16:creationId xmlns:a16="http://schemas.microsoft.com/office/drawing/2014/main" id="{D3068EC4-363D-49D9-B906-E78A442D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910" y="8743489"/>
            <a:ext cx="92575" cy="451382"/>
          </a:xfrm>
          <a:custGeom xmlns:a="http://schemas.openxmlformats.org/drawingml/2006/main">
            <a:pathLst>
              <a:path w="80832" h="394124">
                <a:moveTo>
                  <a:pt x="80832" y="392479"/>
                </a:moveTo>
                <a:cubicBezTo>
                  <a:pt x="80832" y="391822"/>
                  <a:pt x="80503" y="391494"/>
                  <a:pt x="80175" y="391002"/>
                </a:cubicBezTo>
                <a:cubicBezTo>
                  <a:pt x="74096" y="384923"/>
                  <a:pt x="63088" y="373916"/>
                  <a:pt x="52080" y="356172"/>
                </a:cubicBezTo>
                <a:cubicBezTo>
                  <a:pt x="25630" y="313788"/>
                  <a:pt x="13637" y="260394"/>
                  <a:pt x="13637" y="197143"/>
                </a:cubicBezTo>
                <a:cubicBezTo>
                  <a:pt x="13637" y="152952"/>
                  <a:pt x="19551" y="95943"/>
                  <a:pt x="46658" y="46986"/>
                </a:cubicBezTo>
                <a:cubicBezTo>
                  <a:pt x="59639" y="23657"/>
                  <a:pt x="73111" y="10185"/>
                  <a:pt x="80338" y="2958"/>
                </a:cubicBezTo>
                <a:cubicBezTo>
                  <a:pt x="80832" y="2467"/>
                  <a:pt x="80832" y="2136"/>
                  <a:pt x="80832" y="1645"/>
                </a:cubicBezTo>
                <a:cubicBezTo>
                  <a:pt x="80832" y="0"/>
                  <a:pt x="79681" y="0"/>
                  <a:pt x="77382" y="0"/>
                </a:cubicBezTo>
                <a:cubicBezTo>
                  <a:pt x="75081" y="0"/>
                  <a:pt x="74753" y="0"/>
                  <a:pt x="72288" y="2467"/>
                </a:cubicBezTo>
                <a:cubicBezTo>
                  <a:pt x="17250" y="52572"/>
                  <a:pt x="0" y="127816"/>
                  <a:pt x="0" y="196980"/>
                </a:cubicBezTo>
                <a:cubicBezTo>
                  <a:pt x="0" y="261545"/>
                  <a:pt x="14786" y="326601"/>
                  <a:pt x="56515" y="375723"/>
                </a:cubicBezTo>
                <a:cubicBezTo>
                  <a:pt x="59802" y="379501"/>
                  <a:pt x="66046" y="386237"/>
                  <a:pt x="72782" y="392151"/>
                </a:cubicBezTo>
                <a:cubicBezTo>
                  <a:pt x="74753" y="394124"/>
                  <a:pt x="75081" y="394124"/>
                  <a:pt x="77382" y="394124"/>
                </a:cubicBezTo>
                <a:cubicBezTo>
                  <a:pt x="79681" y="394124"/>
                  <a:pt x="80832" y="394124"/>
                  <a:pt x="80832" y="39247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847">
            <a:extLst xmlns:a="http://schemas.openxmlformats.org/drawingml/2006/main">
              <a:ext uri="{FF2B5EF4-FFF2-40B4-BE49-F238E27FC236}">
                <a16:creationId xmlns:a16="http://schemas.microsoft.com/office/drawing/2014/main" id="{231F99EA-AC1E-4698-9B4B-230C40ED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820" y="8837580"/>
            <a:ext cx="250438" cy="263496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848">
            <a:extLst xmlns:a="http://schemas.openxmlformats.org/drawingml/2006/main">
              <a:ext uri="{FF2B5EF4-FFF2-40B4-BE49-F238E27FC236}">
                <a16:creationId xmlns:a16="http://schemas.microsoft.com/office/drawing/2014/main" id="{BFA2EADB-7DE7-4492-BD0E-D52E74F8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24" y="8776302"/>
            <a:ext cx="98387" cy="88986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path-849">
            <a:extLst xmlns:a="http://schemas.openxmlformats.org/drawingml/2006/main">
              <a:ext uri="{FF2B5EF4-FFF2-40B4-BE49-F238E27FC236}">
                <a16:creationId xmlns:a16="http://schemas.microsoft.com/office/drawing/2014/main" id="{3E7DAB90-E07E-4756-B7BF-578F8FEB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592" y="9046973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path-850">
            <a:extLst xmlns:a="http://schemas.openxmlformats.org/drawingml/2006/main">
              <a:ext uri="{FF2B5EF4-FFF2-40B4-BE49-F238E27FC236}">
                <a16:creationId xmlns:a16="http://schemas.microsoft.com/office/drawing/2014/main" id="{6074359A-ED73-4909-B181-BAF84CB4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657" y="9039009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path-851">
            <a:extLst xmlns:a="http://schemas.openxmlformats.org/drawingml/2006/main">
              <a:ext uri="{FF2B5EF4-FFF2-40B4-BE49-F238E27FC236}">
                <a16:creationId xmlns:a16="http://schemas.microsoft.com/office/drawing/2014/main" id="{3E270FED-278D-45CF-BC48-DC92F6E1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027" y="9078525"/>
            <a:ext cx="96940" cy="35418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path-852">
            <a:extLst xmlns:a="http://schemas.openxmlformats.org/drawingml/2006/main">
              <a:ext uri="{FF2B5EF4-FFF2-40B4-BE49-F238E27FC236}">
                <a16:creationId xmlns:a16="http://schemas.microsoft.com/office/drawing/2014/main" id="{46E5E776-38FF-40CE-8774-21C59A7F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9849" y="9046973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path-853">
            <a:extLst xmlns:a="http://schemas.openxmlformats.org/drawingml/2006/main">
              <a:ext uri="{FF2B5EF4-FFF2-40B4-BE49-F238E27FC236}">
                <a16:creationId xmlns:a16="http://schemas.microsoft.com/office/drawing/2014/main" id="{8BC0FFF4-D443-4D26-87B6-A4A5F313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308" y="8933084"/>
            <a:ext cx="98785" cy="123663"/>
          </a:xfrm>
          <a:custGeom xmlns:a="http://schemas.openxmlformats.org/drawingml/2006/main">
            <a:pathLst>
              <a:path w="86254" h="107976">
                <a:moveTo>
                  <a:pt x="3778" y="30895"/>
                </a:moveTo>
                <a:cubicBezTo>
                  <a:pt x="10185" y="11995"/>
                  <a:pt x="28095" y="11830"/>
                  <a:pt x="29902" y="11830"/>
                </a:cubicBezTo>
                <a:cubicBezTo>
                  <a:pt x="54710" y="11830"/>
                  <a:pt x="56518" y="40591"/>
                  <a:pt x="56518" y="53577"/>
                </a:cubicBezTo>
                <a:cubicBezTo>
                  <a:pt x="56518" y="63602"/>
                  <a:pt x="55695" y="66397"/>
                  <a:pt x="54545" y="69684"/>
                </a:cubicBezTo>
                <a:cubicBezTo>
                  <a:pt x="50930" y="81682"/>
                  <a:pt x="46001" y="100746"/>
                  <a:pt x="46001" y="105021"/>
                </a:cubicBezTo>
                <a:cubicBezTo>
                  <a:pt x="46001" y="106828"/>
                  <a:pt x="46823" y="107976"/>
                  <a:pt x="48137" y="107976"/>
                </a:cubicBezTo>
                <a:cubicBezTo>
                  <a:pt x="50273" y="107976"/>
                  <a:pt x="51586" y="104364"/>
                  <a:pt x="53394" y="98117"/>
                </a:cubicBezTo>
                <a:cubicBezTo>
                  <a:pt x="57174" y="84311"/>
                  <a:pt x="58816" y="74943"/>
                  <a:pt x="59473" y="69849"/>
                </a:cubicBezTo>
                <a:cubicBezTo>
                  <a:pt x="59802" y="67711"/>
                  <a:pt x="60130" y="65575"/>
                  <a:pt x="60789" y="63439"/>
                </a:cubicBezTo>
                <a:cubicBezTo>
                  <a:pt x="66046" y="47167"/>
                  <a:pt x="76560" y="22677"/>
                  <a:pt x="83131" y="9694"/>
                </a:cubicBezTo>
                <a:cubicBezTo>
                  <a:pt x="84281" y="7724"/>
                  <a:pt x="86254" y="4109"/>
                  <a:pt x="86254" y="3452"/>
                </a:cubicBezTo>
                <a:cubicBezTo>
                  <a:pt x="86254" y="1807"/>
                  <a:pt x="84610" y="1807"/>
                  <a:pt x="84281" y="1807"/>
                </a:cubicBezTo>
                <a:cubicBezTo>
                  <a:pt x="83790" y="1807"/>
                  <a:pt x="82802" y="1807"/>
                  <a:pt x="82311" y="2958"/>
                </a:cubicBezTo>
                <a:cubicBezTo>
                  <a:pt x="73767" y="18568"/>
                  <a:pt x="67194" y="35004"/>
                  <a:pt x="60624" y="51604"/>
                </a:cubicBezTo>
                <a:cubicBezTo>
                  <a:pt x="60458" y="46510"/>
                  <a:pt x="60295" y="34018"/>
                  <a:pt x="53888" y="18075"/>
                </a:cubicBezTo>
                <a:cubicBezTo>
                  <a:pt x="49944" y="8052"/>
                  <a:pt x="43374" y="0"/>
                  <a:pt x="32038" y="0"/>
                </a:cubicBezTo>
                <a:cubicBezTo>
                  <a:pt x="11502" y="0"/>
                  <a:pt x="0" y="24979"/>
                  <a:pt x="0" y="30072"/>
                </a:cubicBezTo>
                <a:cubicBezTo>
                  <a:pt x="0" y="31717"/>
                  <a:pt x="1479" y="31717"/>
                  <a:pt x="3121" y="31717"/>
                </a:cubicBezTo>
                <a:lnTo>
                  <a:pt x="3778" y="3089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6" name="path-854">
            <a:extLst xmlns:a="http://schemas.openxmlformats.org/drawingml/2006/main">
              <a:ext uri="{FF2B5EF4-FFF2-40B4-BE49-F238E27FC236}">
                <a16:creationId xmlns:a16="http://schemas.microsoft.com/office/drawing/2014/main" id="{A881978D-3D7E-4418-BEC6-801631CB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15" y="8856392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path-855">
            <a:extLst xmlns:a="http://schemas.openxmlformats.org/drawingml/2006/main">
              <a:ext uri="{FF2B5EF4-FFF2-40B4-BE49-F238E27FC236}">
                <a16:creationId xmlns:a16="http://schemas.microsoft.com/office/drawing/2014/main" id="{8FE56547-8709-49F6-ACC1-3D6AED48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381" y="8829254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8" name="path-856">
            <a:extLst xmlns:a="http://schemas.openxmlformats.org/drawingml/2006/main">
              <a:ext uri="{FF2B5EF4-FFF2-40B4-BE49-F238E27FC236}">
                <a16:creationId xmlns:a16="http://schemas.microsoft.com/office/drawing/2014/main" id="{0A02FDAF-7E65-483B-8E6D-0939B26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737" y="8902371"/>
            <a:ext cx="89038" cy="6455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857">
            <a:extLst xmlns:a="http://schemas.openxmlformats.org/drawingml/2006/main">
              <a:ext uri="{FF2B5EF4-FFF2-40B4-BE49-F238E27FC236}">
                <a16:creationId xmlns:a16="http://schemas.microsoft.com/office/drawing/2014/main" id="{2F48C996-5FC8-4E2B-A1B3-7A35A1C8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651" y="8856392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0" name="path-858">
            <a:extLst xmlns:a="http://schemas.openxmlformats.org/drawingml/2006/main">
              <a:ext uri="{FF2B5EF4-FFF2-40B4-BE49-F238E27FC236}">
                <a16:creationId xmlns:a16="http://schemas.microsoft.com/office/drawing/2014/main" id="{EA7C88C2-8A26-44C4-B668-979C0B71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353" y="887520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859">
            <a:extLst xmlns:a="http://schemas.openxmlformats.org/drawingml/2006/main">
              <a:ext uri="{FF2B5EF4-FFF2-40B4-BE49-F238E27FC236}">
                <a16:creationId xmlns:a16="http://schemas.microsoft.com/office/drawing/2014/main" id="{E3D5DC68-511A-4535-AAB8-1A5E92A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347" y="8933084"/>
            <a:ext cx="76580" cy="85260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2" name="path-860">
            <a:extLst xmlns:a="http://schemas.openxmlformats.org/drawingml/2006/main">
              <a:ext uri="{FF2B5EF4-FFF2-40B4-BE49-F238E27FC236}">
                <a16:creationId xmlns:a16="http://schemas.microsoft.com/office/drawing/2014/main" id="{3BCA6A97-181E-4021-8FFE-4BD911B4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17" y="8962307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861">
            <a:extLst xmlns:a="http://schemas.openxmlformats.org/drawingml/2006/main">
              <a:ext uri="{FF2B5EF4-FFF2-40B4-BE49-F238E27FC236}">
                <a16:creationId xmlns:a16="http://schemas.microsoft.com/office/drawing/2014/main" id="{F9088049-6006-408C-92A4-1FDB5FEF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383" y="8954321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4" name="path-862">
            <a:extLst xmlns:a="http://schemas.openxmlformats.org/drawingml/2006/main">
              <a:ext uri="{FF2B5EF4-FFF2-40B4-BE49-F238E27FC236}">
                <a16:creationId xmlns:a16="http://schemas.microsoft.com/office/drawing/2014/main" id="{CDA4FA84-D6D3-471F-8E6D-77A4361E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352" y="8965433"/>
            <a:ext cx="114967" cy="7525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863">
            <a:extLst xmlns:a="http://schemas.openxmlformats.org/drawingml/2006/main">
              <a:ext uri="{FF2B5EF4-FFF2-40B4-BE49-F238E27FC236}">
                <a16:creationId xmlns:a16="http://schemas.microsoft.com/office/drawing/2014/main" id="{1925682A-A3E6-47DF-A185-F6864AB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357" y="8933084"/>
            <a:ext cx="76580" cy="85260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6" name="path-864">
            <a:extLst xmlns:a="http://schemas.openxmlformats.org/drawingml/2006/main">
              <a:ext uri="{FF2B5EF4-FFF2-40B4-BE49-F238E27FC236}">
                <a16:creationId xmlns:a16="http://schemas.microsoft.com/office/drawing/2014/main" id="{215A105A-3CA5-49DF-BDE8-6E0CE95D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328" y="8962307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865">
            <a:extLst xmlns:a="http://schemas.openxmlformats.org/drawingml/2006/main">
              <a:ext uri="{FF2B5EF4-FFF2-40B4-BE49-F238E27FC236}">
                <a16:creationId xmlns:a16="http://schemas.microsoft.com/office/drawing/2014/main" id="{0FE41739-9F1A-4D73-B4E3-04104F94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375" y="8954321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8" name="path-866">
            <a:extLst xmlns:a="http://schemas.openxmlformats.org/drawingml/2006/main">
              <a:ext uri="{FF2B5EF4-FFF2-40B4-BE49-F238E27FC236}">
                <a16:creationId xmlns:a16="http://schemas.microsoft.com/office/drawing/2014/main" id="{1B2B669A-A908-4870-8F47-47A33914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749" y="9008286"/>
            <a:ext cx="89038" cy="6455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867">
            <a:extLst xmlns:a="http://schemas.openxmlformats.org/drawingml/2006/main">
              <a:ext uri="{FF2B5EF4-FFF2-40B4-BE49-F238E27FC236}">
                <a16:creationId xmlns:a16="http://schemas.microsoft.com/office/drawing/2014/main" id="{A78A4B3E-1400-46FE-A3D0-DC39F00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488" y="8957093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path-868">
            <a:extLst xmlns:a="http://schemas.openxmlformats.org/drawingml/2006/main">
              <a:ext uri="{FF2B5EF4-FFF2-40B4-BE49-F238E27FC236}">
                <a16:creationId xmlns:a16="http://schemas.microsoft.com/office/drawing/2014/main" id="{7FF2BBFA-BBAE-41D2-A26B-F5CC755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259" y="887520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869">
            <a:extLst xmlns:a="http://schemas.openxmlformats.org/drawingml/2006/main">
              <a:ext uri="{FF2B5EF4-FFF2-40B4-BE49-F238E27FC236}">
                <a16:creationId xmlns:a16="http://schemas.microsoft.com/office/drawing/2014/main" id="{B0C54C7E-BE79-4E07-8EBA-855E373E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05" y="8743489"/>
            <a:ext cx="92575" cy="451382"/>
          </a:xfrm>
          <a:custGeom xmlns:a="http://schemas.openxmlformats.org/drawingml/2006/main">
            <a:pathLst>
              <a:path w="80832" h="394124">
                <a:moveTo>
                  <a:pt x="80832" y="197143"/>
                </a:moveTo>
                <a:cubicBezTo>
                  <a:pt x="80832" y="132579"/>
                  <a:pt x="66046" y="67523"/>
                  <a:pt x="24317" y="18400"/>
                </a:cubicBezTo>
                <a:cubicBezTo>
                  <a:pt x="21030" y="14623"/>
                  <a:pt x="14788" y="7887"/>
                  <a:pt x="8052" y="1973"/>
                </a:cubicBezTo>
                <a:cubicBezTo>
                  <a:pt x="6079" y="0"/>
                  <a:pt x="5751" y="0"/>
                  <a:pt x="3452" y="0"/>
                </a:cubicBezTo>
                <a:cubicBezTo>
                  <a:pt x="1479" y="0"/>
                  <a:pt x="0" y="0"/>
                  <a:pt x="0" y="1645"/>
                </a:cubicBezTo>
                <a:cubicBezTo>
                  <a:pt x="0" y="2301"/>
                  <a:pt x="657" y="2958"/>
                  <a:pt x="985" y="3287"/>
                </a:cubicBezTo>
                <a:cubicBezTo>
                  <a:pt x="6736" y="9200"/>
                  <a:pt x="17744" y="20208"/>
                  <a:pt x="28751" y="37952"/>
                </a:cubicBezTo>
                <a:cubicBezTo>
                  <a:pt x="55201" y="80335"/>
                  <a:pt x="67197" y="133729"/>
                  <a:pt x="67197" y="196980"/>
                </a:cubicBezTo>
                <a:cubicBezTo>
                  <a:pt x="67197" y="241171"/>
                  <a:pt x="61281" y="298180"/>
                  <a:pt x="34174" y="347137"/>
                </a:cubicBezTo>
                <a:cubicBezTo>
                  <a:pt x="21193" y="370466"/>
                  <a:pt x="7558" y="384101"/>
                  <a:pt x="657" y="391002"/>
                </a:cubicBezTo>
                <a:cubicBezTo>
                  <a:pt x="328" y="391494"/>
                  <a:pt x="0" y="391988"/>
                  <a:pt x="0" y="392479"/>
                </a:cubicBezTo>
                <a:cubicBezTo>
                  <a:pt x="0" y="394124"/>
                  <a:pt x="1479" y="394124"/>
                  <a:pt x="3452" y="394124"/>
                </a:cubicBezTo>
                <a:cubicBezTo>
                  <a:pt x="5751" y="394124"/>
                  <a:pt x="6079" y="394124"/>
                  <a:pt x="8543" y="391659"/>
                </a:cubicBezTo>
                <a:cubicBezTo>
                  <a:pt x="63582" y="341552"/>
                  <a:pt x="80832" y="266308"/>
                  <a:pt x="80832" y="19714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2" name="path-870">
            <a:extLst xmlns:a="http://schemas.openxmlformats.org/drawingml/2006/main">
              <a:ext uri="{FF2B5EF4-FFF2-40B4-BE49-F238E27FC236}">
                <a16:creationId xmlns:a16="http://schemas.microsoft.com/office/drawing/2014/main" id="{A30B8352-864C-4EDB-A19F-2A974AB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430" y="8887882"/>
            <a:ext cx="138860" cy="134688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871">
            <a:extLst xmlns:a="http://schemas.openxmlformats.org/drawingml/2006/main">
              <a:ext uri="{FF2B5EF4-FFF2-40B4-BE49-F238E27FC236}">
                <a16:creationId xmlns:a16="http://schemas.microsoft.com/office/drawing/2014/main" id="{CFA894E1-5AA5-46B8-9FC4-092349E2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0153" y="8952077"/>
            <a:ext cx="71652" cy="93510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4" name="path-872">
            <a:extLst xmlns:a="http://schemas.openxmlformats.org/drawingml/2006/main">
              <a:ext uri="{FF2B5EF4-FFF2-40B4-BE49-F238E27FC236}">
                <a16:creationId xmlns:a16="http://schemas.microsoft.com/office/drawing/2014/main" id="{CAD53815-2C3C-4532-8AF4-17ECA106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830" y="8885677"/>
            <a:ext cx="41771" cy="130646"/>
          </a:xfrm>
          <a:custGeom xmlns:a="http://schemas.openxmlformats.org/drawingml/2006/main">
            <a:pathLst>
              <a:path w="36473" h="114073">
                <a:moveTo>
                  <a:pt x="23657" y="0"/>
                </a:moveTo>
                <a:lnTo>
                  <a:pt x="0" y="1807"/>
                </a:lnTo>
                <a:lnTo>
                  <a:pt x="0" y="6901"/>
                </a:lnTo>
                <a:cubicBezTo>
                  <a:pt x="11502" y="6901"/>
                  <a:pt x="12815" y="8052"/>
                  <a:pt x="12815" y="16107"/>
                </a:cubicBezTo>
                <a:lnTo>
                  <a:pt x="12815" y="101584"/>
                </a:lnTo>
                <a:cubicBezTo>
                  <a:pt x="12815" y="108981"/>
                  <a:pt x="11008" y="108981"/>
                  <a:pt x="0" y="108981"/>
                </a:cubicBezTo>
                <a:lnTo>
                  <a:pt x="0" y="114073"/>
                </a:lnTo>
                <a:cubicBezTo>
                  <a:pt x="5422" y="113910"/>
                  <a:pt x="14129" y="113582"/>
                  <a:pt x="18238" y="113582"/>
                </a:cubicBezTo>
                <a:cubicBezTo>
                  <a:pt x="22344" y="113582"/>
                  <a:pt x="30393" y="113910"/>
                  <a:pt x="36473" y="114073"/>
                </a:cubicBezTo>
                <a:lnTo>
                  <a:pt x="36473" y="108981"/>
                </a:lnTo>
                <a:cubicBezTo>
                  <a:pt x="25465" y="108981"/>
                  <a:pt x="23657" y="108981"/>
                  <a:pt x="23657" y="101584"/>
                </a:cubicBezTo>
                <a:lnTo>
                  <a:pt x="23657" y="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873">
            <a:extLst xmlns:a="http://schemas.openxmlformats.org/drawingml/2006/main">
              <a:ext uri="{FF2B5EF4-FFF2-40B4-BE49-F238E27FC236}">
                <a16:creationId xmlns:a16="http://schemas.microsoft.com/office/drawing/2014/main" id="{E1E5D720-7DA8-4863-A2DC-997C85F0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162" y="8931982"/>
            <a:ext cx="83353" cy="86362"/>
          </a:xfrm>
          <a:custGeom xmlns:a="http://schemas.openxmlformats.org/drawingml/2006/main">
            <a:pathLst>
              <a:path w="72780" h="75407">
                <a:moveTo>
                  <a:pt x="72780" y="38443"/>
                </a:moveTo>
                <a:cubicBezTo>
                  <a:pt x="72780" y="17415"/>
                  <a:pt x="56350" y="0"/>
                  <a:pt x="36473" y="0"/>
                </a:cubicBezTo>
                <a:cubicBezTo>
                  <a:pt x="15936" y="0"/>
                  <a:pt x="0" y="17909"/>
                  <a:pt x="0" y="38443"/>
                </a:cubicBezTo>
                <a:cubicBezTo>
                  <a:pt x="0" y="59636"/>
                  <a:pt x="17084" y="75407"/>
                  <a:pt x="36307" y="75407"/>
                </a:cubicBezTo>
                <a:cubicBezTo>
                  <a:pt x="56187" y="75407"/>
                  <a:pt x="72780" y="59308"/>
                  <a:pt x="72780" y="38443"/>
                </a:cubicBezTo>
                <a:moveTo>
                  <a:pt x="36473" y="71301"/>
                </a:moveTo>
                <a:cubicBezTo>
                  <a:pt x="29406" y="71301"/>
                  <a:pt x="22178" y="67851"/>
                  <a:pt x="17741" y="60293"/>
                </a:cubicBezTo>
                <a:cubicBezTo>
                  <a:pt x="13635" y="53066"/>
                  <a:pt x="13635" y="43043"/>
                  <a:pt x="13635" y="37129"/>
                </a:cubicBezTo>
                <a:cubicBezTo>
                  <a:pt x="13635" y="30722"/>
                  <a:pt x="13635" y="21852"/>
                  <a:pt x="17578" y="14623"/>
                </a:cubicBezTo>
                <a:cubicBezTo>
                  <a:pt x="22013" y="7067"/>
                  <a:pt x="29737" y="3615"/>
                  <a:pt x="36307" y="3615"/>
                </a:cubicBezTo>
                <a:cubicBezTo>
                  <a:pt x="43537" y="3615"/>
                  <a:pt x="50601" y="7230"/>
                  <a:pt x="54873" y="14294"/>
                </a:cubicBezTo>
                <a:cubicBezTo>
                  <a:pt x="59145" y="21359"/>
                  <a:pt x="59145" y="30887"/>
                  <a:pt x="59145" y="37129"/>
                </a:cubicBezTo>
                <a:cubicBezTo>
                  <a:pt x="59145" y="43043"/>
                  <a:pt x="59145" y="51915"/>
                  <a:pt x="55530" y="59145"/>
                </a:cubicBezTo>
                <a:cubicBezTo>
                  <a:pt x="51915" y="66538"/>
                  <a:pt x="44685" y="71301"/>
                  <a:pt x="36473" y="7130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6" name="path-874">
            <a:extLst xmlns:a="http://schemas.openxmlformats.org/drawingml/2006/main">
              <a:ext uri="{FF2B5EF4-FFF2-40B4-BE49-F238E27FC236}">
                <a16:creationId xmlns:a16="http://schemas.microsoft.com/office/drawing/2014/main" id="{B522FB28-1B14-45DE-B20A-6FF1EA8C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240" y="8931017"/>
            <a:ext cx="85989" cy="124076"/>
          </a:xfrm>
          <a:custGeom xmlns:a="http://schemas.openxmlformats.org/drawingml/2006/main">
            <a:pathLst>
              <a:path w="75081" h="108337">
                <a:moveTo>
                  <a:pt x="31872" y="46159"/>
                </a:moveTo>
                <a:cubicBezTo>
                  <a:pt x="17578" y="46159"/>
                  <a:pt x="17578" y="29732"/>
                  <a:pt x="17578" y="25954"/>
                </a:cubicBezTo>
                <a:cubicBezTo>
                  <a:pt x="17578" y="21519"/>
                  <a:pt x="17741" y="16262"/>
                  <a:pt x="20205" y="12156"/>
                </a:cubicBezTo>
                <a:cubicBezTo>
                  <a:pt x="21522" y="10185"/>
                  <a:pt x="25299" y="5585"/>
                  <a:pt x="31872" y="5585"/>
                </a:cubicBezTo>
                <a:cubicBezTo>
                  <a:pt x="46164" y="5585"/>
                  <a:pt x="46164" y="22013"/>
                  <a:pt x="46164" y="25791"/>
                </a:cubicBezTo>
                <a:cubicBezTo>
                  <a:pt x="46164" y="30225"/>
                  <a:pt x="46001" y="35482"/>
                  <a:pt x="43537" y="39589"/>
                </a:cubicBezTo>
                <a:cubicBezTo>
                  <a:pt x="42221" y="41559"/>
                  <a:pt x="38443" y="46159"/>
                  <a:pt x="31872" y="46159"/>
                </a:cubicBezTo>
                <a:moveTo>
                  <a:pt x="12813" y="52584"/>
                </a:moveTo>
                <a:cubicBezTo>
                  <a:pt x="12813" y="51922"/>
                  <a:pt x="12813" y="48132"/>
                  <a:pt x="15605" y="44846"/>
                </a:cubicBezTo>
                <a:cubicBezTo>
                  <a:pt x="22013" y="49446"/>
                  <a:pt x="28749" y="49937"/>
                  <a:pt x="31872" y="49937"/>
                </a:cubicBezTo>
                <a:cubicBezTo>
                  <a:pt x="47149" y="49937"/>
                  <a:pt x="58485" y="38603"/>
                  <a:pt x="58485" y="25954"/>
                </a:cubicBezTo>
                <a:cubicBezTo>
                  <a:pt x="58485" y="19877"/>
                  <a:pt x="55858" y="13798"/>
                  <a:pt x="51749" y="10020"/>
                </a:cubicBezTo>
                <a:cubicBezTo>
                  <a:pt x="57666" y="4435"/>
                  <a:pt x="63579" y="3612"/>
                  <a:pt x="66538" y="3612"/>
                </a:cubicBezTo>
                <a:cubicBezTo>
                  <a:pt x="66866" y="3612"/>
                  <a:pt x="67686" y="3612"/>
                  <a:pt x="68180" y="3778"/>
                </a:cubicBezTo>
                <a:cubicBezTo>
                  <a:pt x="66372" y="4435"/>
                  <a:pt x="65550" y="6242"/>
                  <a:pt x="65550" y="8213"/>
                </a:cubicBezTo>
                <a:cubicBezTo>
                  <a:pt x="65550" y="11005"/>
                  <a:pt x="67686" y="12978"/>
                  <a:pt x="70315" y="12978"/>
                </a:cubicBezTo>
                <a:cubicBezTo>
                  <a:pt x="71957" y="12978"/>
                  <a:pt x="75081" y="11827"/>
                  <a:pt x="75081" y="8050"/>
                </a:cubicBezTo>
                <a:cubicBezTo>
                  <a:pt x="75081" y="5257"/>
                  <a:pt x="73108" y="0"/>
                  <a:pt x="66700" y="0"/>
                </a:cubicBezTo>
                <a:cubicBezTo>
                  <a:pt x="63414" y="0"/>
                  <a:pt x="56187" y="985"/>
                  <a:pt x="49285" y="7721"/>
                </a:cubicBezTo>
                <a:cubicBezTo>
                  <a:pt x="42386" y="2299"/>
                  <a:pt x="35485" y="1805"/>
                  <a:pt x="31872" y="1805"/>
                </a:cubicBezTo>
                <a:cubicBezTo>
                  <a:pt x="16593" y="1805"/>
                  <a:pt x="5257" y="13141"/>
                  <a:pt x="5257" y="25791"/>
                </a:cubicBezTo>
                <a:cubicBezTo>
                  <a:pt x="5257" y="33018"/>
                  <a:pt x="8869" y="39260"/>
                  <a:pt x="12978" y="42710"/>
                </a:cubicBezTo>
                <a:cubicBezTo>
                  <a:pt x="10842" y="45174"/>
                  <a:pt x="7884" y="50599"/>
                  <a:pt x="7884" y="56390"/>
                </a:cubicBezTo>
                <a:cubicBezTo>
                  <a:pt x="7884" y="61519"/>
                  <a:pt x="10020" y="67776"/>
                  <a:pt x="15114" y="71062"/>
                </a:cubicBezTo>
                <a:cubicBezTo>
                  <a:pt x="5257" y="73855"/>
                  <a:pt x="0" y="80914"/>
                  <a:pt x="0" y="87482"/>
                </a:cubicBezTo>
                <a:cubicBezTo>
                  <a:pt x="0" y="99305"/>
                  <a:pt x="16265" y="108337"/>
                  <a:pt x="36307" y="108337"/>
                </a:cubicBezTo>
                <a:cubicBezTo>
                  <a:pt x="55693" y="108337"/>
                  <a:pt x="72780" y="99962"/>
                  <a:pt x="72780" y="87154"/>
                </a:cubicBezTo>
                <a:cubicBezTo>
                  <a:pt x="72780" y="81408"/>
                  <a:pt x="70481" y="73033"/>
                  <a:pt x="62100" y="68433"/>
                </a:cubicBezTo>
                <a:cubicBezTo>
                  <a:pt x="53394" y="63833"/>
                  <a:pt x="43865" y="63833"/>
                  <a:pt x="33843" y="63833"/>
                </a:cubicBezTo>
                <a:cubicBezTo>
                  <a:pt x="29737" y="63833"/>
                  <a:pt x="22670" y="63833"/>
                  <a:pt x="21522" y="63667"/>
                </a:cubicBezTo>
                <a:cubicBezTo>
                  <a:pt x="16265" y="63005"/>
                  <a:pt x="12813" y="57879"/>
                  <a:pt x="12813" y="52584"/>
                </a:cubicBezTo>
                <a:moveTo>
                  <a:pt x="36473" y="104559"/>
                </a:moveTo>
                <a:cubicBezTo>
                  <a:pt x="19877" y="104559"/>
                  <a:pt x="8541" y="96186"/>
                  <a:pt x="8541" y="87482"/>
                </a:cubicBezTo>
                <a:cubicBezTo>
                  <a:pt x="8541" y="79929"/>
                  <a:pt x="14786" y="73855"/>
                  <a:pt x="22013" y="73361"/>
                </a:cubicBezTo>
                <a:lnTo>
                  <a:pt x="31707" y="73361"/>
                </a:lnTo>
                <a:cubicBezTo>
                  <a:pt x="45836" y="73361"/>
                  <a:pt x="64236" y="73361"/>
                  <a:pt x="64236" y="87482"/>
                </a:cubicBezTo>
                <a:cubicBezTo>
                  <a:pt x="64236" y="96349"/>
                  <a:pt x="52572" y="104559"/>
                  <a:pt x="36473" y="10455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875">
            <a:extLst xmlns:a="http://schemas.openxmlformats.org/drawingml/2006/main">
              <a:ext uri="{FF2B5EF4-FFF2-40B4-BE49-F238E27FC236}">
                <a16:creationId xmlns:a16="http://schemas.microsoft.com/office/drawing/2014/main" id="{6927183B-3984-4516-B447-FC4238EC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002" y="8933084"/>
            <a:ext cx="98220" cy="119804"/>
          </a:xfrm>
          <a:custGeom xmlns:a="http://schemas.openxmlformats.org/drawingml/2006/main">
            <a:pathLst>
              <a:path w="85760" h="104607">
                <a:moveTo>
                  <a:pt x="12652" y="92752"/>
                </a:moveTo>
                <a:cubicBezTo>
                  <a:pt x="11336" y="98360"/>
                  <a:pt x="11008" y="99515"/>
                  <a:pt x="3780" y="99515"/>
                </a:cubicBezTo>
                <a:cubicBezTo>
                  <a:pt x="1807" y="99515"/>
                  <a:pt x="0" y="99515"/>
                  <a:pt x="0" y="102637"/>
                </a:cubicBezTo>
                <a:cubicBezTo>
                  <a:pt x="0" y="103950"/>
                  <a:pt x="822" y="104607"/>
                  <a:pt x="2136" y="104607"/>
                </a:cubicBezTo>
                <a:cubicBezTo>
                  <a:pt x="6573" y="104607"/>
                  <a:pt x="11336" y="104116"/>
                  <a:pt x="15936" y="104116"/>
                </a:cubicBezTo>
                <a:cubicBezTo>
                  <a:pt x="21359" y="104116"/>
                  <a:pt x="26944" y="104607"/>
                  <a:pt x="32201" y="104607"/>
                </a:cubicBezTo>
                <a:cubicBezTo>
                  <a:pt x="33023" y="104607"/>
                  <a:pt x="35159" y="104607"/>
                  <a:pt x="35159" y="101323"/>
                </a:cubicBezTo>
                <a:cubicBezTo>
                  <a:pt x="35159" y="99515"/>
                  <a:pt x="33517" y="99515"/>
                  <a:pt x="31216" y="99515"/>
                </a:cubicBezTo>
                <a:cubicBezTo>
                  <a:pt x="23001" y="99515"/>
                  <a:pt x="23001" y="98360"/>
                  <a:pt x="23001" y="96876"/>
                </a:cubicBezTo>
                <a:cubicBezTo>
                  <a:pt x="23001" y="94898"/>
                  <a:pt x="29902" y="68037"/>
                  <a:pt x="31053" y="63928"/>
                </a:cubicBezTo>
                <a:cubicBezTo>
                  <a:pt x="33189" y="68693"/>
                  <a:pt x="37789" y="74444"/>
                  <a:pt x="46167" y="74444"/>
                </a:cubicBezTo>
                <a:cubicBezTo>
                  <a:pt x="65224" y="74444"/>
                  <a:pt x="85760" y="50453"/>
                  <a:pt x="85760" y="26295"/>
                </a:cubicBezTo>
                <a:cubicBezTo>
                  <a:pt x="85760" y="10847"/>
                  <a:pt x="76397" y="0"/>
                  <a:pt x="63910" y="0"/>
                </a:cubicBezTo>
                <a:cubicBezTo>
                  <a:pt x="55695" y="0"/>
                  <a:pt x="47809" y="5916"/>
                  <a:pt x="42389" y="12326"/>
                </a:cubicBezTo>
                <a:cubicBezTo>
                  <a:pt x="40744" y="3452"/>
                  <a:pt x="33680" y="0"/>
                  <a:pt x="27601" y="0"/>
                </a:cubicBezTo>
                <a:cubicBezTo>
                  <a:pt x="20045" y="0"/>
                  <a:pt x="16924" y="6410"/>
                  <a:pt x="15445" y="9368"/>
                </a:cubicBezTo>
                <a:cubicBezTo>
                  <a:pt x="12487" y="14956"/>
                  <a:pt x="10351" y="24816"/>
                  <a:pt x="10351" y="25309"/>
                </a:cubicBezTo>
                <a:cubicBezTo>
                  <a:pt x="10351" y="26951"/>
                  <a:pt x="11993" y="26951"/>
                  <a:pt x="12324" y="26951"/>
                </a:cubicBezTo>
                <a:cubicBezTo>
                  <a:pt x="13966" y="26951"/>
                  <a:pt x="14129" y="26788"/>
                  <a:pt x="15116" y="23174"/>
                </a:cubicBezTo>
                <a:cubicBezTo>
                  <a:pt x="17909" y="11504"/>
                  <a:pt x="21196" y="3615"/>
                  <a:pt x="27109" y="3615"/>
                </a:cubicBezTo>
                <a:cubicBezTo>
                  <a:pt x="29902" y="3615"/>
                  <a:pt x="32201" y="4931"/>
                  <a:pt x="32201" y="11176"/>
                </a:cubicBezTo>
                <a:cubicBezTo>
                  <a:pt x="32201" y="14956"/>
                  <a:pt x="31709" y="16763"/>
                  <a:pt x="31053" y="19556"/>
                </a:cubicBezTo>
                <a:lnTo>
                  <a:pt x="12652" y="92752"/>
                </a:lnTo>
                <a:moveTo>
                  <a:pt x="41567" y="21364"/>
                </a:moveTo>
                <a:cubicBezTo>
                  <a:pt x="42717" y="16926"/>
                  <a:pt x="47152" y="12326"/>
                  <a:pt x="50110" y="9862"/>
                </a:cubicBezTo>
                <a:cubicBezTo>
                  <a:pt x="55861" y="4766"/>
                  <a:pt x="60624" y="3615"/>
                  <a:pt x="63416" y="3615"/>
                </a:cubicBezTo>
                <a:cubicBezTo>
                  <a:pt x="69989" y="3615"/>
                  <a:pt x="73933" y="9368"/>
                  <a:pt x="73933" y="19065"/>
                </a:cubicBezTo>
                <a:cubicBezTo>
                  <a:pt x="73933" y="28759"/>
                  <a:pt x="68510" y="47658"/>
                  <a:pt x="65552" y="53903"/>
                </a:cubicBezTo>
                <a:cubicBezTo>
                  <a:pt x="59967" y="65407"/>
                  <a:pt x="52080" y="70832"/>
                  <a:pt x="46001" y="70832"/>
                </a:cubicBezTo>
                <a:cubicBezTo>
                  <a:pt x="35159" y="70832"/>
                  <a:pt x="33023" y="57192"/>
                  <a:pt x="33023" y="56204"/>
                </a:cubicBezTo>
                <a:cubicBezTo>
                  <a:pt x="33023" y="55876"/>
                  <a:pt x="33023" y="55547"/>
                  <a:pt x="33517" y="53574"/>
                </a:cubicBezTo>
                <a:lnTo>
                  <a:pt x="41567" y="2136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8" name="path-876">
            <a:extLst xmlns:a="http://schemas.openxmlformats.org/drawingml/2006/main">
              <a:ext uri="{FF2B5EF4-FFF2-40B4-BE49-F238E27FC236}">
                <a16:creationId xmlns:a16="http://schemas.microsoft.com/office/drawing/2014/main" id="{F2EAA96D-C128-439A-897D-85EDF68F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235" y="8986034"/>
            <a:ext cx="93516" cy="59681"/>
          </a:xfrm>
          <a:custGeom xmlns:a="http://schemas.openxmlformats.org/drawingml/2006/main">
            <a:pathLst>
              <a:path w="81653" h="52111">
                <a:moveTo>
                  <a:pt x="36686" y="12421"/>
                </a:moveTo>
                <a:lnTo>
                  <a:pt x="49796" y="12421"/>
                </a:lnTo>
                <a:cubicBezTo>
                  <a:pt x="48877" y="16332"/>
                  <a:pt x="46692" y="25422"/>
                  <a:pt x="46692" y="33015"/>
                </a:cubicBezTo>
                <a:cubicBezTo>
                  <a:pt x="46692" y="41298"/>
                  <a:pt x="49796" y="52111"/>
                  <a:pt x="56236" y="52111"/>
                </a:cubicBezTo>
                <a:cubicBezTo>
                  <a:pt x="60262" y="52111"/>
                  <a:pt x="64861" y="47971"/>
                  <a:pt x="64861" y="43830"/>
                </a:cubicBezTo>
                <a:cubicBezTo>
                  <a:pt x="64861" y="41989"/>
                  <a:pt x="64058" y="40838"/>
                  <a:pt x="63022" y="39227"/>
                </a:cubicBezTo>
                <a:cubicBezTo>
                  <a:pt x="57042" y="30714"/>
                  <a:pt x="57042" y="21625"/>
                  <a:pt x="57042" y="18634"/>
                </a:cubicBezTo>
                <a:cubicBezTo>
                  <a:pt x="57042" y="18518"/>
                  <a:pt x="57042" y="14837"/>
                  <a:pt x="57387" y="12421"/>
                </a:cubicBezTo>
                <a:lnTo>
                  <a:pt x="72912" y="12421"/>
                </a:lnTo>
                <a:cubicBezTo>
                  <a:pt x="75327" y="12421"/>
                  <a:pt x="76938" y="12421"/>
                  <a:pt x="79123" y="10581"/>
                </a:cubicBezTo>
                <a:cubicBezTo>
                  <a:pt x="79928" y="9892"/>
                  <a:pt x="81653" y="8051"/>
                  <a:pt x="81653" y="5177"/>
                </a:cubicBezTo>
                <a:cubicBezTo>
                  <a:pt x="81653" y="0"/>
                  <a:pt x="77052" y="0"/>
                  <a:pt x="74983" y="0"/>
                </a:cubicBezTo>
                <a:lnTo>
                  <a:pt x="24265" y="0"/>
                </a:lnTo>
                <a:cubicBezTo>
                  <a:pt x="21505" y="0"/>
                  <a:pt x="16100" y="0"/>
                  <a:pt x="8511" y="6326"/>
                </a:cubicBezTo>
                <a:cubicBezTo>
                  <a:pt x="5751" y="8627"/>
                  <a:pt x="0" y="14377"/>
                  <a:pt x="0" y="16218"/>
                </a:cubicBezTo>
                <a:cubicBezTo>
                  <a:pt x="0" y="18289"/>
                  <a:pt x="1725" y="18289"/>
                  <a:pt x="3566" y="18289"/>
                </a:cubicBezTo>
                <a:cubicBezTo>
                  <a:pt x="5865" y="18289"/>
                  <a:pt x="6094" y="18289"/>
                  <a:pt x="6900" y="17367"/>
                </a:cubicBezTo>
                <a:cubicBezTo>
                  <a:pt x="8741" y="15297"/>
                  <a:pt x="11385" y="12421"/>
                  <a:pt x="21391" y="12421"/>
                </a:cubicBezTo>
                <a:lnTo>
                  <a:pt x="28981" y="12421"/>
                </a:lnTo>
                <a:cubicBezTo>
                  <a:pt x="25761" y="22660"/>
                  <a:pt x="18975" y="34970"/>
                  <a:pt x="15525" y="40838"/>
                </a:cubicBezTo>
                <a:cubicBezTo>
                  <a:pt x="14375" y="42795"/>
                  <a:pt x="13456" y="44404"/>
                  <a:pt x="13456" y="46244"/>
                </a:cubicBezTo>
                <a:cubicBezTo>
                  <a:pt x="13456" y="48891"/>
                  <a:pt x="15525" y="51997"/>
                  <a:pt x="19780" y="51997"/>
                </a:cubicBezTo>
                <a:cubicBezTo>
                  <a:pt x="23230" y="51997"/>
                  <a:pt x="26106" y="49466"/>
                  <a:pt x="27256" y="46936"/>
                </a:cubicBezTo>
                <a:cubicBezTo>
                  <a:pt x="27715" y="45901"/>
                  <a:pt x="29096" y="41643"/>
                  <a:pt x="30246" y="37272"/>
                </a:cubicBezTo>
                <a:lnTo>
                  <a:pt x="36686" y="124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877">
            <a:extLst xmlns:a="http://schemas.openxmlformats.org/drawingml/2006/main">
              <a:ext uri="{FF2B5EF4-FFF2-40B4-BE49-F238E27FC236}">
                <a16:creationId xmlns:a16="http://schemas.microsoft.com/office/drawing/2014/main" id="{C34F6867-1765-4742-BD51-242E961D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314" y="887520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0" name="path-878">
            <a:extLst xmlns:a="http://schemas.openxmlformats.org/drawingml/2006/main">
              <a:ext uri="{FF2B5EF4-FFF2-40B4-BE49-F238E27FC236}">
                <a16:creationId xmlns:a16="http://schemas.microsoft.com/office/drawing/2014/main" id="{109317AB-91AB-4903-8ADF-9320E84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079" y="8885677"/>
            <a:ext cx="47981" cy="13211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879">
            <a:extLst xmlns:a="http://schemas.openxmlformats.org/drawingml/2006/main">
              <a:ext uri="{FF2B5EF4-FFF2-40B4-BE49-F238E27FC236}">
                <a16:creationId xmlns:a16="http://schemas.microsoft.com/office/drawing/2014/main" id="{F008E555-156A-4D83-A4E6-360BF053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901" y="8962307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2" name="path-880">
            <a:extLst xmlns:a="http://schemas.openxmlformats.org/drawingml/2006/main">
              <a:ext uri="{FF2B5EF4-FFF2-40B4-BE49-F238E27FC236}">
                <a16:creationId xmlns:a16="http://schemas.microsoft.com/office/drawing/2014/main" id="{37C02E11-E7A0-42C7-B5AF-2E7FC6AE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013" y="8875203"/>
            <a:ext cx="7528" cy="188159"/>
          </a:xfrm>
          <a:custGeom xmlns:a="http://schemas.openxmlformats.org/drawingml/2006/main">
            <a:pathLst>
              <a:path w="6573" h="164291">
                <a:moveTo>
                  <a:pt x="6573" y="5916"/>
                </a:moveTo>
                <a:cubicBezTo>
                  <a:pt x="6573" y="2958"/>
                  <a:pt x="6573" y="0"/>
                  <a:pt x="3287" y="0"/>
                </a:cubicBezTo>
                <a:cubicBezTo>
                  <a:pt x="0" y="0"/>
                  <a:pt x="0" y="2958"/>
                  <a:pt x="0" y="5916"/>
                </a:cubicBezTo>
                <a:lnTo>
                  <a:pt x="0" y="158377"/>
                </a:lnTo>
                <a:cubicBezTo>
                  <a:pt x="0" y="161335"/>
                  <a:pt x="0" y="164291"/>
                  <a:pt x="3287" y="164291"/>
                </a:cubicBezTo>
                <a:cubicBezTo>
                  <a:pt x="6573" y="164291"/>
                  <a:pt x="6573" y="161335"/>
                  <a:pt x="6573" y="158377"/>
                </a:cubicBezTo>
                <a:lnTo>
                  <a:pt x="6573" y="591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881">
            <a:extLst xmlns:a="http://schemas.openxmlformats.org/drawingml/2006/main">
              <a:ext uri="{FF2B5EF4-FFF2-40B4-BE49-F238E27FC236}">
                <a16:creationId xmlns:a16="http://schemas.microsoft.com/office/drawing/2014/main" id="{37B71F2A-7C3C-400F-9550-73CD92C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607" y="8931247"/>
            <a:ext cx="78840" cy="86546"/>
          </a:xfrm>
          <a:custGeom xmlns:a="http://schemas.openxmlformats.org/drawingml/2006/main">
            <a:pathLst>
              <a:path w="68839" h="75567">
                <a:moveTo>
                  <a:pt x="58651" y="9571"/>
                </a:moveTo>
                <a:cubicBezTo>
                  <a:pt x="53231" y="11707"/>
                  <a:pt x="51752" y="16636"/>
                  <a:pt x="51752" y="18937"/>
                </a:cubicBezTo>
                <a:cubicBezTo>
                  <a:pt x="51752" y="23206"/>
                  <a:pt x="55201" y="25670"/>
                  <a:pt x="58816" y="25670"/>
                </a:cubicBezTo>
                <a:cubicBezTo>
                  <a:pt x="62760" y="25670"/>
                  <a:pt x="68839" y="22386"/>
                  <a:pt x="68839" y="14500"/>
                </a:cubicBezTo>
                <a:cubicBezTo>
                  <a:pt x="68839" y="5751"/>
                  <a:pt x="60130" y="0"/>
                  <a:pt x="45344" y="0"/>
                </a:cubicBezTo>
                <a:cubicBezTo>
                  <a:pt x="40579" y="0"/>
                  <a:pt x="31379" y="331"/>
                  <a:pt x="23823" y="6082"/>
                </a:cubicBezTo>
                <a:cubicBezTo>
                  <a:pt x="16430" y="11707"/>
                  <a:pt x="13800" y="21236"/>
                  <a:pt x="13800" y="25342"/>
                </a:cubicBezTo>
                <a:cubicBezTo>
                  <a:pt x="13800" y="30271"/>
                  <a:pt x="16102" y="34868"/>
                  <a:pt x="19714" y="37824"/>
                </a:cubicBezTo>
                <a:cubicBezTo>
                  <a:pt x="24314" y="41439"/>
                  <a:pt x="27109" y="41930"/>
                  <a:pt x="38280" y="44066"/>
                </a:cubicBezTo>
                <a:cubicBezTo>
                  <a:pt x="43209" y="44886"/>
                  <a:pt x="53066" y="46693"/>
                  <a:pt x="53066" y="54086"/>
                </a:cubicBezTo>
                <a:cubicBezTo>
                  <a:pt x="53066" y="54743"/>
                  <a:pt x="53066" y="69654"/>
                  <a:pt x="28586" y="69654"/>
                </a:cubicBezTo>
                <a:cubicBezTo>
                  <a:pt x="20536" y="69654"/>
                  <a:pt x="14457" y="68029"/>
                  <a:pt x="10842" y="65422"/>
                </a:cubicBezTo>
                <a:cubicBezTo>
                  <a:pt x="16430" y="63780"/>
                  <a:pt x="19880" y="59014"/>
                  <a:pt x="19880" y="54086"/>
                </a:cubicBezTo>
                <a:cubicBezTo>
                  <a:pt x="19880" y="48172"/>
                  <a:pt x="15114" y="46528"/>
                  <a:pt x="11830" y="46528"/>
                </a:cubicBezTo>
                <a:cubicBezTo>
                  <a:pt x="6242" y="46528"/>
                  <a:pt x="0" y="51130"/>
                  <a:pt x="0" y="59343"/>
                </a:cubicBezTo>
                <a:cubicBezTo>
                  <a:pt x="0" y="69982"/>
                  <a:pt x="11502" y="75567"/>
                  <a:pt x="28258" y="75567"/>
                </a:cubicBezTo>
                <a:cubicBezTo>
                  <a:pt x="65718" y="75567"/>
                  <a:pt x="65718" y="47515"/>
                  <a:pt x="65718" y="47350"/>
                </a:cubicBezTo>
                <a:cubicBezTo>
                  <a:pt x="65718" y="41767"/>
                  <a:pt x="62923" y="37332"/>
                  <a:pt x="59145" y="34048"/>
                </a:cubicBezTo>
                <a:cubicBezTo>
                  <a:pt x="54051" y="29614"/>
                  <a:pt x="47809" y="28463"/>
                  <a:pt x="42058" y="27478"/>
                </a:cubicBezTo>
                <a:cubicBezTo>
                  <a:pt x="33023" y="25836"/>
                  <a:pt x="26616" y="24685"/>
                  <a:pt x="26616" y="18606"/>
                </a:cubicBezTo>
                <a:cubicBezTo>
                  <a:pt x="26616" y="18278"/>
                  <a:pt x="26616" y="5916"/>
                  <a:pt x="45016" y="5916"/>
                </a:cubicBezTo>
                <a:cubicBezTo>
                  <a:pt x="48302" y="5916"/>
                  <a:pt x="54216" y="6247"/>
                  <a:pt x="58651" y="957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4" name="path-882">
            <a:extLst xmlns:a="http://schemas.openxmlformats.org/drawingml/2006/main">
              <a:ext uri="{FF2B5EF4-FFF2-40B4-BE49-F238E27FC236}">
                <a16:creationId xmlns:a16="http://schemas.microsoft.com/office/drawing/2014/main" id="{08978E88-BB8D-4A5F-9661-32DC3472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380" y="8962307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883">
            <a:extLst xmlns:a="http://schemas.openxmlformats.org/drawingml/2006/main">
              <a:ext uri="{FF2B5EF4-FFF2-40B4-BE49-F238E27FC236}">
                <a16:creationId xmlns:a16="http://schemas.microsoft.com/office/drawing/2014/main" id="{D84B6D3C-6A1C-4C67-803B-1FFDFECF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921" y="9008286"/>
            <a:ext cx="89038" cy="6455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6" name="path-884">
            <a:extLst xmlns:a="http://schemas.openxmlformats.org/drawingml/2006/main">
              <a:ext uri="{FF2B5EF4-FFF2-40B4-BE49-F238E27FC236}">
                <a16:creationId xmlns:a16="http://schemas.microsoft.com/office/drawing/2014/main" id="{B5038CAC-76BB-49DC-95EA-0408EDA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2641" y="8957093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885">
            <a:extLst xmlns:a="http://schemas.openxmlformats.org/drawingml/2006/main">
              <a:ext uri="{FF2B5EF4-FFF2-40B4-BE49-F238E27FC236}">
                <a16:creationId xmlns:a16="http://schemas.microsoft.com/office/drawing/2014/main" id="{E84F59D4-D226-4474-BC0C-905ACBD5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431" y="887520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8" name="path-886">
            <a:extLst xmlns:a="http://schemas.openxmlformats.org/drawingml/2006/main">
              <a:ext uri="{FF2B5EF4-FFF2-40B4-BE49-F238E27FC236}">
                <a16:creationId xmlns:a16="http://schemas.microsoft.com/office/drawing/2014/main" id="{24E52F13-CB7D-4C91-A748-8F15BC2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07" y="8743431"/>
            <a:ext cx="49486" cy="451405"/>
          </a:xfrm>
          <a:custGeom xmlns:a="http://schemas.openxmlformats.org/drawingml/2006/main">
            <a:pathLst>
              <a:path w="43209" h="394144">
                <a:moveTo>
                  <a:pt x="34174" y="385106"/>
                </a:moveTo>
                <a:lnTo>
                  <a:pt x="0" y="385106"/>
                </a:lnTo>
                <a:lnTo>
                  <a:pt x="0" y="394144"/>
                </a:lnTo>
                <a:lnTo>
                  <a:pt x="43209" y="394144"/>
                </a:lnTo>
                <a:lnTo>
                  <a:pt x="43209" y="0"/>
                </a:lnTo>
                <a:lnTo>
                  <a:pt x="0" y="0"/>
                </a:lnTo>
                <a:lnTo>
                  <a:pt x="0" y="9035"/>
                </a:lnTo>
                <a:lnTo>
                  <a:pt x="34174" y="9035"/>
                </a:lnTo>
                <a:lnTo>
                  <a:pt x="34174" y="3851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888">
            <a:extLst xmlns:a="http://schemas.openxmlformats.org/drawingml/2006/main">
              <a:ext uri="{FF2B5EF4-FFF2-40B4-BE49-F238E27FC236}">
                <a16:creationId xmlns:a16="http://schemas.microsoft.com/office/drawing/2014/main" id="{82CDAF34-17D5-45C8-8DE3-E29BFA5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751" y="9791985"/>
            <a:ext cx="146764" cy="83055"/>
          </a:xfrm>
          <a:custGeom xmlns:a="http://schemas.openxmlformats.org/drawingml/2006/main">
            <a:pathLst>
              <a:path w="128146" h="72519">
                <a:moveTo>
                  <a:pt x="0" y="1807"/>
                </a:moveTo>
                <a:lnTo>
                  <a:pt x="0" y="6904"/>
                </a:lnTo>
                <a:lnTo>
                  <a:pt x="2464" y="6904"/>
                </a:lnTo>
                <a:cubicBezTo>
                  <a:pt x="7884" y="6904"/>
                  <a:pt x="12813" y="7398"/>
                  <a:pt x="12813" y="15129"/>
                </a:cubicBezTo>
                <a:lnTo>
                  <a:pt x="12813" y="60518"/>
                </a:lnTo>
                <a:cubicBezTo>
                  <a:pt x="12813" y="67262"/>
                  <a:pt x="8213" y="67427"/>
                  <a:pt x="985" y="67427"/>
                </a:cubicBezTo>
                <a:lnTo>
                  <a:pt x="0" y="67427"/>
                </a:lnTo>
                <a:lnTo>
                  <a:pt x="0" y="72519"/>
                </a:lnTo>
                <a:lnTo>
                  <a:pt x="37129" y="72519"/>
                </a:lnTo>
                <a:lnTo>
                  <a:pt x="37129" y="67427"/>
                </a:lnTo>
                <a:lnTo>
                  <a:pt x="32858" y="67427"/>
                </a:lnTo>
                <a:cubicBezTo>
                  <a:pt x="28258" y="67427"/>
                  <a:pt x="24314" y="66768"/>
                  <a:pt x="24314" y="60684"/>
                </a:cubicBezTo>
                <a:lnTo>
                  <a:pt x="24314" y="30586"/>
                </a:lnTo>
                <a:cubicBezTo>
                  <a:pt x="24314" y="18581"/>
                  <a:pt x="30885" y="3615"/>
                  <a:pt x="46658" y="3615"/>
                </a:cubicBezTo>
                <a:cubicBezTo>
                  <a:pt x="57172" y="3615"/>
                  <a:pt x="58322" y="14470"/>
                  <a:pt x="58322" y="22035"/>
                </a:cubicBezTo>
                <a:lnTo>
                  <a:pt x="58322" y="61178"/>
                </a:lnTo>
                <a:cubicBezTo>
                  <a:pt x="58322" y="67099"/>
                  <a:pt x="53394" y="67427"/>
                  <a:pt x="47972" y="67427"/>
                </a:cubicBezTo>
                <a:lnTo>
                  <a:pt x="45507" y="67427"/>
                </a:lnTo>
                <a:lnTo>
                  <a:pt x="45507" y="72519"/>
                </a:lnTo>
                <a:lnTo>
                  <a:pt x="82637" y="72519"/>
                </a:lnTo>
                <a:lnTo>
                  <a:pt x="82637" y="67427"/>
                </a:lnTo>
                <a:lnTo>
                  <a:pt x="78365" y="67427"/>
                </a:lnTo>
                <a:cubicBezTo>
                  <a:pt x="73765" y="67427"/>
                  <a:pt x="69824" y="66768"/>
                  <a:pt x="69824" y="60684"/>
                </a:cubicBezTo>
                <a:lnTo>
                  <a:pt x="69824" y="30586"/>
                </a:lnTo>
                <a:cubicBezTo>
                  <a:pt x="69824" y="18581"/>
                  <a:pt x="76395" y="3615"/>
                  <a:pt x="92165" y="3615"/>
                </a:cubicBezTo>
                <a:cubicBezTo>
                  <a:pt x="102682" y="3615"/>
                  <a:pt x="103830" y="14470"/>
                  <a:pt x="103830" y="22035"/>
                </a:cubicBezTo>
                <a:lnTo>
                  <a:pt x="103830" y="61178"/>
                </a:lnTo>
                <a:cubicBezTo>
                  <a:pt x="103830" y="67099"/>
                  <a:pt x="98901" y="67427"/>
                  <a:pt x="93481" y="67427"/>
                </a:cubicBezTo>
                <a:lnTo>
                  <a:pt x="91017" y="67427"/>
                </a:lnTo>
                <a:lnTo>
                  <a:pt x="91017" y="72519"/>
                </a:lnTo>
                <a:lnTo>
                  <a:pt x="128146" y="72519"/>
                </a:lnTo>
                <a:lnTo>
                  <a:pt x="128146" y="67427"/>
                </a:lnTo>
                <a:lnTo>
                  <a:pt x="124697" y="67427"/>
                </a:lnTo>
                <a:cubicBezTo>
                  <a:pt x="119766" y="67427"/>
                  <a:pt x="115331" y="66934"/>
                  <a:pt x="115331" y="61178"/>
                </a:cubicBezTo>
                <a:lnTo>
                  <a:pt x="115331" y="24008"/>
                </a:lnTo>
                <a:cubicBezTo>
                  <a:pt x="115331" y="17924"/>
                  <a:pt x="115003" y="12497"/>
                  <a:pt x="111060" y="6904"/>
                </a:cubicBezTo>
                <a:cubicBezTo>
                  <a:pt x="106788" y="1479"/>
                  <a:pt x="99724" y="0"/>
                  <a:pt x="93153" y="0"/>
                </a:cubicBezTo>
                <a:cubicBezTo>
                  <a:pt x="82474" y="0"/>
                  <a:pt x="73765" y="6247"/>
                  <a:pt x="69330" y="15786"/>
                </a:cubicBezTo>
                <a:cubicBezTo>
                  <a:pt x="66209" y="4109"/>
                  <a:pt x="58816" y="0"/>
                  <a:pt x="47480" y="0"/>
                </a:cubicBezTo>
                <a:cubicBezTo>
                  <a:pt x="36964" y="0"/>
                  <a:pt x="26944" y="6576"/>
                  <a:pt x="23492" y="16774"/>
                </a:cubicBezTo>
                <a:lnTo>
                  <a:pt x="23329" y="0"/>
                </a:lnTo>
                <a:lnTo>
                  <a:pt x="0" y="180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0" name="path-889">
            <a:extLst xmlns:a="http://schemas.openxmlformats.org/drawingml/2006/main">
              <a:ext uri="{FF2B5EF4-FFF2-40B4-BE49-F238E27FC236}">
                <a16:creationId xmlns:a16="http://schemas.microsoft.com/office/drawing/2014/main" id="{D10FF3C9-48D7-4798-9A2A-70F5A0B1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693" y="9749169"/>
            <a:ext cx="40453" cy="125871"/>
          </a:xfrm>
          <a:custGeom xmlns:a="http://schemas.openxmlformats.org/drawingml/2006/main">
            <a:pathLst>
              <a:path w="35322" h="109904">
                <a:moveTo>
                  <a:pt x="657" y="39330"/>
                </a:moveTo>
                <a:lnTo>
                  <a:pt x="657" y="44417"/>
                </a:lnTo>
                <a:lnTo>
                  <a:pt x="3780" y="44417"/>
                </a:lnTo>
                <a:cubicBezTo>
                  <a:pt x="8543" y="44417"/>
                  <a:pt x="12815" y="45074"/>
                  <a:pt x="12815" y="52624"/>
                </a:cubicBezTo>
                <a:lnTo>
                  <a:pt x="12815" y="98084"/>
                </a:lnTo>
                <a:cubicBezTo>
                  <a:pt x="12815" y="103827"/>
                  <a:pt x="9857" y="104812"/>
                  <a:pt x="0" y="104812"/>
                </a:cubicBezTo>
                <a:lnTo>
                  <a:pt x="0" y="109904"/>
                </a:lnTo>
                <a:lnTo>
                  <a:pt x="35322" y="109904"/>
                </a:lnTo>
                <a:lnTo>
                  <a:pt x="35322" y="104812"/>
                </a:lnTo>
                <a:lnTo>
                  <a:pt x="32038" y="104812"/>
                </a:lnTo>
                <a:cubicBezTo>
                  <a:pt x="27766" y="104812"/>
                  <a:pt x="23823" y="104319"/>
                  <a:pt x="23823" y="99069"/>
                </a:cubicBezTo>
                <a:lnTo>
                  <a:pt x="23823" y="37523"/>
                </a:lnTo>
                <a:lnTo>
                  <a:pt x="657" y="39330"/>
                </a:lnTo>
                <a:moveTo>
                  <a:pt x="14457" y="163"/>
                </a:moveTo>
                <a:cubicBezTo>
                  <a:pt x="10351" y="664"/>
                  <a:pt x="7064" y="4289"/>
                  <a:pt x="7064" y="8741"/>
                </a:cubicBezTo>
                <a:cubicBezTo>
                  <a:pt x="7064" y="13522"/>
                  <a:pt x="11173" y="17480"/>
                  <a:pt x="15773" y="17480"/>
                </a:cubicBezTo>
                <a:cubicBezTo>
                  <a:pt x="20208" y="17480"/>
                  <a:pt x="24480" y="13853"/>
                  <a:pt x="24480" y="8741"/>
                </a:cubicBezTo>
                <a:cubicBezTo>
                  <a:pt x="24480" y="3961"/>
                  <a:pt x="20373" y="3"/>
                  <a:pt x="15773" y="3"/>
                </a:cubicBezTo>
                <a:cubicBezTo>
                  <a:pt x="15279" y="0"/>
                  <a:pt x="14951" y="163"/>
                  <a:pt x="14457" y="16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890">
            <a:extLst xmlns:a="http://schemas.openxmlformats.org/drawingml/2006/main">
              <a:ext uri="{FF2B5EF4-FFF2-40B4-BE49-F238E27FC236}">
                <a16:creationId xmlns:a16="http://schemas.microsoft.com/office/drawing/2014/main" id="{3C0EF34D-7F28-4357-B123-F2773F8A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833" y="9791985"/>
            <a:ext cx="94456" cy="83055"/>
          </a:xfrm>
          <a:custGeom xmlns:a="http://schemas.openxmlformats.org/drawingml/2006/main">
            <a:pathLst>
              <a:path w="82474" h="72519">
                <a:moveTo>
                  <a:pt x="0" y="1807"/>
                </a:moveTo>
                <a:lnTo>
                  <a:pt x="0" y="6904"/>
                </a:lnTo>
                <a:lnTo>
                  <a:pt x="2464" y="6904"/>
                </a:lnTo>
                <a:cubicBezTo>
                  <a:pt x="7884" y="6904"/>
                  <a:pt x="12813" y="7398"/>
                  <a:pt x="12813" y="15129"/>
                </a:cubicBezTo>
                <a:lnTo>
                  <a:pt x="12813" y="60518"/>
                </a:lnTo>
                <a:cubicBezTo>
                  <a:pt x="12813" y="67262"/>
                  <a:pt x="8213" y="67427"/>
                  <a:pt x="985" y="67427"/>
                </a:cubicBezTo>
                <a:lnTo>
                  <a:pt x="0" y="67427"/>
                </a:lnTo>
                <a:lnTo>
                  <a:pt x="0" y="72519"/>
                </a:lnTo>
                <a:lnTo>
                  <a:pt x="37129" y="72519"/>
                </a:lnTo>
                <a:lnTo>
                  <a:pt x="37129" y="67427"/>
                </a:lnTo>
                <a:lnTo>
                  <a:pt x="32858" y="67427"/>
                </a:lnTo>
                <a:cubicBezTo>
                  <a:pt x="28258" y="67427"/>
                  <a:pt x="24314" y="66768"/>
                  <a:pt x="24314" y="60684"/>
                </a:cubicBezTo>
                <a:lnTo>
                  <a:pt x="24314" y="30586"/>
                </a:lnTo>
                <a:cubicBezTo>
                  <a:pt x="24314" y="18746"/>
                  <a:pt x="30393" y="3615"/>
                  <a:pt x="46658" y="3615"/>
                </a:cubicBezTo>
                <a:cubicBezTo>
                  <a:pt x="57172" y="3615"/>
                  <a:pt x="58157" y="14964"/>
                  <a:pt x="58157" y="22035"/>
                </a:cubicBezTo>
                <a:lnTo>
                  <a:pt x="58157" y="61343"/>
                </a:lnTo>
                <a:cubicBezTo>
                  <a:pt x="58157" y="66934"/>
                  <a:pt x="53394" y="67427"/>
                  <a:pt x="48300" y="67427"/>
                </a:cubicBezTo>
                <a:lnTo>
                  <a:pt x="45344" y="67427"/>
                </a:lnTo>
                <a:lnTo>
                  <a:pt x="45344" y="72519"/>
                </a:lnTo>
                <a:lnTo>
                  <a:pt x="82474" y="72519"/>
                </a:lnTo>
                <a:lnTo>
                  <a:pt x="82474" y="67427"/>
                </a:lnTo>
                <a:lnTo>
                  <a:pt x="78365" y="67427"/>
                </a:lnTo>
                <a:cubicBezTo>
                  <a:pt x="73930" y="67427"/>
                  <a:pt x="69659" y="66768"/>
                  <a:pt x="69659" y="61178"/>
                </a:cubicBezTo>
                <a:lnTo>
                  <a:pt x="69659" y="25162"/>
                </a:lnTo>
                <a:cubicBezTo>
                  <a:pt x="69659" y="19734"/>
                  <a:pt x="69493" y="14141"/>
                  <a:pt x="66866" y="9208"/>
                </a:cubicBezTo>
                <a:cubicBezTo>
                  <a:pt x="63088" y="1973"/>
                  <a:pt x="54708" y="0"/>
                  <a:pt x="47152" y="0"/>
                </a:cubicBezTo>
                <a:cubicBezTo>
                  <a:pt x="37129" y="0"/>
                  <a:pt x="26778" y="6904"/>
                  <a:pt x="23492" y="16774"/>
                </a:cubicBezTo>
                <a:lnTo>
                  <a:pt x="23329" y="0"/>
                </a:lnTo>
                <a:lnTo>
                  <a:pt x="0" y="180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2" name="path-891">
            <a:extLst xmlns:a="http://schemas.openxmlformats.org/drawingml/2006/main">
              <a:ext uri="{FF2B5EF4-FFF2-40B4-BE49-F238E27FC236}">
                <a16:creationId xmlns:a16="http://schemas.microsoft.com/office/drawing/2014/main" id="{07A3B2D5-8B42-4B01-8EA8-AF75893E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467" y="9749169"/>
            <a:ext cx="40453" cy="125871"/>
          </a:xfrm>
          <a:custGeom xmlns:a="http://schemas.openxmlformats.org/drawingml/2006/main">
            <a:pathLst>
              <a:path w="35322" h="109904">
                <a:moveTo>
                  <a:pt x="657" y="39330"/>
                </a:moveTo>
                <a:lnTo>
                  <a:pt x="657" y="44417"/>
                </a:lnTo>
                <a:lnTo>
                  <a:pt x="3780" y="44417"/>
                </a:lnTo>
                <a:cubicBezTo>
                  <a:pt x="8543" y="44417"/>
                  <a:pt x="12815" y="45074"/>
                  <a:pt x="12815" y="52624"/>
                </a:cubicBezTo>
                <a:lnTo>
                  <a:pt x="12815" y="98084"/>
                </a:lnTo>
                <a:cubicBezTo>
                  <a:pt x="12815" y="103827"/>
                  <a:pt x="9857" y="104812"/>
                  <a:pt x="0" y="104812"/>
                </a:cubicBezTo>
                <a:lnTo>
                  <a:pt x="0" y="109904"/>
                </a:lnTo>
                <a:lnTo>
                  <a:pt x="35322" y="109904"/>
                </a:lnTo>
                <a:lnTo>
                  <a:pt x="35322" y="104812"/>
                </a:lnTo>
                <a:lnTo>
                  <a:pt x="32038" y="104812"/>
                </a:lnTo>
                <a:cubicBezTo>
                  <a:pt x="27766" y="104812"/>
                  <a:pt x="23823" y="104319"/>
                  <a:pt x="23823" y="99069"/>
                </a:cubicBezTo>
                <a:lnTo>
                  <a:pt x="23823" y="37523"/>
                </a:lnTo>
                <a:lnTo>
                  <a:pt x="657" y="39330"/>
                </a:lnTo>
                <a:moveTo>
                  <a:pt x="14457" y="163"/>
                </a:moveTo>
                <a:cubicBezTo>
                  <a:pt x="10351" y="664"/>
                  <a:pt x="7064" y="4289"/>
                  <a:pt x="7064" y="8741"/>
                </a:cubicBezTo>
                <a:cubicBezTo>
                  <a:pt x="7064" y="13522"/>
                  <a:pt x="11173" y="17480"/>
                  <a:pt x="15773" y="17480"/>
                </a:cubicBezTo>
                <a:cubicBezTo>
                  <a:pt x="20208" y="17480"/>
                  <a:pt x="24480" y="13853"/>
                  <a:pt x="24480" y="8741"/>
                </a:cubicBezTo>
                <a:cubicBezTo>
                  <a:pt x="24480" y="3961"/>
                  <a:pt x="20373" y="3"/>
                  <a:pt x="15773" y="3"/>
                </a:cubicBezTo>
                <a:cubicBezTo>
                  <a:pt x="15279" y="0"/>
                  <a:pt x="14951" y="163"/>
                  <a:pt x="14457" y="16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892">
            <a:extLst xmlns:a="http://schemas.openxmlformats.org/drawingml/2006/main">
              <a:ext uri="{FF2B5EF4-FFF2-40B4-BE49-F238E27FC236}">
                <a16:creationId xmlns:a16="http://schemas.microsoft.com/office/drawing/2014/main" id="{BFF368AF-0466-49A8-93D1-685ACD2C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607" y="9791985"/>
            <a:ext cx="146764" cy="83055"/>
          </a:xfrm>
          <a:custGeom xmlns:a="http://schemas.openxmlformats.org/drawingml/2006/main">
            <a:pathLst>
              <a:path w="128146" h="72519">
                <a:moveTo>
                  <a:pt x="0" y="1807"/>
                </a:moveTo>
                <a:lnTo>
                  <a:pt x="0" y="6904"/>
                </a:lnTo>
                <a:lnTo>
                  <a:pt x="2464" y="6904"/>
                </a:lnTo>
                <a:cubicBezTo>
                  <a:pt x="7884" y="6904"/>
                  <a:pt x="12813" y="7398"/>
                  <a:pt x="12813" y="15129"/>
                </a:cubicBezTo>
                <a:lnTo>
                  <a:pt x="12813" y="60518"/>
                </a:lnTo>
                <a:cubicBezTo>
                  <a:pt x="12813" y="67262"/>
                  <a:pt x="8213" y="67427"/>
                  <a:pt x="985" y="67427"/>
                </a:cubicBezTo>
                <a:lnTo>
                  <a:pt x="0" y="67427"/>
                </a:lnTo>
                <a:lnTo>
                  <a:pt x="0" y="72519"/>
                </a:lnTo>
                <a:lnTo>
                  <a:pt x="37129" y="72519"/>
                </a:lnTo>
                <a:lnTo>
                  <a:pt x="37129" y="67427"/>
                </a:lnTo>
                <a:lnTo>
                  <a:pt x="32858" y="67427"/>
                </a:lnTo>
                <a:cubicBezTo>
                  <a:pt x="28258" y="67427"/>
                  <a:pt x="24314" y="66768"/>
                  <a:pt x="24314" y="60684"/>
                </a:cubicBezTo>
                <a:lnTo>
                  <a:pt x="24314" y="30586"/>
                </a:lnTo>
                <a:cubicBezTo>
                  <a:pt x="24314" y="18581"/>
                  <a:pt x="30885" y="3615"/>
                  <a:pt x="46658" y="3615"/>
                </a:cubicBezTo>
                <a:cubicBezTo>
                  <a:pt x="57172" y="3615"/>
                  <a:pt x="58322" y="14470"/>
                  <a:pt x="58322" y="22035"/>
                </a:cubicBezTo>
                <a:lnTo>
                  <a:pt x="58322" y="61178"/>
                </a:lnTo>
                <a:cubicBezTo>
                  <a:pt x="58322" y="67099"/>
                  <a:pt x="53394" y="67427"/>
                  <a:pt x="47972" y="67427"/>
                </a:cubicBezTo>
                <a:lnTo>
                  <a:pt x="45507" y="67427"/>
                </a:lnTo>
                <a:lnTo>
                  <a:pt x="45507" y="72519"/>
                </a:lnTo>
                <a:lnTo>
                  <a:pt x="82637" y="72519"/>
                </a:lnTo>
                <a:lnTo>
                  <a:pt x="82637" y="67427"/>
                </a:lnTo>
                <a:lnTo>
                  <a:pt x="78365" y="67427"/>
                </a:lnTo>
                <a:cubicBezTo>
                  <a:pt x="73765" y="67427"/>
                  <a:pt x="69824" y="66768"/>
                  <a:pt x="69824" y="60684"/>
                </a:cubicBezTo>
                <a:lnTo>
                  <a:pt x="69824" y="30586"/>
                </a:lnTo>
                <a:cubicBezTo>
                  <a:pt x="69824" y="18581"/>
                  <a:pt x="76395" y="3615"/>
                  <a:pt x="92165" y="3615"/>
                </a:cubicBezTo>
                <a:cubicBezTo>
                  <a:pt x="102682" y="3615"/>
                  <a:pt x="103830" y="14470"/>
                  <a:pt x="103830" y="22035"/>
                </a:cubicBezTo>
                <a:lnTo>
                  <a:pt x="103830" y="61178"/>
                </a:lnTo>
                <a:cubicBezTo>
                  <a:pt x="103830" y="67099"/>
                  <a:pt x="98901" y="67427"/>
                  <a:pt x="93481" y="67427"/>
                </a:cubicBezTo>
                <a:lnTo>
                  <a:pt x="91017" y="67427"/>
                </a:lnTo>
                <a:lnTo>
                  <a:pt x="91017" y="72519"/>
                </a:lnTo>
                <a:lnTo>
                  <a:pt x="128146" y="72519"/>
                </a:lnTo>
                <a:lnTo>
                  <a:pt x="128146" y="67427"/>
                </a:lnTo>
                <a:lnTo>
                  <a:pt x="124697" y="67427"/>
                </a:lnTo>
                <a:cubicBezTo>
                  <a:pt x="119766" y="67427"/>
                  <a:pt x="115331" y="66934"/>
                  <a:pt x="115331" y="61178"/>
                </a:cubicBezTo>
                <a:lnTo>
                  <a:pt x="115331" y="24008"/>
                </a:lnTo>
                <a:cubicBezTo>
                  <a:pt x="115331" y="17924"/>
                  <a:pt x="115003" y="12497"/>
                  <a:pt x="111060" y="6904"/>
                </a:cubicBezTo>
                <a:cubicBezTo>
                  <a:pt x="106788" y="1479"/>
                  <a:pt x="99724" y="0"/>
                  <a:pt x="93153" y="0"/>
                </a:cubicBezTo>
                <a:cubicBezTo>
                  <a:pt x="82474" y="0"/>
                  <a:pt x="73765" y="6247"/>
                  <a:pt x="69330" y="15786"/>
                </a:cubicBezTo>
                <a:cubicBezTo>
                  <a:pt x="66209" y="4109"/>
                  <a:pt x="58816" y="0"/>
                  <a:pt x="47480" y="0"/>
                </a:cubicBezTo>
                <a:cubicBezTo>
                  <a:pt x="36964" y="0"/>
                  <a:pt x="26944" y="6576"/>
                  <a:pt x="23492" y="16774"/>
                </a:cubicBezTo>
                <a:lnTo>
                  <a:pt x="23329" y="0"/>
                </a:lnTo>
                <a:lnTo>
                  <a:pt x="0" y="180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path-893">
            <a:extLst xmlns:a="http://schemas.openxmlformats.org/drawingml/2006/main">
              <a:ext uri="{FF2B5EF4-FFF2-40B4-BE49-F238E27FC236}">
                <a16:creationId xmlns:a16="http://schemas.microsoft.com/office/drawing/2014/main" id="{D3B031EF-A088-4843-AEDE-8F2F7CD8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549" y="9749169"/>
            <a:ext cx="40453" cy="125871"/>
          </a:xfrm>
          <a:custGeom xmlns:a="http://schemas.openxmlformats.org/drawingml/2006/main">
            <a:pathLst>
              <a:path w="35322" h="109904">
                <a:moveTo>
                  <a:pt x="657" y="39330"/>
                </a:moveTo>
                <a:lnTo>
                  <a:pt x="657" y="44417"/>
                </a:lnTo>
                <a:lnTo>
                  <a:pt x="3780" y="44417"/>
                </a:lnTo>
                <a:cubicBezTo>
                  <a:pt x="8543" y="44417"/>
                  <a:pt x="12815" y="45074"/>
                  <a:pt x="12815" y="52624"/>
                </a:cubicBezTo>
                <a:lnTo>
                  <a:pt x="12815" y="98084"/>
                </a:lnTo>
                <a:cubicBezTo>
                  <a:pt x="12815" y="103827"/>
                  <a:pt x="9857" y="104812"/>
                  <a:pt x="0" y="104812"/>
                </a:cubicBezTo>
                <a:lnTo>
                  <a:pt x="0" y="109904"/>
                </a:lnTo>
                <a:lnTo>
                  <a:pt x="35322" y="109904"/>
                </a:lnTo>
                <a:lnTo>
                  <a:pt x="35322" y="104812"/>
                </a:lnTo>
                <a:lnTo>
                  <a:pt x="32038" y="104812"/>
                </a:lnTo>
                <a:cubicBezTo>
                  <a:pt x="27766" y="104812"/>
                  <a:pt x="23823" y="104319"/>
                  <a:pt x="23823" y="99069"/>
                </a:cubicBezTo>
                <a:lnTo>
                  <a:pt x="23823" y="37523"/>
                </a:lnTo>
                <a:lnTo>
                  <a:pt x="657" y="39330"/>
                </a:lnTo>
                <a:moveTo>
                  <a:pt x="14457" y="163"/>
                </a:moveTo>
                <a:cubicBezTo>
                  <a:pt x="10351" y="664"/>
                  <a:pt x="7064" y="4289"/>
                  <a:pt x="7064" y="8741"/>
                </a:cubicBezTo>
                <a:cubicBezTo>
                  <a:pt x="7064" y="13522"/>
                  <a:pt x="11173" y="17480"/>
                  <a:pt x="15773" y="17480"/>
                </a:cubicBezTo>
                <a:cubicBezTo>
                  <a:pt x="20208" y="17480"/>
                  <a:pt x="24480" y="13853"/>
                  <a:pt x="24480" y="8741"/>
                </a:cubicBezTo>
                <a:cubicBezTo>
                  <a:pt x="24480" y="3961"/>
                  <a:pt x="20373" y="3"/>
                  <a:pt x="15773" y="3"/>
                </a:cubicBezTo>
                <a:cubicBezTo>
                  <a:pt x="15279" y="0"/>
                  <a:pt x="14951" y="163"/>
                  <a:pt x="14457" y="16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894">
            <a:extLst xmlns:a="http://schemas.openxmlformats.org/drawingml/2006/main">
              <a:ext uri="{FF2B5EF4-FFF2-40B4-BE49-F238E27FC236}">
                <a16:creationId xmlns:a16="http://schemas.microsoft.com/office/drawing/2014/main" id="{CAC259ED-5F9E-4217-9BB4-683F296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937" y="9794190"/>
            <a:ext cx="70181" cy="80850"/>
          </a:xfrm>
          <a:custGeom xmlns:a="http://schemas.openxmlformats.org/drawingml/2006/main">
            <a:pathLst>
              <a:path w="61278" h="70594">
                <a:moveTo>
                  <a:pt x="4106" y="0"/>
                </a:moveTo>
                <a:lnTo>
                  <a:pt x="2299" y="26432"/>
                </a:lnTo>
                <a:lnTo>
                  <a:pt x="6405" y="26432"/>
                </a:lnTo>
                <a:cubicBezTo>
                  <a:pt x="6733" y="20689"/>
                  <a:pt x="7064" y="13958"/>
                  <a:pt x="10677" y="9361"/>
                </a:cubicBezTo>
                <a:cubicBezTo>
                  <a:pt x="14620" y="4109"/>
                  <a:pt x="22341" y="3615"/>
                  <a:pt x="28914" y="3615"/>
                </a:cubicBezTo>
                <a:lnTo>
                  <a:pt x="47149" y="3615"/>
                </a:lnTo>
                <a:cubicBezTo>
                  <a:pt x="31707" y="23479"/>
                  <a:pt x="16921" y="44490"/>
                  <a:pt x="1805" y="64682"/>
                </a:cubicBezTo>
                <a:cubicBezTo>
                  <a:pt x="985" y="65668"/>
                  <a:pt x="0" y="67144"/>
                  <a:pt x="0" y="68460"/>
                </a:cubicBezTo>
                <a:cubicBezTo>
                  <a:pt x="0" y="70102"/>
                  <a:pt x="1148" y="70594"/>
                  <a:pt x="2793" y="70594"/>
                </a:cubicBezTo>
                <a:lnTo>
                  <a:pt x="58485" y="70594"/>
                </a:lnTo>
                <a:lnTo>
                  <a:pt x="61278" y="39894"/>
                </a:lnTo>
                <a:lnTo>
                  <a:pt x="57172" y="39894"/>
                </a:lnTo>
                <a:cubicBezTo>
                  <a:pt x="56021" y="51058"/>
                  <a:pt x="55201" y="64517"/>
                  <a:pt x="39428" y="66159"/>
                </a:cubicBezTo>
                <a:cubicBezTo>
                  <a:pt x="35650" y="66487"/>
                  <a:pt x="32035" y="66487"/>
                  <a:pt x="28258" y="66487"/>
                </a:cubicBezTo>
                <a:lnTo>
                  <a:pt x="13963" y="66487"/>
                </a:lnTo>
                <a:cubicBezTo>
                  <a:pt x="25956" y="50072"/>
                  <a:pt x="38115" y="33657"/>
                  <a:pt x="50273" y="17405"/>
                </a:cubicBezTo>
                <a:cubicBezTo>
                  <a:pt x="53885" y="12645"/>
                  <a:pt x="60950" y="4766"/>
                  <a:pt x="60950" y="1973"/>
                </a:cubicBezTo>
                <a:cubicBezTo>
                  <a:pt x="60950" y="494"/>
                  <a:pt x="59636" y="0"/>
                  <a:pt x="58322" y="0"/>
                </a:cubicBezTo>
                <a:lnTo>
                  <a:pt x="4106" y="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6" name="path-895">
            <a:extLst xmlns:a="http://schemas.openxmlformats.org/drawingml/2006/main">
              <a:ext uri="{FF2B5EF4-FFF2-40B4-BE49-F238E27FC236}">
                <a16:creationId xmlns:a16="http://schemas.microsoft.com/office/drawing/2014/main" id="{D6B874DF-9FE9-4302-8414-0A0A0EE5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498" y="9790882"/>
            <a:ext cx="73006" cy="86178"/>
          </a:xfrm>
          <a:custGeom xmlns:a="http://schemas.openxmlformats.org/drawingml/2006/main">
            <a:pathLst>
              <a:path w="63745" h="75246">
                <a:moveTo>
                  <a:pt x="13800" y="35457"/>
                </a:moveTo>
                <a:lnTo>
                  <a:pt x="61115" y="35457"/>
                </a:lnTo>
                <a:cubicBezTo>
                  <a:pt x="62923" y="35457"/>
                  <a:pt x="63745" y="34309"/>
                  <a:pt x="63745" y="32502"/>
                </a:cubicBezTo>
                <a:cubicBezTo>
                  <a:pt x="63745" y="15104"/>
                  <a:pt x="53066" y="0"/>
                  <a:pt x="34665" y="0"/>
                </a:cubicBezTo>
                <a:cubicBezTo>
                  <a:pt x="14457" y="0"/>
                  <a:pt x="0" y="17894"/>
                  <a:pt x="0" y="37433"/>
                </a:cubicBezTo>
                <a:cubicBezTo>
                  <a:pt x="0" y="52559"/>
                  <a:pt x="8378" y="66044"/>
                  <a:pt x="22835" y="72619"/>
                </a:cubicBezTo>
                <a:cubicBezTo>
                  <a:pt x="26613" y="74261"/>
                  <a:pt x="31050" y="75246"/>
                  <a:pt x="35156" y="75246"/>
                </a:cubicBezTo>
                <a:lnTo>
                  <a:pt x="35650" y="75246"/>
                </a:lnTo>
                <a:cubicBezTo>
                  <a:pt x="48300" y="75246"/>
                  <a:pt x="58814" y="68180"/>
                  <a:pt x="63251" y="55520"/>
                </a:cubicBezTo>
                <a:cubicBezTo>
                  <a:pt x="63414" y="55026"/>
                  <a:pt x="63414" y="54369"/>
                  <a:pt x="63414" y="53875"/>
                </a:cubicBezTo>
                <a:cubicBezTo>
                  <a:pt x="63414" y="52725"/>
                  <a:pt x="62757" y="51902"/>
                  <a:pt x="61609" y="51902"/>
                </a:cubicBezTo>
                <a:cubicBezTo>
                  <a:pt x="59145" y="51902"/>
                  <a:pt x="58157" y="57327"/>
                  <a:pt x="57172" y="59137"/>
                </a:cubicBezTo>
                <a:cubicBezTo>
                  <a:pt x="53066" y="66372"/>
                  <a:pt x="45179" y="71140"/>
                  <a:pt x="36635" y="71140"/>
                </a:cubicBezTo>
                <a:cubicBezTo>
                  <a:pt x="30556" y="71140"/>
                  <a:pt x="25299" y="67688"/>
                  <a:pt x="20865" y="63248"/>
                </a:cubicBezTo>
                <a:cubicBezTo>
                  <a:pt x="14292" y="55683"/>
                  <a:pt x="13800" y="44996"/>
                  <a:pt x="13800" y="35457"/>
                </a:cubicBezTo>
                <a:moveTo>
                  <a:pt x="13963" y="32008"/>
                </a:moveTo>
                <a:cubicBezTo>
                  <a:pt x="13963" y="19371"/>
                  <a:pt x="20699" y="3615"/>
                  <a:pt x="34171" y="3615"/>
                </a:cubicBezTo>
                <a:lnTo>
                  <a:pt x="34993" y="3615"/>
                </a:lnTo>
                <a:cubicBezTo>
                  <a:pt x="51093" y="5094"/>
                  <a:pt x="50930" y="22161"/>
                  <a:pt x="52572" y="32008"/>
                </a:cubicBezTo>
                <a:lnTo>
                  <a:pt x="13963" y="3200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896">
            <a:extLst xmlns:a="http://schemas.openxmlformats.org/drawingml/2006/main">
              <a:ext uri="{FF2B5EF4-FFF2-40B4-BE49-F238E27FC236}">
                <a16:creationId xmlns:a16="http://schemas.microsoft.com/office/drawing/2014/main" id="{74CBD66F-0C2A-4185-B44A-B6FBCD34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126" y="9906681"/>
            <a:ext cx="102998" cy="92481"/>
          </a:xfrm>
          <a:custGeom xmlns:a="http://schemas.openxmlformats.org/drawingml/2006/main">
            <a:pathLst>
              <a:path w="89932" h="80749">
                <a:moveTo>
                  <a:pt x="73142" y="13673"/>
                </a:moveTo>
                <a:cubicBezTo>
                  <a:pt x="77398" y="7472"/>
                  <a:pt x="81077" y="4601"/>
                  <a:pt x="87288" y="4141"/>
                </a:cubicBezTo>
                <a:cubicBezTo>
                  <a:pt x="88667" y="4026"/>
                  <a:pt x="89932" y="3911"/>
                  <a:pt x="89932" y="1611"/>
                </a:cubicBezTo>
                <a:cubicBezTo>
                  <a:pt x="89932" y="1265"/>
                  <a:pt x="89702" y="0"/>
                  <a:pt x="88323" y="0"/>
                </a:cubicBezTo>
                <a:cubicBezTo>
                  <a:pt x="85563" y="0"/>
                  <a:pt x="81997" y="462"/>
                  <a:pt x="79123" y="462"/>
                </a:cubicBezTo>
                <a:cubicBezTo>
                  <a:pt x="75443" y="462"/>
                  <a:pt x="70612" y="0"/>
                  <a:pt x="67162" y="0"/>
                </a:cubicBezTo>
                <a:cubicBezTo>
                  <a:pt x="66126" y="0"/>
                  <a:pt x="64861" y="346"/>
                  <a:pt x="64861" y="2530"/>
                </a:cubicBezTo>
                <a:cubicBezTo>
                  <a:pt x="64861" y="4026"/>
                  <a:pt x="66472" y="4141"/>
                  <a:pt x="66932" y="4141"/>
                </a:cubicBezTo>
                <a:cubicBezTo>
                  <a:pt x="70612" y="4371"/>
                  <a:pt x="71647" y="5749"/>
                  <a:pt x="71647" y="7472"/>
                </a:cubicBezTo>
                <a:cubicBezTo>
                  <a:pt x="71647" y="9079"/>
                  <a:pt x="70842" y="10229"/>
                  <a:pt x="69576" y="12066"/>
                </a:cubicBezTo>
                <a:lnTo>
                  <a:pt x="31855" y="67653"/>
                </a:lnTo>
                <a:lnTo>
                  <a:pt x="21391" y="8965"/>
                </a:lnTo>
                <a:cubicBezTo>
                  <a:pt x="21161" y="7932"/>
                  <a:pt x="21161" y="7702"/>
                  <a:pt x="21161" y="7242"/>
                </a:cubicBezTo>
                <a:cubicBezTo>
                  <a:pt x="21161" y="4141"/>
                  <a:pt x="27601" y="4141"/>
                  <a:pt x="28405" y="4141"/>
                </a:cubicBezTo>
                <a:cubicBezTo>
                  <a:pt x="30360" y="4141"/>
                  <a:pt x="31855" y="4141"/>
                  <a:pt x="31855" y="1611"/>
                </a:cubicBezTo>
                <a:cubicBezTo>
                  <a:pt x="31855" y="1495"/>
                  <a:pt x="31741" y="0"/>
                  <a:pt x="29900" y="0"/>
                </a:cubicBezTo>
                <a:cubicBezTo>
                  <a:pt x="26566" y="0"/>
                  <a:pt x="18401" y="462"/>
                  <a:pt x="15065" y="462"/>
                </a:cubicBezTo>
                <a:cubicBezTo>
                  <a:pt x="12191" y="462"/>
                  <a:pt x="5175" y="0"/>
                  <a:pt x="2301" y="0"/>
                </a:cubicBezTo>
                <a:cubicBezTo>
                  <a:pt x="1265" y="0"/>
                  <a:pt x="0" y="346"/>
                  <a:pt x="0" y="2530"/>
                </a:cubicBezTo>
                <a:cubicBezTo>
                  <a:pt x="0" y="4141"/>
                  <a:pt x="1609" y="4141"/>
                  <a:pt x="2874" y="4141"/>
                </a:cubicBezTo>
                <a:cubicBezTo>
                  <a:pt x="9315" y="4141"/>
                  <a:pt x="9430" y="4831"/>
                  <a:pt x="10004" y="7816"/>
                </a:cubicBezTo>
                <a:lnTo>
                  <a:pt x="22541" y="77647"/>
                </a:lnTo>
                <a:cubicBezTo>
                  <a:pt x="23000" y="80060"/>
                  <a:pt x="23116" y="80749"/>
                  <a:pt x="25301" y="80749"/>
                </a:cubicBezTo>
                <a:cubicBezTo>
                  <a:pt x="27486" y="80749"/>
                  <a:pt x="28061" y="79946"/>
                  <a:pt x="29211" y="78221"/>
                </a:cubicBezTo>
                <a:lnTo>
                  <a:pt x="73142" y="1367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8" name="path-897">
            <a:extLst xmlns:a="http://schemas.openxmlformats.org/drawingml/2006/main">
              <a:ext uri="{FF2B5EF4-FFF2-40B4-BE49-F238E27FC236}">
                <a16:creationId xmlns:a16="http://schemas.microsoft.com/office/drawing/2014/main" id="{C7AAA937-43A9-4355-B5A8-4D212AEF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672" y="9917146"/>
            <a:ext cx="75640" cy="42814"/>
          </a:xfrm>
          <a:custGeom xmlns:a="http://schemas.openxmlformats.org/drawingml/2006/main">
            <a:pathLst>
              <a:path w="66045" h="37383">
                <a:moveTo>
                  <a:pt x="59637" y="9366"/>
                </a:moveTo>
                <a:cubicBezTo>
                  <a:pt x="65798" y="9366"/>
                  <a:pt x="66045" y="4601"/>
                  <a:pt x="66045" y="3943"/>
                </a:cubicBezTo>
                <a:cubicBezTo>
                  <a:pt x="66045" y="0"/>
                  <a:pt x="62347" y="0"/>
                  <a:pt x="61034" y="0"/>
                </a:cubicBezTo>
                <a:lnTo>
                  <a:pt x="19550" y="0"/>
                </a:lnTo>
                <a:cubicBezTo>
                  <a:pt x="17742" y="0"/>
                  <a:pt x="13225" y="0"/>
                  <a:pt x="7064" y="4272"/>
                </a:cubicBezTo>
                <a:cubicBezTo>
                  <a:pt x="5668" y="5258"/>
                  <a:pt x="0" y="9858"/>
                  <a:pt x="0" y="11584"/>
                </a:cubicBezTo>
                <a:cubicBezTo>
                  <a:pt x="0" y="13392"/>
                  <a:pt x="1396" y="13392"/>
                  <a:pt x="3449" y="13392"/>
                </a:cubicBezTo>
                <a:cubicBezTo>
                  <a:pt x="5668" y="13392"/>
                  <a:pt x="5750" y="13309"/>
                  <a:pt x="6571" y="12569"/>
                </a:cubicBezTo>
                <a:cubicBezTo>
                  <a:pt x="7968" y="11255"/>
                  <a:pt x="9857" y="9366"/>
                  <a:pt x="17168" y="9366"/>
                </a:cubicBezTo>
                <a:lnTo>
                  <a:pt x="23410" y="9366"/>
                </a:lnTo>
                <a:cubicBezTo>
                  <a:pt x="21850" y="14213"/>
                  <a:pt x="18810" y="21525"/>
                  <a:pt x="14457" y="28674"/>
                </a:cubicBezTo>
                <a:cubicBezTo>
                  <a:pt x="13142" y="30811"/>
                  <a:pt x="12732" y="31468"/>
                  <a:pt x="12732" y="32864"/>
                </a:cubicBezTo>
                <a:cubicBezTo>
                  <a:pt x="12732" y="35576"/>
                  <a:pt x="14868" y="37301"/>
                  <a:pt x="17414" y="37301"/>
                </a:cubicBezTo>
                <a:cubicBezTo>
                  <a:pt x="22014" y="37301"/>
                  <a:pt x="23740" y="32535"/>
                  <a:pt x="25382" y="27606"/>
                </a:cubicBezTo>
                <a:cubicBezTo>
                  <a:pt x="25793" y="26702"/>
                  <a:pt x="27682" y="21197"/>
                  <a:pt x="30558" y="9366"/>
                </a:cubicBezTo>
                <a:lnTo>
                  <a:pt x="40169" y="9366"/>
                </a:lnTo>
                <a:cubicBezTo>
                  <a:pt x="39018" y="15281"/>
                  <a:pt x="38773" y="18486"/>
                  <a:pt x="38773" y="21115"/>
                </a:cubicBezTo>
                <a:cubicBezTo>
                  <a:pt x="38773" y="30153"/>
                  <a:pt x="42797" y="37383"/>
                  <a:pt x="46986" y="37383"/>
                </a:cubicBezTo>
                <a:cubicBezTo>
                  <a:pt x="50109" y="37383"/>
                  <a:pt x="53312" y="34261"/>
                  <a:pt x="53312" y="31221"/>
                </a:cubicBezTo>
                <a:cubicBezTo>
                  <a:pt x="53312" y="29660"/>
                  <a:pt x="52409" y="28592"/>
                  <a:pt x="52079" y="28181"/>
                </a:cubicBezTo>
                <a:cubicBezTo>
                  <a:pt x="50765" y="26538"/>
                  <a:pt x="47069" y="22101"/>
                  <a:pt x="47069" y="13556"/>
                </a:cubicBezTo>
                <a:cubicBezTo>
                  <a:pt x="47069" y="13228"/>
                  <a:pt x="47069" y="9694"/>
                  <a:pt x="47479" y="9447"/>
                </a:cubicBezTo>
                <a:cubicBezTo>
                  <a:pt x="47644" y="9366"/>
                  <a:pt x="47809" y="9366"/>
                  <a:pt x="49041" y="9366"/>
                </a:cubicBezTo>
                <a:lnTo>
                  <a:pt x="59637" y="936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898">
            <a:extLst xmlns:a="http://schemas.openxmlformats.org/drawingml/2006/main">
              <a:ext uri="{FF2B5EF4-FFF2-40B4-BE49-F238E27FC236}">
                <a16:creationId xmlns:a16="http://schemas.microsoft.com/office/drawing/2014/main" id="{56A4298D-BAD3-4D68-B53E-68DD27BC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838" y="9746415"/>
            <a:ext cx="117599" cy="12880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0" name="path-899">
            <a:extLst xmlns:a="http://schemas.openxmlformats.org/drawingml/2006/main">
              <a:ext uri="{FF2B5EF4-FFF2-40B4-BE49-F238E27FC236}">
                <a16:creationId xmlns:a16="http://schemas.microsoft.com/office/drawing/2014/main" id="{430D60A9-BB47-4E19-9688-517D8C0A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041" y="9602315"/>
            <a:ext cx="49486" cy="451405"/>
          </a:xfrm>
          <a:custGeom xmlns:a="http://schemas.openxmlformats.org/drawingml/2006/main">
            <a:pathLst>
              <a:path w="43209" h="394144">
                <a:moveTo>
                  <a:pt x="0" y="394144"/>
                </a:moveTo>
                <a:lnTo>
                  <a:pt x="43209" y="394144"/>
                </a:lnTo>
                <a:lnTo>
                  <a:pt x="43209" y="385106"/>
                </a:lnTo>
                <a:lnTo>
                  <a:pt x="9035" y="385106"/>
                </a:lnTo>
                <a:lnTo>
                  <a:pt x="9035" y="9035"/>
                </a:lnTo>
                <a:lnTo>
                  <a:pt x="43209" y="9035"/>
                </a:lnTo>
                <a:lnTo>
                  <a:pt x="43209" y="0"/>
                </a:lnTo>
                <a:lnTo>
                  <a:pt x="0" y="0"/>
                </a:lnTo>
                <a:lnTo>
                  <a:pt x="0" y="3941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900">
            <a:extLst xmlns:a="http://schemas.openxmlformats.org/drawingml/2006/main">
              <a:ext uri="{FF2B5EF4-FFF2-40B4-BE49-F238E27FC236}">
                <a16:creationId xmlns:a16="http://schemas.microsoft.com/office/drawing/2014/main" id="{2CE050E5-8F48-4629-9969-F672E334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844" y="9746783"/>
            <a:ext cx="134157" cy="132667"/>
          </a:xfrm>
          <a:custGeom xmlns:a="http://schemas.openxmlformats.org/drawingml/2006/main">
            <a:pathLst>
              <a:path w="117139" h="115838">
                <a:moveTo>
                  <a:pt x="93973" y="18731"/>
                </a:moveTo>
                <a:cubicBezTo>
                  <a:pt x="102022" y="5916"/>
                  <a:pt x="108924" y="5422"/>
                  <a:pt x="115003" y="5094"/>
                </a:cubicBezTo>
                <a:cubicBezTo>
                  <a:pt x="116973" y="4931"/>
                  <a:pt x="117139" y="2136"/>
                  <a:pt x="117139" y="1973"/>
                </a:cubicBezTo>
                <a:cubicBezTo>
                  <a:pt x="117139" y="659"/>
                  <a:pt x="116317" y="0"/>
                  <a:pt x="115003" y="0"/>
                </a:cubicBezTo>
                <a:cubicBezTo>
                  <a:pt x="110731" y="0"/>
                  <a:pt x="105966" y="494"/>
                  <a:pt x="101531" y="494"/>
                </a:cubicBezTo>
                <a:cubicBezTo>
                  <a:pt x="96109" y="494"/>
                  <a:pt x="90523" y="0"/>
                  <a:pt x="85266" y="0"/>
                </a:cubicBezTo>
                <a:cubicBezTo>
                  <a:pt x="84281" y="0"/>
                  <a:pt x="82145" y="0"/>
                  <a:pt x="82145" y="3124"/>
                </a:cubicBezTo>
                <a:cubicBezTo>
                  <a:pt x="82145" y="4931"/>
                  <a:pt x="83622" y="5094"/>
                  <a:pt x="84773" y="5094"/>
                </a:cubicBezTo>
                <a:cubicBezTo>
                  <a:pt x="89210" y="5422"/>
                  <a:pt x="92331" y="7067"/>
                  <a:pt x="92331" y="10516"/>
                </a:cubicBezTo>
                <a:cubicBezTo>
                  <a:pt x="92331" y="12981"/>
                  <a:pt x="89866" y="16596"/>
                  <a:pt x="89866" y="16761"/>
                </a:cubicBezTo>
                <a:lnTo>
                  <a:pt x="39428" y="96943"/>
                </a:lnTo>
                <a:lnTo>
                  <a:pt x="28258" y="10022"/>
                </a:lnTo>
                <a:cubicBezTo>
                  <a:pt x="28258" y="7230"/>
                  <a:pt x="32035" y="5094"/>
                  <a:pt x="39594" y="5094"/>
                </a:cubicBezTo>
                <a:cubicBezTo>
                  <a:pt x="41892" y="5094"/>
                  <a:pt x="43700" y="5094"/>
                  <a:pt x="43700" y="1807"/>
                </a:cubicBezTo>
                <a:cubicBezTo>
                  <a:pt x="43700" y="331"/>
                  <a:pt x="42386" y="0"/>
                  <a:pt x="41401" y="0"/>
                </a:cubicBezTo>
                <a:cubicBezTo>
                  <a:pt x="34828" y="0"/>
                  <a:pt x="27764" y="494"/>
                  <a:pt x="21028" y="494"/>
                </a:cubicBezTo>
                <a:cubicBezTo>
                  <a:pt x="18070" y="494"/>
                  <a:pt x="14949" y="331"/>
                  <a:pt x="11993" y="331"/>
                </a:cubicBezTo>
                <a:cubicBezTo>
                  <a:pt x="9035" y="331"/>
                  <a:pt x="5914" y="0"/>
                  <a:pt x="3121" y="0"/>
                </a:cubicBezTo>
                <a:cubicBezTo>
                  <a:pt x="1970" y="0"/>
                  <a:pt x="0" y="0"/>
                  <a:pt x="0" y="3124"/>
                </a:cubicBezTo>
                <a:cubicBezTo>
                  <a:pt x="0" y="5094"/>
                  <a:pt x="1477" y="5094"/>
                  <a:pt x="4106" y="5094"/>
                </a:cubicBezTo>
                <a:cubicBezTo>
                  <a:pt x="13306" y="5094"/>
                  <a:pt x="13469" y="6573"/>
                  <a:pt x="13963" y="10682"/>
                </a:cubicBezTo>
                <a:lnTo>
                  <a:pt x="26941" y="112060"/>
                </a:lnTo>
                <a:cubicBezTo>
                  <a:pt x="27435" y="115346"/>
                  <a:pt x="28092" y="115838"/>
                  <a:pt x="30228" y="115838"/>
                </a:cubicBezTo>
                <a:cubicBezTo>
                  <a:pt x="32858" y="115838"/>
                  <a:pt x="33514" y="115018"/>
                  <a:pt x="34828" y="112882"/>
                </a:cubicBezTo>
                <a:lnTo>
                  <a:pt x="93973" y="187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2" name="path-901">
            <a:extLst xmlns:a="http://schemas.openxmlformats.org/drawingml/2006/main">
              <a:ext uri="{FF2B5EF4-FFF2-40B4-BE49-F238E27FC236}">
                <a16:creationId xmlns:a16="http://schemas.microsoft.com/office/drawing/2014/main" id="{4EFCE131-3564-46F6-B357-6574A3AB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402" y="9739002"/>
            <a:ext cx="93516" cy="59681"/>
          </a:xfrm>
          <a:custGeom xmlns:a="http://schemas.openxmlformats.org/drawingml/2006/main">
            <a:pathLst>
              <a:path w="81653" h="52111">
                <a:moveTo>
                  <a:pt x="36686" y="12421"/>
                </a:moveTo>
                <a:lnTo>
                  <a:pt x="49796" y="12421"/>
                </a:lnTo>
                <a:cubicBezTo>
                  <a:pt x="48877" y="16332"/>
                  <a:pt x="46692" y="25422"/>
                  <a:pt x="46692" y="33015"/>
                </a:cubicBezTo>
                <a:cubicBezTo>
                  <a:pt x="46692" y="41298"/>
                  <a:pt x="49796" y="52111"/>
                  <a:pt x="56236" y="52111"/>
                </a:cubicBezTo>
                <a:cubicBezTo>
                  <a:pt x="60262" y="52111"/>
                  <a:pt x="64861" y="47971"/>
                  <a:pt x="64861" y="43830"/>
                </a:cubicBezTo>
                <a:cubicBezTo>
                  <a:pt x="64861" y="41989"/>
                  <a:pt x="64058" y="40838"/>
                  <a:pt x="63022" y="39227"/>
                </a:cubicBezTo>
                <a:cubicBezTo>
                  <a:pt x="57042" y="30714"/>
                  <a:pt x="57042" y="21625"/>
                  <a:pt x="57042" y="18634"/>
                </a:cubicBezTo>
                <a:cubicBezTo>
                  <a:pt x="57042" y="18518"/>
                  <a:pt x="57042" y="14837"/>
                  <a:pt x="57387" y="12421"/>
                </a:cubicBezTo>
                <a:lnTo>
                  <a:pt x="72912" y="12421"/>
                </a:lnTo>
                <a:cubicBezTo>
                  <a:pt x="75327" y="12421"/>
                  <a:pt x="76938" y="12421"/>
                  <a:pt x="79123" y="10581"/>
                </a:cubicBezTo>
                <a:cubicBezTo>
                  <a:pt x="79928" y="9892"/>
                  <a:pt x="81653" y="8051"/>
                  <a:pt x="81653" y="5177"/>
                </a:cubicBezTo>
                <a:cubicBezTo>
                  <a:pt x="81653" y="0"/>
                  <a:pt x="77052" y="0"/>
                  <a:pt x="74983" y="0"/>
                </a:cubicBezTo>
                <a:lnTo>
                  <a:pt x="24265" y="0"/>
                </a:lnTo>
                <a:cubicBezTo>
                  <a:pt x="21505" y="0"/>
                  <a:pt x="16100" y="0"/>
                  <a:pt x="8511" y="6326"/>
                </a:cubicBezTo>
                <a:cubicBezTo>
                  <a:pt x="5751" y="8627"/>
                  <a:pt x="0" y="14377"/>
                  <a:pt x="0" y="16218"/>
                </a:cubicBezTo>
                <a:cubicBezTo>
                  <a:pt x="0" y="18289"/>
                  <a:pt x="1725" y="18289"/>
                  <a:pt x="3566" y="18289"/>
                </a:cubicBezTo>
                <a:cubicBezTo>
                  <a:pt x="5865" y="18289"/>
                  <a:pt x="6094" y="18289"/>
                  <a:pt x="6900" y="17367"/>
                </a:cubicBezTo>
                <a:cubicBezTo>
                  <a:pt x="8741" y="15297"/>
                  <a:pt x="11385" y="12421"/>
                  <a:pt x="21391" y="12421"/>
                </a:cubicBezTo>
                <a:lnTo>
                  <a:pt x="28981" y="12421"/>
                </a:lnTo>
                <a:cubicBezTo>
                  <a:pt x="25761" y="22660"/>
                  <a:pt x="18975" y="34970"/>
                  <a:pt x="15525" y="40838"/>
                </a:cubicBezTo>
                <a:cubicBezTo>
                  <a:pt x="14375" y="42795"/>
                  <a:pt x="13456" y="44404"/>
                  <a:pt x="13456" y="46244"/>
                </a:cubicBezTo>
                <a:cubicBezTo>
                  <a:pt x="13456" y="48891"/>
                  <a:pt x="15525" y="51997"/>
                  <a:pt x="19780" y="51997"/>
                </a:cubicBezTo>
                <a:cubicBezTo>
                  <a:pt x="23230" y="51997"/>
                  <a:pt x="26106" y="49466"/>
                  <a:pt x="27256" y="46936"/>
                </a:cubicBezTo>
                <a:cubicBezTo>
                  <a:pt x="27715" y="45901"/>
                  <a:pt x="29096" y="41643"/>
                  <a:pt x="30246" y="37272"/>
                </a:cubicBezTo>
                <a:lnTo>
                  <a:pt x="36686" y="124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902">
            <a:extLst xmlns:a="http://schemas.openxmlformats.org/drawingml/2006/main">
              <a:ext uri="{FF2B5EF4-FFF2-40B4-BE49-F238E27FC236}">
                <a16:creationId xmlns:a16="http://schemas.microsoft.com/office/drawing/2014/main" id="{7E2C4CAF-26C1-4181-8A99-5327971B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501" y="9734104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4" name="path-903">
            <a:extLst xmlns:a="http://schemas.openxmlformats.org/drawingml/2006/main">
              <a:ext uri="{FF2B5EF4-FFF2-40B4-BE49-F238E27FC236}">
                <a16:creationId xmlns:a16="http://schemas.microsoft.com/office/drawing/2014/main" id="{32BC99AC-FAB9-4591-A413-5065DFF2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782" y="9790147"/>
            <a:ext cx="78840" cy="86546"/>
          </a:xfrm>
          <a:custGeom xmlns:a="http://schemas.openxmlformats.org/drawingml/2006/main">
            <a:pathLst>
              <a:path w="68839" h="75567">
                <a:moveTo>
                  <a:pt x="58651" y="9571"/>
                </a:moveTo>
                <a:cubicBezTo>
                  <a:pt x="53231" y="11707"/>
                  <a:pt x="51752" y="16636"/>
                  <a:pt x="51752" y="18937"/>
                </a:cubicBezTo>
                <a:cubicBezTo>
                  <a:pt x="51752" y="23206"/>
                  <a:pt x="55201" y="25670"/>
                  <a:pt x="58816" y="25670"/>
                </a:cubicBezTo>
                <a:cubicBezTo>
                  <a:pt x="62760" y="25670"/>
                  <a:pt x="68839" y="22386"/>
                  <a:pt x="68839" y="14500"/>
                </a:cubicBezTo>
                <a:cubicBezTo>
                  <a:pt x="68839" y="5751"/>
                  <a:pt x="60130" y="0"/>
                  <a:pt x="45344" y="0"/>
                </a:cubicBezTo>
                <a:cubicBezTo>
                  <a:pt x="40579" y="0"/>
                  <a:pt x="31379" y="331"/>
                  <a:pt x="23823" y="6082"/>
                </a:cubicBezTo>
                <a:cubicBezTo>
                  <a:pt x="16430" y="11707"/>
                  <a:pt x="13800" y="21236"/>
                  <a:pt x="13800" y="25342"/>
                </a:cubicBezTo>
                <a:cubicBezTo>
                  <a:pt x="13800" y="30271"/>
                  <a:pt x="16102" y="34868"/>
                  <a:pt x="19714" y="37824"/>
                </a:cubicBezTo>
                <a:cubicBezTo>
                  <a:pt x="24314" y="41439"/>
                  <a:pt x="27109" y="41930"/>
                  <a:pt x="38280" y="44066"/>
                </a:cubicBezTo>
                <a:cubicBezTo>
                  <a:pt x="43209" y="44886"/>
                  <a:pt x="53066" y="46693"/>
                  <a:pt x="53066" y="54086"/>
                </a:cubicBezTo>
                <a:cubicBezTo>
                  <a:pt x="53066" y="54743"/>
                  <a:pt x="53066" y="69654"/>
                  <a:pt x="28586" y="69654"/>
                </a:cubicBezTo>
                <a:cubicBezTo>
                  <a:pt x="20536" y="69654"/>
                  <a:pt x="14457" y="68029"/>
                  <a:pt x="10842" y="65422"/>
                </a:cubicBezTo>
                <a:cubicBezTo>
                  <a:pt x="16430" y="63780"/>
                  <a:pt x="19880" y="59014"/>
                  <a:pt x="19880" y="54086"/>
                </a:cubicBezTo>
                <a:cubicBezTo>
                  <a:pt x="19880" y="48172"/>
                  <a:pt x="15114" y="46528"/>
                  <a:pt x="11830" y="46528"/>
                </a:cubicBezTo>
                <a:cubicBezTo>
                  <a:pt x="6242" y="46528"/>
                  <a:pt x="0" y="51130"/>
                  <a:pt x="0" y="59343"/>
                </a:cubicBezTo>
                <a:cubicBezTo>
                  <a:pt x="0" y="69982"/>
                  <a:pt x="11502" y="75567"/>
                  <a:pt x="28258" y="75567"/>
                </a:cubicBezTo>
                <a:cubicBezTo>
                  <a:pt x="65718" y="75567"/>
                  <a:pt x="65718" y="47515"/>
                  <a:pt x="65718" y="47350"/>
                </a:cubicBezTo>
                <a:cubicBezTo>
                  <a:pt x="65718" y="41767"/>
                  <a:pt x="62923" y="37332"/>
                  <a:pt x="59145" y="34048"/>
                </a:cubicBezTo>
                <a:cubicBezTo>
                  <a:pt x="54051" y="29614"/>
                  <a:pt x="47809" y="28463"/>
                  <a:pt x="42058" y="27478"/>
                </a:cubicBezTo>
                <a:cubicBezTo>
                  <a:pt x="33023" y="25836"/>
                  <a:pt x="26616" y="24685"/>
                  <a:pt x="26616" y="18606"/>
                </a:cubicBezTo>
                <a:cubicBezTo>
                  <a:pt x="26616" y="18278"/>
                  <a:pt x="26616" y="5916"/>
                  <a:pt x="45016" y="5916"/>
                </a:cubicBezTo>
                <a:cubicBezTo>
                  <a:pt x="48302" y="5916"/>
                  <a:pt x="54216" y="6247"/>
                  <a:pt x="58651" y="957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904">
            <a:extLst xmlns:a="http://schemas.openxmlformats.org/drawingml/2006/main">
              <a:ext uri="{FF2B5EF4-FFF2-40B4-BE49-F238E27FC236}">
                <a16:creationId xmlns:a16="http://schemas.microsoft.com/office/drawing/2014/main" id="{97DBCDC3-6455-4A84-9DD8-09ACE4E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537" y="9821189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6" name="path-905">
            <a:extLst xmlns:a="http://schemas.openxmlformats.org/drawingml/2006/main">
              <a:ext uri="{FF2B5EF4-FFF2-40B4-BE49-F238E27FC236}">
                <a16:creationId xmlns:a16="http://schemas.microsoft.com/office/drawing/2014/main" id="{93C76D92-5674-4E7C-8A16-CD6C6E5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077" y="9867168"/>
            <a:ext cx="89038" cy="6455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906">
            <a:extLst xmlns:a="http://schemas.openxmlformats.org/drawingml/2006/main">
              <a:ext uri="{FF2B5EF4-FFF2-40B4-BE49-F238E27FC236}">
                <a16:creationId xmlns:a16="http://schemas.microsoft.com/office/drawing/2014/main" id="{80DDC68D-4F14-4B76-9249-429927A1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816" y="9815976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8" name="path-907">
            <a:extLst xmlns:a="http://schemas.openxmlformats.org/drawingml/2006/main">
              <a:ext uri="{FF2B5EF4-FFF2-40B4-BE49-F238E27FC236}">
                <a16:creationId xmlns:a16="http://schemas.microsoft.com/office/drawing/2014/main" id="{89DFBBE3-E084-4884-9826-7FF11472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88" y="9734104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9" name="path-908">
            <a:extLst xmlns:a="http://schemas.openxmlformats.org/drawingml/2006/main">
              <a:ext uri="{FF2B5EF4-FFF2-40B4-BE49-F238E27FC236}">
                <a16:creationId xmlns:a16="http://schemas.microsoft.com/office/drawing/2014/main" id="{6F447273-4EDC-419C-B965-E85BADDD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8462" y="9824333"/>
            <a:ext cx="114967" cy="7525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0" name="path-909">
            <a:extLst xmlns:a="http://schemas.openxmlformats.org/drawingml/2006/main">
              <a:ext uri="{FF2B5EF4-FFF2-40B4-BE49-F238E27FC236}">
                <a16:creationId xmlns:a16="http://schemas.microsoft.com/office/drawing/2014/main" id="{7C06A97F-CD35-4DE1-93DA-B2C84DC2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550" y="9696464"/>
            <a:ext cx="250438" cy="263496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1" name="path-910">
            <a:extLst xmlns:a="http://schemas.openxmlformats.org/drawingml/2006/main">
              <a:ext uri="{FF2B5EF4-FFF2-40B4-BE49-F238E27FC236}">
                <a16:creationId xmlns:a16="http://schemas.microsoft.com/office/drawing/2014/main" id="{B7CF4D4A-3E0A-4989-B810-77F2769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453" y="9635185"/>
            <a:ext cx="98387" cy="88986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2" name="path-911">
            <a:extLst xmlns:a="http://schemas.openxmlformats.org/drawingml/2006/main">
              <a:ext uri="{FF2B5EF4-FFF2-40B4-BE49-F238E27FC236}">
                <a16:creationId xmlns:a16="http://schemas.microsoft.com/office/drawing/2014/main" id="{E8E4A03E-4C90-4593-B6CD-3AC77723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321" y="9905857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12">
            <a:extLst xmlns:a="http://schemas.openxmlformats.org/drawingml/2006/main">
              <a:ext uri="{FF2B5EF4-FFF2-40B4-BE49-F238E27FC236}">
                <a16:creationId xmlns:a16="http://schemas.microsoft.com/office/drawing/2014/main" id="{A4571A69-A397-49E4-97FF-F77934F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386" y="9897891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4" name="path-913">
            <a:extLst xmlns:a="http://schemas.openxmlformats.org/drawingml/2006/main">
              <a:ext uri="{FF2B5EF4-FFF2-40B4-BE49-F238E27FC236}">
                <a16:creationId xmlns:a16="http://schemas.microsoft.com/office/drawing/2014/main" id="{CDEA3904-EBCF-4F8C-8217-6F540D3B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756" y="9937408"/>
            <a:ext cx="96940" cy="35418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14">
            <a:extLst xmlns:a="http://schemas.openxmlformats.org/drawingml/2006/main">
              <a:ext uri="{FF2B5EF4-FFF2-40B4-BE49-F238E27FC236}">
                <a16:creationId xmlns:a16="http://schemas.microsoft.com/office/drawing/2014/main" id="{53197594-25C4-450B-B0E6-6838EDC8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578" y="9905857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6" name="path-915">
            <a:extLst xmlns:a="http://schemas.openxmlformats.org/drawingml/2006/main">
              <a:ext uri="{FF2B5EF4-FFF2-40B4-BE49-F238E27FC236}">
                <a16:creationId xmlns:a16="http://schemas.microsoft.com/office/drawing/2014/main" id="{23264B4D-CCBD-4807-BC88-11E135C3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38" y="9791985"/>
            <a:ext cx="98785" cy="123663"/>
          </a:xfrm>
          <a:custGeom xmlns:a="http://schemas.openxmlformats.org/drawingml/2006/main">
            <a:pathLst>
              <a:path w="86254" h="107976">
                <a:moveTo>
                  <a:pt x="3778" y="30895"/>
                </a:moveTo>
                <a:cubicBezTo>
                  <a:pt x="10185" y="11995"/>
                  <a:pt x="28095" y="11830"/>
                  <a:pt x="29902" y="11830"/>
                </a:cubicBezTo>
                <a:cubicBezTo>
                  <a:pt x="54710" y="11830"/>
                  <a:pt x="56518" y="40591"/>
                  <a:pt x="56518" y="53577"/>
                </a:cubicBezTo>
                <a:cubicBezTo>
                  <a:pt x="56518" y="63602"/>
                  <a:pt x="55695" y="66397"/>
                  <a:pt x="54545" y="69684"/>
                </a:cubicBezTo>
                <a:cubicBezTo>
                  <a:pt x="50930" y="81682"/>
                  <a:pt x="46001" y="100746"/>
                  <a:pt x="46001" y="105021"/>
                </a:cubicBezTo>
                <a:cubicBezTo>
                  <a:pt x="46001" y="106828"/>
                  <a:pt x="46823" y="107976"/>
                  <a:pt x="48137" y="107976"/>
                </a:cubicBezTo>
                <a:cubicBezTo>
                  <a:pt x="50273" y="107976"/>
                  <a:pt x="51586" y="104364"/>
                  <a:pt x="53394" y="98117"/>
                </a:cubicBezTo>
                <a:cubicBezTo>
                  <a:pt x="57174" y="84311"/>
                  <a:pt x="58816" y="74943"/>
                  <a:pt x="59473" y="69849"/>
                </a:cubicBezTo>
                <a:cubicBezTo>
                  <a:pt x="59802" y="67711"/>
                  <a:pt x="60130" y="65575"/>
                  <a:pt x="60789" y="63439"/>
                </a:cubicBezTo>
                <a:cubicBezTo>
                  <a:pt x="66046" y="47167"/>
                  <a:pt x="76560" y="22677"/>
                  <a:pt x="83131" y="9694"/>
                </a:cubicBezTo>
                <a:cubicBezTo>
                  <a:pt x="84281" y="7724"/>
                  <a:pt x="86254" y="4109"/>
                  <a:pt x="86254" y="3452"/>
                </a:cubicBezTo>
                <a:cubicBezTo>
                  <a:pt x="86254" y="1807"/>
                  <a:pt x="84610" y="1807"/>
                  <a:pt x="84281" y="1807"/>
                </a:cubicBezTo>
                <a:cubicBezTo>
                  <a:pt x="83790" y="1807"/>
                  <a:pt x="82802" y="1807"/>
                  <a:pt x="82311" y="2958"/>
                </a:cubicBezTo>
                <a:cubicBezTo>
                  <a:pt x="73767" y="18568"/>
                  <a:pt x="67194" y="35004"/>
                  <a:pt x="60624" y="51604"/>
                </a:cubicBezTo>
                <a:cubicBezTo>
                  <a:pt x="60458" y="46510"/>
                  <a:pt x="60295" y="34018"/>
                  <a:pt x="53888" y="18075"/>
                </a:cubicBezTo>
                <a:cubicBezTo>
                  <a:pt x="49944" y="8052"/>
                  <a:pt x="43374" y="0"/>
                  <a:pt x="32038" y="0"/>
                </a:cubicBezTo>
                <a:cubicBezTo>
                  <a:pt x="11502" y="0"/>
                  <a:pt x="0" y="24979"/>
                  <a:pt x="0" y="30072"/>
                </a:cubicBezTo>
                <a:cubicBezTo>
                  <a:pt x="0" y="31717"/>
                  <a:pt x="1479" y="31717"/>
                  <a:pt x="3121" y="31717"/>
                </a:cubicBezTo>
                <a:lnTo>
                  <a:pt x="3778" y="3089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916">
            <a:extLst xmlns:a="http://schemas.openxmlformats.org/drawingml/2006/main">
              <a:ext uri="{FF2B5EF4-FFF2-40B4-BE49-F238E27FC236}">
                <a16:creationId xmlns:a16="http://schemas.microsoft.com/office/drawing/2014/main" id="{36B20C03-61E8-48D1-83FF-F8CC9923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45" y="9715275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917">
            <a:extLst xmlns:a="http://schemas.openxmlformats.org/drawingml/2006/main">
              <a:ext uri="{FF2B5EF4-FFF2-40B4-BE49-F238E27FC236}">
                <a16:creationId xmlns:a16="http://schemas.microsoft.com/office/drawing/2014/main" id="{40263EBD-EAA7-4D05-A367-29529C47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110" y="9688156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918">
            <a:extLst xmlns:a="http://schemas.openxmlformats.org/drawingml/2006/main">
              <a:ext uri="{FF2B5EF4-FFF2-40B4-BE49-F238E27FC236}">
                <a16:creationId xmlns:a16="http://schemas.microsoft.com/office/drawing/2014/main" id="{0CB72D37-3A25-4256-9FED-E7FAB30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466" y="9761254"/>
            <a:ext cx="89038" cy="6455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919">
            <a:extLst xmlns:a="http://schemas.openxmlformats.org/drawingml/2006/main">
              <a:ext uri="{FF2B5EF4-FFF2-40B4-BE49-F238E27FC236}">
                <a16:creationId xmlns:a16="http://schemas.microsoft.com/office/drawing/2014/main" id="{181200B4-2A20-40D3-AACC-0F5DDD7E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380" y="9715275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920">
            <a:extLst xmlns:a="http://schemas.openxmlformats.org/drawingml/2006/main">
              <a:ext uri="{FF2B5EF4-FFF2-40B4-BE49-F238E27FC236}">
                <a16:creationId xmlns:a16="http://schemas.microsoft.com/office/drawing/2014/main" id="{1F16D504-FE55-45CC-8A31-0685F229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083" y="9734104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21">
            <a:extLst xmlns:a="http://schemas.openxmlformats.org/drawingml/2006/main">
              <a:ext uri="{FF2B5EF4-FFF2-40B4-BE49-F238E27FC236}">
                <a16:creationId xmlns:a16="http://schemas.microsoft.com/office/drawing/2014/main" id="{DC777F2E-0358-43F4-AC47-EFC3D18C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095" y="9791985"/>
            <a:ext cx="76580" cy="85260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22">
            <a:extLst xmlns:a="http://schemas.openxmlformats.org/drawingml/2006/main">
              <a:ext uri="{FF2B5EF4-FFF2-40B4-BE49-F238E27FC236}">
                <a16:creationId xmlns:a16="http://schemas.microsoft.com/office/drawing/2014/main" id="{9E569A15-ED74-4E59-9838-CD8086BD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047" y="9821189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4" name="path-923">
            <a:extLst xmlns:a="http://schemas.openxmlformats.org/drawingml/2006/main">
              <a:ext uri="{FF2B5EF4-FFF2-40B4-BE49-F238E27FC236}">
                <a16:creationId xmlns:a16="http://schemas.microsoft.com/office/drawing/2014/main" id="{0E35C2F5-D16E-4D14-A50E-F6E07847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113" y="9813224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path-924">
            <a:extLst xmlns:a="http://schemas.openxmlformats.org/drawingml/2006/main">
              <a:ext uri="{FF2B5EF4-FFF2-40B4-BE49-F238E27FC236}">
                <a16:creationId xmlns:a16="http://schemas.microsoft.com/office/drawing/2014/main" id="{F460C656-3145-4B26-A8AD-112E63F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100" y="9824333"/>
            <a:ext cx="114967" cy="7525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6" name="path-925">
            <a:extLst xmlns:a="http://schemas.openxmlformats.org/drawingml/2006/main">
              <a:ext uri="{FF2B5EF4-FFF2-40B4-BE49-F238E27FC236}">
                <a16:creationId xmlns:a16="http://schemas.microsoft.com/office/drawing/2014/main" id="{E457B748-9CD7-474A-B9C9-29AF4285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087" y="9791985"/>
            <a:ext cx="76580" cy="85260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path-926">
            <a:extLst xmlns:a="http://schemas.openxmlformats.org/drawingml/2006/main">
              <a:ext uri="{FF2B5EF4-FFF2-40B4-BE49-F238E27FC236}">
                <a16:creationId xmlns:a16="http://schemas.microsoft.com/office/drawing/2014/main" id="{8F500BEC-E8ED-46CF-AC58-9621DD1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057" y="9821189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path-927">
            <a:extLst xmlns:a="http://schemas.openxmlformats.org/drawingml/2006/main">
              <a:ext uri="{FF2B5EF4-FFF2-40B4-BE49-F238E27FC236}">
                <a16:creationId xmlns:a16="http://schemas.microsoft.com/office/drawing/2014/main" id="{416466F0-9EAC-4AF5-BDA4-F0E2BA1E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104" y="9813224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path-928">
            <a:extLst xmlns:a="http://schemas.openxmlformats.org/drawingml/2006/main">
              <a:ext uri="{FF2B5EF4-FFF2-40B4-BE49-F238E27FC236}">
                <a16:creationId xmlns:a16="http://schemas.microsoft.com/office/drawing/2014/main" id="{5C7CF7EC-F021-4F4B-BB37-A1212921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78" y="9867168"/>
            <a:ext cx="89038" cy="6455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29">
            <a:extLst xmlns:a="http://schemas.openxmlformats.org/drawingml/2006/main">
              <a:ext uri="{FF2B5EF4-FFF2-40B4-BE49-F238E27FC236}">
                <a16:creationId xmlns:a16="http://schemas.microsoft.com/office/drawing/2014/main" id="{F6620C2B-1943-4599-8E27-4C62E5FB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218" y="9815976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30">
            <a:extLst xmlns:a="http://schemas.openxmlformats.org/drawingml/2006/main">
              <a:ext uri="{FF2B5EF4-FFF2-40B4-BE49-F238E27FC236}">
                <a16:creationId xmlns:a16="http://schemas.microsoft.com/office/drawing/2014/main" id="{4808D7DA-6F3C-4A14-9892-EEFF2FD0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989" y="9734104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31">
            <a:extLst xmlns:a="http://schemas.openxmlformats.org/drawingml/2006/main">
              <a:ext uri="{FF2B5EF4-FFF2-40B4-BE49-F238E27FC236}">
                <a16:creationId xmlns:a16="http://schemas.microsoft.com/office/drawing/2014/main" id="{F4FFE858-8D0F-4BC0-B54D-63FD0EB0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84" y="9602315"/>
            <a:ext cx="49486" cy="451405"/>
          </a:xfrm>
          <a:custGeom xmlns:a="http://schemas.openxmlformats.org/drawingml/2006/main">
            <a:pathLst>
              <a:path w="43209" h="394144">
                <a:moveTo>
                  <a:pt x="34174" y="385106"/>
                </a:moveTo>
                <a:lnTo>
                  <a:pt x="0" y="385106"/>
                </a:lnTo>
                <a:lnTo>
                  <a:pt x="0" y="394144"/>
                </a:lnTo>
                <a:lnTo>
                  <a:pt x="43209" y="394144"/>
                </a:lnTo>
                <a:lnTo>
                  <a:pt x="43209" y="0"/>
                </a:lnTo>
                <a:lnTo>
                  <a:pt x="0" y="0"/>
                </a:lnTo>
                <a:lnTo>
                  <a:pt x="0" y="9035"/>
                </a:lnTo>
                <a:lnTo>
                  <a:pt x="34174" y="9035"/>
                </a:lnTo>
                <a:lnTo>
                  <a:pt x="34174" y="3851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32">
            <a:extLst xmlns:a="http://schemas.openxmlformats.org/drawingml/2006/main">
              <a:ext uri="{FF2B5EF4-FFF2-40B4-BE49-F238E27FC236}">
                <a16:creationId xmlns:a16="http://schemas.microsoft.com/office/drawing/2014/main" id="{E281DDA4-B14E-41A8-AE07-AD59C6F9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052" y="9561443"/>
            <a:ext cx="58216" cy="87464"/>
          </a:xfrm>
          <a:custGeom xmlns:a="http://schemas.openxmlformats.org/drawingml/2006/main">
            <a:pathLst>
              <a:path w="50832" h="76369">
                <a:moveTo>
                  <a:pt x="50832" y="55434"/>
                </a:moveTo>
                <a:lnTo>
                  <a:pt x="46922" y="55434"/>
                </a:lnTo>
                <a:cubicBezTo>
                  <a:pt x="46576" y="57967"/>
                  <a:pt x="45427" y="64754"/>
                  <a:pt x="43932" y="65905"/>
                </a:cubicBezTo>
                <a:cubicBezTo>
                  <a:pt x="43012" y="66595"/>
                  <a:pt x="34157" y="66595"/>
                  <a:pt x="32546" y="66595"/>
                </a:cubicBezTo>
                <a:lnTo>
                  <a:pt x="11385" y="66595"/>
                </a:lnTo>
                <a:cubicBezTo>
                  <a:pt x="23462" y="55894"/>
                  <a:pt x="27486" y="52674"/>
                  <a:pt x="34387" y="47266"/>
                </a:cubicBezTo>
                <a:cubicBezTo>
                  <a:pt x="42896" y="40478"/>
                  <a:pt x="50832" y="33345"/>
                  <a:pt x="50832" y="22416"/>
                </a:cubicBezTo>
                <a:cubicBezTo>
                  <a:pt x="50832" y="8507"/>
                  <a:pt x="38641" y="0"/>
                  <a:pt x="23922" y="0"/>
                </a:cubicBezTo>
                <a:cubicBezTo>
                  <a:pt x="9660" y="0"/>
                  <a:pt x="0" y="10001"/>
                  <a:pt x="0" y="20575"/>
                </a:cubicBezTo>
                <a:cubicBezTo>
                  <a:pt x="0" y="26441"/>
                  <a:pt x="4945" y="27015"/>
                  <a:pt x="6096" y="27015"/>
                </a:cubicBezTo>
                <a:cubicBezTo>
                  <a:pt x="8857" y="27015"/>
                  <a:pt x="12191" y="25060"/>
                  <a:pt x="12191" y="20921"/>
                </a:cubicBezTo>
                <a:cubicBezTo>
                  <a:pt x="12191" y="18850"/>
                  <a:pt x="11385" y="14825"/>
                  <a:pt x="5405" y="14825"/>
                </a:cubicBezTo>
                <a:cubicBezTo>
                  <a:pt x="8971" y="6668"/>
                  <a:pt x="16792" y="4141"/>
                  <a:pt x="22197" y="4141"/>
                </a:cubicBezTo>
                <a:cubicBezTo>
                  <a:pt x="33696" y="4141"/>
                  <a:pt x="39676" y="13101"/>
                  <a:pt x="39676" y="22416"/>
                </a:cubicBezTo>
                <a:cubicBezTo>
                  <a:pt x="39676" y="32424"/>
                  <a:pt x="32546" y="40362"/>
                  <a:pt x="28867" y="44504"/>
                </a:cubicBezTo>
                <a:lnTo>
                  <a:pt x="1151" y="71886"/>
                </a:lnTo>
                <a:cubicBezTo>
                  <a:pt x="0" y="72919"/>
                  <a:pt x="0" y="73149"/>
                  <a:pt x="0" y="76369"/>
                </a:cubicBezTo>
                <a:lnTo>
                  <a:pt x="47382" y="76369"/>
                </a:lnTo>
                <a:lnTo>
                  <a:pt x="50832" y="5543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33">
            <a:extLst xmlns:a="http://schemas.openxmlformats.org/drawingml/2006/main">
              <a:ext uri="{FF2B5EF4-FFF2-40B4-BE49-F238E27FC236}">
                <a16:creationId xmlns:a16="http://schemas.microsoft.com/office/drawing/2014/main" id="{7E287A1D-1010-489B-852F-A48650A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59" y="8711792"/>
            <a:ext cx="2271008" cy="508048"/>
          </a:xfrm>
          <a:custGeom xmlns:a="http://schemas.openxmlformats.org/drawingml/2006/main">
            <a:pathLst>
              <a:path w="1982926" h="443601">
                <a:moveTo>
                  <a:pt x="0" y="0"/>
                </a:moveTo>
                <a:lnTo>
                  <a:pt x="0" y="443601"/>
                </a:lnTo>
                <a:lnTo>
                  <a:pt x="1982926" y="443601"/>
                </a:lnTo>
                <a:lnTo>
                  <a:pt x="198292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985" name="path-934">
            <a:extLst xmlns:a="http://schemas.openxmlformats.org/drawingml/2006/main">
              <a:ext uri="{FF2B5EF4-FFF2-40B4-BE49-F238E27FC236}">
                <a16:creationId xmlns:a16="http://schemas.microsoft.com/office/drawing/2014/main" id="{8109D820-22C0-41DA-AB84-7AC9EF2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877" y="9675195"/>
            <a:ext cx="776234" cy="308419"/>
          </a:xfrm>
          <a:custGeom xmlns:a="http://schemas.openxmlformats.org/drawingml/2006/main">
            <a:pathLst>
              <a:path w="677768" h="269296">
                <a:moveTo>
                  <a:pt x="0" y="0"/>
                </a:moveTo>
                <a:lnTo>
                  <a:pt x="0" y="269296"/>
                </a:lnTo>
                <a:lnTo>
                  <a:pt x="677768" y="269296"/>
                </a:lnTo>
                <a:lnTo>
                  <a:pt x="67776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986" name="path-935">
            <a:extLst xmlns:a="http://schemas.openxmlformats.org/drawingml/2006/main">
              <a:ext uri="{FF2B5EF4-FFF2-40B4-BE49-F238E27FC236}">
                <a16:creationId xmlns:a16="http://schemas.microsoft.com/office/drawing/2014/main" id="{19B9263A-51CB-4D16-817D-2798C3A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60" y="9242220"/>
            <a:ext cx="477168" cy="432974"/>
          </a:xfrm>
          <a:custGeom xmlns:a="http://schemas.openxmlformats.org/drawingml/2006/main">
            <a:pathLst>
              <a:path w="416638" h="378051">
                <a:moveTo>
                  <a:pt x="6763" y="378051"/>
                </a:moveTo>
                <a:cubicBezTo>
                  <a:pt x="0" y="296094"/>
                  <a:pt x="42466" y="186595"/>
                  <a:pt x="241424" y="78828"/>
                </a:cubicBezTo>
                <a:cubicBezTo>
                  <a:pt x="293289" y="50712"/>
                  <a:pt x="352655" y="24493"/>
                  <a:pt x="41663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987" name="path-936">
            <a:extLst xmlns:a="http://schemas.openxmlformats.org/drawingml/2006/main">
              <a:ext uri="{FF2B5EF4-FFF2-40B4-BE49-F238E27FC236}">
                <a16:creationId xmlns:a16="http://schemas.microsoft.com/office/drawing/2014/main" id="{5FE3D105-C888-431E-8462-B875B1F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36" y="9225434"/>
            <a:ext cx="80684" cy="53184"/>
          </a:xfrm>
          <a:custGeom xmlns:a="http://schemas.openxmlformats.org/drawingml/2006/main">
            <a:pathLst>
              <a:path w="70449" h="46437">
                <a:moveTo>
                  <a:pt x="70449" y="486"/>
                </a:moveTo>
                <a:lnTo>
                  <a:pt x="0" y="0"/>
                </a:lnTo>
                <a:lnTo>
                  <a:pt x="31745" y="14693"/>
                </a:lnTo>
                <a:lnTo>
                  <a:pt x="17051" y="46437"/>
                </a:lnTo>
                <a:lnTo>
                  <a:pt x="70449" y="4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path-937">
            <a:extLst xmlns:a="http://schemas.openxmlformats.org/drawingml/2006/main">
              <a:ext uri="{FF2B5EF4-FFF2-40B4-BE49-F238E27FC236}">
                <a16:creationId xmlns:a16="http://schemas.microsoft.com/office/drawing/2014/main" id="{FEF0EDC2-D8A4-4180-B6CE-11B2FEF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371" y="9225414"/>
            <a:ext cx="80648" cy="53162"/>
          </a:xfrm>
          <a:custGeom xmlns:a="http://schemas.openxmlformats.org/drawingml/2006/main">
            <a:pathLst>
              <a:path w="70417" h="46419">
                <a:moveTo>
                  <a:pt x="70417" y="494"/>
                </a:moveTo>
                <a:lnTo>
                  <a:pt x="0" y="0"/>
                </a:lnTo>
                <a:lnTo>
                  <a:pt x="31745" y="14674"/>
                </a:lnTo>
                <a:lnTo>
                  <a:pt x="16985" y="46419"/>
                </a:lnTo>
                <a:lnTo>
                  <a:pt x="70417" y="494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989" name="text-938 Offer">
            <a:extLst xmlns:a="http://schemas.openxmlformats.org/drawingml/2006/main">
              <a:ext uri="{FF2B5EF4-FFF2-40B4-BE49-F238E27FC236}">
                <a16:creationId xmlns:a16="http://schemas.microsoft.com/office/drawing/2014/main" id="{F8F82D6A-605D-4A0D-9A51-84880BA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5186" y="10041353"/>
            <a:ext cx="360315" cy="21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990" name="text-938 a">
            <a:extLst xmlns:a="http://schemas.openxmlformats.org/drawingml/2006/main">
              <a:ext uri="{FF2B5EF4-FFF2-40B4-BE49-F238E27FC236}">
                <a16:creationId xmlns:a16="http://schemas.microsoft.com/office/drawing/2014/main" id="{6EDC37B3-D48D-43B7-81D2-CFDF6E8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0270" y="10041370"/>
            <a:ext cx="111233" cy="211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91" name="text-938 Baseline">
            <a:extLst xmlns:a="http://schemas.openxmlformats.org/drawingml/2006/main">
              <a:ext uri="{FF2B5EF4-FFF2-40B4-BE49-F238E27FC236}">
                <a16:creationId xmlns:a16="http://schemas.microsoft.com/office/drawing/2014/main" id="{E666697B-0F89-4253-8D14-6920B8D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282" y="10041375"/>
            <a:ext cx="606819" cy="2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92" name="text-938 Function">
            <a:extLst xmlns:a="http://schemas.openxmlformats.org/drawingml/2006/main">
              <a:ext uri="{FF2B5EF4-FFF2-40B4-BE49-F238E27FC236}">
                <a16:creationId xmlns:a16="http://schemas.microsoft.com/office/drawing/2014/main" id="{277FD542-AC0D-4B20-8EAE-23E2D2C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7881" y="10041374"/>
            <a:ext cx="606729" cy="21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993" name="text-938 for">
            <a:extLst xmlns:a="http://schemas.openxmlformats.org/drawingml/2006/main">
              <a:ext uri="{FF2B5EF4-FFF2-40B4-BE49-F238E27FC236}">
                <a16:creationId xmlns:a16="http://schemas.microsoft.com/office/drawing/2014/main" id="{68BBDB8A-9728-4B37-96F3-0CEC199B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9388" y="10041389"/>
            <a:ext cx="203526" cy="211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994" name="text-938 Stabilizing">
            <a:extLst xmlns:a="http://schemas.openxmlformats.org/drawingml/2006/main">
              <a:ext uri="{FF2B5EF4-FFF2-40B4-BE49-F238E27FC236}">
                <a16:creationId xmlns:a16="http://schemas.microsoft.com/office/drawing/2014/main" id="{2CCFA98A-E396-4BA1-8F62-4EDC1227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7690" y="10041367"/>
            <a:ext cx="715943" cy="21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Stabilizing</a:t>
            </a:r>
          </a:p>
        </p:txBody>
      </p:sp>
      <p:sp>
        <p:nvSpPr>
          <p:cNvPr id="995" name="text-938 Training">
            <a:extLst xmlns:a="http://schemas.openxmlformats.org/drawingml/2006/main">
              <a:ext uri="{FF2B5EF4-FFF2-40B4-BE49-F238E27FC236}">
                <a16:creationId xmlns:a16="http://schemas.microsoft.com/office/drawing/2014/main" id="{B48F908C-5D8C-4C4D-B197-761FAD33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692" y="10041370"/>
            <a:ext cx="567492" cy="211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996" name="path-939">
            <a:extLst xmlns:a="http://schemas.openxmlformats.org/drawingml/2006/main">
              <a:ext uri="{FF2B5EF4-FFF2-40B4-BE49-F238E27FC236}">
                <a16:creationId xmlns:a16="http://schemas.microsoft.com/office/drawing/2014/main" id="{6A1E2CE3-E147-41F0-8055-8E9DFF4A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48" y="8805549"/>
            <a:ext cx="841782" cy="481446"/>
          </a:xfrm>
          <a:custGeom xmlns:a="http://schemas.openxmlformats.org/drawingml/2006/main">
            <a:pathLst>
              <a:path w="735000" h="420374">
                <a:moveTo>
                  <a:pt x="0" y="260652"/>
                </a:moveTo>
                <a:lnTo>
                  <a:pt x="17216" y="63810"/>
                </a:lnTo>
                <a:lnTo>
                  <a:pt x="565394" y="111765"/>
                </a:lnTo>
                <a:lnTo>
                  <a:pt x="575122" y="0"/>
                </a:lnTo>
                <a:lnTo>
                  <a:pt x="735000" y="225783"/>
                </a:lnTo>
                <a:lnTo>
                  <a:pt x="538348" y="420374"/>
                </a:lnTo>
                <a:lnTo>
                  <a:pt x="548160" y="308607"/>
                </a:lnTo>
                <a:lnTo>
                  <a:pt x="0" y="26065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7" name="path-940">
            <a:extLst xmlns:a="http://schemas.openxmlformats.org/drawingml/2006/main">
              <a:ext uri="{FF2B5EF4-FFF2-40B4-BE49-F238E27FC236}">
                <a16:creationId xmlns:a16="http://schemas.microsoft.com/office/drawing/2014/main" id="{647A4285-E1F6-4013-AA0B-F164A42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57" y="8805565"/>
            <a:ext cx="841767" cy="481421"/>
          </a:xfrm>
          <a:custGeom xmlns:a="http://schemas.openxmlformats.org/drawingml/2006/main">
            <a:pathLst>
              <a:path w="734987" h="420352">
                <a:moveTo>
                  <a:pt x="0" y="260635"/>
                </a:moveTo>
                <a:lnTo>
                  <a:pt x="17230" y="63819"/>
                </a:lnTo>
                <a:lnTo>
                  <a:pt x="565384" y="111725"/>
                </a:lnTo>
                <a:lnTo>
                  <a:pt x="575117" y="0"/>
                </a:lnTo>
                <a:lnTo>
                  <a:pt x="734987" y="225762"/>
                </a:lnTo>
                <a:lnTo>
                  <a:pt x="538335" y="420352"/>
                </a:lnTo>
                <a:lnTo>
                  <a:pt x="548154" y="308621"/>
                </a:lnTo>
                <a:lnTo>
                  <a:pt x="0" y="260635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998" name="text-941 Address">
            <a:extLst xmlns:a="http://schemas.openxmlformats.org/drawingml/2006/main">
              <a:ext uri="{FF2B5EF4-FFF2-40B4-BE49-F238E27FC236}">
                <a16:creationId xmlns:a16="http://schemas.microsoft.com/office/drawing/2014/main" id="{92393B8D-D79B-433E-8992-BA6E96F8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783704" y="8927829"/>
            <a:ext cx="555374" cy="20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999" name="path-942">
            <a:extLst xmlns:a="http://schemas.openxmlformats.org/drawingml/2006/main">
              <a:ext uri="{FF2B5EF4-FFF2-40B4-BE49-F238E27FC236}">
                <a16:creationId xmlns:a16="http://schemas.microsoft.com/office/drawing/2014/main" id="{ECD81E4F-4A21-499D-BCE0-0E6B3EF5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401" y="9475882"/>
            <a:ext cx="1335900" cy="508355"/>
          </a:xfrm>
          <a:custGeom xmlns:a="http://schemas.openxmlformats.org/drawingml/2006/main">
            <a:pathLst>
              <a:path w="1166439" h="443870">
                <a:moveTo>
                  <a:pt x="27498" y="443870"/>
                </a:moveTo>
                <a:lnTo>
                  <a:pt x="0" y="248196"/>
                </a:lnTo>
                <a:lnTo>
                  <a:pt x="975476" y="111099"/>
                </a:lnTo>
                <a:lnTo>
                  <a:pt x="959893" y="0"/>
                </a:lnTo>
                <a:lnTo>
                  <a:pt x="1166439" y="184036"/>
                </a:lnTo>
                <a:lnTo>
                  <a:pt x="1018600" y="417872"/>
                </a:lnTo>
                <a:lnTo>
                  <a:pt x="1003017" y="306773"/>
                </a:lnTo>
                <a:lnTo>
                  <a:pt x="27498" y="44387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0" name="path-943">
            <a:extLst xmlns:a="http://schemas.openxmlformats.org/drawingml/2006/main">
              <a:ext uri="{FF2B5EF4-FFF2-40B4-BE49-F238E27FC236}">
                <a16:creationId xmlns:a16="http://schemas.microsoft.com/office/drawing/2014/main" id="{2BCDFB6A-B88E-456D-BA86-C32E00E5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360" y="9475852"/>
            <a:ext cx="1335936" cy="508425"/>
          </a:xfrm>
          <a:custGeom xmlns:a="http://schemas.openxmlformats.org/drawingml/2006/main">
            <a:pathLst>
              <a:path w="1166470" h="443931">
                <a:moveTo>
                  <a:pt x="27542" y="443931"/>
                </a:moveTo>
                <a:lnTo>
                  <a:pt x="0" y="248267"/>
                </a:lnTo>
                <a:lnTo>
                  <a:pt x="975514" y="111146"/>
                </a:lnTo>
                <a:lnTo>
                  <a:pt x="959926" y="0"/>
                </a:lnTo>
                <a:lnTo>
                  <a:pt x="1166470" y="184034"/>
                </a:lnTo>
                <a:lnTo>
                  <a:pt x="1018633" y="417871"/>
                </a:lnTo>
                <a:lnTo>
                  <a:pt x="1003051" y="306810"/>
                </a:lnTo>
                <a:lnTo>
                  <a:pt x="27542" y="443931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1001" name="text-944 Address">
            <a:extLst xmlns:a="http://schemas.openxmlformats.org/drawingml/2006/main">
              <a:ext uri="{FF2B5EF4-FFF2-40B4-BE49-F238E27FC236}">
                <a16:creationId xmlns:a16="http://schemas.microsoft.com/office/drawing/2014/main" id="{B3FD6E15-8D73-4F21-B1F8-64E471F0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1569628" y="9691358"/>
            <a:ext cx="548367" cy="199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1002" name="path-945">
            <a:extLst xmlns:a="http://schemas.openxmlformats.org/drawingml/2006/main">
              <a:ext uri="{FF2B5EF4-FFF2-40B4-BE49-F238E27FC236}">
                <a16:creationId xmlns:a16="http://schemas.microsoft.com/office/drawing/2014/main" id="{2F046944-8254-4AEC-ACF3-5AAF8E8E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957" y="4177894"/>
            <a:ext cx="4718596" cy="3356100"/>
          </a:xfrm>
          <a:custGeom xmlns:a="http://schemas.openxmlformats.org/drawingml/2006/main">
            <a:pathLst>
              <a:path w="4120033" h="2930373">
                <a:moveTo>
                  <a:pt x="4120033" y="2930373"/>
                </a:moveTo>
                <a:lnTo>
                  <a:pt x="4120033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546">
            <a:solidFill>
              <a:srgbClr val="EEEFF3"/>
            </a:solidFill>
            <a:prstDash val="solid"/>
          </a:ln>
        </p:spPr>
      </p:sp>
      <p:sp>
        <p:nvSpPr>
          <p:cNvPr id="1003" name="path-946">
            <a:extLst xmlns:a="http://schemas.openxmlformats.org/drawingml/2006/main">
              <a:ext uri="{FF2B5EF4-FFF2-40B4-BE49-F238E27FC236}">
                <a16:creationId xmlns:a16="http://schemas.microsoft.com/office/drawing/2014/main" id="{4455C771-47AC-4250-9FD7-0197F5C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957" y="3749624"/>
            <a:ext cx="4718601" cy="543007"/>
          </a:xfrm>
          <a:custGeom xmlns:a="http://schemas.openxmlformats.org/drawingml/2006/main">
            <a:pathLst>
              <a:path w="4120038" h="474126">
                <a:moveTo>
                  <a:pt x="0" y="0"/>
                </a:moveTo>
                <a:lnTo>
                  <a:pt x="4120038" y="0"/>
                </a:lnTo>
                <a:lnTo>
                  <a:pt x="4120038" y="474126"/>
                </a:lnTo>
                <a:lnTo>
                  <a:pt x="0" y="474126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4" name="path-947">
            <a:extLst xmlns:a="http://schemas.openxmlformats.org/drawingml/2006/main">
              <a:ext uri="{FF2B5EF4-FFF2-40B4-BE49-F238E27FC236}">
                <a16:creationId xmlns:a16="http://schemas.microsoft.com/office/drawing/2014/main" id="{CDAD696A-DFC9-4CFA-9ECB-7E880A7A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957" y="3749641"/>
            <a:ext cx="4718596" cy="542987"/>
          </a:xfrm>
          <a:custGeom xmlns:a="http://schemas.openxmlformats.org/drawingml/2006/main">
            <a:pathLst>
              <a:path w="4120033" h="474108">
                <a:moveTo>
                  <a:pt x="0" y="474108"/>
                </a:moveTo>
                <a:lnTo>
                  <a:pt x="4120033" y="474108"/>
                </a:lnTo>
                <a:lnTo>
                  <a:pt x="4120033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773">
            <a:solidFill>
              <a:srgbClr val="EEEFF3"/>
            </a:solidFill>
            <a:prstDash val="solid"/>
          </a:ln>
        </p:spPr>
      </p:sp>
      <p:sp>
        <p:nvSpPr>
          <p:cNvPr id="1005" name="path-948">
            <a:extLst xmlns:a="http://schemas.openxmlformats.org/drawingml/2006/main">
              <a:ext uri="{FF2B5EF4-FFF2-40B4-BE49-F238E27FC236}">
                <a16:creationId xmlns:a16="http://schemas.microsoft.com/office/drawing/2014/main" id="{1F2BA943-96FF-4712-9992-667D5F06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258" y="3980528"/>
            <a:ext cx="1017982" cy="191"/>
          </a:xfrm>
          <a:custGeom xmlns:a="http://schemas.openxmlformats.org/drawingml/2006/main">
            <a:pathLst>
              <a:path w="888850" h="191">
                <a:moveTo>
                  <a:pt x="0" y="0"/>
                </a:moveTo>
                <a:lnTo>
                  <a:pt x="888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330">
            <a:solidFill>
              <a:srgbClr val="000000"/>
            </a:solidFill>
            <a:prstDash val="solid"/>
          </a:ln>
        </p:spPr>
      </p:sp>
      <p:sp>
        <p:nvSpPr>
          <p:cNvPr id="1006" name="text-949 Theorem">
            <a:extLst xmlns:a="http://schemas.openxmlformats.org/drawingml/2006/main">
              <a:ext uri="{FF2B5EF4-FFF2-40B4-BE49-F238E27FC236}">
                <a16:creationId xmlns:a16="http://schemas.microsoft.com/office/drawing/2014/main" id="{E9874C3D-5F2E-49E7-B44A-D3493ED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3258" y="3767832"/>
            <a:ext cx="831366" cy="264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Theorem</a:t>
            </a:r>
          </a:p>
        </p:txBody>
      </p:sp>
      <p:sp>
        <p:nvSpPr>
          <p:cNvPr id="1007" name="text-949 1:">
            <a:extLst xmlns:a="http://schemas.openxmlformats.org/drawingml/2006/main">
              <a:ext uri="{FF2B5EF4-FFF2-40B4-BE49-F238E27FC236}">
                <a16:creationId xmlns:a16="http://schemas.microsoft.com/office/drawing/2014/main" id="{621A219E-E1A3-4274-825B-20DC7706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3038" y="3767842"/>
            <a:ext cx="201849" cy="264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1:</a:t>
            </a:r>
          </a:p>
        </p:txBody>
      </p:sp>
      <p:sp>
        <p:nvSpPr>
          <p:cNvPr id="1008" name="text-950 Enabling">
            <a:extLst xmlns:a="http://schemas.openxmlformats.org/drawingml/2006/main">
              <a:ext uri="{FF2B5EF4-FFF2-40B4-BE49-F238E27FC236}">
                <a16:creationId xmlns:a16="http://schemas.microsoft.com/office/drawing/2014/main" id="{F48EE8EF-D37B-4F6F-A2D1-8B9DFE0F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0198" y="4022724"/>
            <a:ext cx="769124" cy="26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Enabling</a:t>
            </a:r>
          </a:p>
        </p:txBody>
      </p:sp>
      <p:sp>
        <p:nvSpPr>
          <p:cNvPr id="1009" name="text-950 End-to-end">
            <a:extLst xmlns:a="http://schemas.openxmlformats.org/drawingml/2006/main">
              <a:ext uri="{FF2B5EF4-FFF2-40B4-BE49-F238E27FC236}">
                <a16:creationId xmlns:a16="http://schemas.microsoft.com/office/drawing/2014/main" id="{67B5F1F9-D341-4073-BF57-7E44405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7801" y="4022725"/>
            <a:ext cx="968499" cy="264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End-to-end</a:t>
            </a:r>
          </a:p>
        </p:txBody>
      </p:sp>
      <p:sp>
        <p:nvSpPr>
          <p:cNvPr id="1010" name="text-950 Optimization">
            <a:extLst xmlns:a="http://schemas.openxmlformats.org/drawingml/2006/main">
              <a:ext uri="{FF2B5EF4-FFF2-40B4-BE49-F238E27FC236}">
                <a16:creationId xmlns:a16="http://schemas.microsoft.com/office/drawing/2014/main" id="{370D09A8-E027-4A39-BD95-BBC5B926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4780" y="4022743"/>
            <a:ext cx="1083660" cy="264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011" name="path-951">
            <a:extLst xmlns:a="http://schemas.openxmlformats.org/drawingml/2006/main">
              <a:ext uri="{FF2B5EF4-FFF2-40B4-BE49-F238E27FC236}">
                <a16:creationId xmlns:a16="http://schemas.microsoft.com/office/drawing/2014/main" id="{EF1943C7-86EA-455A-8A01-B14D345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725" y="6048284"/>
            <a:ext cx="395824" cy="535055"/>
          </a:xfrm>
          <a:custGeom xmlns:a="http://schemas.openxmlformats.org/drawingml/2006/main">
            <a:pathLst>
              <a:path w="345613" h="467183">
                <a:moveTo>
                  <a:pt x="172807" y="0"/>
                </a:moveTo>
                <a:lnTo>
                  <a:pt x="345613" y="162813"/>
                </a:lnTo>
                <a:lnTo>
                  <a:pt x="274323" y="162813"/>
                </a:lnTo>
                <a:lnTo>
                  <a:pt x="274323" y="304362"/>
                </a:lnTo>
                <a:lnTo>
                  <a:pt x="345613" y="304362"/>
                </a:lnTo>
                <a:lnTo>
                  <a:pt x="172807" y="467183"/>
                </a:lnTo>
                <a:lnTo>
                  <a:pt x="0" y="304362"/>
                </a:lnTo>
                <a:lnTo>
                  <a:pt x="71298" y="304362"/>
                </a:lnTo>
                <a:lnTo>
                  <a:pt x="71298" y="162813"/>
                </a:lnTo>
                <a:lnTo>
                  <a:pt x="0" y="162813"/>
                </a:lnTo>
                <a:lnTo>
                  <a:pt x="172807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952">
            <a:extLst xmlns:a="http://schemas.openxmlformats.org/drawingml/2006/main">
              <a:ext uri="{FF2B5EF4-FFF2-40B4-BE49-F238E27FC236}">
                <a16:creationId xmlns:a16="http://schemas.microsoft.com/office/drawing/2014/main" id="{3082CC34-9730-4ADD-9BC2-7736FA4F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751" y="6048323"/>
            <a:ext cx="395772" cy="535052"/>
          </a:xfrm>
          <a:custGeom xmlns:a="http://schemas.openxmlformats.org/drawingml/2006/main">
            <a:pathLst>
              <a:path w="345568" h="467180">
                <a:moveTo>
                  <a:pt x="172824" y="0"/>
                </a:moveTo>
                <a:lnTo>
                  <a:pt x="345568" y="162761"/>
                </a:lnTo>
                <a:lnTo>
                  <a:pt x="274321" y="162761"/>
                </a:lnTo>
                <a:lnTo>
                  <a:pt x="274321" y="304334"/>
                </a:lnTo>
                <a:lnTo>
                  <a:pt x="345568" y="304334"/>
                </a:lnTo>
                <a:lnTo>
                  <a:pt x="172824" y="467180"/>
                </a:lnTo>
                <a:lnTo>
                  <a:pt x="0" y="304334"/>
                </a:lnTo>
                <a:lnTo>
                  <a:pt x="71241" y="304334"/>
                </a:lnTo>
                <a:lnTo>
                  <a:pt x="71241" y="162761"/>
                </a:lnTo>
                <a:lnTo>
                  <a:pt x="0" y="162761"/>
                </a:lnTo>
                <a:lnTo>
                  <a:pt x="172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1013" name="path-953">
            <a:extLst xmlns:a="http://schemas.openxmlformats.org/drawingml/2006/main">
              <a:ext uri="{FF2B5EF4-FFF2-40B4-BE49-F238E27FC236}">
                <a16:creationId xmlns:a16="http://schemas.microsoft.com/office/drawing/2014/main" id="{6376D84E-319D-47C2-8A69-DE6DAE5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953" y="6214191"/>
            <a:ext cx="948604" cy="203250"/>
          </a:xfrm>
          <a:custGeom xmlns:a="http://schemas.openxmlformats.org/drawingml/2006/main">
            <a:pathLst>
              <a:path w="828272" h="177468">
                <a:moveTo>
                  <a:pt x="0" y="0"/>
                </a:moveTo>
                <a:lnTo>
                  <a:pt x="828272" y="0"/>
                </a:lnTo>
                <a:lnTo>
                  <a:pt x="828272" y="177468"/>
                </a:lnTo>
                <a:lnTo>
                  <a:pt x="0" y="17746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text-954 Equivalent">
            <a:extLst xmlns:a="http://schemas.openxmlformats.org/drawingml/2006/main">
              <a:ext uri="{FF2B5EF4-FFF2-40B4-BE49-F238E27FC236}">
                <a16:creationId xmlns:a16="http://schemas.microsoft.com/office/drawing/2014/main" id="{CA1F69E8-72B4-48F6-B1B4-388661F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917" y="6214123"/>
            <a:ext cx="791209" cy="211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Equivalent</a:t>
            </a:r>
          </a:p>
        </p:txBody>
      </p:sp>
      <p:sp>
        <p:nvSpPr>
          <p:cNvPr id="1015" name="text-954 to">
            <a:extLst xmlns:a="http://schemas.openxmlformats.org/drawingml/2006/main">
              <a:ext uri="{FF2B5EF4-FFF2-40B4-BE49-F238E27FC236}">
                <a16:creationId xmlns:a16="http://schemas.microsoft.com/office/drawing/2014/main" id="{0C91D1DC-2A54-4E1D-B6A0-1F482BF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3900" y="6214125"/>
            <a:ext cx="169807" cy="21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016" name="path-955">
            <a:extLst xmlns:a="http://schemas.openxmlformats.org/drawingml/2006/main">
              <a:ext uri="{FF2B5EF4-FFF2-40B4-BE49-F238E27FC236}">
                <a16:creationId xmlns:a16="http://schemas.microsoft.com/office/drawing/2014/main" id="{0ADC4483-9A2E-4D79-A769-487B011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558" y="6670917"/>
            <a:ext cx="3433473" cy="718818"/>
          </a:xfrm>
          <a:custGeom xmlns:a="http://schemas.openxmlformats.org/drawingml/2006/main">
            <a:pathLst>
              <a:path w="2997931" h="627635">
                <a:moveTo>
                  <a:pt x="0" y="0"/>
                </a:moveTo>
                <a:lnTo>
                  <a:pt x="0" y="627635"/>
                </a:lnTo>
                <a:lnTo>
                  <a:pt x="2997931" y="627635"/>
                </a:lnTo>
                <a:lnTo>
                  <a:pt x="29979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1017" name="text-956 Integration">
            <a:extLst xmlns:a="http://schemas.openxmlformats.org/drawingml/2006/main">
              <a:ext uri="{FF2B5EF4-FFF2-40B4-BE49-F238E27FC236}">
                <a16:creationId xmlns:a16="http://schemas.microsoft.com/office/drawing/2014/main" id="{7910AB8D-D3EC-43AB-8A9D-3AC0419E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0978" y="6719817"/>
            <a:ext cx="908783" cy="23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018" name="text-956 of">
            <a:extLst xmlns:a="http://schemas.openxmlformats.org/drawingml/2006/main">
              <a:ext uri="{FF2B5EF4-FFF2-40B4-BE49-F238E27FC236}">
                <a16:creationId xmlns:a16="http://schemas.microsoft.com/office/drawing/2014/main" id="{BA5B3FAD-7A3B-4BDA-B3FF-02602354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6385" y="6719806"/>
            <a:ext cx="191026" cy="238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019" name="text-957 Representation">
            <a:extLst xmlns:a="http://schemas.openxmlformats.org/drawingml/2006/main">
              <a:ext uri="{FF2B5EF4-FFF2-40B4-BE49-F238E27FC236}">
                <a16:creationId xmlns:a16="http://schemas.microsoft.com/office/drawing/2014/main" id="{8485B8FF-1510-4793-8A86-C0ED75B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9516" y="6914154"/>
            <a:ext cx="1267940" cy="23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531B93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020" name="text-957 Learning">
            <a:extLst xmlns:a="http://schemas.openxmlformats.org/drawingml/2006/main">
              <a:ext uri="{FF2B5EF4-FFF2-40B4-BE49-F238E27FC236}">
                <a16:creationId xmlns:a16="http://schemas.microsoft.com/office/drawing/2014/main" id="{CE154025-6CAE-47AB-89F2-D997825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4072" y="6914162"/>
            <a:ext cx="748352" cy="237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531B93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021" name="text-958 +">
            <a:extLst xmlns:a="http://schemas.openxmlformats.org/drawingml/2006/main">
              <a:ext uri="{FF2B5EF4-FFF2-40B4-BE49-F238E27FC236}">
                <a16:creationId xmlns:a16="http://schemas.microsoft.com/office/drawing/2014/main" id="{6FC795C0-92EF-4C3A-9F1C-C260B6FD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8990" y="6914148"/>
            <a:ext cx="129866" cy="23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22" name="text-959 Self-rewarding">
            <a:extLst xmlns:a="http://schemas.openxmlformats.org/drawingml/2006/main">
              <a:ext uri="{FF2B5EF4-FFF2-40B4-BE49-F238E27FC236}">
                <a16:creationId xmlns:a16="http://schemas.microsoft.com/office/drawing/2014/main" id="{379F5472-C5AF-4908-BCC1-87398644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2402" y="7108597"/>
            <a:ext cx="1211232" cy="23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Self-rewarding</a:t>
            </a:r>
          </a:p>
        </p:txBody>
      </p:sp>
      <p:sp>
        <p:nvSpPr>
          <p:cNvPr id="1023" name="text-959 Reinforcement">
            <a:extLst xmlns:a="http://schemas.openxmlformats.org/drawingml/2006/main">
              <a:ext uri="{FF2B5EF4-FFF2-40B4-BE49-F238E27FC236}">
                <a16:creationId xmlns:a16="http://schemas.microsoft.com/office/drawing/2014/main" id="{1C55FB7C-4A89-43C9-A5F8-9753F997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257" y="7108591"/>
            <a:ext cx="1220708" cy="2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Reinforcement</a:t>
            </a:r>
          </a:p>
        </p:txBody>
      </p:sp>
      <p:sp>
        <p:nvSpPr>
          <p:cNvPr id="1024" name="text-959 Learning">
            <a:extLst xmlns:a="http://schemas.openxmlformats.org/drawingml/2006/main">
              <a:ext uri="{FF2B5EF4-FFF2-40B4-BE49-F238E27FC236}">
                <a16:creationId xmlns:a16="http://schemas.microsoft.com/office/drawing/2014/main" id="{57F5D6AF-A2B7-46D7-A4EC-19D8824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588" y="7108600"/>
            <a:ext cx="748359" cy="237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025" name="path-960">
            <a:extLst xmlns:a="http://schemas.openxmlformats.org/drawingml/2006/main">
              <a:ext uri="{FF2B5EF4-FFF2-40B4-BE49-F238E27FC236}">
                <a16:creationId xmlns:a16="http://schemas.microsoft.com/office/drawing/2014/main" id="{B8C4F886-6656-4CBC-B23E-9251937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857" y="6892910"/>
            <a:ext cx="103649" cy="103649"/>
          </a:xfrm>
          <a:custGeom xmlns:a="http://schemas.openxmlformats.org/drawingml/2006/main">
            <a:pathLst>
              <a:path w="90501" h="90501">
                <a:moveTo>
                  <a:pt x="16103" y="16094"/>
                </a:moveTo>
                <a:cubicBezTo>
                  <a:pt x="0" y="32198"/>
                  <a:pt x="0" y="58303"/>
                  <a:pt x="16103" y="74405"/>
                </a:cubicBezTo>
                <a:cubicBezTo>
                  <a:pt x="32198" y="90501"/>
                  <a:pt x="58303" y="90501"/>
                  <a:pt x="74406" y="74405"/>
                </a:cubicBezTo>
                <a:cubicBezTo>
                  <a:pt x="90501" y="58303"/>
                  <a:pt x="90501" y="32198"/>
                  <a:pt x="74406" y="16094"/>
                </a:cubicBezTo>
                <a:cubicBezTo>
                  <a:pt x="58303" y="0"/>
                  <a:pt x="32198" y="0"/>
                  <a:pt x="16103" y="16094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6" name="path-961">
            <a:extLst xmlns:a="http://schemas.openxmlformats.org/drawingml/2006/main">
              <a:ext uri="{FF2B5EF4-FFF2-40B4-BE49-F238E27FC236}">
                <a16:creationId xmlns:a16="http://schemas.microsoft.com/office/drawing/2014/main" id="{E2CF2EF7-AEFD-49AB-839A-66D93FF7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820" y="4355430"/>
            <a:ext cx="4466850" cy="1605352"/>
          </a:xfrm>
          <a:custGeom xmlns:a="http://schemas.openxmlformats.org/drawingml/2006/main">
            <a:pathLst>
              <a:path w="3900222" h="1401710">
                <a:moveTo>
                  <a:pt x="0" y="0"/>
                </a:moveTo>
                <a:lnTo>
                  <a:pt x="0" y="1401710"/>
                </a:lnTo>
                <a:lnTo>
                  <a:pt x="3900222" y="1401710"/>
                </a:lnTo>
                <a:lnTo>
                  <a:pt x="390022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1027" name="text-962 Minimize">
            <a:extLst xmlns:a="http://schemas.openxmlformats.org/drawingml/2006/main">
              <a:ext uri="{FF2B5EF4-FFF2-40B4-BE49-F238E27FC236}">
                <a16:creationId xmlns:a16="http://schemas.microsoft.com/office/drawing/2014/main" id="{916066A6-52BA-4539-915F-AE128C34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6601" y="4412097"/>
            <a:ext cx="831497" cy="264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Minimize</a:t>
            </a:r>
          </a:p>
        </p:txBody>
      </p:sp>
      <p:sp>
        <p:nvSpPr>
          <p:cNvPr id="1028" name="path-964">
            <a:extLst xmlns:a="http://schemas.openxmlformats.org/drawingml/2006/main">
              <a:ext uri="{FF2B5EF4-FFF2-40B4-BE49-F238E27FC236}">
                <a16:creationId xmlns:a16="http://schemas.microsoft.com/office/drawing/2014/main" id="{1CB4A2AD-9CD3-429D-9F82-A3D5B674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335" y="4456635"/>
            <a:ext cx="141119" cy="154570"/>
          </a:xfrm>
          <a:custGeom xmlns:a="http://schemas.openxmlformats.org/drawingml/2006/main">
            <a:pathLst>
              <a:path w="123218" h="134962">
                <a:moveTo>
                  <a:pt x="48300" y="68733"/>
                </a:moveTo>
                <a:cubicBezTo>
                  <a:pt x="53231" y="68733"/>
                  <a:pt x="62692" y="68733"/>
                  <a:pt x="69593" y="72872"/>
                </a:cubicBezTo>
                <a:cubicBezTo>
                  <a:pt x="79057" y="78985"/>
                  <a:pt x="79845" y="89628"/>
                  <a:pt x="79845" y="90810"/>
                </a:cubicBezTo>
                <a:cubicBezTo>
                  <a:pt x="80044" y="93569"/>
                  <a:pt x="80044" y="96132"/>
                  <a:pt x="83395" y="96132"/>
                </a:cubicBezTo>
                <a:cubicBezTo>
                  <a:pt x="86746" y="96132"/>
                  <a:pt x="86746" y="93373"/>
                  <a:pt x="86746" y="89823"/>
                </a:cubicBezTo>
                <a:lnTo>
                  <a:pt x="86746" y="36436"/>
                </a:lnTo>
                <a:cubicBezTo>
                  <a:pt x="86746" y="33283"/>
                  <a:pt x="86746" y="30134"/>
                  <a:pt x="83395" y="30134"/>
                </a:cubicBezTo>
                <a:cubicBezTo>
                  <a:pt x="80044" y="30134"/>
                  <a:pt x="79845" y="33088"/>
                  <a:pt x="79845" y="34664"/>
                </a:cubicBezTo>
                <a:cubicBezTo>
                  <a:pt x="78663" y="60063"/>
                  <a:pt x="58553" y="61441"/>
                  <a:pt x="48300" y="61636"/>
                </a:cubicBezTo>
                <a:lnTo>
                  <a:pt x="48300" y="20092"/>
                </a:lnTo>
                <a:cubicBezTo>
                  <a:pt x="48300" y="6901"/>
                  <a:pt x="52049" y="6901"/>
                  <a:pt x="56778" y="6901"/>
                </a:cubicBezTo>
                <a:lnTo>
                  <a:pt x="66242" y="6901"/>
                </a:lnTo>
                <a:cubicBezTo>
                  <a:pt x="92859" y="6901"/>
                  <a:pt x="106065" y="20486"/>
                  <a:pt x="107250" y="34071"/>
                </a:cubicBezTo>
                <a:cubicBezTo>
                  <a:pt x="107446" y="35648"/>
                  <a:pt x="107644" y="38602"/>
                  <a:pt x="110797" y="38602"/>
                </a:cubicBezTo>
                <a:cubicBezTo>
                  <a:pt x="114148" y="38602"/>
                  <a:pt x="114148" y="35449"/>
                  <a:pt x="114148" y="32104"/>
                </a:cubicBezTo>
                <a:lnTo>
                  <a:pt x="114148" y="6507"/>
                </a:lnTo>
                <a:cubicBezTo>
                  <a:pt x="114148" y="397"/>
                  <a:pt x="113754" y="0"/>
                  <a:pt x="107644" y="0"/>
                </a:cubicBezTo>
                <a:lnTo>
                  <a:pt x="6702" y="0"/>
                </a:lnTo>
                <a:cubicBezTo>
                  <a:pt x="3156" y="0"/>
                  <a:pt x="0" y="0"/>
                  <a:pt x="0" y="3550"/>
                </a:cubicBezTo>
                <a:cubicBezTo>
                  <a:pt x="0" y="6901"/>
                  <a:pt x="3745" y="6901"/>
                  <a:pt x="5322" y="6901"/>
                </a:cubicBezTo>
                <a:cubicBezTo>
                  <a:pt x="16560" y="6901"/>
                  <a:pt x="17349" y="8477"/>
                  <a:pt x="17349" y="18125"/>
                </a:cubicBezTo>
                <a:lnTo>
                  <a:pt x="17349" y="116828"/>
                </a:lnTo>
                <a:cubicBezTo>
                  <a:pt x="17349" y="126094"/>
                  <a:pt x="16759" y="128064"/>
                  <a:pt x="6308" y="128064"/>
                </a:cubicBezTo>
                <a:cubicBezTo>
                  <a:pt x="3351" y="128064"/>
                  <a:pt x="0" y="128064"/>
                  <a:pt x="0" y="131415"/>
                </a:cubicBezTo>
                <a:cubicBezTo>
                  <a:pt x="0" y="134962"/>
                  <a:pt x="3156" y="134962"/>
                  <a:pt x="6702" y="134962"/>
                </a:cubicBezTo>
                <a:lnTo>
                  <a:pt x="111191" y="134962"/>
                </a:lnTo>
                <a:cubicBezTo>
                  <a:pt x="114939" y="134962"/>
                  <a:pt x="116910" y="134962"/>
                  <a:pt x="117502" y="132204"/>
                </a:cubicBezTo>
                <a:cubicBezTo>
                  <a:pt x="117698" y="132005"/>
                  <a:pt x="123218" y="99089"/>
                  <a:pt x="123218" y="98102"/>
                </a:cubicBezTo>
                <a:cubicBezTo>
                  <a:pt x="123218" y="95936"/>
                  <a:pt x="121443" y="94555"/>
                  <a:pt x="119867" y="94555"/>
                </a:cubicBezTo>
                <a:cubicBezTo>
                  <a:pt x="117105" y="94555"/>
                  <a:pt x="116317" y="97118"/>
                  <a:pt x="116317" y="97314"/>
                </a:cubicBezTo>
                <a:cubicBezTo>
                  <a:pt x="115135" y="102440"/>
                  <a:pt x="113164" y="110719"/>
                  <a:pt x="98773" y="119193"/>
                </a:cubicBezTo>
                <a:cubicBezTo>
                  <a:pt x="88521" y="125303"/>
                  <a:pt x="78464" y="128064"/>
                  <a:pt x="67622" y="128064"/>
                </a:cubicBezTo>
                <a:lnTo>
                  <a:pt x="56778" y="128064"/>
                </a:lnTo>
                <a:cubicBezTo>
                  <a:pt x="52049" y="128064"/>
                  <a:pt x="48300" y="128064"/>
                  <a:pt x="48300" y="114858"/>
                </a:cubicBezTo>
                <a:lnTo>
                  <a:pt x="48300" y="68733"/>
                </a:lnTo>
                <a:moveTo>
                  <a:pt x="107250" y="6901"/>
                </a:moveTo>
                <a:lnTo>
                  <a:pt x="107250" y="16353"/>
                </a:lnTo>
                <a:cubicBezTo>
                  <a:pt x="103899" y="12611"/>
                  <a:pt x="100151" y="9461"/>
                  <a:pt x="96011" y="6901"/>
                </a:cubicBezTo>
                <a:lnTo>
                  <a:pt x="107250" y="6901"/>
                </a:lnTo>
                <a:moveTo>
                  <a:pt x="68805" y="64593"/>
                </a:moveTo>
                <a:cubicBezTo>
                  <a:pt x="71960" y="63212"/>
                  <a:pt x="76295" y="60258"/>
                  <a:pt x="79845" y="56125"/>
                </a:cubicBezTo>
                <a:lnTo>
                  <a:pt x="79845" y="72676"/>
                </a:lnTo>
                <a:cubicBezTo>
                  <a:pt x="75113" y="67355"/>
                  <a:pt x="69003" y="64792"/>
                  <a:pt x="68805" y="64792"/>
                </a:cubicBezTo>
                <a:lnTo>
                  <a:pt x="68805" y="64593"/>
                </a:lnTo>
                <a:moveTo>
                  <a:pt x="24250" y="17731"/>
                </a:moveTo>
                <a:cubicBezTo>
                  <a:pt x="24250" y="15366"/>
                  <a:pt x="24250" y="10445"/>
                  <a:pt x="22673" y="6901"/>
                </a:cubicBezTo>
                <a:lnTo>
                  <a:pt x="43569" y="6901"/>
                </a:lnTo>
                <a:cubicBezTo>
                  <a:pt x="41403" y="11428"/>
                  <a:pt x="41403" y="17926"/>
                  <a:pt x="41403" y="19698"/>
                </a:cubicBezTo>
                <a:lnTo>
                  <a:pt x="41403" y="115252"/>
                </a:lnTo>
                <a:cubicBezTo>
                  <a:pt x="41403" y="122349"/>
                  <a:pt x="42780" y="126289"/>
                  <a:pt x="43569" y="128064"/>
                </a:cubicBezTo>
                <a:lnTo>
                  <a:pt x="22673" y="128064"/>
                </a:lnTo>
                <a:cubicBezTo>
                  <a:pt x="24250" y="124515"/>
                  <a:pt x="24250" y="119587"/>
                  <a:pt x="24250" y="117223"/>
                </a:cubicBezTo>
                <a:lnTo>
                  <a:pt x="24250" y="17731"/>
                </a:lnTo>
                <a:moveTo>
                  <a:pt x="97588" y="128064"/>
                </a:moveTo>
                <a:lnTo>
                  <a:pt x="97588" y="127866"/>
                </a:lnTo>
                <a:cubicBezTo>
                  <a:pt x="103899" y="124713"/>
                  <a:pt x="109221" y="120574"/>
                  <a:pt x="113164" y="117024"/>
                </a:cubicBezTo>
                <a:cubicBezTo>
                  <a:pt x="112966" y="117815"/>
                  <a:pt x="111585" y="126488"/>
                  <a:pt x="111390" y="128064"/>
                </a:cubicBezTo>
                <a:lnTo>
                  <a:pt x="97588" y="1280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path-965">
            <a:extLst xmlns:a="http://schemas.openxmlformats.org/drawingml/2006/main">
              <a:ext uri="{FF2B5EF4-FFF2-40B4-BE49-F238E27FC236}">
                <a16:creationId xmlns:a16="http://schemas.microsoft.com/office/drawing/2014/main" id="{69C17593-27E6-4C4E-A2EE-AF319279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717" y="4536736"/>
            <a:ext cx="154735" cy="108353"/>
          </a:xfrm>
          <a:custGeom xmlns:a="http://schemas.openxmlformats.org/drawingml/2006/main">
            <a:pathLst>
              <a:path w="135106" h="94608">
                <a:moveTo>
                  <a:pt x="81976" y="42892"/>
                </a:moveTo>
                <a:cubicBezTo>
                  <a:pt x="81837" y="42753"/>
                  <a:pt x="81009" y="41376"/>
                  <a:pt x="81009" y="41237"/>
                </a:cubicBezTo>
                <a:cubicBezTo>
                  <a:pt x="81009" y="41100"/>
                  <a:pt x="83768" y="38618"/>
                  <a:pt x="85286" y="37238"/>
                </a:cubicBezTo>
                <a:lnTo>
                  <a:pt x="108470" y="16004"/>
                </a:lnTo>
                <a:cubicBezTo>
                  <a:pt x="116062" y="9246"/>
                  <a:pt x="117580" y="7867"/>
                  <a:pt x="131794" y="7730"/>
                </a:cubicBezTo>
                <a:cubicBezTo>
                  <a:pt x="134554" y="7730"/>
                  <a:pt x="135106" y="4142"/>
                  <a:pt x="135106" y="3037"/>
                </a:cubicBezTo>
                <a:cubicBezTo>
                  <a:pt x="135106" y="830"/>
                  <a:pt x="133312" y="0"/>
                  <a:pt x="132070" y="0"/>
                </a:cubicBezTo>
                <a:cubicBezTo>
                  <a:pt x="128620" y="0"/>
                  <a:pt x="120202" y="554"/>
                  <a:pt x="116752" y="554"/>
                </a:cubicBezTo>
                <a:cubicBezTo>
                  <a:pt x="113853" y="554"/>
                  <a:pt x="110128" y="554"/>
                  <a:pt x="107230" y="415"/>
                </a:cubicBezTo>
                <a:cubicBezTo>
                  <a:pt x="104194" y="278"/>
                  <a:pt x="100742" y="0"/>
                  <a:pt x="97845" y="0"/>
                </a:cubicBezTo>
                <a:cubicBezTo>
                  <a:pt x="96878" y="0"/>
                  <a:pt x="93568" y="0"/>
                  <a:pt x="93568" y="4694"/>
                </a:cubicBezTo>
                <a:cubicBezTo>
                  <a:pt x="93568" y="7591"/>
                  <a:pt x="96465" y="7730"/>
                  <a:pt x="97569" y="7730"/>
                </a:cubicBezTo>
                <a:cubicBezTo>
                  <a:pt x="99502" y="7730"/>
                  <a:pt x="101433" y="8006"/>
                  <a:pt x="103503" y="8695"/>
                </a:cubicBezTo>
                <a:lnTo>
                  <a:pt x="76317" y="33379"/>
                </a:lnTo>
                <a:lnTo>
                  <a:pt x="61689" y="8282"/>
                </a:lnTo>
                <a:cubicBezTo>
                  <a:pt x="64586" y="7867"/>
                  <a:pt x="65138" y="7867"/>
                  <a:pt x="68865" y="7730"/>
                </a:cubicBezTo>
                <a:cubicBezTo>
                  <a:pt x="72175" y="7591"/>
                  <a:pt x="72453" y="4003"/>
                  <a:pt x="72453" y="3037"/>
                </a:cubicBezTo>
                <a:cubicBezTo>
                  <a:pt x="72453" y="967"/>
                  <a:pt x="70796" y="0"/>
                  <a:pt x="69278" y="0"/>
                </a:cubicBezTo>
                <a:cubicBezTo>
                  <a:pt x="66932" y="0"/>
                  <a:pt x="61689" y="278"/>
                  <a:pt x="59067" y="415"/>
                </a:cubicBezTo>
                <a:cubicBezTo>
                  <a:pt x="55891" y="554"/>
                  <a:pt x="50785" y="554"/>
                  <a:pt x="47611" y="554"/>
                </a:cubicBezTo>
                <a:cubicBezTo>
                  <a:pt x="44575" y="554"/>
                  <a:pt x="41126" y="415"/>
                  <a:pt x="38089" y="415"/>
                </a:cubicBezTo>
                <a:cubicBezTo>
                  <a:pt x="34916" y="415"/>
                  <a:pt x="31464" y="0"/>
                  <a:pt x="28430" y="0"/>
                </a:cubicBezTo>
                <a:cubicBezTo>
                  <a:pt x="27463" y="0"/>
                  <a:pt x="24151" y="0"/>
                  <a:pt x="24151" y="4694"/>
                </a:cubicBezTo>
                <a:cubicBezTo>
                  <a:pt x="24151" y="7730"/>
                  <a:pt x="26912" y="7730"/>
                  <a:pt x="29946" y="7730"/>
                </a:cubicBezTo>
                <a:cubicBezTo>
                  <a:pt x="31740" y="7730"/>
                  <a:pt x="33534" y="7730"/>
                  <a:pt x="35329" y="7867"/>
                </a:cubicBezTo>
                <a:cubicBezTo>
                  <a:pt x="37537" y="8006"/>
                  <a:pt x="37674" y="8143"/>
                  <a:pt x="38641" y="9798"/>
                </a:cubicBezTo>
                <a:lnTo>
                  <a:pt x="60722" y="47580"/>
                </a:lnTo>
                <a:lnTo>
                  <a:pt x="23048" y="81778"/>
                </a:lnTo>
                <a:cubicBezTo>
                  <a:pt x="20287" y="84260"/>
                  <a:pt x="16560" y="86743"/>
                  <a:pt x="5382" y="86880"/>
                </a:cubicBezTo>
                <a:cubicBezTo>
                  <a:pt x="2898" y="86880"/>
                  <a:pt x="0" y="86880"/>
                  <a:pt x="0" y="91574"/>
                </a:cubicBezTo>
                <a:cubicBezTo>
                  <a:pt x="0" y="93229"/>
                  <a:pt x="1379" y="94608"/>
                  <a:pt x="3037" y="94608"/>
                </a:cubicBezTo>
                <a:cubicBezTo>
                  <a:pt x="6486" y="94608"/>
                  <a:pt x="14905" y="94056"/>
                  <a:pt x="18354" y="94056"/>
                </a:cubicBezTo>
                <a:cubicBezTo>
                  <a:pt x="21254" y="94056"/>
                  <a:pt x="24979" y="94056"/>
                  <a:pt x="27876" y="94195"/>
                </a:cubicBezTo>
                <a:cubicBezTo>
                  <a:pt x="30913" y="94332"/>
                  <a:pt x="34364" y="94608"/>
                  <a:pt x="37398" y="94608"/>
                </a:cubicBezTo>
                <a:cubicBezTo>
                  <a:pt x="39468" y="94608"/>
                  <a:pt x="41677" y="93644"/>
                  <a:pt x="41677" y="89916"/>
                </a:cubicBezTo>
                <a:cubicBezTo>
                  <a:pt x="41677" y="89641"/>
                  <a:pt x="41677" y="87019"/>
                  <a:pt x="38089" y="86880"/>
                </a:cubicBezTo>
                <a:cubicBezTo>
                  <a:pt x="35329" y="86880"/>
                  <a:pt x="33534" y="86467"/>
                  <a:pt x="31603" y="85915"/>
                </a:cubicBezTo>
                <a:lnTo>
                  <a:pt x="65138" y="55441"/>
                </a:lnTo>
                <a:lnTo>
                  <a:pt x="83216" y="86328"/>
                </a:lnTo>
                <a:cubicBezTo>
                  <a:pt x="80870" y="86604"/>
                  <a:pt x="77697" y="86743"/>
                  <a:pt x="76039" y="86880"/>
                </a:cubicBezTo>
                <a:cubicBezTo>
                  <a:pt x="75075" y="87019"/>
                  <a:pt x="72453" y="87434"/>
                  <a:pt x="72453" y="91574"/>
                </a:cubicBezTo>
                <a:cubicBezTo>
                  <a:pt x="72453" y="92816"/>
                  <a:pt x="73418" y="94608"/>
                  <a:pt x="75764" y="94608"/>
                </a:cubicBezTo>
                <a:cubicBezTo>
                  <a:pt x="78939" y="94608"/>
                  <a:pt x="82803" y="94332"/>
                  <a:pt x="85976" y="94195"/>
                </a:cubicBezTo>
                <a:cubicBezTo>
                  <a:pt x="89013" y="94056"/>
                  <a:pt x="94256" y="94056"/>
                  <a:pt x="97293" y="94056"/>
                </a:cubicBezTo>
                <a:cubicBezTo>
                  <a:pt x="100329" y="94056"/>
                  <a:pt x="103779" y="94195"/>
                  <a:pt x="106815" y="94195"/>
                </a:cubicBezTo>
                <a:cubicBezTo>
                  <a:pt x="109989" y="94195"/>
                  <a:pt x="113577" y="94608"/>
                  <a:pt x="116613" y="94608"/>
                </a:cubicBezTo>
                <a:cubicBezTo>
                  <a:pt x="118546" y="94608"/>
                  <a:pt x="120892" y="93780"/>
                  <a:pt x="120892" y="89916"/>
                </a:cubicBezTo>
                <a:cubicBezTo>
                  <a:pt x="120892" y="86880"/>
                  <a:pt x="117993" y="86880"/>
                  <a:pt x="114958" y="86880"/>
                </a:cubicBezTo>
                <a:cubicBezTo>
                  <a:pt x="113164" y="86880"/>
                  <a:pt x="111370" y="86880"/>
                  <a:pt x="109576" y="86743"/>
                </a:cubicBezTo>
                <a:cubicBezTo>
                  <a:pt x="107367" y="86604"/>
                  <a:pt x="107230" y="86467"/>
                  <a:pt x="106263" y="84812"/>
                </a:cubicBezTo>
                <a:lnTo>
                  <a:pt x="81976" y="428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0" name="path-966">
            <a:extLst xmlns:a="http://schemas.openxmlformats.org/drawingml/2006/main">
              <a:ext uri="{FF2B5EF4-FFF2-40B4-BE49-F238E27FC236}">
                <a16:creationId xmlns:a16="http://schemas.microsoft.com/office/drawing/2014/main" id="{F4490AEA-CA1E-4952-B5B1-DD9F8A06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934" y="4626914"/>
            <a:ext cx="20073" cy="48733"/>
          </a:xfrm>
          <a:custGeom xmlns:a="http://schemas.openxmlformats.org/drawingml/2006/main">
            <a:pathLst>
              <a:path w="17526" h="42551">
                <a:moveTo>
                  <a:pt x="13662" y="13662"/>
                </a:moveTo>
                <a:cubicBezTo>
                  <a:pt x="13662" y="21262"/>
                  <a:pt x="12281" y="30113"/>
                  <a:pt x="2898" y="38961"/>
                </a:cubicBezTo>
                <a:cubicBezTo>
                  <a:pt x="2346" y="39515"/>
                  <a:pt x="1931" y="39930"/>
                  <a:pt x="1931" y="40618"/>
                </a:cubicBezTo>
                <a:cubicBezTo>
                  <a:pt x="1931" y="41585"/>
                  <a:pt x="3034" y="42551"/>
                  <a:pt x="3864" y="42551"/>
                </a:cubicBezTo>
                <a:cubicBezTo>
                  <a:pt x="5795" y="42551"/>
                  <a:pt x="17526" y="31494"/>
                  <a:pt x="17526" y="15042"/>
                </a:cubicBezTo>
                <a:cubicBezTo>
                  <a:pt x="17526" y="6486"/>
                  <a:pt x="14214" y="0"/>
                  <a:pt x="7865" y="0"/>
                </a:cubicBezTo>
                <a:cubicBezTo>
                  <a:pt x="3310" y="0"/>
                  <a:pt x="0" y="3588"/>
                  <a:pt x="0" y="7865"/>
                </a:cubicBezTo>
                <a:cubicBezTo>
                  <a:pt x="0" y="12283"/>
                  <a:pt x="3173" y="15869"/>
                  <a:pt x="8004" y="15869"/>
                </a:cubicBezTo>
                <a:cubicBezTo>
                  <a:pt x="11316" y="15869"/>
                  <a:pt x="13523" y="13662"/>
                  <a:pt x="13662" y="13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967">
            <a:extLst xmlns:a="http://schemas.openxmlformats.org/drawingml/2006/main">
              <a:ext uri="{FF2B5EF4-FFF2-40B4-BE49-F238E27FC236}">
                <a16:creationId xmlns:a16="http://schemas.microsoft.com/office/drawing/2014/main" id="{7EBF0AAA-14A8-4206-8D61-D3E3B994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8" y="4575323"/>
            <a:ext cx="81081" cy="102024"/>
          </a:xfrm>
          <a:custGeom xmlns:a="http://schemas.openxmlformats.org/drawingml/2006/main">
            <a:pathLst>
              <a:path w="70796" h="89082">
                <a:moveTo>
                  <a:pt x="70244" y="8836"/>
                </a:moveTo>
                <a:cubicBezTo>
                  <a:pt x="70796" y="6903"/>
                  <a:pt x="70796" y="6627"/>
                  <a:pt x="70796" y="5797"/>
                </a:cubicBezTo>
                <a:cubicBezTo>
                  <a:pt x="70796" y="3037"/>
                  <a:pt x="68587" y="1381"/>
                  <a:pt x="66241" y="1381"/>
                </a:cubicBezTo>
                <a:cubicBezTo>
                  <a:pt x="64723" y="1381"/>
                  <a:pt x="62101" y="2072"/>
                  <a:pt x="60583" y="4694"/>
                </a:cubicBezTo>
                <a:cubicBezTo>
                  <a:pt x="60168" y="5521"/>
                  <a:pt x="59065" y="9939"/>
                  <a:pt x="58374" y="12702"/>
                </a:cubicBezTo>
                <a:lnTo>
                  <a:pt x="55477" y="24162"/>
                </a:lnTo>
                <a:cubicBezTo>
                  <a:pt x="54649" y="27474"/>
                  <a:pt x="50370" y="44870"/>
                  <a:pt x="49957" y="46388"/>
                </a:cubicBezTo>
                <a:cubicBezTo>
                  <a:pt x="49818" y="46388"/>
                  <a:pt x="43747" y="58399"/>
                  <a:pt x="32983" y="58399"/>
                </a:cubicBezTo>
                <a:cubicBezTo>
                  <a:pt x="23597" y="58399"/>
                  <a:pt x="23597" y="49427"/>
                  <a:pt x="23597" y="46942"/>
                </a:cubicBezTo>
                <a:cubicBezTo>
                  <a:pt x="23597" y="39485"/>
                  <a:pt x="26773" y="30788"/>
                  <a:pt x="30913" y="20156"/>
                </a:cubicBezTo>
                <a:cubicBezTo>
                  <a:pt x="32568" y="15739"/>
                  <a:pt x="33259" y="14081"/>
                  <a:pt x="33259" y="11735"/>
                </a:cubicBezTo>
                <a:cubicBezTo>
                  <a:pt x="33259" y="5109"/>
                  <a:pt x="27600" y="0"/>
                  <a:pt x="20148" y="0"/>
                </a:cubicBezTo>
                <a:cubicBezTo>
                  <a:pt x="6210" y="0"/>
                  <a:pt x="0" y="18775"/>
                  <a:pt x="0" y="21123"/>
                </a:cubicBezTo>
                <a:cubicBezTo>
                  <a:pt x="0" y="22917"/>
                  <a:pt x="1931" y="22917"/>
                  <a:pt x="2346" y="22917"/>
                </a:cubicBezTo>
                <a:cubicBezTo>
                  <a:pt x="4277" y="22917"/>
                  <a:pt x="4416" y="22229"/>
                  <a:pt x="4829" y="20708"/>
                </a:cubicBezTo>
                <a:cubicBezTo>
                  <a:pt x="8280" y="9251"/>
                  <a:pt x="14214" y="3866"/>
                  <a:pt x="19733" y="3866"/>
                </a:cubicBezTo>
                <a:cubicBezTo>
                  <a:pt x="22079" y="3866"/>
                  <a:pt x="23185" y="5384"/>
                  <a:pt x="23185" y="8697"/>
                </a:cubicBezTo>
                <a:cubicBezTo>
                  <a:pt x="23185" y="11872"/>
                  <a:pt x="21942" y="14911"/>
                  <a:pt x="21251" y="16705"/>
                </a:cubicBezTo>
                <a:cubicBezTo>
                  <a:pt x="14629" y="33549"/>
                  <a:pt x="13247" y="38658"/>
                  <a:pt x="13247" y="44733"/>
                </a:cubicBezTo>
                <a:cubicBezTo>
                  <a:pt x="13247" y="47079"/>
                  <a:pt x="13247" y="53569"/>
                  <a:pt x="18630" y="57987"/>
                </a:cubicBezTo>
                <a:cubicBezTo>
                  <a:pt x="22909" y="61575"/>
                  <a:pt x="28704" y="62263"/>
                  <a:pt x="32431" y="62263"/>
                </a:cubicBezTo>
                <a:cubicBezTo>
                  <a:pt x="37950" y="62263"/>
                  <a:pt x="42918" y="60193"/>
                  <a:pt x="47472" y="56053"/>
                </a:cubicBezTo>
                <a:cubicBezTo>
                  <a:pt x="45678" y="63645"/>
                  <a:pt x="44160" y="69442"/>
                  <a:pt x="38365" y="76343"/>
                </a:cubicBezTo>
                <a:cubicBezTo>
                  <a:pt x="34638" y="80622"/>
                  <a:pt x="29119" y="85218"/>
                  <a:pt x="21803" y="85218"/>
                </a:cubicBezTo>
                <a:cubicBezTo>
                  <a:pt x="20839" y="85218"/>
                  <a:pt x="14351" y="85218"/>
                  <a:pt x="11453" y="80622"/>
                </a:cubicBezTo>
                <a:cubicBezTo>
                  <a:pt x="18906" y="79794"/>
                  <a:pt x="18906" y="73169"/>
                  <a:pt x="18906" y="73030"/>
                </a:cubicBezTo>
                <a:cubicBezTo>
                  <a:pt x="18906" y="68614"/>
                  <a:pt x="14905" y="67787"/>
                  <a:pt x="13523" y="67787"/>
                </a:cubicBezTo>
                <a:cubicBezTo>
                  <a:pt x="10074" y="67787"/>
                  <a:pt x="5519" y="70548"/>
                  <a:pt x="5519" y="76894"/>
                </a:cubicBezTo>
                <a:cubicBezTo>
                  <a:pt x="5519" y="83965"/>
                  <a:pt x="12144" y="89082"/>
                  <a:pt x="21942" y="89082"/>
                </a:cubicBezTo>
                <a:cubicBezTo>
                  <a:pt x="35880" y="89082"/>
                  <a:pt x="52855" y="78276"/>
                  <a:pt x="57134" y="61023"/>
                </a:cubicBezTo>
                <a:lnTo>
                  <a:pt x="70244" y="8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968">
            <a:extLst xmlns:a="http://schemas.openxmlformats.org/drawingml/2006/main">
              <a:ext uri="{FF2B5EF4-FFF2-40B4-BE49-F238E27FC236}">
                <a16:creationId xmlns:a16="http://schemas.microsoft.com/office/drawing/2014/main" id="{907BB59F-E515-495F-AA36-1000EC5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812" y="4626914"/>
            <a:ext cx="20073" cy="48733"/>
          </a:xfrm>
          <a:custGeom xmlns:a="http://schemas.openxmlformats.org/drawingml/2006/main">
            <a:pathLst>
              <a:path w="17526" h="42551">
                <a:moveTo>
                  <a:pt x="13662" y="13662"/>
                </a:moveTo>
                <a:cubicBezTo>
                  <a:pt x="13662" y="21262"/>
                  <a:pt x="12281" y="30113"/>
                  <a:pt x="2898" y="38961"/>
                </a:cubicBezTo>
                <a:cubicBezTo>
                  <a:pt x="2346" y="39515"/>
                  <a:pt x="1931" y="39930"/>
                  <a:pt x="1931" y="40618"/>
                </a:cubicBezTo>
                <a:cubicBezTo>
                  <a:pt x="1931" y="41585"/>
                  <a:pt x="3034" y="42551"/>
                  <a:pt x="3864" y="42551"/>
                </a:cubicBezTo>
                <a:cubicBezTo>
                  <a:pt x="5795" y="42551"/>
                  <a:pt x="17526" y="31494"/>
                  <a:pt x="17526" y="15042"/>
                </a:cubicBezTo>
                <a:cubicBezTo>
                  <a:pt x="17526" y="6486"/>
                  <a:pt x="14214" y="0"/>
                  <a:pt x="7865" y="0"/>
                </a:cubicBezTo>
                <a:cubicBezTo>
                  <a:pt x="3310" y="0"/>
                  <a:pt x="0" y="3588"/>
                  <a:pt x="0" y="7865"/>
                </a:cubicBezTo>
                <a:cubicBezTo>
                  <a:pt x="0" y="12283"/>
                  <a:pt x="3173" y="15869"/>
                  <a:pt x="8004" y="15869"/>
                </a:cubicBezTo>
                <a:cubicBezTo>
                  <a:pt x="11316" y="15869"/>
                  <a:pt x="13523" y="13662"/>
                  <a:pt x="13662" y="13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3" name="path-969">
            <a:extLst xmlns:a="http://schemas.openxmlformats.org/drawingml/2006/main">
              <a:ext uri="{FF2B5EF4-FFF2-40B4-BE49-F238E27FC236}">
                <a16:creationId xmlns:a16="http://schemas.microsoft.com/office/drawing/2014/main" id="{57FAAD5E-431D-45F9-957B-549FECC1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374" y="4546387"/>
            <a:ext cx="53422" cy="100245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path-970">
            <a:extLst xmlns:a="http://schemas.openxmlformats.org/drawingml/2006/main">
              <a:ext uri="{FF2B5EF4-FFF2-40B4-BE49-F238E27FC236}">
                <a16:creationId xmlns:a16="http://schemas.microsoft.com/office/drawing/2014/main" id="{D0BF1771-8938-458B-B50C-4FC89036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283" y="4616945"/>
            <a:ext cx="61981" cy="51817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path-971">
            <a:extLst xmlns:a="http://schemas.openxmlformats.org/drawingml/2006/main">
              <a:ext uri="{FF2B5EF4-FFF2-40B4-BE49-F238E27FC236}">
                <a16:creationId xmlns:a16="http://schemas.microsoft.com/office/drawing/2014/main" id="{C245BF1A-4A38-4D64-88F2-9A5D091E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743" y="4626914"/>
            <a:ext cx="20073" cy="48733"/>
          </a:xfrm>
          <a:custGeom xmlns:a="http://schemas.openxmlformats.org/drawingml/2006/main">
            <a:pathLst>
              <a:path w="17526" h="42551">
                <a:moveTo>
                  <a:pt x="13662" y="13662"/>
                </a:moveTo>
                <a:cubicBezTo>
                  <a:pt x="13662" y="21262"/>
                  <a:pt x="12281" y="30113"/>
                  <a:pt x="2898" y="38961"/>
                </a:cubicBezTo>
                <a:cubicBezTo>
                  <a:pt x="2346" y="39515"/>
                  <a:pt x="1931" y="39930"/>
                  <a:pt x="1931" y="40618"/>
                </a:cubicBezTo>
                <a:cubicBezTo>
                  <a:pt x="1931" y="41585"/>
                  <a:pt x="3034" y="42551"/>
                  <a:pt x="3864" y="42551"/>
                </a:cubicBezTo>
                <a:cubicBezTo>
                  <a:pt x="5795" y="42551"/>
                  <a:pt x="17526" y="31494"/>
                  <a:pt x="17526" y="15042"/>
                </a:cubicBezTo>
                <a:cubicBezTo>
                  <a:pt x="17526" y="6486"/>
                  <a:pt x="14214" y="0"/>
                  <a:pt x="7865" y="0"/>
                </a:cubicBezTo>
                <a:cubicBezTo>
                  <a:pt x="3310" y="0"/>
                  <a:pt x="0" y="3588"/>
                  <a:pt x="0" y="7865"/>
                </a:cubicBezTo>
                <a:cubicBezTo>
                  <a:pt x="0" y="12283"/>
                  <a:pt x="3173" y="15869"/>
                  <a:pt x="8004" y="15869"/>
                </a:cubicBezTo>
                <a:cubicBezTo>
                  <a:pt x="11316" y="15869"/>
                  <a:pt x="13523" y="13662"/>
                  <a:pt x="13662" y="13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path-972">
            <a:extLst xmlns:a="http://schemas.openxmlformats.org/drawingml/2006/main">
              <a:ext uri="{FF2B5EF4-FFF2-40B4-BE49-F238E27FC236}">
                <a16:creationId xmlns:a16="http://schemas.microsoft.com/office/drawing/2014/main" id="{0779199F-6A71-4044-A95B-0EC48DEB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00" y="4535346"/>
            <a:ext cx="44414" cy="110977"/>
          </a:xfrm>
          <a:custGeom xmlns:a="http://schemas.openxmlformats.org/drawingml/2006/main">
            <a:pathLst>
              <a:path w="38780" h="96899">
                <a:moveTo>
                  <a:pt x="36156" y="5936"/>
                </a:moveTo>
                <a:cubicBezTo>
                  <a:pt x="36710" y="4003"/>
                  <a:pt x="36710" y="3727"/>
                  <a:pt x="36710" y="3037"/>
                </a:cubicBezTo>
                <a:cubicBezTo>
                  <a:pt x="36710" y="2348"/>
                  <a:pt x="36295" y="0"/>
                  <a:pt x="33122" y="0"/>
                </a:cubicBezTo>
                <a:cubicBezTo>
                  <a:pt x="32570" y="0"/>
                  <a:pt x="32292" y="0"/>
                  <a:pt x="32155" y="139"/>
                </a:cubicBezTo>
                <a:lnTo>
                  <a:pt x="13525" y="967"/>
                </a:lnTo>
                <a:cubicBezTo>
                  <a:pt x="12007" y="1106"/>
                  <a:pt x="8695" y="1242"/>
                  <a:pt x="8695" y="5797"/>
                </a:cubicBezTo>
                <a:cubicBezTo>
                  <a:pt x="8695" y="8834"/>
                  <a:pt x="11731" y="8834"/>
                  <a:pt x="13525" y="8834"/>
                </a:cubicBezTo>
                <a:cubicBezTo>
                  <a:pt x="16008" y="8834"/>
                  <a:pt x="17941" y="8834"/>
                  <a:pt x="17941" y="9522"/>
                </a:cubicBezTo>
                <a:cubicBezTo>
                  <a:pt x="17941" y="9800"/>
                  <a:pt x="17802" y="10628"/>
                  <a:pt x="17526" y="11455"/>
                </a:cubicBezTo>
                <a:lnTo>
                  <a:pt x="691" y="78543"/>
                </a:lnTo>
                <a:cubicBezTo>
                  <a:pt x="276" y="80061"/>
                  <a:pt x="0" y="81304"/>
                  <a:pt x="0" y="83237"/>
                </a:cubicBezTo>
                <a:cubicBezTo>
                  <a:pt x="0" y="92898"/>
                  <a:pt x="10765" y="96899"/>
                  <a:pt x="19459" y="96899"/>
                </a:cubicBezTo>
                <a:cubicBezTo>
                  <a:pt x="34225" y="96899"/>
                  <a:pt x="38780" y="76058"/>
                  <a:pt x="38780" y="75368"/>
                </a:cubicBezTo>
                <a:cubicBezTo>
                  <a:pt x="38780" y="72883"/>
                  <a:pt x="36434" y="72883"/>
                  <a:pt x="34364" y="72883"/>
                </a:cubicBezTo>
                <a:cubicBezTo>
                  <a:pt x="31189" y="72883"/>
                  <a:pt x="30637" y="73022"/>
                  <a:pt x="29946" y="75921"/>
                </a:cubicBezTo>
                <a:cubicBezTo>
                  <a:pt x="28291" y="82409"/>
                  <a:pt x="25669" y="90552"/>
                  <a:pt x="20424" y="90552"/>
                </a:cubicBezTo>
                <a:cubicBezTo>
                  <a:pt x="17111" y="90552"/>
                  <a:pt x="16699" y="87101"/>
                  <a:pt x="16699" y="85031"/>
                </a:cubicBezTo>
                <a:cubicBezTo>
                  <a:pt x="16699" y="83513"/>
                  <a:pt x="16699" y="83098"/>
                  <a:pt x="17389" y="80476"/>
                </a:cubicBezTo>
                <a:lnTo>
                  <a:pt x="36156" y="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7" name="path-973">
            <a:extLst xmlns:a="http://schemas.openxmlformats.org/drawingml/2006/main">
              <a:ext uri="{FF2B5EF4-FFF2-40B4-BE49-F238E27FC236}">
                <a16:creationId xmlns:a16="http://schemas.microsoft.com/office/drawing/2014/main" id="{322DBA51-A062-411E-8BFF-9B8DC0AF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650" y="4592470"/>
            <a:ext cx="46401" cy="75190"/>
          </a:xfrm>
          <a:custGeom xmlns:a="http://schemas.openxmlformats.org/drawingml/2006/main">
            <a:pathLst>
              <a:path w="40515" h="65652">
                <a:moveTo>
                  <a:pt x="25137" y="2968"/>
                </a:moveTo>
                <a:cubicBezTo>
                  <a:pt x="25137" y="0"/>
                  <a:pt x="24841" y="0"/>
                  <a:pt x="21589" y="0"/>
                </a:cubicBezTo>
                <a:cubicBezTo>
                  <a:pt x="14590" y="6349"/>
                  <a:pt x="3648" y="6349"/>
                  <a:pt x="1676" y="6349"/>
                </a:cubicBezTo>
                <a:lnTo>
                  <a:pt x="0" y="6349"/>
                </a:lnTo>
                <a:lnTo>
                  <a:pt x="0" y="10685"/>
                </a:lnTo>
                <a:lnTo>
                  <a:pt x="1676" y="10685"/>
                </a:lnTo>
                <a:cubicBezTo>
                  <a:pt x="3944" y="10685"/>
                  <a:pt x="10350" y="10390"/>
                  <a:pt x="16069" y="7925"/>
                </a:cubicBezTo>
                <a:lnTo>
                  <a:pt x="16069" y="57178"/>
                </a:lnTo>
                <a:cubicBezTo>
                  <a:pt x="16069" y="60233"/>
                  <a:pt x="16069" y="61316"/>
                  <a:pt x="5619" y="61316"/>
                </a:cubicBezTo>
                <a:lnTo>
                  <a:pt x="690" y="61316"/>
                </a:lnTo>
                <a:lnTo>
                  <a:pt x="690" y="65652"/>
                </a:lnTo>
                <a:cubicBezTo>
                  <a:pt x="6111" y="65258"/>
                  <a:pt x="14885" y="65258"/>
                  <a:pt x="20602" y="65258"/>
                </a:cubicBezTo>
                <a:cubicBezTo>
                  <a:pt x="26319" y="65258"/>
                  <a:pt x="35093" y="65258"/>
                  <a:pt x="40515" y="65652"/>
                </a:cubicBezTo>
                <a:lnTo>
                  <a:pt x="40515" y="61316"/>
                </a:lnTo>
                <a:lnTo>
                  <a:pt x="35586" y="61316"/>
                </a:lnTo>
                <a:cubicBezTo>
                  <a:pt x="25137" y="61316"/>
                  <a:pt x="25137" y="60233"/>
                  <a:pt x="25137" y="57178"/>
                </a:cubicBezTo>
                <a:lnTo>
                  <a:pt x="25137" y="2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8" name="path-974">
            <a:extLst xmlns:a="http://schemas.openxmlformats.org/drawingml/2006/main">
              <a:ext uri="{FF2B5EF4-FFF2-40B4-BE49-F238E27FC236}">
                <a16:creationId xmlns:a16="http://schemas.microsoft.com/office/drawing/2014/main" id="{1A20D7D6-B77C-4566-B9FC-7FB09258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149" y="4619040"/>
            <a:ext cx="13773" cy="48620"/>
          </a:xfrm>
          <a:custGeom xmlns:a="http://schemas.openxmlformats.org/drawingml/2006/main">
            <a:pathLst>
              <a:path w="12025" h="42452">
                <a:moveTo>
                  <a:pt x="12025" y="6013"/>
                </a:moveTo>
                <a:cubicBezTo>
                  <a:pt x="12025" y="2662"/>
                  <a:pt x="9363" y="0"/>
                  <a:pt x="6012" y="0"/>
                </a:cubicBezTo>
                <a:cubicBezTo>
                  <a:pt x="2760" y="0"/>
                  <a:pt x="0" y="2662"/>
                  <a:pt x="0" y="6013"/>
                </a:cubicBezTo>
                <a:cubicBezTo>
                  <a:pt x="0" y="9365"/>
                  <a:pt x="2661" y="12027"/>
                  <a:pt x="6012" y="12027"/>
                </a:cubicBezTo>
                <a:cubicBezTo>
                  <a:pt x="9265" y="12027"/>
                  <a:pt x="12025" y="9365"/>
                  <a:pt x="12025" y="6013"/>
                </a:cubicBezTo>
                <a:moveTo>
                  <a:pt x="12025" y="36440"/>
                </a:moveTo>
                <a:cubicBezTo>
                  <a:pt x="12025" y="33089"/>
                  <a:pt x="9363" y="30427"/>
                  <a:pt x="6012" y="30427"/>
                </a:cubicBezTo>
                <a:cubicBezTo>
                  <a:pt x="2760" y="30427"/>
                  <a:pt x="0" y="33089"/>
                  <a:pt x="0" y="36440"/>
                </a:cubicBezTo>
                <a:cubicBezTo>
                  <a:pt x="0" y="39792"/>
                  <a:pt x="2661" y="42452"/>
                  <a:pt x="6012" y="42452"/>
                </a:cubicBezTo>
                <a:cubicBezTo>
                  <a:pt x="9265" y="42452"/>
                  <a:pt x="12025" y="39792"/>
                  <a:pt x="12025" y="36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9" name="path-975">
            <a:extLst xmlns:a="http://schemas.openxmlformats.org/drawingml/2006/main">
              <a:ext uri="{FF2B5EF4-FFF2-40B4-BE49-F238E27FC236}">
                <a16:creationId xmlns:a16="http://schemas.microsoft.com/office/drawing/2014/main" id="{D0AD42E5-9571-42AF-95A8-E75975AB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307" y="4597049"/>
            <a:ext cx="43915" cy="71824"/>
          </a:xfrm>
          <a:custGeom xmlns:a="http://schemas.openxmlformats.org/drawingml/2006/main">
            <a:pathLst>
              <a:path w="38345" h="62713">
                <a:moveTo>
                  <a:pt x="22672" y="23637"/>
                </a:moveTo>
                <a:lnTo>
                  <a:pt x="34303" y="23637"/>
                </a:lnTo>
                <a:cubicBezTo>
                  <a:pt x="36373" y="23637"/>
                  <a:pt x="36472" y="23540"/>
                  <a:pt x="36965" y="23145"/>
                </a:cubicBezTo>
                <a:cubicBezTo>
                  <a:pt x="37457" y="22751"/>
                  <a:pt x="37754" y="21470"/>
                  <a:pt x="37754" y="20879"/>
                </a:cubicBezTo>
                <a:cubicBezTo>
                  <a:pt x="37754" y="19202"/>
                  <a:pt x="36275" y="19202"/>
                  <a:pt x="34599" y="19202"/>
                </a:cubicBezTo>
                <a:lnTo>
                  <a:pt x="23756" y="19202"/>
                </a:lnTo>
                <a:lnTo>
                  <a:pt x="25826" y="11030"/>
                </a:lnTo>
                <a:cubicBezTo>
                  <a:pt x="26417" y="8470"/>
                  <a:pt x="27601" y="4039"/>
                  <a:pt x="27601" y="3447"/>
                </a:cubicBezTo>
                <a:cubicBezTo>
                  <a:pt x="27601" y="1773"/>
                  <a:pt x="26319" y="0"/>
                  <a:pt x="23953" y="0"/>
                </a:cubicBezTo>
                <a:cubicBezTo>
                  <a:pt x="22278" y="0"/>
                  <a:pt x="19912" y="1084"/>
                  <a:pt x="19123" y="3744"/>
                </a:cubicBezTo>
                <a:cubicBezTo>
                  <a:pt x="18630" y="5418"/>
                  <a:pt x="19812" y="788"/>
                  <a:pt x="15180" y="19202"/>
                </a:cubicBezTo>
                <a:lnTo>
                  <a:pt x="3449" y="19202"/>
                </a:lnTo>
                <a:cubicBezTo>
                  <a:pt x="1479" y="19202"/>
                  <a:pt x="0" y="19202"/>
                  <a:pt x="0" y="21963"/>
                </a:cubicBezTo>
                <a:cubicBezTo>
                  <a:pt x="0" y="23637"/>
                  <a:pt x="1379" y="23637"/>
                  <a:pt x="3154" y="23637"/>
                </a:cubicBezTo>
                <a:lnTo>
                  <a:pt x="14095" y="23637"/>
                </a:lnTo>
                <a:lnTo>
                  <a:pt x="8280" y="46765"/>
                </a:lnTo>
                <a:cubicBezTo>
                  <a:pt x="7787" y="48931"/>
                  <a:pt x="6999" y="51981"/>
                  <a:pt x="6999" y="53162"/>
                </a:cubicBezTo>
                <a:cubicBezTo>
                  <a:pt x="6999" y="58772"/>
                  <a:pt x="12223" y="62713"/>
                  <a:pt x="19123" y="62713"/>
                </a:cubicBezTo>
                <a:cubicBezTo>
                  <a:pt x="31050" y="62713"/>
                  <a:pt x="38345" y="49423"/>
                  <a:pt x="38345" y="47454"/>
                </a:cubicBezTo>
                <a:cubicBezTo>
                  <a:pt x="38345" y="46076"/>
                  <a:pt x="36669" y="46076"/>
                  <a:pt x="36275" y="46076"/>
                </a:cubicBezTo>
                <a:cubicBezTo>
                  <a:pt x="34697" y="46076"/>
                  <a:pt x="34500" y="46470"/>
                  <a:pt x="34008" y="47750"/>
                </a:cubicBezTo>
                <a:cubicBezTo>
                  <a:pt x="30755" y="54836"/>
                  <a:pt x="24644" y="59362"/>
                  <a:pt x="19518" y="59362"/>
                </a:cubicBezTo>
                <a:cubicBezTo>
                  <a:pt x="16363" y="59362"/>
                  <a:pt x="15377" y="57098"/>
                  <a:pt x="15377" y="54147"/>
                </a:cubicBezTo>
                <a:cubicBezTo>
                  <a:pt x="15377" y="52572"/>
                  <a:pt x="15476" y="52276"/>
                  <a:pt x="15673" y="51391"/>
                </a:cubicBezTo>
                <a:lnTo>
                  <a:pt x="22672" y="23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0" name="path-976">
            <a:extLst xmlns:a="http://schemas.openxmlformats.org/drawingml/2006/main">
              <a:ext uri="{FF2B5EF4-FFF2-40B4-BE49-F238E27FC236}">
                <a16:creationId xmlns:a16="http://schemas.microsoft.com/office/drawing/2014/main" id="{1308FCEA-940E-434B-ADA4-E8EDFB2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778" y="4639520"/>
            <a:ext cx="61981" cy="51817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path-977">
            <a:extLst xmlns:a="http://schemas.openxmlformats.org/drawingml/2006/main">
              <a:ext uri="{FF2B5EF4-FFF2-40B4-BE49-F238E27FC236}">
                <a16:creationId xmlns:a16="http://schemas.microsoft.com/office/drawing/2014/main" id="{4B1434E7-8E03-4F16-A85E-7F54AF6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396" y="4441862"/>
            <a:ext cx="30932" cy="225791"/>
          </a:xfrm>
          <a:custGeom xmlns:a="http://schemas.openxmlformats.org/drawingml/2006/main">
            <a:pathLst>
              <a:path w="27008" h="197149">
                <a:moveTo>
                  <a:pt x="27008" y="197149"/>
                </a:moveTo>
                <a:lnTo>
                  <a:pt x="27008" y="189264"/>
                </a:lnTo>
                <a:lnTo>
                  <a:pt x="7885" y="189264"/>
                </a:lnTo>
                <a:lnTo>
                  <a:pt x="7885" y="7888"/>
                </a:lnTo>
                <a:lnTo>
                  <a:pt x="27008" y="7888"/>
                </a:lnTo>
                <a:lnTo>
                  <a:pt x="27008" y="0"/>
                </a:lnTo>
                <a:lnTo>
                  <a:pt x="0" y="0"/>
                </a:lnTo>
                <a:lnTo>
                  <a:pt x="0" y="197149"/>
                </a:lnTo>
                <a:lnTo>
                  <a:pt x="27008" y="1971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2" name="path-978">
            <a:extLst xmlns:a="http://schemas.openxmlformats.org/drawingml/2006/main">
              <a:ext uri="{FF2B5EF4-FFF2-40B4-BE49-F238E27FC236}">
                <a16:creationId xmlns:a16="http://schemas.microsoft.com/office/drawing/2014/main" id="{24346825-20EF-46C6-BEC3-6C576998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485" y="4452005"/>
            <a:ext cx="140895" cy="164272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3" name="path-979">
            <a:extLst xmlns:a="http://schemas.openxmlformats.org/drawingml/2006/main">
              <a:ext uri="{FF2B5EF4-FFF2-40B4-BE49-F238E27FC236}">
                <a16:creationId xmlns:a16="http://schemas.microsoft.com/office/drawing/2014/main" id="{45C312D3-CA7C-4E76-B4F8-E7FB47C2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563" y="4441862"/>
            <a:ext cx="52382" cy="225791"/>
          </a:xfrm>
          <a:custGeom xmlns:a="http://schemas.openxmlformats.org/drawingml/2006/main">
            <a:pathLst>
              <a:path w="45737" h="197149">
                <a:moveTo>
                  <a:pt x="45737" y="195178"/>
                </a:moveTo>
                <a:cubicBezTo>
                  <a:pt x="45737" y="194589"/>
                  <a:pt x="45737" y="194192"/>
                  <a:pt x="42386" y="190840"/>
                </a:cubicBezTo>
                <a:cubicBezTo>
                  <a:pt x="17743" y="166001"/>
                  <a:pt x="11434" y="128738"/>
                  <a:pt x="11434" y="98574"/>
                </a:cubicBezTo>
                <a:cubicBezTo>
                  <a:pt x="11434" y="64271"/>
                  <a:pt x="18925" y="29968"/>
                  <a:pt x="43174" y="5325"/>
                </a:cubicBezTo>
                <a:cubicBezTo>
                  <a:pt x="45737" y="2960"/>
                  <a:pt x="45737" y="2563"/>
                  <a:pt x="45737" y="1973"/>
                </a:cubicBezTo>
                <a:cubicBezTo>
                  <a:pt x="45737" y="593"/>
                  <a:pt x="44949" y="0"/>
                  <a:pt x="43767" y="0"/>
                </a:cubicBezTo>
                <a:cubicBezTo>
                  <a:pt x="41794" y="0"/>
                  <a:pt x="24051" y="13408"/>
                  <a:pt x="12418" y="38445"/>
                </a:cubicBezTo>
                <a:cubicBezTo>
                  <a:pt x="2364" y="60132"/>
                  <a:pt x="0" y="82014"/>
                  <a:pt x="0" y="98574"/>
                </a:cubicBezTo>
                <a:cubicBezTo>
                  <a:pt x="0" y="113953"/>
                  <a:pt x="2166" y="137808"/>
                  <a:pt x="13011" y="160087"/>
                </a:cubicBezTo>
                <a:cubicBezTo>
                  <a:pt x="24839" y="184337"/>
                  <a:pt x="41794" y="197149"/>
                  <a:pt x="43767" y="197149"/>
                </a:cubicBezTo>
                <a:cubicBezTo>
                  <a:pt x="44949" y="197149"/>
                  <a:pt x="45737" y="196559"/>
                  <a:pt x="45737" y="195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4" name="path-980">
            <a:extLst xmlns:a="http://schemas.openxmlformats.org/drawingml/2006/main">
              <a:ext uri="{FF2B5EF4-FFF2-40B4-BE49-F238E27FC236}">
                <a16:creationId xmlns:a16="http://schemas.microsoft.com/office/drawing/2014/main" id="{F1355994-A647-4980-A514-715930A2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579" y="4511319"/>
            <a:ext cx="104089" cy="146191"/>
          </a:xfrm>
          <a:custGeom xmlns:a="http://schemas.openxmlformats.org/drawingml/2006/main">
            <a:pathLst>
              <a:path w="90885" h="127646">
                <a:moveTo>
                  <a:pt x="90097" y="12030"/>
                </a:moveTo>
                <a:cubicBezTo>
                  <a:pt x="90885" y="9268"/>
                  <a:pt x="90885" y="8874"/>
                  <a:pt x="90885" y="7494"/>
                </a:cubicBezTo>
                <a:cubicBezTo>
                  <a:pt x="90885" y="3944"/>
                  <a:pt x="88127" y="2169"/>
                  <a:pt x="85170" y="2169"/>
                </a:cubicBezTo>
                <a:cubicBezTo>
                  <a:pt x="83196" y="2169"/>
                  <a:pt x="80044" y="3354"/>
                  <a:pt x="78269" y="6311"/>
                </a:cubicBezTo>
                <a:cubicBezTo>
                  <a:pt x="77875" y="7298"/>
                  <a:pt x="76298" y="13411"/>
                  <a:pt x="75507" y="16961"/>
                </a:cubicBezTo>
                <a:cubicBezTo>
                  <a:pt x="74129" y="22087"/>
                  <a:pt x="72749" y="27411"/>
                  <a:pt x="71566" y="32736"/>
                </a:cubicBezTo>
                <a:lnTo>
                  <a:pt x="62695" y="68233"/>
                </a:lnTo>
                <a:cubicBezTo>
                  <a:pt x="61904" y="71193"/>
                  <a:pt x="53427" y="84998"/>
                  <a:pt x="40416" y="84998"/>
                </a:cubicBezTo>
                <a:cubicBezTo>
                  <a:pt x="30362" y="84998"/>
                  <a:pt x="28193" y="76319"/>
                  <a:pt x="28193" y="69024"/>
                </a:cubicBezTo>
                <a:cubicBezTo>
                  <a:pt x="28193" y="59951"/>
                  <a:pt x="31545" y="47726"/>
                  <a:pt x="38247" y="30371"/>
                </a:cubicBezTo>
                <a:cubicBezTo>
                  <a:pt x="41403" y="22285"/>
                  <a:pt x="42191" y="20116"/>
                  <a:pt x="42191" y="16172"/>
                </a:cubicBezTo>
                <a:cubicBezTo>
                  <a:pt x="42191" y="7298"/>
                  <a:pt x="35882" y="0"/>
                  <a:pt x="26024" y="0"/>
                </a:cubicBezTo>
                <a:cubicBezTo>
                  <a:pt x="7295" y="0"/>
                  <a:pt x="0" y="28596"/>
                  <a:pt x="0" y="30371"/>
                </a:cubicBezTo>
                <a:cubicBezTo>
                  <a:pt x="0" y="32342"/>
                  <a:pt x="1970" y="32342"/>
                  <a:pt x="2364" y="32342"/>
                </a:cubicBezTo>
                <a:cubicBezTo>
                  <a:pt x="4338" y="32342"/>
                  <a:pt x="4533" y="31948"/>
                  <a:pt x="5520" y="28792"/>
                </a:cubicBezTo>
                <a:cubicBezTo>
                  <a:pt x="10845" y="10255"/>
                  <a:pt x="18729" y="4338"/>
                  <a:pt x="25432" y="4338"/>
                </a:cubicBezTo>
                <a:cubicBezTo>
                  <a:pt x="27008" y="4338"/>
                  <a:pt x="30362" y="4338"/>
                  <a:pt x="30362" y="10649"/>
                </a:cubicBezTo>
                <a:cubicBezTo>
                  <a:pt x="30362" y="15580"/>
                  <a:pt x="28389" y="20709"/>
                  <a:pt x="27008" y="24454"/>
                </a:cubicBezTo>
                <a:cubicBezTo>
                  <a:pt x="19123" y="45358"/>
                  <a:pt x="15574" y="56600"/>
                  <a:pt x="15574" y="65869"/>
                </a:cubicBezTo>
                <a:cubicBezTo>
                  <a:pt x="15574" y="83419"/>
                  <a:pt x="27995" y="89333"/>
                  <a:pt x="39628" y="89333"/>
                </a:cubicBezTo>
                <a:cubicBezTo>
                  <a:pt x="47317" y="89333"/>
                  <a:pt x="54019" y="85982"/>
                  <a:pt x="59539" y="80462"/>
                </a:cubicBezTo>
                <a:cubicBezTo>
                  <a:pt x="56976" y="90714"/>
                  <a:pt x="54612" y="100373"/>
                  <a:pt x="46724" y="110821"/>
                </a:cubicBezTo>
                <a:cubicBezTo>
                  <a:pt x="41598" y="117547"/>
                  <a:pt x="34108" y="123311"/>
                  <a:pt x="25038" y="123311"/>
                </a:cubicBezTo>
                <a:cubicBezTo>
                  <a:pt x="22279" y="123311"/>
                  <a:pt x="13408" y="122713"/>
                  <a:pt x="10054" y="114963"/>
                </a:cubicBezTo>
                <a:cubicBezTo>
                  <a:pt x="13209" y="114963"/>
                  <a:pt x="15772" y="114963"/>
                  <a:pt x="18531" y="112596"/>
                </a:cubicBezTo>
                <a:cubicBezTo>
                  <a:pt x="20504" y="110821"/>
                  <a:pt x="22475" y="108258"/>
                  <a:pt x="22475" y="104513"/>
                </a:cubicBezTo>
                <a:cubicBezTo>
                  <a:pt x="22475" y="98403"/>
                  <a:pt x="17153" y="97612"/>
                  <a:pt x="15180" y="97612"/>
                </a:cubicBezTo>
                <a:cubicBezTo>
                  <a:pt x="10646" y="97612"/>
                  <a:pt x="4139" y="100767"/>
                  <a:pt x="4139" y="110427"/>
                </a:cubicBezTo>
                <a:cubicBezTo>
                  <a:pt x="4139" y="120330"/>
                  <a:pt x="12815" y="127646"/>
                  <a:pt x="25038" y="127646"/>
                </a:cubicBezTo>
                <a:cubicBezTo>
                  <a:pt x="45343" y="127646"/>
                  <a:pt x="65652" y="109639"/>
                  <a:pt x="71172" y="87363"/>
                </a:cubicBezTo>
                <a:lnTo>
                  <a:pt x="90097" y="12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5" name="path-981">
            <a:extLst xmlns:a="http://schemas.openxmlformats.org/drawingml/2006/main">
              <a:ext uri="{FF2B5EF4-FFF2-40B4-BE49-F238E27FC236}">
                <a16:creationId xmlns:a16="http://schemas.microsoft.com/office/drawing/2014/main" id="{FCE5FFD7-FA04-4745-AC39-462DE59E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284" y="4587274"/>
            <a:ext cx="26415" cy="67590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path-982">
            <a:extLst xmlns:a="http://schemas.openxmlformats.org/drawingml/2006/main">
              <a:ext uri="{FF2B5EF4-FFF2-40B4-BE49-F238E27FC236}">
                <a16:creationId xmlns:a16="http://schemas.microsoft.com/office/drawing/2014/main" id="{3C9C71D4-7B73-45E7-BB32-21F4CF0E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3215" y="4511319"/>
            <a:ext cx="93026" cy="143765"/>
          </a:xfrm>
          <a:custGeom xmlns:a="http://schemas.openxmlformats.org/drawingml/2006/main">
            <a:pathLst>
              <a:path w="81226" h="125528">
                <a:moveTo>
                  <a:pt x="81226" y="2169"/>
                </a:moveTo>
                <a:cubicBezTo>
                  <a:pt x="81226" y="1381"/>
                  <a:pt x="80633" y="199"/>
                  <a:pt x="79252" y="199"/>
                </a:cubicBezTo>
                <a:cubicBezTo>
                  <a:pt x="77086" y="199"/>
                  <a:pt x="69199" y="8086"/>
                  <a:pt x="65848" y="13805"/>
                </a:cubicBezTo>
                <a:cubicBezTo>
                  <a:pt x="61510" y="3156"/>
                  <a:pt x="53821" y="0"/>
                  <a:pt x="47512" y="0"/>
                </a:cubicBezTo>
                <a:cubicBezTo>
                  <a:pt x="24250" y="0"/>
                  <a:pt x="0" y="29186"/>
                  <a:pt x="0" y="57782"/>
                </a:cubicBezTo>
                <a:cubicBezTo>
                  <a:pt x="0" y="77107"/>
                  <a:pt x="11633" y="89333"/>
                  <a:pt x="26024" y="89333"/>
                </a:cubicBezTo>
                <a:cubicBezTo>
                  <a:pt x="34502" y="89333"/>
                  <a:pt x="42191" y="84604"/>
                  <a:pt x="49287" y="77505"/>
                </a:cubicBezTo>
                <a:cubicBezTo>
                  <a:pt x="47512" y="84406"/>
                  <a:pt x="41005" y="111107"/>
                  <a:pt x="40416" y="112888"/>
                </a:cubicBezTo>
                <a:cubicBezTo>
                  <a:pt x="38840" y="118429"/>
                  <a:pt x="37260" y="119220"/>
                  <a:pt x="26220" y="119419"/>
                </a:cubicBezTo>
                <a:cubicBezTo>
                  <a:pt x="23657" y="119419"/>
                  <a:pt x="21686" y="119419"/>
                  <a:pt x="21686" y="123362"/>
                </a:cubicBezTo>
                <a:cubicBezTo>
                  <a:pt x="21686" y="123558"/>
                  <a:pt x="21686" y="125528"/>
                  <a:pt x="24250" y="125528"/>
                </a:cubicBezTo>
                <a:cubicBezTo>
                  <a:pt x="30558" y="125528"/>
                  <a:pt x="37459" y="124939"/>
                  <a:pt x="43966" y="124939"/>
                </a:cubicBezTo>
                <a:cubicBezTo>
                  <a:pt x="50668" y="124939"/>
                  <a:pt x="57764" y="125528"/>
                  <a:pt x="64271" y="125528"/>
                </a:cubicBezTo>
                <a:cubicBezTo>
                  <a:pt x="65255" y="125528"/>
                  <a:pt x="67818" y="125528"/>
                  <a:pt x="67818" y="121587"/>
                </a:cubicBezTo>
                <a:cubicBezTo>
                  <a:pt x="67818" y="119419"/>
                  <a:pt x="65848" y="119419"/>
                  <a:pt x="62692" y="119419"/>
                </a:cubicBezTo>
                <a:cubicBezTo>
                  <a:pt x="53231" y="119419"/>
                  <a:pt x="53231" y="118032"/>
                  <a:pt x="53231" y="116251"/>
                </a:cubicBezTo>
                <a:cubicBezTo>
                  <a:pt x="53231" y="114867"/>
                  <a:pt x="53625" y="113679"/>
                  <a:pt x="54019" y="111898"/>
                </a:cubicBezTo>
                <a:lnTo>
                  <a:pt x="81226" y="2169"/>
                </a:lnTo>
                <a:moveTo>
                  <a:pt x="26614" y="84998"/>
                </a:moveTo>
                <a:cubicBezTo>
                  <a:pt x="14786" y="84998"/>
                  <a:pt x="13997" y="69812"/>
                  <a:pt x="13997" y="66458"/>
                </a:cubicBezTo>
                <a:cubicBezTo>
                  <a:pt x="13997" y="56994"/>
                  <a:pt x="19716" y="35497"/>
                  <a:pt x="23067" y="27216"/>
                </a:cubicBezTo>
                <a:cubicBezTo>
                  <a:pt x="29177" y="12623"/>
                  <a:pt x="39429" y="4338"/>
                  <a:pt x="47512" y="4338"/>
                </a:cubicBezTo>
                <a:cubicBezTo>
                  <a:pt x="60327" y="4338"/>
                  <a:pt x="63089" y="20312"/>
                  <a:pt x="63089" y="21692"/>
                </a:cubicBezTo>
                <a:cubicBezTo>
                  <a:pt x="63089" y="22878"/>
                  <a:pt x="52244" y="66064"/>
                  <a:pt x="51652" y="66855"/>
                </a:cubicBezTo>
                <a:cubicBezTo>
                  <a:pt x="48695" y="72376"/>
                  <a:pt x="37654" y="84998"/>
                  <a:pt x="26614" y="849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7" name="path-983">
            <a:extLst xmlns:a="http://schemas.openxmlformats.org/drawingml/2006/main">
              <a:ext uri="{FF2B5EF4-FFF2-40B4-BE49-F238E27FC236}">
                <a16:creationId xmlns:a16="http://schemas.microsoft.com/office/drawing/2014/main" id="{05FEED28-EAA3-447B-AD3E-0B4D289A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423" y="4441862"/>
            <a:ext cx="52382" cy="225791"/>
          </a:xfrm>
          <a:custGeom xmlns:a="http://schemas.openxmlformats.org/drawingml/2006/main">
            <a:pathLst>
              <a:path w="45737" h="197149">
                <a:moveTo>
                  <a:pt x="45737" y="195178"/>
                </a:moveTo>
                <a:cubicBezTo>
                  <a:pt x="45737" y="194589"/>
                  <a:pt x="45737" y="194192"/>
                  <a:pt x="42386" y="190840"/>
                </a:cubicBezTo>
                <a:cubicBezTo>
                  <a:pt x="17743" y="166001"/>
                  <a:pt x="11434" y="128738"/>
                  <a:pt x="11434" y="98574"/>
                </a:cubicBezTo>
                <a:cubicBezTo>
                  <a:pt x="11434" y="64271"/>
                  <a:pt x="18925" y="29968"/>
                  <a:pt x="43174" y="5325"/>
                </a:cubicBezTo>
                <a:cubicBezTo>
                  <a:pt x="45737" y="2960"/>
                  <a:pt x="45737" y="2563"/>
                  <a:pt x="45737" y="1973"/>
                </a:cubicBezTo>
                <a:cubicBezTo>
                  <a:pt x="45737" y="593"/>
                  <a:pt x="44949" y="0"/>
                  <a:pt x="43767" y="0"/>
                </a:cubicBezTo>
                <a:cubicBezTo>
                  <a:pt x="41794" y="0"/>
                  <a:pt x="24051" y="13408"/>
                  <a:pt x="12418" y="38445"/>
                </a:cubicBezTo>
                <a:cubicBezTo>
                  <a:pt x="2364" y="60132"/>
                  <a:pt x="0" y="82014"/>
                  <a:pt x="0" y="98574"/>
                </a:cubicBezTo>
                <a:cubicBezTo>
                  <a:pt x="0" y="113953"/>
                  <a:pt x="2166" y="137808"/>
                  <a:pt x="13011" y="160087"/>
                </a:cubicBezTo>
                <a:cubicBezTo>
                  <a:pt x="24839" y="184337"/>
                  <a:pt x="41794" y="197149"/>
                  <a:pt x="43767" y="197149"/>
                </a:cubicBezTo>
                <a:cubicBezTo>
                  <a:pt x="44949" y="197149"/>
                  <a:pt x="45737" y="196559"/>
                  <a:pt x="45737" y="195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8" name="path-984">
            <a:extLst xmlns:a="http://schemas.openxmlformats.org/drawingml/2006/main">
              <a:ext uri="{FF2B5EF4-FFF2-40B4-BE49-F238E27FC236}">
                <a16:creationId xmlns:a16="http://schemas.microsoft.com/office/drawing/2014/main" id="{4CB062C6-DEFD-4A0A-AD8F-777F7861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276" y="4452666"/>
            <a:ext cx="113123" cy="160303"/>
          </a:xfrm>
          <a:custGeom xmlns:a="http://schemas.openxmlformats.org/drawingml/2006/main">
            <a:pathLst>
              <a:path w="98773" h="139968">
                <a:moveTo>
                  <a:pt x="98773" y="41788"/>
                </a:moveTo>
                <a:cubicBezTo>
                  <a:pt x="98773" y="7099"/>
                  <a:pt x="78269" y="0"/>
                  <a:pt x="66242" y="0"/>
                </a:cubicBezTo>
                <a:cubicBezTo>
                  <a:pt x="50668" y="0"/>
                  <a:pt x="30952" y="10252"/>
                  <a:pt x="16166" y="37056"/>
                </a:cubicBezTo>
                <a:cubicBezTo>
                  <a:pt x="6113" y="55583"/>
                  <a:pt x="0" y="82393"/>
                  <a:pt x="0" y="98364"/>
                </a:cubicBezTo>
                <a:cubicBezTo>
                  <a:pt x="0" y="126957"/>
                  <a:pt x="14984" y="139968"/>
                  <a:pt x="32727" y="139968"/>
                </a:cubicBezTo>
                <a:cubicBezTo>
                  <a:pt x="45936" y="139968"/>
                  <a:pt x="63285" y="132282"/>
                  <a:pt x="76888" y="112169"/>
                </a:cubicBezTo>
                <a:cubicBezTo>
                  <a:pt x="93448" y="87913"/>
                  <a:pt x="98773" y="56567"/>
                  <a:pt x="98773" y="41788"/>
                </a:cubicBezTo>
                <a:moveTo>
                  <a:pt x="29968" y="65240"/>
                </a:moveTo>
                <a:cubicBezTo>
                  <a:pt x="32727" y="53809"/>
                  <a:pt x="37853" y="35873"/>
                  <a:pt x="43767" y="25624"/>
                </a:cubicBezTo>
                <a:cubicBezTo>
                  <a:pt x="48303" y="17544"/>
                  <a:pt x="56384" y="7099"/>
                  <a:pt x="65848" y="7099"/>
                </a:cubicBezTo>
                <a:cubicBezTo>
                  <a:pt x="74129" y="7099"/>
                  <a:pt x="77676" y="15772"/>
                  <a:pt x="77676" y="27399"/>
                </a:cubicBezTo>
                <a:cubicBezTo>
                  <a:pt x="77676" y="39814"/>
                  <a:pt x="73341" y="56961"/>
                  <a:pt x="71172" y="65240"/>
                </a:cubicBezTo>
                <a:lnTo>
                  <a:pt x="29968" y="65240"/>
                </a:lnTo>
                <a:moveTo>
                  <a:pt x="68805" y="74701"/>
                </a:moveTo>
                <a:cubicBezTo>
                  <a:pt x="56582" y="127547"/>
                  <a:pt x="40022" y="132871"/>
                  <a:pt x="33121" y="132871"/>
                </a:cubicBezTo>
                <a:cubicBezTo>
                  <a:pt x="30362" y="132871"/>
                  <a:pt x="26220" y="132083"/>
                  <a:pt x="23461" y="125971"/>
                </a:cubicBezTo>
                <a:cubicBezTo>
                  <a:pt x="21097" y="120646"/>
                  <a:pt x="21097" y="112957"/>
                  <a:pt x="21097" y="112758"/>
                </a:cubicBezTo>
                <a:cubicBezTo>
                  <a:pt x="21097" y="101519"/>
                  <a:pt x="25432" y="83181"/>
                  <a:pt x="27601" y="74701"/>
                </a:cubicBezTo>
                <a:lnTo>
                  <a:pt x="68805" y="7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9" name="path-985">
            <a:extLst xmlns:a="http://schemas.openxmlformats.org/drawingml/2006/main">
              <a:ext uri="{FF2B5EF4-FFF2-40B4-BE49-F238E27FC236}">
                <a16:creationId xmlns:a16="http://schemas.microsoft.com/office/drawing/2014/main" id="{E57C2C38-E1B4-40CF-8093-DE6B0D36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365" y="4587274"/>
            <a:ext cx="26415" cy="67590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0" name="path-986">
            <a:extLst xmlns:a="http://schemas.openxmlformats.org/drawingml/2006/main">
              <a:ext uri="{FF2B5EF4-FFF2-40B4-BE49-F238E27FC236}">
                <a16:creationId xmlns:a16="http://schemas.microsoft.com/office/drawing/2014/main" id="{D63758AF-5C70-4C34-86A7-73F5BA8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107" y="4456415"/>
            <a:ext cx="206373" cy="154790"/>
          </a:xfrm>
          <a:custGeom xmlns:a="http://schemas.openxmlformats.org/drawingml/2006/main">
            <a:pathLst>
              <a:path w="180194" h="135155">
                <a:moveTo>
                  <a:pt x="107055" y="57334"/>
                </a:moveTo>
                <a:lnTo>
                  <a:pt x="133076" y="31725"/>
                </a:lnTo>
                <a:lnTo>
                  <a:pt x="145302" y="19316"/>
                </a:lnTo>
                <a:cubicBezTo>
                  <a:pt x="153186" y="11828"/>
                  <a:pt x="155551" y="9464"/>
                  <a:pt x="176055" y="9268"/>
                </a:cubicBezTo>
                <a:cubicBezTo>
                  <a:pt x="179800" y="9268"/>
                  <a:pt x="180194" y="4142"/>
                  <a:pt x="180194" y="3550"/>
                </a:cubicBezTo>
                <a:cubicBezTo>
                  <a:pt x="180194" y="2368"/>
                  <a:pt x="179406" y="0"/>
                  <a:pt x="176253" y="0"/>
                </a:cubicBezTo>
                <a:cubicBezTo>
                  <a:pt x="169353" y="0"/>
                  <a:pt x="161862" y="593"/>
                  <a:pt x="154762" y="593"/>
                </a:cubicBezTo>
                <a:cubicBezTo>
                  <a:pt x="149047" y="593"/>
                  <a:pt x="134851" y="0"/>
                  <a:pt x="129135" y="0"/>
                </a:cubicBezTo>
                <a:cubicBezTo>
                  <a:pt x="127556" y="0"/>
                  <a:pt x="123615" y="0"/>
                  <a:pt x="123615" y="5523"/>
                </a:cubicBezTo>
                <a:cubicBezTo>
                  <a:pt x="123615" y="9070"/>
                  <a:pt x="126768" y="9268"/>
                  <a:pt x="128543" y="9268"/>
                </a:cubicBezTo>
                <a:cubicBezTo>
                  <a:pt x="134457" y="9464"/>
                  <a:pt x="139583" y="11040"/>
                  <a:pt x="140371" y="11239"/>
                </a:cubicBezTo>
                <a:lnTo>
                  <a:pt x="102717" y="48472"/>
                </a:lnTo>
                <a:lnTo>
                  <a:pt x="84577" y="10451"/>
                </a:lnTo>
                <a:cubicBezTo>
                  <a:pt x="86550" y="10057"/>
                  <a:pt x="92660" y="9268"/>
                  <a:pt x="96014" y="9268"/>
                </a:cubicBezTo>
                <a:cubicBezTo>
                  <a:pt x="98180" y="9268"/>
                  <a:pt x="101730" y="9268"/>
                  <a:pt x="101730" y="3748"/>
                </a:cubicBezTo>
                <a:cubicBezTo>
                  <a:pt x="101730" y="987"/>
                  <a:pt x="99955" y="0"/>
                  <a:pt x="97392" y="0"/>
                </a:cubicBezTo>
                <a:cubicBezTo>
                  <a:pt x="90690" y="0"/>
                  <a:pt x="74129" y="593"/>
                  <a:pt x="67427" y="593"/>
                </a:cubicBezTo>
                <a:cubicBezTo>
                  <a:pt x="62891" y="593"/>
                  <a:pt x="58357" y="397"/>
                  <a:pt x="53824" y="397"/>
                </a:cubicBezTo>
                <a:cubicBezTo>
                  <a:pt x="49287" y="397"/>
                  <a:pt x="44558" y="0"/>
                  <a:pt x="40022" y="0"/>
                </a:cubicBezTo>
                <a:cubicBezTo>
                  <a:pt x="38247" y="0"/>
                  <a:pt x="34502" y="0"/>
                  <a:pt x="34502" y="5523"/>
                </a:cubicBezTo>
                <a:cubicBezTo>
                  <a:pt x="34502" y="9268"/>
                  <a:pt x="37065" y="9268"/>
                  <a:pt x="42585" y="9268"/>
                </a:cubicBezTo>
                <a:cubicBezTo>
                  <a:pt x="45346" y="9268"/>
                  <a:pt x="47515" y="9268"/>
                  <a:pt x="50274" y="9464"/>
                </a:cubicBezTo>
                <a:cubicBezTo>
                  <a:pt x="53035" y="9858"/>
                  <a:pt x="53231" y="10057"/>
                  <a:pt x="54413" y="12421"/>
                </a:cubicBezTo>
                <a:lnTo>
                  <a:pt x="81620" y="69352"/>
                </a:lnTo>
                <a:lnTo>
                  <a:pt x="32137" y="118206"/>
                </a:lnTo>
                <a:cubicBezTo>
                  <a:pt x="28587" y="121557"/>
                  <a:pt x="24448" y="125694"/>
                  <a:pt x="6901" y="125889"/>
                </a:cubicBezTo>
                <a:cubicBezTo>
                  <a:pt x="3354" y="125889"/>
                  <a:pt x="0" y="125889"/>
                  <a:pt x="0" y="131608"/>
                </a:cubicBezTo>
                <a:cubicBezTo>
                  <a:pt x="0" y="132989"/>
                  <a:pt x="987" y="135155"/>
                  <a:pt x="3944" y="135155"/>
                </a:cubicBezTo>
                <a:cubicBezTo>
                  <a:pt x="8676" y="135155"/>
                  <a:pt x="20703" y="134565"/>
                  <a:pt x="25435" y="134565"/>
                </a:cubicBezTo>
                <a:cubicBezTo>
                  <a:pt x="31150" y="134565"/>
                  <a:pt x="45346" y="135155"/>
                  <a:pt x="51062" y="135155"/>
                </a:cubicBezTo>
                <a:cubicBezTo>
                  <a:pt x="52641" y="135155"/>
                  <a:pt x="56582" y="135155"/>
                  <a:pt x="56582" y="129439"/>
                </a:cubicBezTo>
                <a:cubicBezTo>
                  <a:pt x="56582" y="125889"/>
                  <a:pt x="53035" y="125889"/>
                  <a:pt x="51456" y="125889"/>
                </a:cubicBezTo>
                <a:cubicBezTo>
                  <a:pt x="47515" y="125889"/>
                  <a:pt x="43572" y="125300"/>
                  <a:pt x="39826" y="123919"/>
                </a:cubicBezTo>
                <a:lnTo>
                  <a:pt x="85762" y="78218"/>
                </a:lnTo>
                <a:lnTo>
                  <a:pt x="108038" y="124707"/>
                </a:lnTo>
                <a:cubicBezTo>
                  <a:pt x="107843" y="124707"/>
                  <a:pt x="101336" y="125889"/>
                  <a:pt x="96604" y="125889"/>
                </a:cubicBezTo>
                <a:cubicBezTo>
                  <a:pt x="94634" y="125889"/>
                  <a:pt x="90888" y="125889"/>
                  <a:pt x="90888" y="131608"/>
                </a:cubicBezTo>
                <a:cubicBezTo>
                  <a:pt x="90888" y="132198"/>
                  <a:pt x="91084" y="135155"/>
                  <a:pt x="95223" y="135155"/>
                </a:cubicBezTo>
                <a:cubicBezTo>
                  <a:pt x="101929" y="135155"/>
                  <a:pt x="118685" y="134565"/>
                  <a:pt x="125387" y="134565"/>
                </a:cubicBezTo>
                <a:cubicBezTo>
                  <a:pt x="129923" y="134565"/>
                  <a:pt x="134457" y="134761"/>
                  <a:pt x="138990" y="134761"/>
                </a:cubicBezTo>
                <a:cubicBezTo>
                  <a:pt x="143527" y="134761"/>
                  <a:pt x="148259" y="135155"/>
                  <a:pt x="152792" y="135155"/>
                </a:cubicBezTo>
                <a:cubicBezTo>
                  <a:pt x="154368" y="135155"/>
                  <a:pt x="158312" y="135155"/>
                  <a:pt x="158312" y="129439"/>
                </a:cubicBezTo>
                <a:cubicBezTo>
                  <a:pt x="158312" y="125889"/>
                  <a:pt x="155157" y="125889"/>
                  <a:pt x="150425" y="125889"/>
                </a:cubicBezTo>
                <a:cubicBezTo>
                  <a:pt x="147666" y="125889"/>
                  <a:pt x="145696" y="125889"/>
                  <a:pt x="142739" y="125694"/>
                </a:cubicBezTo>
                <a:cubicBezTo>
                  <a:pt x="139781" y="125300"/>
                  <a:pt x="139583" y="125101"/>
                  <a:pt x="138202" y="122541"/>
                </a:cubicBezTo>
                <a:lnTo>
                  <a:pt x="107055" y="57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987">
            <a:extLst xmlns:a="http://schemas.openxmlformats.org/drawingml/2006/main">
              <a:ext uri="{FF2B5EF4-FFF2-40B4-BE49-F238E27FC236}">
                <a16:creationId xmlns:a16="http://schemas.microsoft.com/office/drawing/2014/main" id="{928B7393-0D9B-4AE3-85C7-C6F3740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141" y="4587274"/>
            <a:ext cx="26415" cy="67590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988">
            <a:extLst xmlns:a="http://schemas.openxmlformats.org/drawingml/2006/main">
              <a:ext uri="{FF2B5EF4-FFF2-40B4-BE49-F238E27FC236}">
                <a16:creationId xmlns:a16="http://schemas.microsoft.com/office/drawing/2014/main" id="{DD7F7849-5640-4A17-BDA8-D79D2F6D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528" y="4454430"/>
            <a:ext cx="57578" cy="158539"/>
          </a:xfrm>
          <a:custGeom xmlns:a="http://schemas.openxmlformats.org/drawingml/2006/main">
            <a:pathLst>
              <a:path w="50274" h="138428">
                <a:moveTo>
                  <a:pt x="49486" y="6901"/>
                </a:moveTo>
                <a:cubicBezTo>
                  <a:pt x="50274" y="4142"/>
                  <a:pt x="50274" y="3748"/>
                  <a:pt x="50274" y="3550"/>
                </a:cubicBezTo>
                <a:cubicBezTo>
                  <a:pt x="50274" y="987"/>
                  <a:pt x="48105" y="0"/>
                  <a:pt x="45936" y="0"/>
                </a:cubicBezTo>
                <a:cubicBezTo>
                  <a:pt x="45148" y="0"/>
                  <a:pt x="44949" y="0"/>
                  <a:pt x="44555" y="199"/>
                </a:cubicBezTo>
                <a:lnTo>
                  <a:pt x="19123" y="1381"/>
                </a:lnTo>
                <a:cubicBezTo>
                  <a:pt x="16365" y="1579"/>
                  <a:pt x="12815" y="1775"/>
                  <a:pt x="12815" y="7295"/>
                </a:cubicBezTo>
                <a:cubicBezTo>
                  <a:pt x="12815" y="10845"/>
                  <a:pt x="16560" y="10845"/>
                  <a:pt x="17941" y="10845"/>
                </a:cubicBezTo>
                <a:cubicBezTo>
                  <a:pt x="20110" y="10845"/>
                  <a:pt x="23660" y="10845"/>
                  <a:pt x="26220" y="11239"/>
                </a:cubicBezTo>
                <a:lnTo>
                  <a:pt x="987" y="112400"/>
                </a:lnTo>
                <a:cubicBezTo>
                  <a:pt x="394" y="114569"/>
                  <a:pt x="0" y="116344"/>
                  <a:pt x="0" y="119106"/>
                </a:cubicBezTo>
                <a:cubicBezTo>
                  <a:pt x="0" y="132119"/>
                  <a:pt x="13014" y="138428"/>
                  <a:pt x="24644" y="138428"/>
                </a:cubicBezTo>
                <a:cubicBezTo>
                  <a:pt x="31939" y="138428"/>
                  <a:pt x="37459" y="134288"/>
                  <a:pt x="41797" y="127192"/>
                </a:cubicBezTo>
                <a:cubicBezTo>
                  <a:pt x="46529" y="119500"/>
                  <a:pt x="49287" y="108851"/>
                  <a:pt x="49287" y="107668"/>
                </a:cubicBezTo>
                <a:cubicBezTo>
                  <a:pt x="49287" y="104907"/>
                  <a:pt x="46330" y="104907"/>
                  <a:pt x="44555" y="104907"/>
                </a:cubicBezTo>
                <a:cubicBezTo>
                  <a:pt x="42386" y="104907"/>
                  <a:pt x="41598" y="104907"/>
                  <a:pt x="40614" y="105893"/>
                </a:cubicBezTo>
                <a:cubicBezTo>
                  <a:pt x="40220" y="106288"/>
                  <a:pt x="40220" y="106682"/>
                  <a:pt x="39035" y="111612"/>
                </a:cubicBezTo>
                <a:cubicBezTo>
                  <a:pt x="35290" y="126599"/>
                  <a:pt x="30952" y="131331"/>
                  <a:pt x="25630" y="131331"/>
                </a:cubicBezTo>
                <a:cubicBezTo>
                  <a:pt x="22673" y="131331"/>
                  <a:pt x="21097" y="129361"/>
                  <a:pt x="21097" y="124232"/>
                </a:cubicBezTo>
                <a:cubicBezTo>
                  <a:pt x="21097" y="120288"/>
                  <a:pt x="21686" y="118318"/>
                  <a:pt x="22279" y="115556"/>
                </a:cubicBezTo>
                <a:lnTo>
                  <a:pt x="49486" y="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3" name="path-989">
            <a:extLst xmlns:a="http://schemas.openxmlformats.org/drawingml/2006/main">
              <a:ext uri="{FF2B5EF4-FFF2-40B4-BE49-F238E27FC236}">
                <a16:creationId xmlns:a16="http://schemas.microsoft.com/office/drawing/2014/main" id="{5F3356DB-9E1E-4622-B82B-9E09EE90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927" y="4540131"/>
            <a:ext cx="57531" cy="104957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4" name="path-990">
            <a:extLst xmlns:a="http://schemas.openxmlformats.org/drawingml/2006/main">
              <a:ext uri="{FF2B5EF4-FFF2-40B4-BE49-F238E27FC236}">
                <a16:creationId xmlns:a16="http://schemas.microsoft.com/office/drawing/2014/main" id="{3E8CC32E-9DA3-49A5-B294-4F00368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147" y="4577021"/>
            <a:ext cx="18177" cy="68068"/>
          </a:xfrm>
          <a:custGeom xmlns:a="http://schemas.openxmlformats.org/drawingml/2006/main">
            <a:pathLst>
              <a:path w="15871" h="59433">
                <a:moveTo>
                  <a:pt x="15871" y="8006"/>
                </a:moveTo>
                <a:cubicBezTo>
                  <a:pt x="15871" y="3176"/>
                  <a:pt x="12007" y="0"/>
                  <a:pt x="8004" y="0"/>
                </a:cubicBezTo>
                <a:cubicBezTo>
                  <a:pt x="3176" y="0"/>
                  <a:pt x="0" y="3866"/>
                  <a:pt x="0" y="7867"/>
                </a:cubicBezTo>
                <a:cubicBezTo>
                  <a:pt x="0" y="12698"/>
                  <a:pt x="3864" y="15871"/>
                  <a:pt x="7867" y="15871"/>
                </a:cubicBezTo>
                <a:cubicBezTo>
                  <a:pt x="12698" y="15871"/>
                  <a:pt x="15871" y="12007"/>
                  <a:pt x="15871" y="8006"/>
                </a:cubicBezTo>
                <a:moveTo>
                  <a:pt x="15871" y="51568"/>
                </a:moveTo>
                <a:cubicBezTo>
                  <a:pt x="15871" y="46738"/>
                  <a:pt x="12007" y="43564"/>
                  <a:pt x="8004" y="43564"/>
                </a:cubicBezTo>
                <a:cubicBezTo>
                  <a:pt x="3176" y="43564"/>
                  <a:pt x="0" y="47428"/>
                  <a:pt x="0" y="51429"/>
                </a:cubicBezTo>
                <a:cubicBezTo>
                  <a:pt x="0" y="56260"/>
                  <a:pt x="3864" y="59433"/>
                  <a:pt x="7867" y="59433"/>
                </a:cubicBezTo>
                <a:cubicBezTo>
                  <a:pt x="12698" y="59433"/>
                  <a:pt x="15871" y="55569"/>
                  <a:pt x="15871" y="51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5" name="path-991">
            <a:extLst xmlns:a="http://schemas.openxmlformats.org/drawingml/2006/main">
              <a:ext uri="{FF2B5EF4-FFF2-40B4-BE49-F238E27FC236}">
                <a16:creationId xmlns:a16="http://schemas.microsoft.com/office/drawing/2014/main" id="{6820EA42-138B-4B45-8F20-12DD4871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442" y="4546387"/>
            <a:ext cx="53422" cy="100245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path-992">
            <a:extLst xmlns:a="http://schemas.openxmlformats.org/drawingml/2006/main">
              <a:ext uri="{FF2B5EF4-FFF2-40B4-BE49-F238E27FC236}">
                <a16:creationId xmlns:a16="http://schemas.microsoft.com/office/drawing/2014/main" id="{D1C7FDE8-8FE2-43B6-82D9-DCD9F19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360" y="4616945"/>
            <a:ext cx="61981" cy="51817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7" name="path-993">
            <a:extLst xmlns:a="http://schemas.openxmlformats.org/drawingml/2006/main">
              <a:ext uri="{FF2B5EF4-FFF2-40B4-BE49-F238E27FC236}">
                <a16:creationId xmlns:a16="http://schemas.microsoft.com/office/drawing/2014/main" id="{B847790E-90AE-40AF-8A86-262A1B2E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272" y="4441862"/>
            <a:ext cx="52382" cy="225791"/>
          </a:xfrm>
          <a:custGeom xmlns:a="http://schemas.openxmlformats.org/drawingml/2006/main">
            <a:pathLst>
              <a:path w="45737" h="197149">
                <a:moveTo>
                  <a:pt x="45737" y="98574"/>
                </a:moveTo>
                <a:cubicBezTo>
                  <a:pt x="45737" y="83199"/>
                  <a:pt x="43572" y="59344"/>
                  <a:pt x="32727" y="37065"/>
                </a:cubicBezTo>
                <a:cubicBezTo>
                  <a:pt x="20898" y="12815"/>
                  <a:pt x="3944" y="0"/>
                  <a:pt x="1970" y="0"/>
                </a:cubicBezTo>
                <a:cubicBezTo>
                  <a:pt x="788" y="0"/>
                  <a:pt x="0" y="791"/>
                  <a:pt x="0" y="1973"/>
                </a:cubicBezTo>
                <a:cubicBezTo>
                  <a:pt x="0" y="2563"/>
                  <a:pt x="0" y="2960"/>
                  <a:pt x="3745" y="6507"/>
                </a:cubicBezTo>
                <a:cubicBezTo>
                  <a:pt x="23067" y="26024"/>
                  <a:pt x="34303" y="57370"/>
                  <a:pt x="34303" y="98574"/>
                </a:cubicBezTo>
                <a:cubicBezTo>
                  <a:pt x="34303" y="132288"/>
                  <a:pt x="27011" y="166985"/>
                  <a:pt x="2563" y="191827"/>
                </a:cubicBezTo>
                <a:cubicBezTo>
                  <a:pt x="0" y="194192"/>
                  <a:pt x="0" y="194589"/>
                  <a:pt x="0" y="195178"/>
                </a:cubicBezTo>
                <a:cubicBezTo>
                  <a:pt x="0" y="196361"/>
                  <a:pt x="788" y="197149"/>
                  <a:pt x="1970" y="197149"/>
                </a:cubicBezTo>
                <a:cubicBezTo>
                  <a:pt x="3944" y="197149"/>
                  <a:pt x="21686" y="183744"/>
                  <a:pt x="33319" y="158706"/>
                </a:cubicBezTo>
                <a:cubicBezTo>
                  <a:pt x="43373" y="137020"/>
                  <a:pt x="45737" y="115135"/>
                  <a:pt x="45737" y="98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8" name="path-994">
            <a:extLst xmlns:a="http://schemas.openxmlformats.org/drawingml/2006/main">
              <a:ext uri="{FF2B5EF4-FFF2-40B4-BE49-F238E27FC236}">
                <a16:creationId xmlns:a16="http://schemas.microsoft.com/office/drawing/2014/main" id="{38603EED-EDE6-4802-8DFE-FAFB250F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083" y="4441862"/>
            <a:ext cx="52382" cy="225791"/>
          </a:xfrm>
          <a:custGeom xmlns:a="http://schemas.openxmlformats.org/drawingml/2006/main">
            <a:pathLst>
              <a:path w="45737" h="197149">
                <a:moveTo>
                  <a:pt x="45737" y="98574"/>
                </a:moveTo>
                <a:cubicBezTo>
                  <a:pt x="45737" y="83199"/>
                  <a:pt x="43572" y="59344"/>
                  <a:pt x="32727" y="37065"/>
                </a:cubicBezTo>
                <a:cubicBezTo>
                  <a:pt x="20898" y="12815"/>
                  <a:pt x="3944" y="0"/>
                  <a:pt x="1970" y="0"/>
                </a:cubicBezTo>
                <a:cubicBezTo>
                  <a:pt x="788" y="0"/>
                  <a:pt x="0" y="791"/>
                  <a:pt x="0" y="1973"/>
                </a:cubicBezTo>
                <a:cubicBezTo>
                  <a:pt x="0" y="2563"/>
                  <a:pt x="0" y="2960"/>
                  <a:pt x="3745" y="6507"/>
                </a:cubicBezTo>
                <a:cubicBezTo>
                  <a:pt x="23067" y="26024"/>
                  <a:pt x="34303" y="57370"/>
                  <a:pt x="34303" y="98574"/>
                </a:cubicBezTo>
                <a:cubicBezTo>
                  <a:pt x="34303" y="132288"/>
                  <a:pt x="27011" y="166985"/>
                  <a:pt x="2563" y="191827"/>
                </a:cubicBezTo>
                <a:cubicBezTo>
                  <a:pt x="0" y="194192"/>
                  <a:pt x="0" y="194589"/>
                  <a:pt x="0" y="195178"/>
                </a:cubicBezTo>
                <a:cubicBezTo>
                  <a:pt x="0" y="196361"/>
                  <a:pt x="788" y="197149"/>
                  <a:pt x="1970" y="197149"/>
                </a:cubicBezTo>
                <a:cubicBezTo>
                  <a:pt x="3944" y="197149"/>
                  <a:pt x="21686" y="183744"/>
                  <a:pt x="33319" y="158706"/>
                </a:cubicBezTo>
                <a:cubicBezTo>
                  <a:pt x="43373" y="137020"/>
                  <a:pt x="45737" y="115135"/>
                  <a:pt x="45737" y="98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9" name="path-995">
            <a:extLst xmlns:a="http://schemas.openxmlformats.org/drawingml/2006/main">
              <a:ext uri="{FF2B5EF4-FFF2-40B4-BE49-F238E27FC236}">
                <a16:creationId xmlns:a16="http://schemas.microsoft.com/office/drawing/2014/main" id="{64815650-C929-4CA6-84BF-BABC86E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989" y="4441862"/>
            <a:ext cx="30935" cy="225791"/>
          </a:xfrm>
          <a:custGeom xmlns:a="http://schemas.openxmlformats.org/drawingml/2006/main">
            <a:pathLst>
              <a:path w="27011" h="197149">
                <a:moveTo>
                  <a:pt x="27011" y="0"/>
                </a:moveTo>
                <a:lnTo>
                  <a:pt x="0" y="0"/>
                </a:lnTo>
                <a:lnTo>
                  <a:pt x="0" y="7888"/>
                </a:lnTo>
                <a:lnTo>
                  <a:pt x="19123" y="7888"/>
                </a:lnTo>
                <a:lnTo>
                  <a:pt x="19123" y="189264"/>
                </a:lnTo>
                <a:lnTo>
                  <a:pt x="0" y="189264"/>
                </a:lnTo>
                <a:lnTo>
                  <a:pt x="0" y="197149"/>
                </a:lnTo>
                <a:lnTo>
                  <a:pt x="27011" y="197149"/>
                </a:lnTo>
                <a:lnTo>
                  <a:pt x="270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text-996 (the">
            <a:extLst xmlns:a="http://schemas.openxmlformats.org/drawingml/2006/main">
              <a:ext uri="{FF2B5EF4-FFF2-40B4-BE49-F238E27FC236}">
                <a16:creationId xmlns:a16="http://schemas.microsoft.com/office/drawing/2014/main" id="{F6D226E6-97B5-43E8-8832-30110374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545" y="4678648"/>
            <a:ext cx="287557" cy="21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(the</a:t>
            </a:r>
          </a:p>
        </p:txBody>
      </p:sp>
      <p:sp>
        <p:nvSpPr>
          <p:cNvPr id="1061" name="text-996 expected">
            <a:extLst xmlns:a="http://schemas.openxmlformats.org/drawingml/2006/main">
              <a:ext uri="{FF2B5EF4-FFF2-40B4-BE49-F238E27FC236}">
                <a16:creationId xmlns:a16="http://schemas.microsoft.com/office/drawing/2014/main" id="{0D2722EC-0CFD-422A-86F4-994EA2CB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2883" y="4678637"/>
            <a:ext cx="640457" cy="21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062" name="text-996 loss)">
            <a:extLst xmlns:a="http://schemas.openxmlformats.org/drawingml/2006/main">
              <a:ext uri="{FF2B5EF4-FFF2-40B4-BE49-F238E27FC236}">
                <a16:creationId xmlns:a16="http://schemas.microsoft.com/office/drawing/2014/main" id="{0E0B86F5-A427-4747-B5CA-E368C105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8120" y="4678611"/>
            <a:ext cx="346229" cy="211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loss)</a:t>
            </a:r>
          </a:p>
        </p:txBody>
      </p:sp>
      <p:sp>
        <p:nvSpPr>
          <p:cNvPr id="1063" name="path-998">
            <a:extLst xmlns:a="http://schemas.openxmlformats.org/drawingml/2006/main">
              <a:ext uri="{FF2B5EF4-FFF2-40B4-BE49-F238E27FC236}">
                <a16:creationId xmlns:a16="http://schemas.microsoft.com/office/drawing/2014/main" id="{FEA5EB48-957E-4320-B2CC-CCF67C3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882" y="4990308"/>
            <a:ext cx="208465" cy="156359"/>
          </a:xfrm>
          <a:custGeom xmlns:a="http://schemas.openxmlformats.org/drawingml/2006/main">
            <a:pathLst>
              <a:path w="182021" h="136525">
                <a:moveTo>
                  <a:pt x="108140" y="57915"/>
                </a:moveTo>
                <a:lnTo>
                  <a:pt x="134425" y="32047"/>
                </a:lnTo>
                <a:lnTo>
                  <a:pt x="146775" y="19512"/>
                </a:lnTo>
                <a:cubicBezTo>
                  <a:pt x="154739" y="11948"/>
                  <a:pt x="157128" y="9560"/>
                  <a:pt x="177840" y="9362"/>
                </a:cubicBezTo>
                <a:cubicBezTo>
                  <a:pt x="181623" y="9362"/>
                  <a:pt x="182021" y="4184"/>
                  <a:pt x="182021" y="3586"/>
                </a:cubicBezTo>
                <a:cubicBezTo>
                  <a:pt x="182021" y="2392"/>
                  <a:pt x="181225" y="0"/>
                  <a:pt x="178040" y="0"/>
                </a:cubicBezTo>
                <a:cubicBezTo>
                  <a:pt x="171069" y="0"/>
                  <a:pt x="163503" y="599"/>
                  <a:pt x="156331" y="599"/>
                </a:cubicBezTo>
                <a:cubicBezTo>
                  <a:pt x="150558" y="599"/>
                  <a:pt x="136218" y="0"/>
                  <a:pt x="130444" y="0"/>
                </a:cubicBezTo>
                <a:cubicBezTo>
                  <a:pt x="128849" y="0"/>
                  <a:pt x="124868" y="0"/>
                  <a:pt x="124868" y="5579"/>
                </a:cubicBezTo>
                <a:cubicBezTo>
                  <a:pt x="124868" y="9162"/>
                  <a:pt x="128053" y="9362"/>
                  <a:pt x="129846" y="9362"/>
                </a:cubicBezTo>
                <a:cubicBezTo>
                  <a:pt x="135820" y="9560"/>
                  <a:pt x="140998" y="11152"/>
                  <a:pt x="141794" y="11353"/>
                </a:cubicBezTo>
                <a:lnTo>
                  <a:pt x="103758" y="48963"/>
                </a:lnTo>
                <a:lnTo>
                  <a:pt x="85434" y="10557"/>
                </a:lnTo>
                <a:cubicBezTo>
                  <a:pt x="87428" y="10159"/>
                  <a:pt x="93599" y="9362"/>
                  <a:pt x="96988" y="9362"/>
                </a:cubicBezTo>
                <a:cubicBezTo>
                  <a:pt x="99176" y="9362"/>
                  <a:pt x="102761" y="9362"/>
                  <a:pt x="102761" y="3786"/>
                </a:cubicBezTo>
                <a:cubicBezTo>
                  <a:pt x="102761" y="997"/>
                  <a:pt x="100968" y="0"/>
                  <a:pt x="98379" y="0"/>
                </a:cubicBezTo>
                <a:cubicBezTo>
                  <a:pt x="91609" y="0"/>
                  <a:pt x="74881" y="599"/>
                  <a:pt x="68110" y="599"/>
                </a:cubicBezTo>
                <a:cubicBezTo>
                  <a:pt x="63528" y="599"/>
                  <a:pt x="58949" y="401"/>
                  <a:pt x="54369" y="401"/>
                </a:cubicBezTo>
                <a:cubicBezTo>
                  <a:pt x="49787" y="401"/>
                  <a:pt x="45010" y="0"/>
                  <a:pt x="40427" y="0"/>
                </a:cubicBezTo>
                <a:cubicBezTo>
                  <a:pt x="38635" y="0"/>
                  <a:pt x="34851" y="0"/>
                  <a:pt x="34851" y="5579"/>
                </a:cubicBezTo>
                <a:cubicBezTo>
                  <a:pt x="34851" y="9362"/>
                  <a:pt x="37440" y="9362"/>
                  <a:pt x="43017" y="9362"/>
                </a:cubicBezTo>
                <a:cubicBezTo>
                  <a:pt x="45806" y="9362"/>
                  <a:pt x="47997" y="9362"/>
                  <a:pt x="50784" y="9560"/>
                </a:cubicBezTo>
                <a:cubicBezTo>
                  <a:pt x="53573" y="9958"/>
                  <a:pt x="53771" y="10159"/>
                  <a:pt x="54965" y="12547"/>
                </a:cubicBezTo>
                <a:lnTo>
                  <a:pt x="82447" y="70055"/>
                </a:lnTo>
                <a:lnTo>
                  <a:pt x="32463" y="119405"/>
                </a:lnTo>
                <a:cubicBezTo>
                  <a:pt x="28877" y="122790"/>
                  <a:pt x="24696" y="126968"/>
                  <a:pt x="6971" y="127165"/>
                </a:cubicBezTo>
                <a:cubicBezTo>
                  <a:pt x="3388" y="127165"/>
                  <a:pt x="0" y="127165"/>
                  <a:pt x="0" y="132942"/>
                </a:cubicBezTo>
                <a:cubicBezTo>
                  <a:pt x="0" y="134337"/>
                  <a:pt x="997" y="136525"/>
                  <a:pt x="3984" y="136525"/>
                </a:cubicBezTo>
                <a:cubicBezTo>
                  <a:pt x="8764" y="136525"/>
                  <a:pt x="20913" y="135929"/>
                  <a:pt x="25693" y="135929"/>
                </a:cubicBezTo>
                <a:cubicBezTo>
                  <a:pt x="31466" y="135929"/>
                  <a:pt x="45806" y="136525"/>
                  <a:pt x="51580" y="136525"/>
                </a:cubicBezTo>
                <a:cubicBezTo>
                  <a:pt x="53175" y="136525"/>
                  <a:pt x="57156" y="136525"/>
                  <a:pt x="57156" y="130751"/>
                </a:cubicBezTo>
                <a:cubicBezTo>
                  <a:pt x="57156" y="127165"/>
                  <a:pt x="53573" y="127165"/>
                  <a:pt x="51978" y="127165"/>
                </a:cubicBezTo>
                <a:cubicBezTo>
                  <a:pt x="47997" y="127165"/>
                  <a:pt x="44013" y="126570"/>
                  <a:pt x="40230" y="125175"/>
                </a:cubicBezTo>
                <a:lnTo>
                  <a:pt x="86632" y="79010"/>
                </a:lnTo>
                <a:lnTo>
                  <a:pt x="109134" y="125971"/>
                </a:lnTo>
                <a:cubicBezTo>
                  <a:pt x="108936" y="125971"/>
                  <a:pt x="102363" y="127165"/>
                  <a:pt x="97583" y="127165"/>
                </a:cubicBezTo>
                <a:cubicBezTo>
                  <a:pt x="95593" y="127165"/>
                  <a:pt x="91810" y="127165"/>
                  <a:pt x="91810" y="132942"/>
                </a:cubicBezTo>
                <a:cubicBezTo>
                  <a:pt x="91810" y="133538"/>
                  <a:pt x="92007" y="136525"/>
                  <a:pt x="96189" y="136525"/>
                </a:cubicBezTo>
                <a:cubicBezTo>
                  <a:pt x="102962" y="136525"/>
                  <a:pt x="119888" y="135929"/>
                  <a:pt x="126658" y="135929"/>
                </a:cubicBezTo>
                <a:cubicBezTo>
                  <a:pt x="131240" y="135929"/>
                  <a:pt x="135820" y="136127"/>
                  <a:pt x="140399" y="136127"/>
                </a:cubicBezTo>
                <a:cubicBezTo>
                  <a:pt x="144982" y="136127"/>
                  <a:pt x="149762" y="136525"/>
                  <a:pt x="154341" y="136525"/>
                </a:cubicBezTo>
                <a:cubicBezTo>
                  <a:pt x="155933" y="136525"/>
                  <a:pt x="159917" y="136525"/>
                  <a:pt x="159917" y="130751"/>
                </a:cubicBezTo>
                <a:cubicBezTo>
                  <a:pt x="159917" y="127165"/>
                  <a:pt x="156729" y="127165"/>
                  <a:pt x="151950" y="127165"/>
                </a:cubicBezTo>
                <a:cubicBezTo>
                  <a:pt x="149163" y="127165"/>
                  <a:pt x="147173" y="127165"/>
                  <a:pt x="144186" y="126968"/>
                </a:cubicBezTo>
                <a:cubicBezTo>
                  <a:pt x="141198" y="126570"/>
                  <a:pt x="140998" y="126369"/>
                  <a:pt x="139603" y="123783"/>
                </a:cubicBezTo>
                <a:lnTo>
                  <a:pt x="108140" y="57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4" name="path-999">
            <a:extLst xmlns:a="http://schemas.openxmlformats.org/drawingml/2006/main">
              <a:ext uri="{FF2B5EF4-FFF2-40B4-BE49-F238E27FC236}">
                <a16:creationId xmlns:a16="http://schemas.microsoft.com/office/drawing/2014/main" id="{5BC0D684-4960-40FD-A2CB-D73939EC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371" y="5122494"/>
            <a:ext cx="26683" cy="68275"/>
          </a:xfrm>
          <a:custGeom xmlns:a="http://schemas.openxmlformats.org/drawingml/2006/main">
            <a:pathLst>
              <a:path w="23298" h="59614">
                <a:moveTo>
                  <a:pt x="23298" y="20910"/>
                </a:moveTo>
                <a:cubicBezTo>
                  <a:pt x="23298" y="7767"/>
                  <a:pt x="18321" y="0"/>
                  <a:pt x="10554" y="0"/>
                </a:cubicBezTo>
                <a:cubicBezTo>
                  <a:pt x="3981" y="0"/>
                  <a:pt x="0" y="4977"/>
                  <a:pt x="0" y="10554"/>
                </a:cubicBezTo>
                <a:cubicBezTo>
                  <a:pt x="0" y="15932"/>
                  <a:pt x="3981" y="21107"/>
                  <a:pt x="10554" y="21107"/>
                </a:cubicBezTo>
                <a:cubicBezTo>
                  <a:pt x="12942" y="21107"/>
                  <a:pt x="15531" y="20311"/>
                  <a:pt x="17524" y="18521"/>
                </a:cubicBezTo>
                <a:cubicBezTo>
                  <a:pt x="18120" y="18120"/>
                  <a:pt x="18321" y="17923"/>
                  <a:pt x="18518" y="17923"/>
                </a:cubicBezTo>
                <a:cubicBezTo>
                  <a:pt x="18719" y="17923"/>
                  <a:pt x="18919" y="18120"/>
                  <a:pt x="18919" y="20910"/>
                </a:cubicBezTo>
                <a:cubicBezTo>
                  <a:pt x="18919" y="35678"/>
                  <a:pt x="11948" y="47651"/>
                  <a:pt x="5376" y="54236"/>
                </a:cubicBezTo>
                <a:cubicBezTo>
                  <a:pt x="3185" y="56430"/>
                  <a:pt x="3185" y="56828"/>
                  <a:pt x="3185" y="57426"/>
                </a:cubicBezTo>
                <a:cubicBezTo>
                  <a:pt x="3185" y="58818"/>
                  <a:pt x="4181" y="59614"/>
                  <a:pt x="5178" y="59614"/>
                </a:cubicBezTo>
                <a:cubicBezTo>
                  <a:pt x="7366" y="59614"/>
                  <a:pt x="23298" y="44259"/>
                  <a:pt x="23298" y="20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5" name="path-1000">
            <a:extLst xmlns:a="http://schemas.openxmlformats.org/drawingml/2006/main">
              <a:ext uri="{FF2B5EF4-FFF2-40B4-BE49-F238E27FC236}">
                <a16:creationId xmlns:a16="http://schemas.microsoft.com/office/drawing/2014/main" id="{4C2F478D-1300-4384-8CBC-1BC9E70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818" y="5045769"/>
            <a:ext cx="105144" cy="147673"/>
          </a:xfrm>
          <a:custGeom xmlns:a="http://schemas.openxmlformats.org/drawingml/2006/main">
            <a:pathLst>
              <a:path w="91807" h="128940">
                <a:moveTo>
                  <a:pt x="91010" y="12152"/>
                </a:moveTo>
                <a:cubicBezTo>
                  <a:pt x="91807" y="9362"/>
                  <a:pt x="91807" y="8964"/>
                  <a:pt x="91807" y="7570"/>
                </a:cubicBezTo>
                <a:cubicBezTo>
                  <a:pt x="91807" y="3984"/>
                  <a:pt x="89020" y="2191"/>
                  <a:pt x="86033" y="2191"/>
                </a:cubicBezTo>
                <a:cubicBezTo>
                  <a:pt x="84040" y="2191"/>
                  <a:pt x="80855" y="3388"/>
                  <a:pt x="79062" y="6375"/>
                </a:cubicBezTo>
                <a:cubicBezTo>
                  <a:pt x="78664" y="7372"/>
                  <a:pt x="77072" y="13547"/>
                  <a:pt x="76273" y="17132"/>
                </a:cubicBezTo>
                <a:cubicBezTo>
                  <a:pt x="74881" y="22310"/>
                  <a:pt x="73486" y="27689"/>
                  <a:pt x="72292" y="33068"/>
                </a:cubicBezTo>
                <a:lnTo>
                  <a:pt x="63331" y="68925"/>
                </a:lnTo>
                <a:cubicBezTo>
                  <a:pt x="62531" y="71915"/>
                  <a:pt x="53968" y="85860"/>
                  <a:pt x="40826" y="85860"/>
                </a:cubicBezTo>
                <a:cubicBezTo>
                  <a:pt x="30670" y="85860"/>
                  <a:pt x="28479" y="77093"/>
                  <a:pt x="28479" y="69724"/>
                </a:cubicBezTo>
                <a:cubicBezTo>
                  <a:pt x="28479" y="60559"/>
                  <a:pt x="31864" y="48210"/>
                  <a:pt x="38635" y="30679"/>
                </a:cubicBezTo>
                <a:cubicBezTo>
                  <a:pt x="41822" y="22511"/>
                  <a:pt x="42618" y="20320"/>
                  <a:pt x="42618" y="16336"/>
                </a:cubicBezTo>
                <a:cubicBezTo>
                  <a:pt x="42618" y="7372"/>
                  <a:pt x="36246" y="0"/>
                  <a:pt x="26288" y="0"/>
                </a:cubicBezTo>
                <a:cubicBezTo>
                  <a:pt x="7369" y="0"/>
                  <a:pt x="0" y="28886"/>
                  <a:pt x="0" y="30679"/>
                </a:cubicBezTo>
                <a:cubicBezTo>
                  <a:pt x="0" y="32670"/>
                  <a:pt x="1990" y="32670"/>
                  <a:pt x="2388" y="32670"/>
                </a:cubicBezTo>
                <a:cubicBezTo>
                  <a:pt x="4382" y="32670"/>
                  <a:pt x="4579" y="32271"/>
                  <a:pt x="5576" y="29084"/>
                </a:cubicBezTo>
                <a:cubicBezTo>
                  <a:pt x="10955" y="10359"/>
                  <a:pt x="18919" y="4382"/>
                  <a:pt x="25690" y="4382"/>
                </a:cubicBezTo>
                <a:cubicBezTo>
                  <a:pt x="27282" y="4382"/>
                  <a:pt x="30670" y="4382"/>
                  <a:pt x="30670" y="10757"/>
                </a:cubicBezTo>
                <a:cubicBezTo>
                  <a:pt x="30670" y="15738"/>
                  <a:pt x="28677" y="20919"/>
                  <a:pt x="27282" y="24702"/>
                </a:cubicBezTo>
                <a:cubicBezTo>
                  <a:pt x="19317" y="45818"/>
                  <a:pt x="15732" y="57174"/>
                  <a:pt x="15732" y="66536"/>
                </a:cubicBezTo>
                <a:cubicBezTo>
                  <a:pt x="15732" y="84264"/>
                  <a:pt x="28279" y="90239"/>
                  <a:pt x="40029" y="90239"/>
                </a:cubicBezTo>
                <a:cubicBezTo>
                  <a:pt x="47796" y="90239"/>
                  <a:pt x="54567" y="86853"/>
                  <a:pt x="60143" y="81277"/>
                </a:cubicBezTo>
                <a:cubicBezTo>
                  <a:pt x="57554" y="91633"/>
                  <a:pt x="55165" y="101391"/>
                  <a:pt x="47198" y="111944"/>
                </a:cubicBezTo>
                <a:cubicBezTo>
                  <a:pt x="42020" y="118739"/>
                  <a:pt x="34453" y="124561"/>
                  <a:pt x="25291" y="124561"/>
                </a:cubicBezTo>
                <a:cubicBezTo>
                  <a:pt x="22505" y="124561"/>
                  <a:pt x="13544" y="123957"/>
                  <a:pt x="10155" y="116129"/>
                </a:cubicBezTo>
                <a:cubicBezTo>
                  <a:pt x="13343" y="116129"/>
                  <a:pt x="15932" y="116129"/>
                  <a:pt x="18719" y="113737"/>
                </a:cubicBezTo>
                <a:cubicBezTo>
                  <a:pt x="20712" y="111944"/>
                  <a:pt x="22702" y="109355"/>
                  <a:pt x="22702" y="105572"/>
                </a:cubicBezTo>
                <a:cubicBezTo>
                  <a:pt x="22702" y="99400"/>
                  <a:pt x="17327" y="98601"/>
                  <a:pt x="15334" y="98601"/>
                </a:cubicBezTo>
                <a:cubicBezTo>
                  <a:pt x="10754" y="98601"/>
                  <a:pt x="4181" y="101789"/>
                  <a:pt x="4181" y="111546"/>
                </a:cubicBezTo>
                <a:cubicBezTo>
                  <a:pt x="4181" y="121550"/>
                  <a:pt x="12945" y="128940"/>
                  <a:pt x="25291" y="128940"/>
                </a:cubicBezTo>
                <a:cubicBezTo>
                  <a:pt x="45803" y="128940"/>
                  <a:pt x="66318" y="110750"/>
                  <a:pt x="71894" y="88248"/>
                </a:cubicBezTo>
                <a:lnTo>
                  <a:pt x="91010" y="12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6" name="path-1001">
            <a:extLst xmlns:a="http://schemas.openxmlformats.org/drawingml/2006/main">
              <a:ext uri="{FF2B5EF4-FFF2-40B4-BE49-F238E27FC236}">
                <a16:creationId xmlns:a16="http://schemas.microsoft.com/office/drawing/2014/main" id="{D6196B22-3190-4950-B7C3-F565C32A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745" y="5122494"/>
            <a:ext cx="26683" cy="68275"/>
          </a:xfrm>
          <a:custGeom xmlns:a="http://schemas.openxmlformats.org/drawingml/2006/main">
            <a:pathLst>
              <a:path w="23298" h="59614">
                <a:moveTo>
                  <a:pt x="23298" y="20910"/>
                </a:moveTo>
                <a:cubicBezTo>
                  <a:pt x="23298" y="7767"/>
                  <a:pt x="18321" y="0"/>
                  <a:pt x="10554" y="0"/>
                </a:cubicBezTo>
                <a:cubicBezTo>
                  <a:pt x="3981" y="0"/>
                  <a:pt x="0" y="4977"/>
                  <a:pt x="0" y="10554"/>
                </a:cubicBezTo>
                <a:cubicBezTo>
                  <a:pt x="0" y="15932"/>
                  <a:pt x="3981" y="21107"/>
                  <a:pt x="10554" y="21107"/>
                </a:cubicBezTo>
                <a:cubicBezTo>
                  <a:pt x="12942" y="21107"/>
                  <a:pt x="15531" y="20311"/>
                  <a:pt x="17524" y="18521"/>
                </a:cubicBezTo>
                <a:cubicBezTo>
                  <a:pt x="18120" y="18120"/>
                  <a:pt x="18321" y="17923"/>
                  <a:pt x="18518" y="17923"/>
                </a:cubicBezTo>
                <a:cubicBezTo>
                  <a:pt x="18719" y="17923"/>
                  <a:pt x="18919" y="18120"/>
                  <a:pt x="18919" y="20910"/>
                </a:cubicBezTo>
                <a:cubicBezTo>
                  <a:pt x="18919" y="35678"/>
                  <a:pt x="11948" y="47651"/>
                  <a:pt x="5376" y="54236"/>
                </a:cubicBezTo>
                <a:cubicBezTo>
                  <a:pt x="3185" y="56430"/>
                  <a:pt x="3185" y="56828"/>
                  <a:pt x="3185" y="57426"/>
                </a:cubicBezTo>
                <a:cubicBezTo>
                  <a:pt x="3185" y="58818"/>
                  <a:pt x="4181" y="59614"/>
                  <a:pt x="5178" y="59614"/>
                </a:cubicBezTo>
                <a:cubicBezTo>
                  <a:pt x="7366" y="59614"/>
                  <a:pt x="23298" y="44259"/>
                  <a:pt x="23298" y="20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02">
            <a:extLst xmlns:a="http://schemas.openxmlformats.org/drawingml/2006/main">
              <a:ext uri="{FF2B5EF4-FFF2-40B4-BE49-F238E27FC236}">
                <a16:creationId xmlns:a16="http://schemas.microsoft.com/office/drawing/2014/main" id="{87BE4856-BA13-45ED-94A5-30D8D30D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579" y="4985853"/>
            <a:ext cx="142324" cy="165937"/>
          </a:xfrm>
          <a:custGeom xmlns:a="http://schemas.openxmlformats.org/drawingml/2006/main">
            <a:pathLst>
              <a:path w="124270" h="144887">
                <a:moveTo>
                  <a:pt x="29673" y="121978"/>
                </a:moveTo>
                <a:cubicBezTo>
                  <a:pt x="40427" y="105235"/>
                  <a:pt x="43813" y="92478"/>
                  <a:pt x="46402" y="81912"/>
                </a:cubicBezTo>
                <a:cubicBezTo>
                  <a:pt x="53373" y="54406"/>
                  <a:pt x="60939" y="30488"/>
                  <a:pt x="73285" y="16734"/>
                </a:cubicBezTo>
                <a:cubicBezTo>
                  <a:pt x="75677" y="14142"/>
                  <a:pt x="77269" y="12349"/>
                  <a:pt x="83642" y="12349"/>
                </a:cubicBezTo>
                <a:cubicBezTo>
                  <a:pt x="97383" y="12349"/>
                  <a:pt x="97781" y="26103"/>
                  <a:pt x="97781" y="28892"/>
                </a:cubicBezTo>
                <a:cubicBezTo>
                  <a:pt x="97781" y="32481"/>
                  <a:pt x="96787" y="35271"/>
                  <a:pt x="96787" y="36267"/>
                </a:cubicBezTo>
                <a:cubicBezTo>
                  <a:pt x="96787" y="37662"/>
                  <a:pt x="97981" y="37662"/>
                  <a:pt x="98179" y="37662"/>
                </a:cubicBezTo>
                <a:cubicBezTo>
                  <a:pt x="101367" y="37662"/>
                  <a:pt x="106742" y="35471"/>
                  <a:pt x="111723" y="31883"/>
                </a:cubicBezTo>
                <a:cubicBezTo>
                  <a:pt x="115308" y="29093"/>
                  <a:pt x="117098" y="27100"/>
                  <a:pt x="117098" y="18925"/>
                </a:cubicBezTo>
                <a:cubicBezTo>
                  <a:pt x="117098" y="8165"/>
                  <a:pt x="111522" y="0"/>
                  <a:pt x="100370" y="0"/>
                </a:cubicBezTo>
                <a:cubicBezTo>
                  <a:pt x="93998" y="0"/>
                  <a:pt x="76473" y="1595"/>
                  <a:pt x="56955" y="21317"/>
                </a:cubicBezTo>
                <a:cubicBezTo>
                  <a:pt x="41026" y="37662"/>
                  <a:pt x="31664" y="73541"/>
                  <a:pt x="27881" y="88491"/>
                </a:cubicBezTo>
                <a:cubicBezTo>
                  <a:pt x="24298" y="102245"/>
                  <a:pt x="22702" y="108422"/>
                  <a:pt x="16728" y="120383"/>
                </a:cubicBezTo>
                <a:cubicBezTo>
                  <a:pt x="15334" y="122774"/>
                  <a:pt x="10155" y="131544"/>
                  <a:pt x="7369" y="134136"/>
                </a:cubicBezTo>
                <a:cubicBezTo>
                  <a:pt x="1990" y="139114"/>
                  <a:pt x="0" y="142700"/>
                  <a:pt x="0" y="143693"/>
                </a:cubicBezTo>
                <a:cubicBezTo>
                  <a:pt x="0" y="144091"/>
                  <a:pt x="398" y="144887"/>
                  <a:pt x="1793" y="144887"/>
                </a:cubicBezTo>
                <a:cubicBezTo>
                  <a:pt x="2589" y="144887"/>
                  <a:pt x="6770" y="144091"/>
                  <a:pt x="11948" y="140706"/>
                </a:cubicBezTo>
                <a:cubicBezTo>
                  <a:pt x="15334" y="138716"/>
                  <a:pt x="15732" y="138318"/>
                  <a:pt x="20314" y="133538"/>
                </a:cubicBezTo>
                <a:cubicBezTo>
                  <a:pt x="30272" y="133735"/>
                  <a:pt x="37240" y="135528"/>
                  <a:pt x="49787" y="139114"/>
                </a:cubicBezTo>
                <a:cubicBezTo>
                  <a:pt x="59942" y="141900"/>
                  <a:pt x="70101" y="144887"/>
                  <a:pt x="80256" y="144887"/>
                </a:cubicBezTo>
                <a:cubicBezTo>
                  <a:pt x="96389" y="144887"/>
                  <a:pt x="112719" y="132742"/>
                  <a:pt x="119092" y="123972"/>
                </a:cubicBezTo>
                <a:cubicBezTo>
                  <a:pt x="123072" y="118590"/>
                  <a:pt x="124270" y="113607"/>
                  <a:pt x="124270" y="113008"/>
                </a:cubicBezTo>
                <a:cubicBezTo>
                  <a:pt x="124270" y="111613"/>
                  <a:pt x="123072" y="111613"/>
                  <a:pt x="122875" y="111613"/>
                </a:cubicBezTo>
                <a:cubicBezTo>
                  <a:pt x="119687" y="111613"/>
                  <a:pt x="114907" y="113804"/>
                  <a:pt x="111522" y="116196"/>
                </a:cubicBezTo>
                <a:cubicBezTo>
                  <a:pt x="106146" y="119587"/>
                  <a:pt x="105748" y="120781"/>
                  <a:pt x="104554" y="124169"/>
                </a:cubicBezTo>
                <a:cubicBezTo>
                  <a:pt x="103557" y="127360"/>
                  <a:pt x="102363" y="128955"/>
                  <a:pt x="101567" y="130150"/>
                </a:cubicBezTo>
                <a:cubicBezTo>
                  <a:pt x="99972" y="132541"/>
                  <a:pt x="99774" y="132541"/>
                  <a:pt x="96787" y="132541"/>
                </a:cubicBezTo>
                <a:cubicBezTo>
                  <a:pt x="87227" y="132541"/>
                  <a:pt x="77269" y="129551"/>
                  <a:pt x="64127" y="125965"/>
                </a:cubicBezTo>
                <a:cubicBezTo>
                  <a:pt x="58551" y="124370"/>
                  <a:pt x="47596" y="121179"/>
                  <a:pt x="37638" y="121179"/>
                </a:cubicBezTo>
                <a:cubicBezTo>
                  <a:pt x="35049" y="121179"/>
                  <a:pt x="32262" y="121380"/>
                  <a:pt x="29673" y="121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8" name="text-1003 :">
            <a:extLst xmlns:a="http://schemas.openxmlformats.org/drawingml/2006/main">
              <a:ext uri="{FF2B5EF4-FFF2-40B4-BE49-F238E27FC236}">
                <a16:creationId xmlns:a16="http://schemas.microsoft.com/office/drawing/2014/main" id="{1A534A25-BFBE-4F17-A854-965BAF8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2977" y="4966881"/>
            <a:ext cx="69157" cy="211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69" name="text-1004 training">
            <a:extLst xmlns:a="http://schemas.openxmlformats.org/drawingml/2006/main">
              <a:ext uri="{FF2B5EF4-FFF2-40B4-BE49-F238E27FC236}">
                <a16:creationId xmlns:a16="http://schemas.microsoft.com/office/drawing/2014/main" id="{69E77AFC-BC16-4473-9749-BECA5AC7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923" y="4966754"/>
            <a:ext cx="522789" cy="211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070" name="text-1006 data,">
            <a:extLst xmlns:a="http://schemas.openxmlformats.org/drawingml/2006/main">
              <a:ext uri="{FF2B5EF4-FFF2-40B4-BE49-F238E27FC236}">
                <a16:creationId xmlns:a16="http://schemas.microsoft.com/office/drawing/2014/main" id="{AEC7392C-7087-4576-896B-77FBD5AC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4440" y="4966728"/>
            <a:ext cx="363276" cy="211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data,</a:t>
            </a:r>
          </a:p>
        </p:txBody>
      </p:sp>
      <p:sp>
        <p:nvSpPr>
          <p:cNvPr id="1071" name="text-1006 label,">
            <a:extLst xmlns:a="http://schemas.openxmlformats.org/drawingml/2006/main">
              <a:ext uri="{FF2B5EF4-FFF2-40B4-BE49-F238E27FC236}">
                <a16:creationId xmlns:a16="http://schemas.microsoft.com/office/drawing/2014/main" id="{B5C350F3-3CFB-4CA5-9956-E08775CA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476" y="4966720"/>
            <a:ext cx="388454" cy="211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label,</a:t>
            </a:r>
          </a:p>
        </p:txBody>
      </p:sp>
      <p:sp>
        <p:nvSpPr>
          <p:cNvPr id="1072" name="text-1006 and">
            <a:extLst xmlns:a="http://schemas.openxmlformats.org/drawingml/2006/main">
              <a:ext uri="{FF2B5EF4-FFF2-40B4-BE49-F238E27FC236}">
                <a16:creationId xmlns:a16="http://schemas.microsoft.com/office/drawing/2014/main" id="{C522B8BE-A2C2-4C90-BED3-EB3AE527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5689" y="4966737"/>
            <a:ext cx="279314" cy="211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073" name="text-1006 loss">
            <a:extLst xmlns:a="http://schemas.openxmlformats.org/drawingml/2006/main">
              <a:ext uri="{FF2B5EF4-FFF2-40B4-BE49-F238E27FC236}">
                <a16:creationId xmlns:a16="http://schemas.microsoft.com/office/drawing/2014/main" id="{4B3C270A-3944-4D85-99E1-F05E47C0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780" y="4966728"/>
            <a:ext cx="295911" cy="211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074" name="text-1006 of">
            <a:extLst xmlns:a="http://schemas.openxmlformats.org/drawingml/2006/main">
              <a:ext uri="{FF2B5EF4-FFF2-40B4-BE49-F238E27FC236}">
                <a16:creationId xmlns:a16="http://schemas.microsoft.com/office/drawing/2014/main" id="{9C639F1C-185C-4467-860C-34A5A6C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0462" y="4966785"/>
            <a:ext cx="153211" cy="21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075" name="text-1006 a">
            <a:extLst xmlns:a="http://schemas.openxmlformats.org/drawingml/2006/main">
              <a:ext uri="{FF2B5EF4-FFF2-40B4-BE49-F238E27FC236}">
                <a16:creationId xmlns:a16="http://schemas.microsoft.com/office/drawing/2014/main" id="{5D4672EA-D885-480F-99C4-A9F956E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8444" y="4966748"/>
            <a:ext cx="111233" cy="211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76" name="text-1006 vision">
            <a:extLst xmlns:a="http://schemas.openxmlformats.org/drawingml/2006/main">
              <a:ext uri="{FF2B5EF4-FFF2-40B4-BE49-F238E27FC236}">
                <a16:creationId xmlns:a16="http://schemas.microsoft.com/office/drawing/2014/main" id="{D9046688-A157-45C5-9D36-AF29AF7A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4462" y="4966758"/>
            <a:ext cx="413504" cy="21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077" name="text-1006 task">
            <a:extLst xmlns:a="http://schemas.openxmlformats.org/drawingml/2006/main">
              <a:ext uri="{FF2B5EF4-FFF2-40B4-BE49-F238E27FC236}">
                <a16:creationId xmlns:a16="http://schemas.microsoft.com/office/drawing/2014/main" id="{BF50CA69-93A5-4995-AF0A-D1F423AA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2747" y="4966770"/>
            <a:ext cx="304306" cy="211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078" name="path-1008">
            <a:extLst xmlns:a="http://schemas.openxmlformats.org/drawingml/2006/main">
              <a:ext uri="{FF2B5EF4-FFF2-40B4-BE49-F238E27FC236}">
                <a16:creationId xmlns:a16="http://schemas.microsoft.com/office/drawing/2014/main" id="{1C7A2D29-649A-400E-AE76-2880C23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900" y="5256145"/>
            <a:ext cx="69316" cy="143648"/>
          </a:xfrm>
          <a:custGeom xmlns:a="http://schemas.openxmlformats.org/drawingml/2006/main">
            <a:pathLst>
              <a:path w="60523" h="125426">
                <a:moveTo>
                  <a:pt x="36078" y="44516"/>
                </a:moveTo>
                <a:lnTo>
                  <a:pt x="54609" y="44516"/>
                </a:lnTo>
                <a:cubicBezTo>
                  <a:pt x="58553" y="44516"/>
                  <a:pt x="60523" y="44516"/>
                  <a:pt x="60523" y="40572"/>
                </a:cubicBezTo>
                <a:cubicBezTo>
                  <a:pt x="60523" y="38403"/>
                  <a:pt x="58553" y="38403"/>
                  <a:pt x="55003" y="38403"/>
                </a:cubicBezTo>
                <a:lnTo>
                  <a:pt x="37654" y="38403"/>
                </a:lnTo>
                <a:cubicBezTo>
                  <a:pt x="44754" y="10442"/>
                  <a:pt x="45737" y="6504"/>
                  <a:pt x="45737" y="5322"/>
                </a:cubicBezTo>
                <a:cubicBezTo>
                  <a:pt x="45737" y="1970"/>
                  <a:pt x="43373" y="0"/>
                  <a:pt x="40022" y="0"/>
                </a:cubicBezTo>
                <a:cubicBezTo>
                  <a:pt x="39429" y="0"/>
                  <a:pt x="33909" y="196"/>
                  <a:pt x="32134" y="7093"/>
                </a:cubicBezTo>
                <a:lnTo>
                  <a:pt x="24445" y="38403"/>
                </a:lnTo>
                <a:lnTo>
                  <a:pt x="5914" y="38403"/>
                </a:lnTo>
                <a:cubicBezTo>
                  <a:pt x="1970" y="38403"/>
                  <a:pt x="0" y="38403"/>
                  <a:pt x="0" y="42152"/>
                </a:cubicBezTo>
                <a:cubicBezTo>
                  <a:pt x="0" y="44516"/>
                  <a:pt x="1576" y="44516"/>
                  <a:pt x="5520" y="44516"/>
                </a:cubicBezTo>
                <a:lnTo>
                  <a:pt x="22869" y="44516"/>
                </a:lnTo>
                <a:cubicBezTo>
                  <a:pt x="8673" y="100421"/>
                  <a:pt x="7885" y="103767"/>
                  <a:pt x="7885" y="107310"/>
                </a:cubicBezTo>
                <a:cubicBezTo>
                  <a:pt x="7885" y="117942"/>
                  <a:pt x="15378" y="125426"/>
                  <a:pt x="26024" y="125426"/>
                </a:cubicBezTo>
                <a:cubicBezTo>
                  <a:pt x="46132" y="125426"/>
                  <a:pt x="57370" y="96682"/>
                  <a:pt x="57370" y="95106"/>
                </a:cubicBezTo>
                <a:cubicBezTo>
                  <a:pt x="57370" y="93138"/>
                  <a:pt x="55794" y="93138"/>
                  <a:pt x="55003" y="93138"/>
                </a:cubicBezTo>
                <a:cubicBezTo>
                  <a:pt x="53231" y="93138"/>
                  <a:pt x="53032" y="93728"/>
                  <a:pt x="52046" y="95894"/>
                </a:cubicBezTo>
                <a:cubicBezTo>
                  <a:pt x="43569" y="116365"/>
                  <a:pt x="33121" y="121091"/>
                  <a:pt x="26418" y="121091"/>
                </a:cubicBezTo>
                <a:cubicBezTo>
                  <a:pt x="22276" y="121091"/>
                  <a:pt x="20306" y="118531"/>
                  <a:pt x="20306" y="112036"/>
                </a:cubicBezTo>
                <a:cubicBezTo>
                  <a:pt x="20306" y="107310"/>
                  <a:pt x="20700" y="105933"/>
                  <a:pt x="21488" y="102587"/>
                </a:cubicBezTo>
                <a:lnTo>
                  <a:pt x="36078" y="44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09">
            <a:extLst xmlns:a="http://schemas.openxmlformats.org/drawingml/2006/main">
              <a:ext uri="{FF2B5EF4-FFF2-40B4-BE49-F238E27FC236}">
                <a16:creationId xmlns:a16="http://schemas.microsoft.com/office/drawing/2014/main" id="{5F2D8C4C-C2A5-4C21-83B9-7650ED3F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414" y="5360714"/>
            <a:ext cx="77447" cy="71926"/>
          </a:xfrm>
          <a:custGeom xmlns:a="http://schemas.openxmlformats.org/drawingml/2006/main">
            <a:pathLst>
              <a:path w="67623" h="62802">
                <a:moveTo>
                  <a:pt x="31603" y="0"/>
                </a:moveTo>
                <a:cubicBezTo>
                  <a:pt x="15734" y="1657"/>
                  <a:pt x="0" y="12976"/>
                  <a:pt x="0" y="32161"/>
                </a:cubicBezTo>
                <a:lnTo>
                  <a:pt x="0" y="33404"/>
                </a:lnTo>
                <a:cubicBezTo>
                  <a:pt x="967" y="51901"/>
                  <a:pt x="17941" y="62802"/>
                  <a:pt x="34225" y="62802"/>
                </a:cubicBezTo>
                <a:cubicBezTo>
                  <a:pt x="49820" y="62802"/>
                  <a:pt x="66656" y="51762"/>
                  <a:pt x="67623" y="33404"/>
                </a:cubicBezTo>
                <a:lnTo>
                  <a:pt x="67623" y="32713"/>
                </a:lnTo>
                <a:cubicBezTo>
                  <a:pt x="67623" y="13527"/>
                  <a:pt x="51615" y="0"/>
                  <a:pt x="33122" y="0"/>
                </a:cubicBezTo>
                <a:lnTo>
                  <a:pt x="31603" y="0"/>
                </a:lnTo>
                <a:moveTo>
                  <a:pt x="12559" y="34507"/>
                </a:moveTo>
                <a:cubicBezTo>
                  <a:pt x="12559" y="33404"/>
                  <a:pt x="12422" y="32300"/>
                  <a:pt x="12422" y="31195"/>
                </a:cubicBezTo>
                <a:cubicBezTo>
                  <a:pt x="12422" y="23604"/>
                  <a:pt x="13111" y="14631"/>
                  <a:pt x="19735" y="8834"/>
                </a:cubicBezTo>
                <a:cubicBezTo>
                  <a:pt x="23599" y="5521"/>
                  <a:pt x="28567" y="3866"/>
                  <a:pt x="33536" y="3866"/>
                </a:cubicBezTo>
                <a:cubicBezTo>
                  <a:pt x="39746" y="3866"/>
                  <a:pt x="46093" y="6349"/>
                  <a:pt x="50096" y="11182"/>
                </a:cubicBezTo>
                <a:cubicBezTo>
                  <a:pt x="54375" y="16149"/>
                  <a:pt x="55064" y="23328"/>
                  <a:pt x="55064" y="29264"/>
                </a:cubicBezTo>
                <a:cubicBezTo>
                  <a:pt x="55064" y="36992"/>
                  <a:pt x="54927" y="45826"/>
                  <a:pt x="49406" y="51901"/>
                </a:cubicBezTo>
                <a:cubicBezTo>
                  <a:pt x="45541" y="56317"/>
                  <a:pt x="39607" y="58387"/>
                  <a:pt x="33812" y="58387"/>
                </a:cubicBezTo>
                <a:cubicBezTo>
                  <a:pt x="23185" y="58387"/>
                  <a:pt x="15044" y="51623"/>
                  <a:pt x="13111" y="40168"/>
                </a:cubicBezTo>
                <a:cubicBezTo>
                  <a:pt x="12835" y="38234"/>
                  <a:pt x="12835" y="36440"/>
                  <a:pt x="12559" y="34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0" name="text-1010 :">
            <a:extLst xmlns:a="http://schemas.openxmlformats.org/drawingml/2006/main">
              <a:ext uri="{FF2B5EF4-FFF2-40B4-BE49-F238E27FC236}">
                <a16:creationId xmlns:a16="http://schemas.microsoft.com/office/drawing/2014/main" id="{D01F239E-4D04-4B01-9843-D25ABB34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2977" y="5212882"/>
            <a:ext cx="69157" cy="211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81" name="text-1011 length">
            <a:extLst xmlns:a="http://schemas.openxmlformats.org/drawingml/2006/main">
              <a:ext uri="{FF2B5EF4-FFF2-40B4-BE49-F238E27FC236}">
                <a16:creationId xmlns:a16="http://schemas.microsoft.com/office/drawing/2014/main" id="{34630753-A913-4850-BC61-D08A18A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923" y="5212742"/>
            <a:ext cx="438899" cy="211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length</a:t>
            </a:r>
          </a:p>
        </p:txBody>
      </p:sp>
      <p:sp>
        <p:nvSpPr>
          <p:cNvPr id="1082" name="text-1011 of">
            <a:extLst xmlns:a="http://schemas.openxmlformats.org/drawingml/2006/main">
              <a:ext uri="{FF2B5EF4-FFF2-40B4-BE49-F238E27FC236}">
                <a16:creationId xmlns:a16="http://schemas.microsoft.com/office/drawing/2014/main" id="{D7972D1A-6352-4488-9E1C-B06ADBB1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605" y="5212787"/>
            <a:ext cx="153211" cy="21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083" name="text-1011 the">
            <a:extLst xmlns:a="http://schemas.openxmlformats.org/drawingml/2006/main">
              <a:ext uri="{FF2B5EF4-FFF2-40B4-BE49-F238E27FC236}">
                <a16:creationId xmlns:a16="http://schemas.microsoft.com/office/drawing/2014/main" id="{320E2BB4-3F8D-4F48-90B1-8B1BDE5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8587" y="5212769"/>
            <a:ext cx="237248" cy="211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084" name="text-1011 visual">
            <a:extLst xmlns:a="http://schemas.openxmlformats.org/drawingml/2006/main">
              <a:ext uri="{FF2B5EF4-FFF2-40B4-BE49-F238E27FC236}">
                <a16:creationId xmlns:a16="http://schemas.microsoft.com/office/drawing/2014/main" id="{BC49E831-F085-4F57-B1D3-012E0966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617" y="5212757"/>
            <a:ext cx="413512" cy="211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085" name="text-1011 perception">
            <a:extLst xmlns:a="http://schemas.openxmlformats.org/drawingml/2006/main">
              <a:ext uri="{FF2B5EF4-FFF2-40B4-BE49-F238E27FC236}">
                <a16:creationId xmlns:a16="http://schemas.microsoft.com/office/drawing/2014/main" id="{8AB20725-544F-4CE2-AB71-ED45DF6D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909" y="5212741"/>
            <a:ext cx="732834" cy="211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086" name="text-1011 process">
            <a:extLst xmlns:a="http://schemas.openxmlformats.org/drawingml/2006/main">
              <a:ext uri="{FF2B5EF4-FFF2-40B4-BE49-F238E27FC236}">
                <a16:creationId xmlns:a16="http://schemas.microsoft.com/office/drawing/2014/main" id="{15A67CFF-8945-426F-A6B0-AB4D554B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6526" y="5212742"/>
            <a:ext cx="556277" cy="211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087" name="path-1013">
            <a:extLst xmlns:a="http://schemas.openxmlformats.org/drawingml/2006/main">
              <a:ext uri="{FF2B5EF4-FFF2-40B4-BE49-F238E27FC236}">
                <a16:creationId xmlns:a16="http://schemas.microsoft.com/office/drawing/2014/main" id="{B3E932C0-D66B-415C-A181-85F87CC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8" y="5453539"/>
            <a:ext cx="57578" cy="158539"/>
          </a:xfrm>
          <a:custGeom xmlns:a="http://schemas.openxmlformats.org/drawingml/2006/main">
            <a:pathLst>
              <a:path w="50274" h="138428">
                <a:moveTo>
                  <a:pt x="49486" y="6901"/>
                </a:moveTo>
                <a:cubicBezTo>
                  <a:pt x="50274" y="4142"/>
                  <a:pt x="50274" y="3748"/>
                  <a:pt x="50274" y="3550"/>
                </a:cubicBezTo>
                <a:cubicBezTo>
                  <a:pt x="50274" y="987"/>
                  <a:pt x="48105" y="0"/>
                  <a:pt x="45936" y="0"/>
                </a:cubicBezTo>
                <a:cubicBezTo>
                  <a:pt x="45148" y="0"/>
                  <a:pt x="44949" y="0"/>
                  <a:pt x="44555" y="199"/>
                </a:cubicBezTo>
                <a:lnTo>
                  <a:pt x="19123" y="1381"/>
                </a:lnTo>
                <a:cubicBezTo>
                  <a:pt x="16365" y="1579"/>
                  <a:pt x="12815" y="1775"/>
                  <a:pt x="12815" y="7295"/>
                </a:cubicBezTo>
                <a:cubicBezTo>
                  <a:pt x="12815" y="10845"/>
                  <a:pt x="16560" y="10845"/>
                  <a:pt x="17941" y="10845"/>
                </a:cubicBezTo>
                <a:cubicBezTo>
                  <a:pt x="20110" y="10845"/>
                  <a:pt x="23660" y="10845"/>
                  <a:pt x="26220" y="11239"/>
                </a:cubicBezTo>
                <a:lnTo>
                  <a:pt x="987" y="112400"/>
                </a:lnTo>
                <a:cubicBezTo>
                  <a:pt x="394" y="114569"/>
                  <a:pt x="0" y="116344"/>
                  <a:pt x="0" y="119106"/>
                </a:cubicBezTo>
                <a:cubicBezTo>
                  <a:pt x="0" y="132119"/>
                  <a:pt x="13014" y="138428"/>
                  <a:pt x="24644" y="138428"/>
                </a:cubicBezTo>
                <a:cubicBezTo>
                  <a:pt x="31939" y="138428"/>
                  <a:pt x="37459" y="134288"/>
                  <a:pt x="41797" y="127192"/>
                </a:cubicBezTo>
                <a:cubicBezTo>
                  <a:pt x="46529" y="119500"/>
                  <a:pt x="49287" y="108851"/>
                  <a:pt x="49287" y="107668"/>
                </a:cubicBezTo>
                <a:cubicBezTo>
                  <a:pt x="49287" y="104907"/>
                  <a:pt x="46330" y="104907"/>
                  <a:pt x="44555" y="104907"/>
                </a:cubicBezTo>
                <a:cubicBezTo>
                  <a:pt x="42386" y="104907"/>
                  <a:pt x="41598" y="104907"/>
                  <a:pt x="40614" y="105893"/>
                </a:cubicBezTo>
                <a:cubicBezTo>
                  <a:pt x="40220" y="106288"/>
                  <a:pt x="40220" y="106682"/>
                  <a:pt x="39035" y="111612"/>
                </a:cubicBezTo>
                <a:cubicBezTo>
                  <a:pt x="35290" y="126599"/>
                  <a:pt x="30952" y="131331"/>
                  <a:pt x="25630" y="131331"/>
                </a:cubicBezTo>
                <a:cubicBezTo>
                  <a:pt x="22673" y="131331"/>
                  <a:pt x="21097" y="129361"/>
                  <a:pt x="21097" y="124232"/>
                </a:cubicBezTo>
                <a:cubicBezTo>
                  <a:pt x="21097" y="120288"/>
                  <a:pt x="21686" y="118318"/>
                  <a:pt x="22279" y="115556"/>
                </a:cubicBezTo>
                <a:lnTo>
                  <a:pt x="49486" y="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8" name="path-1014">
            <a:extLst xmlns:a="http://schemas.openxmlformats.org/drawingml/2006/main">
              <a:ext uri="{FF2B5EF4-FFF2-40B4-BE49-F238E27FC236}">
                <a16:creationId xmlns:a16="http://schemas.microsoft.com/office/drawing/2014/main" id="{BF6E393B-2817-4AB9-995C-21129D00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894" y="5539240"/>
            <a:ext cx="57531" cy="104957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15">
            <a:extLst xmlns:a="http://schemas.openxmlformats.org/drawingml/2006/main">
              <a:ext uri="{FF2B5EF4-FFF2-40B4-BE49-F238E27FC236}">
                <a16:creationId xmlns:a16="http://schemas.microsoft.com/office/drawing/2014/main" id="{A01A2A9C-2B59-490D-8E35-CCBD8C23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115" y="5576129"/>
            <a:ext cx="18177" cy="68068"/>
          </a:xfrm>
          <a:custGeom xmlns:a="http://schemas.openxmlformats.org/drawingml/2006/main">
            <a:pathLst>
              <a:path w="15871" h="59433">
                <a:moveTo>
                  <a:pt x="15871" y="8006"/>
                </a:moveTo>
                <a:cubicBezTo>
                  <a:pt x="15871" y="3176"/>
                  <a:pt x="12007" y="0"/>
                  <a:pt x="8004" y="0"/>
                </a:cubicBezTo>
                <a:cubicBezTo>
                  <a:pt x="3176" y="0"/>
                  <a:pt x="0" y="3866"/>
                  <a:pt x="0" y="7867"/>
                </a:cubicBezTo>
                <a:cubicBezTo>
                  <a:pt x="0" y="12698"/>
                  <a:pt x="3864" y="15871"/>
                  <a:pt x="7867" y="15871"/>
                </a:cubicBezTo>
                <a:cubicBezTo>
                  <a:pt x="12698" y="15871"/>
                  <a:pt x="15871" y="12007"/>
                  <a:pt x="15871" y="8006"/>
                </a:cubicBezTo>
                <a:moveTo>
                  <a:pt x="15871" y="51568"/>
                </a:moveTo>
                <a:cubicBezTo>
                  <a:pt x="15871" y="46738"/>
                  <a:pt x="12007" y="43564"/>
                  <a:pt x="8004" y="43564"/>
                </a:cubicBezTo>
                <a:cubicBezTo>
                  <a:pt x="3176" y="43564"/>
                  <a:pt x="0" y="47428"/>
                  <a:pt x="0" y="51429"/>
                </a:cubicBezTo>
                <a:cubicBezTo>
                  <a:pt x="0" y="56260"/>
                  <a:pt x="3864" y="59433"/>
                  <a:pt x="7867" y="59433"/>
                </a:cubicBezTo>
                <a:cubicBezTo>
                  <a:pt x="12698" y="59433"/>
                  <a:pt x="15871" y="55569"/>
                  <a:pt x="15871" y="51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0" name="path-1016">
            <a:extLst xmlns:a="http://schemas.openxmlformats.org/drawingml/2006/main">
              <a:ext uri="{FF2B5EF4-FFF2-40B4-BE49-F238E27FC236}">
                <a16:creationId xmlns:a16="http://schemas.microsoft.com/office/drawing/2014/main" id="{D90631FE-C081-4A73-B58E-5E6FEFB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431" y="5545496"/>
            <a:ext cx="53422" cy="100245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path-1017">
            <a:extLst xmlns:a="http://schemas.openxmlformats.org/drawingml/2006/main">
              <a:ext uri="{FF2B5EF4-FFF2-40B4-BE49-F238E27FC236}">
                <a16:creationId xmlns:a16="http://schemas.microsoft.com/office/drawing/2014/main" id="{1AC805F1-0026-42C2-A723-BB7E395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327" y="5616054"/>
            <a:ext cx="61981" cy="51817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2" name="text-1018 :">
            <a:extLst xmlns:a="http://schemas.openxmlformats.org/drawingml/2006/main">
              <a:ext uri="{FF2B5EF4-FFF2-40B4-BE49-F238E27FC236}">
                <a16:creationId xmlns:a16="http://schemas.microsoft.com/office/drawing/2014/main" id="{C5C95B71-7735-42E4-98DB-1AB1BF8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2977" y="5457459"/>
            <a:ext cx="69157" cy="211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93" name="text-1019 visual">
            <a:extLst xmlns:a="http://schemas.openxmlformats.org/drawingml/2006/main">
              <a:ext uri="{FF2B5EF4-FFF2-40B4-BE49-F238E27FC236}">
                <a16:creationId xmlns:a16="http://schemas.microsoft.com/office/drawing/2014/main" id="{4C6D19E0-EBE9-4E11-9BE6-BE915256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923" y="5457332"/>
            <a:ext cx="413519" cy="2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094" name="text-1019 fixation">
            <a:extLst xmlns:a="http://schemas.openxmlformats.org/drawingml/2006/main">
              <a:ext uri="{FF2B5EF4-FFF2-40B4-BE49-F238E27FC236}">
                <a16:creationId xmlns:a16="http://schemas.microsoft.com/office/drawing/2014/main" id="{4F40F700-3744-4615-9615-DC5E12D4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5214" y="5457325"/>
            <a:ext cx="505952" cy="211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095" name="text-1019 locations">
            <a:extLst xmlns:a="http://schemas.openxmlformats.org/drawingml/2006/main">
              <a:ext uri="{FF2B5EF4-FFF2-40B4-BE49-F238E27FC236}">
                <a16:creationId xmlns:a16="http://schemas.microsoft.com/office/drawing/2014/main" id="{44F2C3F9-0A0C-48C6-9D58-EE41DCE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5945" y="5457312"/>
            <a:ext cx="623574" cy="211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locations</a:t>
            </a:r>
          </a:p>
        </p:txBody>
      </p:sp>
      <p:sp>
        <p:nvSpPr>
          <p:cNvPr id="1096" name="path-1021">
            <a:extLst xmlns:a="http://schemas.openxmlformats.org/drawingml/2006/main">
              <a:ext uri="{FF2B5EF4-FFF2-40B4-BE49-F238E27FC236}">
                <a16:creationId xmlns:a16="http://schemas.microsoft.com/office/drawing/2014/main" id="{43C2E5A7-7130-4C15-9742-0D117F5F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760" y="5719113"/>
            <a:ext cx="113123" cy="160303"/>
          </a:xfrm>
          <a:custGeom xmlns:a="http://schemas.openxmlformats.org/drawingml/2006/main">
            <a:pathLst>
              <a:path w="98773" h="139968">
                <a:moveTo>
                  <a:pt x="98773" y="41788"/>
                </a:moveTo>
                <a:cubicBezTo>
                  <a:pt x="98773" y="7099"/>
                  <a:pt x="78269" y="0"/>
                  <a:pt x="66242" y="0"/>
                </a:cubicBezTo>
                <a:cubicBezTo>
                  <a:pt x="50668" y="0"/>
                  <a:pt x="30952" y="10252"/>
                  <a:pt x="16166" y="37056"/>
                </a:cubicBezTo>
                <a:cubicBezTo>
                  <a:pt x="6113" y="55583"/>
                  <a:pt x="0" y="82393"/>
                  <a:pt x="0" y="98364"/>
                </a:cubicBezTo>
                <a:cubicBezTo>
                  <a:pt x="0" y="126957"/>
                  <a:pt x="14984" y="139968"/>
                  <a:pt x="32727" y="139968"/>
                </a:cubicBezTo>
                <a:cubicBezTo>
                  <a:pt x="45936" y="139968"/>
                  <a:pt x="63285" y="132282"/>
                  <a:pt x="76888" y="112169"/>
                </a:cubicBezTo>
                <a:cubicBezTo>
                  <a:pt x="93448" y="87913"/>
                  <a:pt x="98773" y="56567"/>
                  <a:pt x="98773" y="41788"/>
                </a:cubicBezTo>
                <a:moveTo>
                  <a:pt x="29968" y="65240"/>
                </a:moveTo>
                <a:cubicBezTo>
                  <a:pt x="32727" y="53809"/>
                  <a:pt x="37853" y="35873"/>
                  <a:pt x="43767" y="25624"/>
                </a:cubicBezTo>
                <a:cubicBezTo>
                  <a:pt x="48303" y="17544"/>
                  <a:pt x="56384" y="7099"/>
                  <a:pt x="65848" y="7099"/>
                </a:cubicBezTo>
                <a:cubicBezTo>
                  <a:pt x="74129" y="7099"/>
                  <a:pt x="77676" y="15772"/>
                  <a:pt x="77676" y="27399"/>
                </a:cubicBezTo>
                <a:cubicBezTo>
                  <a:pt x="77676" y="39814"/>
                  <a:pt x="73341" y="56961"/>
                  <a:pt x="71172" y="65240"/>
                </a:cubicBezTo>
                <a:lnTo>
                  <a:pt x="29968" y="65240"/>
                </a:lnTo>
                <a:moveTo>
                  <a:pt x="68805" y="74701"/>
                </a:moveTo>
                <a:cubicBezTo>
                  <a:pt x="56582" y="127547"/>
                  <a:pt x="40022" y="132871"/>
                  <a:pt x="33121" y="132871"/>
                </a:cubicBezTo>
                <a:cubicBezTo>
                  <a:pt x="30362" y="132871"/>
                  <a:pt x="26220" y="132083"/>
                  <a:pt x="23461" y="125971"/>
                </a:cubicBezTo>
                <a:cubicBezTo>
                  <a:pt x="21097" y="120646"/>
                  <a:pt x="21097" y="112957"/>
                  <a:pt x="21097" y="112758"/>
                </a:cubicBezTo>
                <a:cubicBezTo>
                  <a:pt x="21097" y="101519"/>
                  <a:pt x="25432" y="83181"/>
                  <a:pt x="27601" y="74701"/>
                </a:cubicBezTo>
                <a:lnTo>
                  <a:pt x="68805" y="7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text-1022 :">
            <a:extLst xmlns:a="http://schemas.openxmlformats.org/drawingml/2006/main">
              <a:ext uri="{FF2B5EF4-FFF2-40B4-BE49-F238E27FC236}">
                <a16:creationId xmlns:a16="http://schemas.microsoft.com/office/drawing/2014/main" id="{059CF0AF-24F8-40CB-9D6E-309BE72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2977" y="5702134"/>
            <a:ext cx="69157" cy="211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98" name="text-1023 outputs">
            <a:extLst xmlns:a="http://schemas.openxmlformats.org/drawingml/2006/main">
              <a:ext uri="{FF2B5EF4-FFF2-40B4-BE49-F238E27FC236}">
                <a16:creationId xmlns:a16="http://schemas.microsoft.com/office/drawing/2014/main" id="{5C6D762A-2D7B-427A-88DD-687B07EB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923" y="5701987"/>
            <a:ext cx="522862" cy="2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099" name="text-1023 of">
            <a:extLst xmlns:a="http://schemas.openxmlformats.org/drawingml/2006/main">
              <a:ext uri="{FF2B5EF4-FFF2-40B4-BE49-F238E27FC236}">
                <a16:creationId xmlns:a16="http://schemas.microsoft.com/office/drawing/2014/main" id="{4A4F3007-B81F-4A08-8108-5FE8F6C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4550" y="5702039"/>
            <a:ext cx="153211" cy="211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100" name="text-1023 the">
            <a:extLst xmlns:a="http://schemas.openxmlformats.org/drawingml/2006/main">
              <a:ext uri="{FF2B5EF4-FFF2-40B4-BE49-F238E27FC236}">
                <a16:creationId xmlns:a16="http://schemas.microsoft.com/office/drawing/2014/main" id="{6FCCF8B9-52EC-4764-BAD6-2EC8F0D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2538" y="5702026"/>
            <a:ext cx="237241" cy="211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01" name="text-1025 model">
            <a:extLst xmlns:a="http://schemas.openxmlformats.org/drawingml/2006/main">
              <a:ext uri="{FF2B5EF4-FFF2-40B4-BE49-F238E27FC236}">
                <a16:creationId xmlns:a16="http://schemas.microsoft.com/office/drawing/2014/main" id="{D0FE3E10-7B98-4BAF-A161-587A6B40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4478" y="5702013"/>
            <a:ext cx="438747" cy="21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02" name="text-1025 parameterized">
            <a:extLst xmlns:a="http://schemas.openxmlformats.org/drawingml/2006/main">
              <a:ext uri="{FF2B5EF4-FFF2-40B4-BE49-F238E27FC236}">
                <a16:creationId xmlns:a16="http://schemas.microsoft.com/office/drawing/2014/main" id="{647D9D8C-9F9A-48B7-9BF4-5BE46152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8004" y="5701990"/>
            <a:ext cx="993053" cy="211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parameterized</a:t>
            </a:r>
          </a:p>
        </p:txBody>
      </p:sp>
      <p:sp>
        <p:nvSpPr>
          <p:cNvPr id="1103" name="text-1025 by">
            <a:extLst xmlns:a="http://schemas.openxmlformats.org/drawingml/2006/main">
              <a:ext uri="{FF2B5EF4-FFF2-40B4-BE49-F238E27FC236}">
                <a16:creationId xmlns:a16="http://schemas.microsoft.com/office/drawing/2014/main" id="{0CD8E849-EFA2-40BC-B76C-4DF6CC80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834" y="5701994"/>
            <a:ext cx="186793" cy="211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by</a:t>
            </a:r>
          </a:p>
        </p:txBody>
      </p:sp>
      <p:sp>
        <p:nvSpPr>
          <p:cNvPr id="1104" name="path-1027">
            <a:extLst xmlns:a="http://schemas.openxmlformats.org/drawingml/2006/main">
              <a:ext uri="{FF2B5EF4-FFF2-40B4-BE49-F238E27FC236}">
                <a16:creationId xmlns:a16="http://schemas.microsoft.com/office/drawing/2014/main" id="{3CF60246-2FB5-4005-B9CA-02694A4B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51" y="5763411"/>
            <a:ext cx="93026" cy="143765"/>
          </a:xfrm>
          <a:custGeom xmlns:a="http://schemas.openxmlformats.org/drawingml/2006/main">
            <a:pathLst>
              <a:path w="81226" h="125528">
                <a:moveTo>
                  <a:pt x="81226" y="2169"/>
                </a:moveTo>
                <a:cubicBezTo>
                  <a:pt x="81226" y="1381"/>
                  <a:pt x="80633" y="199"/>
                  <a:pt x="79252" y="199"/>
                </a:cubicBezTo>
                <a:cubicBezTo>
                  <a:pt x="77086" y="199"/>
                  <a:pt x="69199" y="8086"/>
                  <a:pt x="65848" y="13805"/>
                </a:cubicBezTo>
                <a:cubicBezTo>
                  <a:pt x="61510" y="3156"/>
                  <a:pt x="53821" y="0"/>
                  <a:pt x="47512" y="0"/>
                </a:cubicBezTo>
                <a:cubicBezTo>
                  <a:pt x="24250" y="0"/>
                  <a:pt x="0" y="29186"/>
                  <a:pt x="0" y="57782"/>
                </a:cubicBezTo>
                <a:cubicBezTo>
                  <a:pt x="0" y="77107"/>
                  <a:pt x="11633" y="89333"/>
                  <a:pt x="26024" y="89333"/>
                </a:cubicBezTo>
                <a:cubicBezTo>
                  <a:pt x="34502" y="89333"/>
                  <a:pt x="42191" y="84604"/>
                  <a:pt x="49287" y="77505"/>
                </a:cubicBezTo>
                <a:cubicBezTo>
                  <a:pt x="47512" y="84406"/>
                  <a:pt x="41005" y="111107"/>
                  <a:pt x="40416" y="112888"/>
                </a:cubicBezTo>
                <a:cubicBezTo>
                  <a:pt x="38840" y="118429"/>
                  <a:pt x="37260" y="119220"/>
                  <a:pt x="26220" y="119419"/>
                </a:cubicBezTo>
                <a:cubicBezTo>
                  <a:pt x="23657" y="119419"/>
                  <a:pt x="21686" y="119419"/>
                  <a:pt x="21686" y="123362"/>
                </a:cubicBezTo>
                <a:cubicBezTo>
                  <a:pt x="21686" y="123558"/>
                  <a:pt x="21686" y="125528"/>
                  <a:pt x="24250" y="125528"/>
                </a:cubicBezTo>
                <a:cubicBezTo>
                  <a:pt x="30558" y="125528"/>
                  <a:pt x="37459" y="124939"/>
                  <a:pt x="43966" y="124939"/>
                </a:cubicBezTo>
                <a:cubicBezTo>
                  <a:pt x="50668" y="124939"/>
                  <a:pt x="57764" y="125528"/>
                  <a:pt x="64271" y="125528"/>
                </a:cubicBezTo>
                <a:cubicBezTo>
                  <a:pt x="65255" y="125528"/>
                  <a:pt x="67818" y="125528"/>
                  <a:pt x="67818" y="121587"/>
                </a:cubicBezTo>
                <a:cubicBezTo>
                  <a:pt x="67818" y="119419"/>
                  <a:pt x="65848" y="119419"/>
                  <a:pt x="62692" y="119419"/>
                </a:cubicBezTo>
                <a:cubicBezTo>
                  <a:pt x="53231" y="119419"/>
                  <a:pt x="53231" y="118032"/>
                  <a:pt x="53231" y="116251"/>
                </a:cubicBezTo>
                <a:cubicBezTo>
                  <a:pt x="53231" y="114867"/>
                  <a:pt x="53625" y="113679"/>
                  <a:pt x="54019" y="111898"/>
                </a:cubicBezTo>
                <a:lnTo>
                  <a:pt x="81226" y="2169"/>
                </a:lnTo>
                <a:moveTo>
                  <a:pt x="26614" y="84998"/>
                </a:moveTo>
                <a:cubicBezTo>
                  <a:pt x="14786" y="84998"/>
                  <a:pt x="13997" y="69812"/>
                  <a:pt x="13997" y="66458"/>
                </a:cubicBezTo>
                <a:cubicBezTo>
                  <a:pt x="13997" y="56994"/>
                  <a:pt x="19716" y="35497"/>
                  <a:pt x="23067" y="27216"/>
                </a:cubicBezTo>
                <a:cubicBezTo>
                  <a:pt x="29177" y="12623"/>
                  <a:pt x="39429" y="4338"/>
                  <a:pt x="47512" y="4338"/>
                </a:cubicBezTo>
                <a:cubicBezTo>
                  <a:pt x="60327" y="4338"/>
                  <a:pt x="63089" y="20312"/>
                  <a:pt x="63089" y="21692"/>
                </a:cubicBezTo>
                <a:cubicBezTo>
                  <a:pt x="63089" y="22878"/>
                  <a:pt x="52244" y="66064"/>
                  <a:pt x="51652" y="66855"/>
                </a:cubicBezTo>
                <a:cubicBezTo>
                  <a:pt x="48695" y="72376"/>
                  <a:pt x="37654" y="84998"/>
                  <a:pt x="26614" y="849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5" name="path-1028">
            <a:extLst xmlns:a="http://schemas.openxmlformats.org/drawingml/2006/main">
              <a:ext uri="{FF2B5EF4-FFF2-40B4-BE49-F238E27FC236}">
                <a16:creationId xmlns:a16="http://schemas.microsoft.com/office/drawing/2014/main" id="{B89C0C2E-2DC8-49D4-86B2-2ADEA4A9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273" y="5693954"/>
            <a:ext cx="52382" cy="225791"/>
          </a:xfrm>
          <a:custGeom xmlns:a="http://schemas.openxmlformats.org/drawingml/2006/main">
            <a:pathLst>
              <a:path w="45737" h="197149">
                <a:moveTo>
                  <a:pt x="45737" y="195178"/>
                </a:moveTo>
                <a:cubicBezTo>
                  <a:pt x="45737" y="194589"/>
                  <a:pt x="45737" y="194192"/>
                  <a:pt x="42386" y="190840"/>
                </a:cubicBezTo>
                <a:cubicBezTo>
                  <a:pt x="17743" y="166001"/>
                  <a:pt x="11434" y="128738"/>
                  <a:pt x="11434" y="98574"/>
                </a:cubicBezTo>
                <a:cubicBezTo>
                  <a:pt x="11434" y="64271"/>
                  <a:pt x="18925" y="29968"/>
                  <a:pt x="43174" y="5325"/>
                </a:cubicBezTo>
                <a:cubicBezTo>
                  <a:pt x="45737" y="2960"/>
                  <a:pt x="45737" y="2563"/>
                  <a:pt x="45737" y="1973"/>
                </a:cubicBezTo>
                <a:cubicBezTo>
                  <a:pt x="45737" y="593"/>
                  <a:pt x="44949" y="0"/>
                  <a:pt x="43767" y="0"/>
                </a:cubicBezTo>
                <a:cubicBezTo>
                  <a:pt x="41794" y="0"/>
                  <a:pt x="24051" y="13408"/>
                  <a:pt x="12418" y="38445"/>
                </a:cubicBezTo>
                <a:cubicBezTo>
                  <a:pt x="2364" y="60132"/>
                  <a:pt x="0" y="82014"/>
                  <a:pt x="0" y="98574"/>
                </a:cubicBezTo>
                <a:cubicBezTo>
                  <a:pt x="0" y="113953"/>
                  <a:pt x="2166" y="137808"/>
                  <a:pt x="13011" y="160087"/>
                </a:cubicBezTo>
                <a:cubicBezTo>
                  <a:pt x="24839" y="184337"/>
                  <a:pt x="41794" y="197149"/>
                  <a:pt x="43767" y="197149"/>
                </a:cubicBezTo>
                <a:cubicBezTo>
                  <a:pt x="44949" y="197149"/>
                  <a:pt x="45737" y="196559"/>
                  <a:pt x="45737" y="195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6" name="path-1029">
            <a:extLst xmlns:a="http://schemas.openxmlformats.org/drawingml/2006/main">
              <a:ext uri="{FF2B5EF4-FFF2-40B4-BE49-F238E27FC236}">
                <a16:creationId xmlns:a16="http://schemas.microsoft.com/office/drawing/2014/main" id="{DC0098F9-A999-43F4-9CAF-6EBE665B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04" y="5704759"/>
            <a:ext cx="113123" cy="160303"/>
          </a:xfrm>
          <a:custGeom xmlns:a="http://schemas.openxmlformats.org/drawingml/2006/main">
            <a:pathLst>
              <a:path w="98773" h="139968">
                <a:moveTo>
                  <a:pt x="98773" y="41788"/>
                </a:moveTo>
                <a:cubicBezTo>
                  <a:pt x="98773" y="7099"/>
                  <a:pt x="78269" y="0"/>
                  <a:pt x="66242" y="0"/>
                </a:cubicBezTo>
                <a:cubicBezTo>
                  <a:pt x="50668" y="0"/>
                  <a:pt x="30952" y="10252"/>
                  <a:pt x="16166" y="37056"/>
                </a:cubicBezTo>
                <a:cubicBezTo>
                  <a:pt x="6113" y="55583"/>
                  <a:pt x="0" y="82393"/>
                  <a:pt x="0" y="98364"/>
                </a:cubicBezTo>
                <a:cubicBezTo>
                  <a:pt x="0" y="126957"/>
                  <a:pt x="14984" y="139968"/>
                  <a:pt x="32727" y="139968"/>
                </a:cubicBezTo>
                <a:cubicBezTo>
                  <a:pt x="45936" y="139968"/>
                  <a:pt x="63285" y="132282"/>
                  <a:pt x="76888" y="112169"/>
                </a:cubicBezTo>
                <a:cubicBezTo>
                  <a:pt x="93448" y="87913"/>
                  <a:pt x="98773" y="56567"/>
                  <a:pt x="98773" y="41788"/>
                </a:cubicBezTo>
                <a:moveTo>
                  <a:pt x="29968" y="65240"/>
                </a:moveTo>
                <a:cubicBezTo>
                  <a:pt x="32727" y="53809"/>
                  <a:pt x="37853" y="35873"/>
                  <a:pt x="43767" y="25624"/>
                </a:cubicBezTo>
                <a:cubicBezTo>
                  <a:pt x="48303" y="17544"/>
                  <a:pt x="56384" y="7099"/>
                  <a:pt x="65848" y="7099"/>
                </a:cubicBezTo>
                <a:cubicBezTo>
                  <a:pt x="74129" y="7099"/>
                  <a:pt x="77676" y="15772"/>
                  <a:pt x="77676" y="27399"/>
                </a:cubicBezTo>
                <a:cubicBezTo>
                  <a:pt x="77676" y="39814"/>
                  <a:pt x="73341" y="56961"/>
                  <a:pt x="71172" y="65240"/>
                </a:cubicBezTo>
                <a:lnTo>
                  <a:pt x="29968" y="65240"/>
                </a:lnTo>
                <a:moveTo>
                  <a:pt x="68805" y="74701"/>
                </a:moveTo>
                <a:cubicBezTo>
                  <a:pt x="56582" y="127547"/>
                  <a:pt x="40022" y="132871"/>
                  <a:pt x="33121" y="132871"/>
                </a:cubicBezTo>
                <a:cubicBezTo>
                  <a:pt x="30362" y="132871"/>
                  <a:pt x="26220" y="132083"/>
                  <a:pt x="23461" y="125971"/>
                </a:cubicBezTo>
                <a:cubicBezTo>
                  <a:pt x="21097" y="120646"/>
                  <a:pt x="21097" y="112957"/>
                  <a:pt x="21097" y="112758"/>
                </a:cubicBezTo>
                <a:cubicBezTo>
                  <a:pt x="21097" y="101519"/>
                  <a:pt x="25432" y="83181"/>
                  <a:pt x="27601" y="74701"/>
                </a:cubicBezTo>
                <a:lnTo>
                  <a:pt x="68805" y="7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7" name="path-1030">
            <a:extLst xmlns:a="http://schemas.openxmlformats.org/drawingml/2006/main">
              <a:ext uri="{FF2B5EF4-FFF2-40B4-BE49-F238E27FC236}">
                <a16:creationId xmlns:a16="http://schemas.microsoft.com/office/drawing/2014/main" id="{FC5AD740-0A0E-4E99-B60D-FB416924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195" y="5839366"/>
            <a:ext cx="26415" cy="67590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8" name="path-1031">
            <a:extLst xmlns:a="http://schemas.openxmlformats.org/drawingml/2006/main">
              <a:ext uri="{FF2B5EF4-FFF2-40B4-BE49-F238E27FC236}">
                <a16:creationId xmlns:a16="http://schemas.microsoft.com/office/drawing/2014/main" id="{8ABF5E5F-838D-4CF7-AB3D-5D0EEF9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935" y="5708507"/>
            <a:ext cx="206373" cy="154790"/>
          </a:xfrm>
          <a:custGeom xmlns:a="http://schemas.openxmlformats.org/drawingml/2006/main">
            <a:pathLst>
              <a:path w="180194" h="135155">
                <a:moveTo>
                  <a:pt x="107055" y="57334"/>
                </a:moveTo>
                <a:lnTo>
                  <a:pt x="133076" y="31725"/>
                </a:lnTo>
                <a:lnTo>
                  <a:pt x="145302" y="19316"/>
                </a:lnTo>
                <a:cubicBezTo>
                  <a:pt x="153186" y="11828"/>
                  <a:pt x="155551" y="9464"/>
                  <a:pt x="176055" y="9268"/>
                </a:cubicBezTo>
                <a:cubicBezTo>
                  <a:pt x="179800" y="9268"/>
                  <a:pt x="180194" y="4142"/>
                  <a:pt x="180194" y="3550"/>
                </a:cubicBezTo>
                <a:cubicBezTo>
                  <a:pt x="180194" y="2368"/>
                  <a:pt x="179406" y="0"/>
                  <a:pt x="176253" y="0"/>
                </a:cubicBezTo>
                <a:cubicBezTo>
                  <a:pt x="169353" y="0"/>
                  <a:pt x="161862" y="593"/>
                  <a:pt x="154762" y="593"/>
                </a:cubicBezTo>
                <a:cubicBezTo>
                  <a:pt x="149047" y="593"/>
                  <a:pt x="134851" y="0"/>
                  <a:pt x="129135" y="0"/>
                </a:cubicBezTo>
                <a:cubicBezTo>
                  <a:pt x="127556" y="0"/>
                  <a:pt x="123615" y="0"/>
                  <a:pt x="123615" y="5523"/>
                </a:cubicBezTo>
                <a:cubicBezTo>
                  <a:pt x="123615" y="9070"/>
                  <a:pt x="126768" y="9268"/>
                  <a:pt x="128543" y="9268"/>
                </a:cubicBezTo>
                <a:cubicBezTo>
                  <a:pt x="134457" y="9464"/>
                  <a:pt x="139583" y="11040"/>
                  <a:pt x="140371" y="11239"/>
                </a:cubicBezTo>
                <a:lnTo>
                  <a:pt x="102717" y="48472"/>
                </a:lnTo>
                <a:lnTo>
                  <a:pt x="84577" y="10451"/>
                </a:lnTo>
                <a:cubicBezTo>
                  <a:pt x="86550" y="10057"/>
                  <a:pt x="92660" y="9268"/>
                  <a:pt x="96014" y="9268"/>
                </a:cubicBezTo>
                <a:cubicBezTo>
                  <a:pt x="98180" y="9268"/>
                  <a:pt x="101730" y="9268"/>
                  <a:pt x="101730" y="3748"/>
                </a:cubicBezTo>
                <a:cubicBezTo>
                  <a:pt x="101730" y="987"/>
                  <a:pt x="99955" y="0"/>
                  <a:pt x="97392" y="0"/>
                </a:cubicBezTo>
                <a:cubicBezTo>
                  <a:pt x="90690" y="0"/>
                  <a:pt x="74129" y="593"/>
                  <a:pt x="67427" y="593"/>
                </a:cubicBezTo>
                <a:cubicBezTo>
                  <a:pt x="62891" y="593"/>
                  <a:pt x="58357" y="397"/>
                  <a:pt x="53824" y="397"/>
                </a:cubicBezTo>
                <a:cubicBezTo>
                  <a:pt x="49287" y="397"/>
                  <a:pt x="44558" y="0"/>
                  <a:pt x="40022" y="0"/>
                </a:cubicBezTo>
                <a:cubicBezTo>
                  <a:pt x="38247" y="0"/>
                  <a:pt x="34502" y="0"/>
                  <a:pt x="34502" y="5523"/>
                </a:cubicBezTo>
                <a:cubicBezTo>
                  <a:pt x="34502" y="9268"/>
                  <a:pt x="37065" y="9268"/>
                  <a:pt x="42585" y="9268"/>
                </a:cubicBezTo>
                <a:cubicBezTo>
                  <a:pt x="45346" y="9268"/>
                  <a:pt x="47515" y="9268"/>
                  <a:pt x="50274" y="9464"/>
                </a:cubicBezTo>
                <a:cubicBezTo>
                  <a:pt x="53035" y="9858"/>
                  <a:pt x="53231" y="10057"/>
                  <a:pt x="54413" y="12421"/>
                </a:cubicBezTo>
                <a:lnTo>
                  <a:pt x="81620" y="69352"/>
                </a:lnTo>
                <a:lnTo>
                  <a:pt x="32137" y="118206"/>
                </a:lnTo>
                <a:cubicBezTo>
                  <a:pt x="28587" y="121557"/>
                  <a:pt x="24448" y="125694"/>
                  <a:pt x="6901" y="125889"/>
                </a:cubicBezTo>
                <a:cubicBezTo>
                  <a:pt x="3354" y="125889"/>
                  <a:pt x="0" y="125889"/>
                  <a:pt x="0" y="131608"/>
                </a:cubicBezTo>
                <a:cubicBezTo>
                  <a:pt x="0" y="132989"/>
                  <a:pt x="987" y="135155"/>
                  <a:pt x="3944" y="135155"/>
                </a:cubicBezTo>
                <a:cubicBezTo>
                  <a:pt x="8676" y="135155"/>
                  <a:pt x="20703" y="134565"/>
                  <a:pt x="25435" y="134565"/>
                </a:cubicBezTo>
                <a:cubicBezTo>
                  <a:pt x="31150" y="134565"/>
                  <a:pt x="45346" y="135155"/>
                  <a:pt x="51062" y="135155"/>
                </a:cubicBezTo>
                <a:cubicBezTo>
                  <a:pt x="52641" y="135155"/>
                  <a:pt x="56582" y="135155"/>
                  <a:pt x="56582" y="129439"/>
                </a:cubicBezTo>
                <a:cubicBezTo>
                  <a:pt x="56582" y="125889"/>
                  <a:pt x="53035" y="125889"/>
                  <a:pt x="51456" y="125889"/>
                </a:cubicBezTo>
                <a:cubicBezTo>
                  <a:pt x="47515" y="125889"/>
                  <a:pt x="43572" y="125300"/>
                  <a:pt x="39826" y="123919"/>
                </a:cubicBezTo>
                <a:lnTo>
                  <a:pt x="85762" y="78218"/>
                </a:lnTo>
                <a:lnTo>
                  <a:pt x="108038" y="124707"/>
                </a:lnTo>
                <a:cubicBezTo>
                  <a:pt x="107843" y="124707"/>
                  <a:pt x="101336" y="125889"/>
                  <a:pt x="96604" y="125889"/>
                </a:cubicBezTo>
                <a:cubicBezTo>
                  <a:pt x="94634" y="125889"/>
                  <a:pt x="90888" y="125889"/>
                  <a:pt x="90888" y="131608"/>
                </a:cubicBezTo>
                <a:cubicBezTo>
                  <a:pt x="90888" y="132198"/>
                  <a:pt x="91084" y="135155"/>
                  <a:pt x="95223" y="135155"/>
                </a:cubicBezTo>
                <a:cubicBezTo>
                  <a:pt x="101929" y="135155"/>
                  <a:pt x="118685" y="134565"/>
                  <a:pt x="125387" y="134565"/>
                </a:cubicBezTo>
                <a:cubicBezTo>
                  <a:pt x="129923" y="134565"/>
                  <a:pt x="134457" y="134761"/>
                  <a:pt x="138990" y="134761"/>
                </a:cubicBezTo>
                <a:cubicBezTo>
                  <a:pt x="143527" y="134761"/>
                  <a:pt x="148259" y="135155"/>
                  <a:pt x="152792" y="135155"/>
                </a:cubicBezTo>
                <a:cubicBezTo>
                  <a:pt x="154368" y="135155"/>
                  <a:pt x="158312" y="135155"/>
                  <a:pt x="158312" y="129439"/>
                </a:cubicBezTo>
                <a:cubicBezTo>
                  <a:pt x="158312" y="125889"/>
                  <a:pt x="155157" y="125889"/>
                  <a:pt x="150425" y="125889"/>
                </a:cubicBezTo>
                <a:cubicBezTo>
                  <a:pt x="147666" y="125889"/>
                  <a:pt x="145696" y="125889"/>
                  <a:pt x="142739" y="125694"/>
                </a:cubicBezTo>
                <a:cubicBezTo>
                  <a:pt x="139781" y="125300"/>
                  <a:pt x="139583" y="125101"/>
                  <a:pt x="138202" y="122541"/>
                </a:cubicBezTo>
                <a:lnTo>
                  <a:pt x="107055" y="57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9" name="path-1032">
            <a:extLst xmlns:a="http://schemas.openxmlformats.org/drawingml/2006/main">
              <a:ext uri="{FF2B5EF4-FFF2-40B4-BE49-F238E27FC236}">
                <a16:creationId xmlns:a16="http://schemas.microsoft.com/office/drawing/2014/main" id="{1ADCE33C-0F89-49F6-BFFD-4B74D729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994" y="5839366"/>
            <a:ext cx="26415" cy="67590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0" name="path-1033">
            <a:extLst xmlns:a="http://schemas.openxmlformats.org/drawingml/2006/main">
              <a:ext uri="{FF2B5EF4-FFF2-40B4-BE49-F238E27FC236}">
                <a16:creationId xmlns:a16="http://schemas.microsoft.com/office/drawing/2014/main" id="{7884955A-36B6-41F5-876F-5F29003D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379" y="5706523"/>
            <a:ext cx="57578" cy="158539"/>
          </a:xfrm>
          <a:custGeom xmlns:a="http://schemas.openxmlformats.org/drawingml/2006/main">
            <a:pathLst>
              <a:path w="50274" h="138428">
                <a:moveTo>
                  <a:pt x="49486" y="6901"/>
                </a:moveTo>
                <a:cubicBezTo>
                  <a:pt x="50274" y="4142"/>
                  <a:pt x="50274" y="3748"/>
                  <a:pt x="50274" y="3550"/>
                </a:cubicBezTo>
                <a:cubicBezTo>
                  <a:pt x="50274" y="987"/>
                  <a:pt x="48105" y="0"/>
                  <a:pt x="45936" y="0"/>
                </a:cubicBezTo>
                <a:cubicBezTo>
                  <a:pt x="45148" y="0"/>
                  <a:pt x="44949" y="0"/>
                  <a:pt x="44555" y="199"/>
                </a:cubicBezTo>
                <a:lnTo>
                  <a:pt x="19123" y="1381"/>
                </a:lnTo>
                <a:cubicBezTo>
                  <a:pt x="16365" y="1579"/>
                  <a:pt x="12815" y="1775"/>
                  <a:pt x="12815" y="7295"/>
                </a:cubicBezTo>
                <a:cubicBezTo>
                  <a:pt x="12815" y="10845"/>
                  <a:pt x="16560" y="10845"/>
                  <a:pt x="17941" y="10845"/>
                </a:cubicBezTo>
                <a:cubicBezTo>
                  <a:pt x="20110" y="10845"/>
                  <a:pt x="23660" y="10845"/>
                  <a:pt x="26220" y="11239"/>
                </a:cubicBezTo>
                <a:lnTo>
                  <a:pt x="987" y="112400"/>
                </a:lnTo>
                <a:cubicBezTo>
                  <a:pt x="394" y="114569"/>
                  <a:pt x="0" y="116344"/>
                  <a:pt x="0" y="119106"/>
                </a:cubicBezTo>
                <a:cubicBezTo>
                  <a:pt x="0" y="132119"/>
                  <a:pt x="13014" y="138428"/>
                  <a:pt x="24644" y="138428"/>
                </a:cubicBezTo>
                <a:cubicBezTo>
                  <a:pt x="31939" y="138428"/>
                  <a:pt x="37459" y="134288"/>
                  <a:pt x="41797" y="127192"/>
                </a:cubicBezTo>
                <a:cubicBezTo>
                  <a:pt x="46529" y="119500"/>
                  <a:pt x="49287" y="108851"/>
                  <a:pt x="49287" y="107668"/>
                </a:cubicBezTo>
                <a:cubicBezTo>
                  <a:pt x="49287" y="104907"/>
                  <a:pt x="46330" y="104907"/>
                  <a:pt x="44555" y="104907"/>
                </a:cubicBezTo>
                <a:cubicBezTo>
                  <a:pt x="42386" y="104907"/>
                  <a:pt x="41598" y="104907"/>
                  <a:pt x="40614" y="105893"/>
                </a:cubicBezTo>
                <a:cubicBezTo>
                  <a:pt x="40220" y="106288"/>
                  <a:pt x="40220" y="106682"/>
                  <a:pt x="39035" y="111612"/>
                </a:cubicBezTo>
                <a:cubicBezTo>
                  <a:pt x="35290" y="126599"/>
                  <a:pt x="30952" y="131331"/>
                  <a:pt x="25630" y="131331"/>
                </a:cubicBezTo>
                <a:cubicBezTo>
                  <a:pt x="22673" y="131331"/>
                  <a:pt x="21097" y="129361"/>
                  <a:pt x="21097" y="124232"/>
                </a:cubicBezTo>
                <a:cubicBezTo>
                  <a:pt x="21097" y="120288"/>
                  <a:pt x="21686" y="118318"/>
                  <a:pt x="22279" y="115556"/>
                </a:cubicBezTo>
                <a:lnTo>
                  <a:pt x="49486" y="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path-1034">
            <a:extLst xmlns:a="http://schemas.openxmlformats.org/drawingml/2006/main">
              <a:ext uri="{FF2B5EF4-FFF2-40B4-BE49-F238E27FC236}">
                <a16:creationId xmlns:a16="http://schemas.microsoft.com/office/drawing/2014/main" id="{95CB704E-8AD6-407F-B62B-2EC52883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756" y="5792223"/>
            <a:ext cx="57531" cy="104957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2" name="path-1035">
            <a:extLst xmlns:a="http://schemas.openxmlformats.org/drawingml/2006/main">
              <a:ext uri="{FF2B5EF4-FFF2-40B4-BE49-F238E27FC236}">
                <a16:creationId xmlns:a16="http://schemas.microsoft.com/office/drawing/2014/main" id="{02A33C5E-7C10-4A45-B133-E686A79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977" y="5829113"/>
            <a:ext cx="18177" cy="68068"/>
          </a:xfrm>
          <a:custGeom xmlns:a="http://schemas.openxmlformats.org/drawingml/2006/main">
            <a:pathLst>
              <a:path w="15871" h="59433">
                <a:moveTo>
                  <a:pt x="15871" y="8006"/>
                </a:moveTo>
                <a:cubicBezTo>
                  <a:pt x="15871" y="3176"/>
                  <a:pt x="12007" y="0"/>
                  <a:pt x="8004" y="0"/>
                </a:cubicBezTo>
                <a:cubicBezTo>
                  <a:pt x="3176" y="0"/>
                  <a:pt x="0" y="3866"/>
                  <a:pt x="0" y="7867"/>
                </a:cubicBezTo>
                <a:cubicBezTo>
                  <a:pt x="0" y="12698"/>
                  <a:pt x="3864" y="15871"/>
                  <a:pt x="7867" y="15871"/>
                </a:cubicBezTo>
                <a:cubicBezTo>
                  <a:pt x="12698" y="15871"/>
                  <a:pt x="15871" y="12007"/>
                  <a:pt x="15871" y="8006"/>
                </a:cubicBezTo>
                <a:moveTo>
                  <a:pt x="15871" y="51568"/>
                </a:moveTo>
                <a:cubicBezTo>
                  <a:pt x="15871" y="46738"/>
                  <a:pt x="12007" y="43564"/>
                  <a:pt x="8004" y="43564"/>
                </a:cubicBezTo>
                <a:cubicBezTo>
                  <a:pt x="3176" y="43564"/>
                  <a:pt x="0" y="47428"/>
                  <a:pt x="0" y="51429"/>
                </a:cubicBezTo>
                <a:cubicBezTo>
                  <a:pt x="0" y="56260"/>
                  <a:pt x="3864" y="59433"/>
                  <a:pt x="7867" y="59433"/>
                </a:cubicBezTo>
                <a:cubicBezTo>
                  <a:pt x="12698" y="59433"/>
                  <a:pt x="15871" y="55569"/>
                  <a:pt x="15871" y="51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3" name="path-1036">
            <a:extLst xmlns:a="http://schemas.openxmlformats.org/drawingml/2006/main">
              <a:ext uri="{FF2B5EF4-FFF2-40B4-BE49-F238E27FC236}">
                <a16:creationId xmlns:a16="http://schemas.microsoft.com/office/drawing/2014/main" id="{A79B4FE7-83EB-4AB8-8F98-12B762CD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293" y="5798479"/>
            <a:ext cx="53422" cy="100245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4" name="path-1037">
            <a:extLst xmlns:a="http://schemas.openxmlformats.org/drawingml/2006/main">
              <a:ext uri="{FF2B5EF4-FFF2-40B4-BE49-F238E27FC236}">
                <a16:creationId xmlns:a16="http://schemas.microsoft.com/office/drawing/2014/main" id="{A1DEBB53-3029-4E69-B3D8-FD3172C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89" y="5869037"/>
            <a:ext cx="61981" cy="51817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5" name="path-1038">
            <a:extLst xmlns:a="http://schemas.openxmlformats.org/drawingml/2006/main">
              <a:ext uri="{FF2B5EF4-FFF2-40B4-BE49-F238E27FC236}">
                <a16:creationId xmlns:a16="http://schemas.microsoft.com/office/drawing/2014/main" id="{20A1E490-AAC9-4B82-9159-FBEAC71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24" y="5693954"/>
            <a:ext cx="52382" cy="225791"/>
          </a:xfrm>
          <a:custGeom xmlns:a="http://schemas.openxmlformats.org/drawingml/2006/main">
            <a:pathLst>
              <a:path w="45737" h="197149">
                <a:moveTo>
                  <a:pt x="45737" y="98574"/>
                </a:moveTo>
                <a:cubicBezTo>
                  <a:pt x="45737" y="83199"/>
                  <a:pt x="43572" y="59344"/>
                  <a:pt x="32727" y="37065"/>
                </a:cubicBezTo>
                <a:cubicBezTo>
                  <a:pt x="20898" y="12815"/>
                  <a:pt x="3944" y="0"/>
                  <a:pt x="1970" y="0"/>
                </a:cubicBezTo>
                <a:cubicBezTo>
                  <a:pt x="788" y="0"/>
                  <a:pt x="0" y="791"/>
                  <a:pt x="0" y="1973"/>
                </a:cubicBezTo>
                <a:cubicBezTo>
                  <a:pt x="0" y="2563"/>
                  <a:pt x="0" y="2960"/>
                  <a:pt x="3745" y="6507"/>
                </a:cubicBezTo>
                <a:cubicBezTo>
                  <a:pt x="23067" y="26024"/>
                  <a:pt x="34303" y="57370"/>
                  <a:pt x="34303" y="98574"/>
                </a:cubicBezTo>
                <a:cubicBezTo>
                  <a:pt x="34303" y="132288"/>
                  <a:pt x="27011" y="166985"/>
                  <a:pt x="2563" y="191827"/>
                </a:cubicBezTo>
                <a:cubicBezTo>
                  <a:pt x="0" y="194192"/>
                  <a:pt x="0" y="194589"/>
                  <a:pt x="0" y="195178"/>
                </a:cubicBezTo>
                <a:cubicBezTo>
                  <a:pt x="0" y="196361"/>
                  <a:pt x="788" y="197149"/>
                  <a:pt x="1970" y="197149"/>
                </a:cubicBezTo>
                <a:cubicBezTo>
                  <a:pt x="3944" y="197149"/>
                  <a:pt x="21686" y="183744"/>
                  <a:pt x="33319" y="158706"/>
                </a:cubicBezTo>
                <a:cubicBezTo>
                  <a:pt x="43373" y="137020"/>
                  <a:pt x="45737" y="115135"/>
                  <a:pt x="45737" y="98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6" name="path-1039">
            <a:extLst xmlns:a="http://schemas.openxmlformats.org/drawingml/2006/main">
              <a:ext uri="{FF2B5EF4-FFF2-40B4-BE49-F238E27FC236}">
                <a16:creationId xmlns:a16="http://schemas.microsoft.com/office/drawing/2014/main" id="{F77F007E-31A2-4001-B461-6799FB7E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482" y="6593573"/>
            <a:ext cx="1331026" cy="339488"/>
          </a:xfrm>
          <a:custGeom xmlns:a="http://schemas.openxmlformats.org/drawingml/2006/main">
            <a:pathLst>
              <a:path w="1162183" h="296423">
                <a:moveTo>
                  <a:pt x="1162183" y="0"/>
                </a:moveTo>
                <a:lnTo>
                  <a:pt x="0" y="296423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666666"/>
            </a:solidFill>
            <a:prstDash val="solid"/>
          </a:ln>
        </p:spPr>
      </p:sp>
      <p:sp>
        <p:nvSpPr>
          <p:cNvPr id="1117" name="path-1040">
            <a:extLst xmlns:a="http://schemas.openxmlformats.org/drawingml/2006/main">
              <a:ext uri="{FF2B5EF4-FFF2-40B4-BE49-F238E27FC236}">
                <a16:creationId xmlns:a16="http://schemas.microsoft.com/office/drawing/2014/main" id="{A577D204-B4C4-466C-BACA-9811A40E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952" y="3455297"/>
            <a:ext cx="7483784" cy="4362789"/>
          </a:xfrm>
          <a:custGeom xmlns:a="http://schemas.openxmlformats.org/drawingml/2006/main">
            <a:pathLst>
              <a:path w="6534452" h="3809361">
                <a:moveTo>
                  <a:pt x="0" y="0"/>
                </a:moveTo>
                <a:lnTo>
                  <a:pt x="0" y="3809361"/>
                </a:lnTo>
                <a:lnTo>
                  <a:pt x="6534452" y="3809361"/>
                </a:lnTo>
                <a:lnTo>
                  <a:pt x="65344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666666"/>
            </a:solidFill>
            <a:prstDash val="solid"/>
          </a:ln>
        </p:spPr>
      </p:sp>
      <p:sp>
        <p:nvSpPr>
          <p:cNvPr id="1118" name="path-1041">
            <a:extLst xmlns:a="http://schemas.openxmlformats.org/drawingml/2006/main">
              <a:ext uri="{FF2B5EF4-FFF2-40B4-BE49-F238E27FC236}">
                <a16:creationId xmlns:a16="http://schemas.microsoft.com/office/drawing/2014/main" id="{E88B262E-25A3-4959-89CB-6FC89BF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77" y="4101877"/>
            <a:ext cx="731761" cy="1202789"/>
          </a:xfrm>
          <a:custGeom xmlns:a="http://schemas.openxmlformats.org/drawingml/2006/main">
            <a:pathLst>
              <a:path w="638936" h="1050213">
                <a:moveTo>
                  <a:pt x="0" y="1050213"/>
                </a:moveTo>
                <a:lnTo>
                  <a:pt x="123679" y="1050213"/>
                </a:lnTo>
                <a:cubicBezTo>
                  <a:pt x="146519" y="1050213"/>
                  <a:pt x="164907" y="1031740"/>
                  <a:pt x="164907" y="1008985"/>
                </a:cubicBezTo>
                <a:lnTo>
                  <a:pt x="164907" y="41228"/>
                </a:lnTo>
                <a:cubicBezTo>
                  <a:pt x="164907" y="18468"/>
                  <a:pt x="183381" y="0"/>
                  <a:pt x="206136" y="0"/>
                </a:cubicBezTo>
                <a:lnTo>
                  <a:pt x="638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19" name="path-1042">
            <a:extLst xmlns:a="http://schemas.openxmlformats.org/drawingml/2006/main">
              <a:ext uri="{FF2B5EF4-FFF2-40B4-BE49-F238E27FC236}">
                <a16:creationId xmlns:a16="http://schemas.microsoft.com/office/drawing/2014/main" id="{22120108-FE6F-45F2-B69E-94AEFC57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560" y="4073557"/>
            <a:ext cx="75546" cy="56659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0" name="path-1043">
            <a:extLst xmlns:a="http://schemas.openxmlformats.org/drawingml/2006/main">
              <a:ext uri="{FF2B5EF4-FFF2-40B4-BE49-F238E27FC236}">
                <a16:creationId xmlns:a16="http://schemas.microsoft.com/office/drawing/2014/main" id="{DA586CB0-DC94-426E-9B4B-0C973CE4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607" y="4073546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21" name="path-1044">
            <a:extLst xmlns:a="http://schemas.openxmlformats.org/drawingml/2006/main">
              <a:ext uri="{FF2B5EF4-FFF2-40B4-BE49-F238E27FC236}">
                <a16:creationId xmlns:a16="http://schemas.microsoft.com/office/drawing/2014/main" id="{3662DCB4-0E2F-4E48-8F29-E7724B0E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455" y="5304289"/>
            <a:ext cx="337407" cy="191"/>
          </a:xfrm>
          <a:custGeom xmlns:a="http://schemas.openxmlformats.org/drawingml/2006/main">
            <a:pathLst>
              <a:path w="294606" h="191">
                <a:moveTo>
                  <a:pt x="0" y="165"/>
                </a:moveTo>
                <a:lnTo>
                  <a:pt x="2946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22" name="path-1045">
            <a:extLst xmlns:a="http://schemas.openxmlformats.org/drawingml/2006/main">
              <a:ext uri="{FF2B5EF4-FFF2-40B4-BE49-F238E27FC236}">
                <a16:creationId xmlns:a16="http://schemas.microsoft.com/office/drawing/2014/main" id="{8562AE60-F0B4-4255-A992-302D76B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497" y="5275996"/>
            <a:ext cx="75555" cy="56660"/>
          </a:xfrm>
          <a:custGeom xmlns:a="http://schemas.openxmlformats.org/drawingml/2006/main">
            <a:pathLst>
              <a:path w="65971" h="49472">
                <a:moveTo>
                  <a:pt x="65971" y="24720"/>
                </a:moveTo>
                <a:lnTo>
                  <a:pt x="0" y="0"/>
                </a:lnTo>
                <a:lnTo>
                  <a:pt x="24744" y="24727"/>
                </a:lnTo>
                <a:lnTo>
                  <a:pt x="16" y="49472"/>
                </a:lnTo>
                <a:lnTo>
                  <a:pt x="65971" y="247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3" name="path-1046">
            <a:extLst xmlns:a="http://schemas.openxmlformats.org/drawingml/2006/main">
              <a:ext uri="{FF2B5EF4-FFF2-40B4-BE49-F238E27FC236}">
                <a16:creationId xmlns:a16="http://schemas.microsoft.com/office/drawing/2014/main" id="{9C933437-F5F5-46B4-9BBD-4F01515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531" y="5275958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24" name="path-1047">
            <a:extLst xmlns:a="http://schemas.openxmlformats.org/drawingml/2006/main">
              <a:ext uri="{FF2B5EF4-FFF2-40B4-BE49-F238E27FC236}">
                <a16:creationId xmlns:a16="http://schemas.microsoft.com/office/drawing/2014/main" id="{036606D6-ECFA-4C8B-896D-4E9394C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77" y="5304666"/>
            <a:ext cx="332685" cy="1097212"/>
          </a:xfrm>
          <a:custGeom xmlns:a="http://schemas.openxmlformats.org/drawingml/2006/main">
            <a:pathLst>
              <a:path w="290483" h="958029">
                <a:moveTo>
                  <a:pt x="0" y="0"/>
                </a:moveTo>
                <a:lnTo>
                  <a:pt x="122191" y="0"/>
                </a:lnTo>
                <a:cubicBezTo>
                  <a:pt x="144952" y="0"/>
                  <a:pt x="163420" y="18468"/>
                  <a:pt x="163420" y="41228"/>
                </a:cubicBezTo>
                <a:lnTo>
                  <a:pt x="163420" y="916801"/>
                </a:lnTo>
                <a:cubicBezTo>
                  <a:pt x="163420" y="939556"/>
                  <a:pt x="181893" y="958029"/>
                  <a:pt x="204648" y="958029"/>
                </a:cubicBezTo>
                <a:lnTo>
                  <a:pt x="290483" y="958029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25" name="path-1048">
            <a:extLst xmlns:a="http://schemas.openxmlformats.org/drawingml/2006/main">
              <a:ext uri="{FF2B5EF4-FFF2-40B4-BE49-F238E27FC236}">
                <a16:creationId xmlns:a16="http://schemas.microsoft.com/office/drawing/2014/main" id="{DE10F516-7ECA-4115-9A01-A29DF308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505" y="6373520"/>
            <a:ext cx="75546" cy="56660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path-1049">
            <a:extLst xmlns:a="http://schemas.openxmlformats.org/drawingml/2006/main">
              <a:ext uri="{FF2B5EF4-FFF2-40B4-BE49-F238E27FC236}">
                <a16:creationId xmlns:a16="http://schemas.microsoft.com/office/drawing/2014/main" id="{D86DA876-C3E8-428A-806B-70E0A7C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531" y="6373548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27" name="path-1050">
            <a:extLst xmlns:a="http://schemas.openxmlformats.org/drawingml/2006/main">
              <a:ext uri="{FF2B5EF4-FFF2-40B4-BE49-F238E27FC236}">
                <a16:creationId xmlns:a16="http://schemas.microsoft.com/office/drawing/2014/main" id="{CE912B2F-D667-4B82-984B-C4234086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461" y="6127546"/>
            <a:ext cx="1641624" cy="548567"/>
          </a:xfrm>
          <a:custGeom xmlns:a="http://schemas.openxmlformats.org/drawingml/2006/main">
            <a:pathLst>
              <a:path w="1433381" h="478980">
                <a:moveTo>
                  <a:pt x="0" y="0"/>
                </a:moveTo>
                <a:lnTo>
                  <a:pt x="0" y="478980"/>
                </a:lnTo>
                <a:lnTo>
                  <a:pt x="1433381" y="478980"/>
                </a:lnTo>
                <a:lnTo>
                  <a:pt x="14333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sp>
        <p:nvSpPr>
          <p:cNvPr id="1128" name="text-1051 …">
            <a:extLst xmlns:a="http://schemas.openxmlformats.org/drawingml/2006/main">
              <a:ext uri="{FF2B5EF4-FFF2-40B4-BE49-F238E27FC236}">
                <a16:creationId xmlns:a16="http://schemas.microsoft.com/office/drawing/2014/main" id="{5EB65498-BB94-4561-B8C8-B2C88664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1788" y="6190957"/>
            <a:ext cx="200585" cy="238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29" name="text-1052 Fixation">
            <a:extLst xmlns:a="http://schemas.openxmlformats.org/drawingml/2006/main">
              <a:ext uri="{FF2B5EF4-FFF2-40B4-BE49-F238E27FC236}">
                <a16:creationId xmlns:a16="http://schemas.microsoft.com/office/drawing/2014/main" id="{63383BD3-55CE-4A9D-96BC-7E12A91A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7829" y="6479840"/>
            <a:ext cx="556260" cy="211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130" name="text-1053 1+2+">
            <a:extLst xmlns:a="http://schemas.openxmlformats.org/drawingml/2006/main">
              <a:ext uri="{FF2B5EF4-FFF2-40B4-BE49-F238E27FC236}">
                <a16:creationId xmlns:a16="http://schemas.microsoft.com/office/drawing/2014/main" id="{81B068C8-D369-448F-8F4A-2F71699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8763" y="6479819"/>
            <a:ext cx="371766" cy="211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1+2+</a:t>
            </a:r>
          </a:p>
        </p:txBody>
      </p:sp>
      <p:sp>
        <p:nvSpPr>
          <p:cNvPr id="1131" name="text-1053 …">
            <a:extLst xmlns:a="http://schemas.openxmlformats.org/drawingml/2006/main">
              <a:ext uri="{FF2B5EF4-FFF2-40B4-BE49-F238E27FC236}">
                <a16:creationId xmlns:a16="http://schemas.microsoft.com/office/drawing/2014/main" id="{A64E7D95-9C57-4EB4-BD58-E0BDB45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5300" y="6479852"/>
            <a:ext cx="178294" cy="211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32" name="text-1053 +T">
            <a:extLst xmlns:a="http://schemas.openxmlformats.org/drawingml/2006/main">
              <a:ext uri="{FF2B5EF4-FFF2-40B4-BE49-F238E27FC236}">
                <a16:creationId xmlns:a16="http://schemas.microsoft.com/office/drawing/2014/main" id="{9FB5E5AD-37FF-4D8C-A1B2-C409C653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8367" y="6479851"/>
            <a:ext cx="207732" cy="211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+T</a:t>
            </a:r>
          </a:p>
        </p:txBody>
      </p:sp>
      <p:sp>
        <p:nvSpPr>
          <p:cNvPr id="1133" name="text-1054 Decision-">
            <a:extLst xmlns:a="http://schemas.openxmlformats.org/drawingml/2006/main">
              <a:ext uri="{FF2B5EF4-FFF2-40B4-BE49-F238E27FC236}">
                <a16:creationId xmlns:a16="http://schemas.microsoft.com/office/drawing/2014/main" id="{8EE0EF9D-06FF-41AD-A861-0C78654E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6935" y="4188758"/>
            <a:ext cx="795961" cy="238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</a:t>
            </a:r>
          </a:p>
        </p:txBody>
      </p:sp>
      <p:sp>
        <p:nvSpPr>
          <p:cNvPr id="1134" name="text-1055 making">
            <a:extLst xmlns:a="http://schemas.openxmlformats.org/drawingml/2006/main">
              <a:ext uri="{FF2B5EF4-FFF2-40B4-BE49-F238E27FC236}">
                <a16:creationId xmlns:a16="http://schemas.microsoft.com/office/drawing/2014/main" id="{80BD2421-0D34-4E64-8F28-58D5B8D7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1928" y="4383225"/>
            <a:ext cx="625842" cy="238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making</a:t>
            </a:r>
          </a:p>
        </p:txBody>
      </p:sp>
      <p:sp>
        <p:nvSpPr>
          <p:cNvPr id="1135" name="text-1056 (non-differentiable)">
            <a:extLst xmlns:a="http://schemas.openxmlformats.org/drawingml/2006/main">
              <a:ext uri="{FF2B5EF4-FFF2-40B4-BE49-F238E27FC236}">
                <a16:creationId xmlns:a16="http://schemas.microsoft.com/office/drawing/2014/main" id="{E12C97DC-D2BE-4268-90C9-7F3E4DFB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546" y="4587060"/>
            <a:ext cx="1313406" cy="19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16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(non-differentiable)</a:t>
            </a:r>
          </a:p>
        </p:txBody>
      </p:sp>
      <p:sp>
        <p:nvSpPr>
          <p:cNvPr id="1136" name="path-1057">
            <a:extLst xmlns:a="http://schemas.openxmlformats.org/drawingml/2006/main">
              <a:ext uri="{FF2B5EF4-FFF2-40B4-BE49-F238E27FC236}">
                <a16:creationId xmlns:a16="http://schemas.microsoft.com/office/drawing/2014/main" id="{6CE2972F-88C5-41F7-9C4E-29F730B7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8434" y="4101877"/>
            <a:ext cx="726656" cy="1202789"/>
          </a:xfrm>
          <a:custGeom xmlns:a="http://schemas.openxmlformats.org/drawingml/2006/main">
            <a:pathLst>
              <a:path w="634478" h="1050213">
                <a:moveTo>
                  <a:pt x="0" y="0"/>
                </a:moveTo>
                <a:lnTo>
                  <a:pt x="418035" y="0"/>
                </a:lnTo>
                <a:cubicBezTo>
                  <a:pt x="440796" y="0"/>
                  <a:pt x="459264" y="18468"/>
                  <a:pt x="459264" y="41228"/>
                </a:cubicBezTo>
                <a:lnTo>
                  <a:pt x="459264" y="1008985"/>
                </a:lnTo>
                <a:cubicBezTo>
                  <a:pt x="459264" y="1031740"/>
                  <a:pt x="477731" y="1050213"/>
                  <a:pt x="500492" y="1050213"/>
                </a:cubicBezTo>
                <a:lnTo>
                  <a:pt x="634478" y="1050213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37" name="path-1058">
            <a:extLst xmlns:a="http://schemas.openxmlformats.org/drawingml/2006/main">
              <a:ext uri="{FF2B5EF4-FFF2-40B4-BE49-F238E27FC236}">
                <a16:creationId xmlns:a16="http://schemas.microsoft.com/office/drawing/2014/main" id="{1D6D16DE-ECBC-45E5-84BB-393EE7BB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99" y="5276298"/>
            <a:ext cx="75545" cy="56660"/>
          </a:xfrm>
          <a:custGeom xmlns:a="http://schemas.openxmlformats.org/drawingml/2006/main">
            <a:pathLst>
              <a:path w="65962" h="49472">
                <a:moveTo>
                  <a:pt x="65962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2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8" name="path-1059">
            <a:extLst xmlns:a="http://schemas.openxmlformats.org/drawingml/2006/main">
              <a:ext uri="{FF2B5EF4-FFF2-40B4-BE49-F238E27FC236}">
                <a16:creationId xmlns:a16="http://schemas.microsoft.com/office/drawing/2014/main" id="{227DE7FD-6C6E-444D-B036-83CBDB8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59" y="5276336"/>
            <a:ext cx="75542" cy="56662"/>
          </a:xfrm>
          <a:custGeom xmlns:a="http://schemas.openxmlformats.org/drawingml/2006/main">
            <a:pathLst>
              <a:path w="65960" h="49474">
                <a:moveTo>
                  <a:pt x="65960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0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39" name="path-1060">
            <a:extLst xmlns:a="http://schemas.openxmlformats.org/drawingml/2006/main">
              <a:ext uri="{FF2B5EF4-FFF2-40B4-BE49-F238E27FC236}">
                <a16:creationId xmlns:a16="http://schemas.microsoft.com/office/drawing/2014/main" id="{C0F5BCF9-45F4-4ED8-A2E8-4FC24F87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537" y="3563235"/>
            <a:ext cx="840453" cy="1077376"/>
          </a:xfrm>
          <a:custGeom xmlns:a="http://schemas.openxmlformats.org/drawingml/2006/main">
            <a:pathLst>
              <a:path w="733840" h="940709">
                <a:moveTo>
                  <a:pt x="0" y="0"/>
                </a:moveTo>
                <a:lnTo>
                  <a:pt x="0" y="940709"/>
                </a:lnTo>
                <a:lnTo>
                  <a:pt x="733840" y="940709"/>
                </a:lnTo>
                <a:lnTo>
                  <a:pt x="7338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pic>
        <p:nvPicPr>
          <p:cNvPr id="1140" name="">
            <a:extLst xmlns:a="http://schemas.openxmlformats.org/drawingml/2006/main">
              <a:ext uri="{FF2B5EF4-FFF2-40B4-BE49-F238E27FC236}">
                <a16:creationId xmlns:a16="http://schemas.microsoft.com/office/drawing/2014/main" id="{3594256D-98BC-40FB-AB64-02AB5A3D4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df93616fc40f8"/>
          <a:stretch xmlns:a="http://schemas.openxmlformats.org/drawingml/2006/main"/>
        </p:blipFill>
        <p:spPr>
          <a:xfrm xmlns:a="http://schemas.openxmlformats.org/drawingml/2006/main">
            <a:off x="10314262" y="3621726"/>
            <a:ext cx="785434" cy="807251"/>
          </a:xfrm>
          <a:prstGeom xmlns:a="http://schemas.openxmlformats.org/drawingml/2006/main" prst="rect">
            <a:avLst/>
          </a:prstGeom>
        </p:spPr>
      </p:pic>
      <p:sp>
        <p:nvSpPr>
          <p:cNvPr id="1141" name="text-1062 Fixation">
            <a:extLst xmlns:a="http://schemas.openxmlformats.org/drawingml/2006/main">
              <a:ext uri="{FF2B5EF4-FFF2-40B4-BE49-F238E27FC236}">
                <a16:creationId xmlns:a16="http://schemas.microsoft.com/office/drawing/2014/main" id="{42A0C41B-7B10-4AF8-B0EF-6F4243C3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1178" y="4429515"/>
            <a:ext cx="556260" cy="211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142" name="text-1063 1">
            <a:extLst xmlns:a="http://schemas.openxmlformats.org/drawingml/2006/main">
              <a:ext uri="{FF2B5EF4-FFF2-40B4-BE49-F238E27FC236}">
                <a16:creationId xmlns:a16="http://schemas.microsoft.com/office/drawing/2014/main" id="{7368C46A-72A4-470A-B1BE-401E7AD2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2209" y="4429517"/>
            <a:ext cx="111234" cy="211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43" name="path-1064">
            <a:extLst xmlns:a="http://schemas.openxmlformats.org/drawingml/2006/main">
              <a:ext uri="{FF2B5EF4-FFF2-40B4-BE49-F238E27FC236}">
                <a16:creationId xmlns:a16="http://schemas.microsoft.com/office/drawing/2014/main" id="{0A17D708-378E-4B15-A8E1-C10D6E2B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461" y="4765263"/>
            <a:ext cx="1641624" cy="1077382"/>
          </a:xfrm>
          <a:custGeom xmlns:a="http://schemas.openxmlformats.org/drawingml/2006/main">
            <a:pathLst>
              <a:path w="1433381" h="940714">
                <a:moveTo>
                  <a:pt x="0" y="0"/>
                </a:moveTo>
                <a:lnTo>
                  <a:pt x="0" y="940714"/>
                </a:lnTo>
                <a:lnTo>
                  <a:pt x="1433381" y="940714"/>
                </a:lnTo>
                <a:lnTo>
                  <a:pt x="14333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000000"/>
            </a:solidFill>
            <a:prstDash val="solid"/>
          </a:ln>
        </p:spPr>
      </p:sp>
      <p:pic>
        <p:nvPicPr>
          <p:cNvPr id="1144" name="">
            <a:extLst xmlns:a="http://schemas.openxmlformats.org/drawingml/2006/main">
              <a:ext uri="{FF2B5EF4-FFF2-40B4-BE49-F238E27FC236}">
                <a16:creationId xmlns:a16="http://schemas.microsoft.com/office/drawing/2014/main" id="{ABC183C8-C4A6-4DCA-9D2C-E4433957DA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c12a085594077"/>
          <a:stretch xmlns:a="http://schemas.openxmlformats.org/drawingml/2006/main"/>
        </p:blipFill>
        <p:spPr>
          <a:xfrm xmlns:a="http://schemas.openxmlformats.org/drawingml/2006/main">
            <a:off x="10706979" y="4821695"/>
            <a:ext cx="785434" cy="807251"/>
          </a:xfrm>
          <a:prstGeom xmlns:a="http://schemas.openxmlformats.org/drawingml/2006/main" prst="rect">
            <a:avLst/>
          </a:prstGeom>
        </p:spPr>
      </p:pic>
      <p:pic>
        <p:nvPic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AAC5257E-0EA3-452C-B5E8-86527D98C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01e7bc6b44ecb"/>
          <a:stretch xmlns:a="http://schemas.openxmlformats.org/drawingml/2006/main"/>
        </p:blipFill>
        <p:spPr>
          <a:xfrm xmlns:a="http://schemas.openxmlformats.org/drawingml/2006/main">
            <a:off x="9910636" y="4821695"/>
            <a:ext cx="785434" cy="807251"/>
          </a:xfrm>
          <a:prstGeom xmlns:a="http://schemas.openxmlformats.org/drawingml/2006/main" prst="rect">
            <a:avLst/>
          </a:prstGeom>
        </p:spPr>
      </p:pic>
      <p:sp>
        <p:nvSpPr>
          <p:cNvPr id="1146" name="text-1067 Fixation">
            <a:extLst xmlns:a="http://schemas.openxmlformats.org/drawingml/2006/main">
              <a:ext uri="{FF2B5EF4-FFF2-40B4-BE49-F238E27FC236}">
                <a16:creationId xmlns:a16="http://schemas.microsoft.com/office/drawing/2014/main" id="{5F42527C-A436-4807-B59D-C82FE5D6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9389" y="5629475"/>
            <a:ext cx="556260" cy="211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147" name="text-1068 1+2">
            <a:extLst xmlns:a="http://schemas.openxmlformats.org/drawingml/2006/main">
              <a:ext uri="{FF2B5EF4-FFF2-40B4-BE49-F238E27FC236}">
                <a16:creationId xmlns:a16="http://schemas.microsoft.com/office/drawing/2014/main" id="{CD81D399-4C42-41A7-90D5-2ABA4822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0323" y="5629461"/>
            <a:ext cx="283517" cy="21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1+2</a:t>
            </a:r>
          </a:p>
        </p:txBody>
      </p:sp>
      <p:sp>
        <p:nvSpPr>
          <p:cNvPr id="1148" name="path-1069">
            <a:extLst xmlns:a="http://schemas.openxmlformats.org/drawingml/2006/main">
              <a:ext uri="{FF2B5EF4-FFF2-40B4-BE49-F238E27FC236}">
                <a16:creationId xmlns:a16="http://schemas.microsoft.com/office/drawing/2014/main" id="{3577CD85-3AAB-4443-9FB9-3B0521F4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3735" y="5308536"/>
            <a:ext cx="380846" cy="191"/>
          </a:xfrm>
          <a:custGeom xmlns:a="http://schemas.openxmlformats.org/drawingml/2006/main">
            <a:pathLst>
              <a:path w="332535" h="191">
                <a:moveTo>
                  <a:pt x="0" y="0"/>
                </a:moveTo>
                <a:lnTo>
                  <a:pt x="332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49" name="path-1070">
            <a:extLst xmlns:a="http://schemas.openxmlformats.org/drawingml/2006/main">
              <a:ext uri="{FF2B5EF4-FFF2-40B4-BE49-F238E27FC236}">
                <a16:creationId xmlns:a16="http://schemas.microsoft.com/office/drawing/2014/main" id="{6FAB18E4-7DC3-4939-B011-BC89F4F8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254" y="5280170"/>
            <a:ext cx="75545" cy="56660"/>
          </a:xfrm>
          <a:custGeom xmlns:a="http://schemas.openxmlformats.org/drawingml/2006/main">
            <a:pathLst>
              <a:path w="65962" h="49472">
                <a:moveTo>
                  <a:pt x="65962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2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0" name="path-1071">
            <a:extLst xmlns:a="http://schemas.openxmlformats.org/drawingml/2006/main">
              <a:ext uri="{FF2B5EF4-FFF2-40B4-BE49-F238E27FC236}">
                <a16:creationId xmlns:a16="http://schemas.microsoft.com/office/drawing/2014/main" id="{048511C2-B6CB-4F20-97C2-BCCF6FAA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250" y="5280205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51" name="path-1072">
            <a:extLst xmlns:a="http://schemas.openxmlformats.org/drawingml/2006/main">
              <a:ext uri="{FF2B5EF4-FFF2-40B4-BE49-F238E27FC236}">
                <a16:creationId xmlns:a16="http://schemas.microsoft.com/office/drawing/2014/main" id="{CA1C3A71-8807-4ED5-A757-8417ED9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701" y="4438438"/>
            <a:ext cx="1677687" cy="352131"/>
          </a:xfrm>
          <a:custGeom xmlns:a="http://schemas.openxmlformats.org/drawingml/2006/main">
            <a:pathLst>
              <a:path w="1464870" h="307463">
                <a:moveTo>
                  <a:pt x="1464870" y="307463"/>
                </a:moveTo>
                <a:lnTo>
                  <a:pt x="1464870" y="202916"/>
                </a:lnTo>
                <a:cubicBezTo>
                  <a:pt x="1464870" y="202501"/>
                  <a:pt x="1464870" y="202092"/>
                  <a:pt x="1464870" y="201678"/>
                </a:cubicBezTo>
                <a:lnTo>
                  <a:pt x="1463632" y="159047"/>
                </a:lnTo>
                <a:cubicBezTo>
                  <a:pt x="1463552" y="158638"/>
                  <a:pt x="1463552" y="158229"/>
                  <a:pt x="1463552" y="157894"/>
                </a:cubicBezTo>
                <a:lnTo>
                  <a:pt x="1463552" y="41223"/>
                </a:lnTo>
                <a:cubicBezTo>
                  <a:pt x="1463552" y="18468"/>
                  <a:pt x="1445164" y="0"/>
                  <a:pt x="1422324" y="0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495">
            <a:solidFill>
              <a:srgbClr val="531B93"/>
            </a:solidFill>
            <a:prstDash val="solid"/>
          </a:ln>
        </p:spPr>
      </p:sp>
      <p:sp>
        <p:nvSpPr>
          <p:cNvPr id="1152" name="path-1073">
            <a:extLst xmlns:a="http://schemas.openxmlformats.org/drawingml/2006/main">
              <a:ext uri="{FF2B5EF4-FFF2-40B4-BE49-F238E27FC236}">
                <a16:creationId xmlns:a16="http://schemas.microsoft.com/office/drawing/2014/main" id="{88C37475-C684-45D2-86C5-2F53EEC3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432" y="4390293"/>
            <a:ext cx="128428" cy="96320"/>
          </a:xfrm>
          <a:custGeom xmlns:a="http://schemas.openxmlformats.org/drawingml/2006/main">
            <a:pathLst>
              <a:path w="112137" h="84102">
                <a:moveTo>
                  <a:pt x="0" y="42051"/>
                </a:moveTo>
                <a:lnTo>
                  <a:pt x="112137" y="84102"/>
                </a:lnTo>
                <a:lnTo>
                  <a:pt x="70086" y="42051"/>
                </a:lnTo>
                <a:lnTo>
                  <a:pt x="112137" y="0"/>
                </a:lnTo>
                <a:lnTo>
                  <a:pt x="0" y="42051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3" name="path-1074">
            <a:extLst xmlns:a="http://schemas.openxmlformats.org/drawingml/2006/main">
              <a:ext uri="{FF2B5EF4-FFF2-40B4-BE49-F238E27FC236}">
                <a16:creationId xmlns:a16="http://schemas.microsoft.com/office/drawing/2014/main" id="{274B0503-736D-40F9-9209-9830885D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431" y="4390277"/>
            <a:ext cx="128432" cy="96316"/>
          </a:xfrm>
          <a:custGeom xmlns:a="http://schemas.openxmlformats.org/drawingml/2006/main">
            <a:pathLst>
              <a:path w="112140" h="84098">
                <a:moveTo>
                  <a:pt x="0" y="42052"/>
                </a:moveTo>
                <a:lnTo>
                  <a:pt x="112140" y="84098"/>
                </a:lnTo>
                <a:lnTo>
                  <a:pt x="70088" y="42052"/>
                </a:lnTo>
                <a:lnTo>
                  <a:pt x="112140" y="0"/>
                </a:lnTo>
                <a:lnTo>
                  <a:pt x="0" y="42052"/>
                </a:lnTo>
              </a:path>
            </a:pathLst>
          </a:custGeom>
          <a:noFill xmlns:a="http://schemas.openxmlformats.org/drawingml/2006/main"/>
          <a:ln xmlns:a="http://schemas.openxmlformats.org/drawingml/2006/main" w="42495">
            <a:solidFill>
              <a:srgbClr val="531B93"/>
            </a:solidFill>
            <a:prstDash val="solid"/>
          </a:ln>
        </p:spPr>
      </p:sp>
      <p:sp>
        <p:nvSpPr>
          <p:cNvPr id="1154" name="path-1075">
            <a:extLst xmlns:a="http://schemas.openxmlformats.org/drawingml/2006/main">
              <a:ext uri="{FF2B5EF4-FFF2-40B4-BE49-F238E27FC236}">
                <a16:creationId xmlns:a16="http://schemas.microsoft.com/office/drawing/2014/main" id="{6E9B1513-85E4-4841-A8D3-CA8AAF3A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251" y="4765926"/>
            <a:ext cx="864056" cy="1077382"/>
          </a:xfrm>
          <a:custGeom xmlns:a="http://schemas.openxmlformats.org/drawingml/2006/main">
            <a:pathLst>
              <a:path w="754449" h="940714">
                <a:moveTo>
                  <a:pt x="82451" y="0"/>
                </a:moveTo>
                <a:lnTo>
                  <a:pt x="671998" y="0"/>
                </a:lnTo>
                <a:cubicBezTo>
                  <a:pt x="717593" y="0"/>
                  <a:pt x="754449" y="36941"/>
                  <a:pt x="754449" y="82451"/>
                </a:cubicBezTo>
                <a:lnTo>
                  <a:pt x="754449" y="858258"/>
                </a:lnTo>
                <a:cubicBezTo>
                  <a:pt x="754449" y="903773"/>
                  <a:pt x="717593" y="940714"/>
                  <a:pt x="671998" y="940714"/>
                </a:cubicBezTo>
                <a:lnTo>
                  <a:pt x="82451" y="940714"/>
                </a:lnTo>
                <a:cubicBezTo>
                  <a:pt x="36935" y="940714"/>
                  <a:pt x="0" y="903773"/>
                  <a:pt x="0" y="858258"/>
                </a:cubicBezTo>
                <a:lnTo>
                  <a:pt x="0" y="82451"/>
                </a:lnTo>
                <a:cubicBezTo>
                  <a:pt x="0" y="36941"/>
                  <a:pt x="36935" y="0"/>
                  <a:pt x="8245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pic>
        <p:nvPicPr>
          <p:cNvPr id="1155" name="">
            <a:extLst xmlns:a="http://schemas.openxmlformats.org/drawingml/2006/main">
              <a:ext uri="{FF2B5EF4-FFF2-40B4-BE49-F238E27FC236}">
                <a16:creationId xmlns:a16="http://schemas.microsoft.com/office/drawing/2014/main" id="{1366BE38-BF0E-4C31-A33B-06D26E9A6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9dbb1740f49df"/>
          <a:stretch xmlns:a="http://schemas.openxmlformats.org/drawingml/2006/main"/>
        </p:blipFill>
        <p:spPr>
          <a:xfrm xmlns:a="http://schemas.openxmlformats.org/drawingml/2006/main">
            <a:off x="11994217" y="4810786"/>
            <a:ext cx="741799" cy="992701"/>
          </a:xfrm>
          <a:prstGeom xmlns:a="http://schemas.openxmlformats.org/drawingml/2006/main" prst="rect">
            <a:avLst/>
          </a:prstGeom>
        </p:spPr>
      </p:pic>
      <p:sp>
        <p:nvSpPr>
          <p:cNvPr id="1156" name="path-1077">
            <a:extLst xmlns:a="http://schemas.openxmlformats.org/drawingml/2006/main">
              <a:ext uri="{FF2B5EF4-FFF2-40B4-BE49-F238E27FC236}">
                <a16:creationId xmlns:a16="http://schemas.microsoft.com/office/drawing/2014/main" id="{BD80A273-B727-43E7-ABF9-D6F59BA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479" y="5926408"/>
            <a:ext cx="5900910" cy="973886"/>
          </a:xfrm>
          <a:custGeom xmlns:a="http://schemas.openxmlformats.org/drawingml/2006/main">
            <a:pathLst>
              <a:path w="5152369" h="850347">
                <a:moveTo>
                  <a:pt x="5152369" y="285043"/>
                </a:moveTo>
                <a:lnTo>
                  <a:pt x="5152369" y="809119"/>
                </a:lnTo>
                <a:cubicBezTo>
                  <a:pt x="5152369" y="831880"/>
                  <a:pt x="5133901" y="850347"/>
                  <a:pt x="5111140" y="850347"/>
                </a:cubicBezTo>
                <a:lnTo>
                  <a:pt x="41228" y="850347"/>
                </a:lnTo>
                <a:cubicBezTo>
                  <a:pt x="18473" y="850347"/>
                  <a:pt x="0" y="831880"/>
                  <a:pt x="0" y="809119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495">
            <a:solidFill>
              <a:srgbClr val="935300"/>
            </a:solidFill>
            <a:prstDash val="dash"/>
          </a:ln>
        </p:spPr>
      </p:sp>
      <p:sp>
        <p:nvSpPr>
          <p:cNvPr id="1157" name="path-1078">
            <a:extLst xmlns:a="http://schemas.openxmlformats.org/drawingml/2006/main">
              <a:ext uri="{FF2B5EF4-FFF2-40B4-BE49-F238E27FC236}">
                <a16:creationId xmlns:a16="http://schemas.microsoft.com/office/drawing/2014/main" id="{DBE8C5DA-19DD-49AC-A645-778D33C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332" y="5846161"/>
            <a:ext cx="96322" cy="128428"/>
          </a:xfrm>
          <a:custGeom xmlns:a="http://schemas.openxmlformats.org/drawingml/2006/main">
            <a:pathLst>
              <a:path w="84103" h="112137">
                <a:moveTo>
                  <a:pt x="42052" y="0"/>
                </a:moveTo>
                <a:lnTo>
                  <a:pt x="0" y="112137"/>
                </a:lnTo>
                <a:lnTo>
                  <a:pt x="42052" y="70087"/>
                </a:lnTo>
                <a:lnTo>
                  <a:pt x="84103" y="112137"/>
                </a:lnTo>
                <a:lnTo>
                  <a:pt x="42052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8" name="path-1079">
            <a:extLst xmlns:a="http://schemas.openxmlformats.org/drawingml/2006/main">
              <a:ext uri="{FF2B5EF4-FFF2-40B4-BE49-F238E27FC236}">
                <a16:creationId xmlns:a16="http://schemas.microsoft.com/office/drawing/2014/main" id="{C98A5186-8168-4641-9E81-6A88C74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324" y="5846144"/>
            <a:ext cx="96316" cy="128425"/>
          </a:xfrm>
          <a:custGeom xmlns:a="http://schemas.openxmlformats.org/drawingml/2006/main">
            <a:pathLst>
              <a:path w="84098" h="112134">
                <a:moveTo>
                  <a:pt x="42046" y="0"/>
                </a:moveTo>
                <a:lnTo>
                  <a:pt x="0" y="112134"/>
                </a:lnTo>
                <a:lnTo>
                  <a:pt x="42046" y="70082"/>
                </a:lnTo>
                <a:lnTo>
                  <a:pt x="84098" y="112134"/>
                </a:lnTo>
                <a:lnTo>
                  <a:pt x="42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495">
            <a:solidFill>
              <a:srgbClr val="935300"/>
            </a:solidFill>
            <a:prstDash val="solid"/>
          </a:ln>
        </p:spPr>
      </p:sp>
      <p:sp>
        <p:nvSpPr>
          <p:cNvPr id="1159" name="text-1080 …">
            <a:extLst xmlns:a="http://schemas.openxmlformats.org/drawingml/2006/main">
              <a:ext uri="{FF2B5EF4-FFF2-40B4-BE49-F238E27FC236}">
                <a16:creationId xmlns:a16="http://schemas.microsoft.com/office/drawing/2014/main" id="{EB36ED4A-0A5A-4927-91A1-0C323B2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5280" y="5835698"/>
            <a:ext cx="200585" cy="238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60" name="path-1081">
            <a:extLst xmlns:a="http://schemas.openxmlformats.org/drawingml/2006/main">
              <a:ext uri="{FF2B5EF4-FFF2-40B4-BE49-F238E27FC236}">
                <a16:creationId xmlns:a16="http://schemas.microsoft.com/office/drawing/2014/main" id="{7231FDDF-FC6D-47C8-912B-4856335F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528" y="5304289"/>
            <a:ext cx="324562" cy="191"/>
          </a:xfrm>
          <a:custGeom xmlns:a="http://schemas.openxmlformats.org/drawingml/2006/main">
            <a:pathLst>
              <a:path w="283390" h="191">
                <a:moveTo>
                  <a:pt x="0" y="0"/>
                </a:moveTo>
                <a:lnTo>
                  <a:pt x="28339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61" name="path-1082">
            <a:extLst xmlns:a="http://schemas.openxmlformats.org/drawingml/2006/main">
              <a:ext uri="{FF2B5EF4-FFF2-40B4-BE49-F238E27FC236}">
                <a16:creationId xmlns:a16="http://schemas.microsoft.com/office/drawing/2014/main" id="{D9DF425E-7018-476E-B346-C56284F0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90" y="5276100"/>
            <a:ext cx="75555" cy="56660"/>
          </a:xfrm>
          <a:custGeom xmlns:a="http://schemas.openxmlformats.org/drawingml/2006/main">
            <a:pathLst>
              <a:path w="65971" h="49472">
                <a:moveTo>
                  <a:pt x="65971" y="24761"/>
                </a:moveTo>
                <a:lnTo>
                  <a:pt x="17" y="0"/>
                </a:lnTo>
                <a:lnTo>
                  <a:pt x="24744" y="24744"/>
                </a:lnTo>
                <a:lnTo>
                  <a:pt x="0" y="49472"/>
                </a:lnTo>
                <a:lnTo>
                  <a:pt x="65971" y="247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2" name="path-1083">
            <a:extLst xmlns:a="http://schemas.openxmlformats.org/drawingml/2006/main">
              <a:ext uri="{FF2B5EF4-FFF2-40B4-BE49-F238E27FC236}">
                <a16:creationId xmlns:a16="http://schemas.microsoft.com/office/drawing/2014/main" id="{35123196-7F9B-4328-9E07-3E7593DA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59" y="5276147"/>
            <a:ext cx="75542" cy="56662"/>
          </a:xfrm>
          <a:custGeom xmlns:a="http://schemas.openxmlformats.org/drawingml/2006/main">
            <a:pathLst>
              <a:path w="65960" h="49474">
                <a:moveTo>
                  <a:pt x="65960" y="24737"/>
                </a:moveTo>
                <a:lnTo>
                  <a:pt x="85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0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63" name="path-1084">
            <a:extLst xmlns:a="http://schemas.openxmlformats.org/drawingml/2006/main">
              <a:ext uri="{FF2B5EF4-FFF2-40B4-BE49-F238E27FC236}">
                <a16:creationId xmlns:a16="http://schemas.microsoft.com/office/drawing/2014/main" id="{935DB48A-EB4D-49F9-AD6B-C2C23200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528" y="5304666"/>
            <a:ext cx="324562" cy="1098344"/>
          </a:xfrm>
          <a:custGeom xmlns:a="http://schemas.openxmlformats.org/drawingml/2006/main">
            <a:pathLst>
              <a:path w="283390" h="959017">
                <a:moveTo>
                  <a:pt x="0" y="958029"/>
                </a:moveTo>
                <a:lnTo>
                  <a:pt x="52274" y="958029"/>
                </a:lnTo>
                <a:lnTo>
                  <a:pt x="52274" y="959017"/>
                </a:lnTo>
                <a:lnTo>
                  <a:pt x="80140" y="959017"/>
                </a:lnTo>
                <a:cubicBezTo>
                  <a:pt x="95563" y="959017"/>
                  <a:pt x="108011" y="946569"/>
                  <a:pt x="108011" y="931145"/>
                </a:cubicBezTo>
                <a:lnTo>
                  <a:pt x="108011" y="41228"/>
                </a:lnTo>
                <a:cubicBezTo>
                  <a:pt x="108011" y="18468"/>
                  <a:pt x="126479" y="0"/>
                  <a:pt x="149234" y="0"/>
                </a:cubicBezTo>
                <a:lnTo>
                  <a:pt x="28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64" name="path-1085">
            <a:extLst xmlns:a="http://schemas.openxmlformats.org/drawingml/2006/main">
              <a:ext uri="{FF2B5EF4-FFF2-40B4-BE49-F238E27FC236}">
                <a16:creationId xmlns:a16="http://schemas.microsoft.com/office/drawing/2014/main" id="{F33B9481-E90C-481A-A109-4DAADB18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99" y="5276298"/>
            <a:ext cx="75545" cy="56660"/>
          </a:xfrm>
          <a:custGeom xmlns:a="http://schemas.openxmlformats.org/drawingml/2006/main">
            <a:pathLst>
              <a:path w="65962" h="49472">
                <a:moveTo>
                  <a:pt x="65962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2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5" name="path-1086">
            <a:extLst xmlns:a="http://schemas.openxmlformats.org/drawingml/2006/main">
              <a:ext uri="{FF2B5EF4-FFF2-40B4-BE49-F238E27FC236}">
                <a16:creationId xmlns:a16="http://schemas.microsoft.com/office/drawing/2014/main" id="{949EA000-285F-4A5F-BCBD-42CA28B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59" y="5276336"/>
            <a:ext cx="75542" cy="56662"/>
          </a:xfrm>
          <a:custGeom xmlns:a="http://schemas.openxmlformats.org/drawingml/2006/main">
            <a:pathLst>
              <a:path w="65960" h="49474">
                <a:moveTo>
                  <a:pt x="65960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0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66" name="text-1087 Representation">
            <a:extLst xmlns:a="http://schemas.openxmlformats.org/drawingml/2006/main">
              <a:ext uri="{FF2B5EF4-FFF2-40B4-BE49-F238E27FC236}">
                <a16:creationId xmlns:a16="http://schemas.microsoft.com/office/drawing/2014/main" id="{D9248DB8-9825-45E4-BDF5-CD6288B5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650" y="4142558"/>
            <a:ext cx="1267940" cy="23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167" name="text-1088 Learning">
            <a:extLst xmlns:a="http://schemas.openxmlformats.org/drawingml/2006/main">
              <a:ext uri="{FF2B5EF4-FFF2-40B4-BE49-F238E27FC236}">
                <a16:creationId xmlns:a16="http://schemas.microsoft.com/office/drawing/2014/main" id="{5C0AD777-8362-46B2-8928-C75FEC41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3433" y="4337050"/>
            <a:ext cx="748156" cy="237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168" name="text-1089 (differentiable)">
            <a:extLst xmlns:a="http://schemas.openxmlformats.org/drawingml/2006/main">
              <a:ext uri="{FF2B5EF4-FFF2-40B4-BE49-F238E27FC236}">
                <a16:creationId xmlns:a16="http://schemas.microsoft.com/office/drawing/2014/main" id="{4C11908E-BD84-4059-8054-3BE32EEA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1697" y="4540783"/>
            <a:ext cx="1006678" cy="198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116" b="1" i="1">
                <a:solidFill>
                  <a:srgbClr val="531B93"/>
                </a:solidFill>
                <a:latin typeface="Arial"/>
                <a:ea typeface="Arial"/>
                <a:cs typeface="Arial"/>
              </a:rPr>
              <a:t>(differentiable)</a:t>
            </a:r>
          </a:p>
        </p:txBody>
      </p:sp>
      <p:sp>
        <p:nvSpPr>
          <p:cNvPr id="1169" name="path-1090">
            <a:extLst xmlns:a="http://schemas.openxmlformats.org/drawingml/2006/main">
              <a:ext uri="{FF2B5EF4-FFF2-40B4-BE49-F238E27FC236}">
                <a16:creationId xmlns:a16="http://schemas.microsoft.com/office/drawing/2014/main" id="{664134DB-5297-4CD8-930A-E19BF6B5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074" y="4811447"/>
            <a:ext cx="340899" cy="1031198"/>
          </a:xfrm>
          <a:custGeom xmlns:a="http://schemas.openxmlformats.org/drawingml/2006/main">
            <a:pathLst>
              <a:path w="297656" h="900389">
                <a:moveTo>
                  <a:pt x="0" y="0"/>
                </a:moveTo>
                <a:lnTo>
                  <a:pt x="0" y="900389"/>
                </a:lnTo>
                <a:lnTo>
                  <a:pt x="297656" y="900389"/>
                </a:lnTo>
                <a:lnTo>
                  <a:pt x="2976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000000"/>
            </a:solidFill>
            <a:prstDash val="dash"/>
          </a:ln>
        </p:spPr>
      </p:sp>
      <p:sp>
        <p:nvSpPr>
          <p:cNvPr id="1170" name="path-1092">
            <a:extLst xmlns:a="http://schemas.openxmlformats.org/drawingml/2006/main">
              <a:ext uri="{FF2B5EF4-FFF2-40B4-BE49-F238E27FC236}">
                <a16:creationId xmlns:a16="http://schemas.microsoft.com/office/drawing/2014/main" id="{CC67FD15-A8B8-4A56-9C4C-4DBBFC6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8776" y="4902775"/>
            <a:ext cx="94608" cy="103855"/>
          </a:xfrm>
          <a:custGeom xmlns:a="http://schemas.openxmlformats.org/drawingml/2006/main">
            <a:pathLst>
              <a:path w="82607" h="90681">
                <a:moveTo>
                  <a:pt x="70381" y="11486"/>
                </a:moveTo>
                <a:cubicBezTo>
                  <a:pt x="63877" y="14049"/>
                  <a:pt x="62102" y="19963"/>
                  <a:pt x="62102" y="22724"/>
                </a:cubicBezTo>
                <a:cubicBezTo>
                  <a:pt x="62102" y="27847"/>
                  <a:pt x="66242" y="30804"/>
                  <a:pt x="70580" y="30804"/>
                </a:cubicBezTo>
                <a:cubicBezTo>
                  <a:pt x="75312" y="30804"/>
                  <a:pt x="82607" y="26864"/>
                  <a:pt x="82607" y="17400"/>
                </a:cubicBezTo>
                <a:cubicBezTo>
                  <a:pt x="82607" y="6901"/>
                  <a:pt x="72156" y="0"/>
                  <a:pt x="54413" y="0"/>
                </a:cubicBezTo>
                <a:cubicBezTo>
                  <a:pt x="48695" y="0"/>
                  <a:pt x="37654" y="397"/>
                  <a:pt x="28587" y="7298"/>
                </a:cubicBezTo>
                <a:cubicBezTo>
                  <a:pt x="19716" y="14049"/>
                  <a:pt x="16560" y="25483"/>
                  <a:pt x="16560" y="30410"/>
                </a:cubicBezTo>
                <a:cubicBezTo>
                  <a:pt x="16560" y="36325"/>
                  <a:pt x="19322" y="41842"/>
                  <a:pt x="23657" y="45388"/>
                </a:cubicBezTo>
                <a:cubicBezTo>
                  <a:pt x="29177" y="49726"/>
                  <a:pt x="32531" y="50316"/>
                  <a:pt x="45936" y="52879"/>
                </a:cubicBezTo>
                <a:cubicBezTo>
                  <a:pt x="51850" y="53863"/>
                  <a:pt x="63679" y="56032"/>
                  <a:pt x="63679" y="64903"/>
                </a:cubicBezTo>
                <a:cubicBezTo>
                  <a:pt x="63679" y="65691"/>
                  <a:pt x="63679" y="83584"/>
                  <a:pt x="34303" y="83584"/>
                </a:cubicBezTo>
                <a:cubicBezTo>
                  <a:pt x="24644" y="83584"/>
                  <a:pt x="17349" y="81635"/>
                  <a:pt x="13011" y="78506"/>
                </a:cubicBezTo>
                <a:cubicBezTo>
                  <a:pt x="19716" y="76536"/>
                  <a:pt x="23855" y="70817"/>
                  <a:pt x="23855" y="64903"/>
                </a:cubicBezTo>
                <a:cubicBezTo>
                  <a:pt x="23855" y="57807"/>
                  <a:pt x="18137" y="55833"/>
                  <a:pt x="14196" y="55833"/>
                </a:cubicBezTo>
                <a:cubicBezTo>
                  <a:pt x="7491" y="55833"/>
                  <a:pt x="0" y="61356"/>
                  <a:pt x="0" y="71211"/>
                </a:cubicBezTo>
                <a:cubicBezTo>
                  <a:pt x="0" y="83978"/>
                  <a:pt x="13802" y="90681"/>
                  <a:pt x="33909" y="90681"/>
                </a:cubicBezTo>
                <a:cubicBezTo>
                  <a:pt x="78861" y="90681"/>
                  <a:pt x="78861" y="57018"/>
                  <a:pt x="78861" y="56820"/>
                </a:cubicBezTo>
                <a:cubicBezTo>
                  <a:pt x="78861" y="50120"/>
                  <a:pt x="75507" y="44799"/>
                  <a:pt x="70974" y="40858"/>
                </a:cubicBezTo>
                <a:cubicBezTo>
                  <a:pt x="64861" y="35536"/>
                  <a:pt x="57370" y="34156"/>
                  <a:pt x="50469" y="32973"/>
                </a:cubicBezTo>
                <a:cubicBezTo>
                  <a:pt x="39628" y="31003"/>
                  <a:pt x="31939" y="29622"/>
                  <a:pt x="31939" y="22327"/>
                </a:cubicBezTo>
                <a:cubicBezTo>
                  <a:pt x="31939" y="21933"/>
                  <a:pt x="31939" y="7099"/>
                  <a:pt x="54019" y="7099"/>
                </a:cubicBezTo>
                <a:cubicBezTo>
                  <a:pt x="57963" y="7099"/>
                  <a:pt x="65059" y="7497"/>
                  <a:pt x="70381" y="11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1" name="path-1093">
            <a:extLst xmlns:a="http://schemas.openxmlformats.org/drawingml/2006/main">
              <a:ext uri="{FF2B5EF4-FFF2-40B4-BE49-F238E27FC236}">
                <a16:creationId xmlns:a16="http://schemas.microsoft.com/office/drawing/2014/main" id="{AE15885D-3A48-4D1E-8AD7-2D099D6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3094" y="4933793"/>
            <a:ext cx="57531" cy="104957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2" name="path-1095">
            <a:extLst xmlns:a="http://schemas.openxmlformats.org/drawingml/2006/main">
              <a:ext uri="{FF2B5EF4-FFF2-40B4-BE49-F238E27FC236}">
                <a16:creationId xmlns:a16="http://schemas.microsoft.com/office/drawing/2014/main" id="{3859E531-D88F-472A-B332-0C53EEAD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054" y="5162465"/>
            <a:ext cx="94608" cy="103855"/>
          </a:xfrm>
          <a:custGeom xmlns:a="http://schemas.openxmlformats.org/drawingml/2006/main">
            <a:pathLst>
              <a:path w="82607" h="90681">
                <a:moveTo>
                  <a:pt x="70381" y="11486"/>
                </a:moveTo>
                <a:cubicBezTo>
                  <a:pt x="63877" y="14049"/>
                  <a:pt x="62102" y="19963"/>
                  <a:pt x="62102" y="22724"/>
                </a:cubicBezTo>
                <a:cubicBezTo>
                  <a:pt x="62102" y="27847"/>
                  <a:pt x="66242" y="30804"/>
                  <a:pt x="70580" y="30804"/>
                </a:cubicBezTo>
                <a:cubicBezTo>
                  <a:pt x="75312" y="30804"/>
                  <a:pt x="82607" y="26864"/>
                  <a:pt x="82607" y="17400"/>
                </a:cubicBezTo>
                <a:cubicBezTo>
                  <a:pt x="82607" y="6901"/>
                  <a:pt x="72156" y="0"/>
                  <a:pt x="54413" y="0"/>
                </a:cubicBezTo>
                <a:cubicBezTo>
                  <a:pt x="48695" y="0"/>
                  <a:pt x="37654" y="397"/>
                  <a:pt x="28587" y="7298"/>
                </a:cubicBezTo>
                <a:cubicBezTo>
                  <a:pt x="19716" y="14049"/>
                  <a:pt x="16560" y="25483"/>
                  <a:pt x="16560" y="30410"/>
                </a:cubicBezTo>
                <a:cubicBezTo>
                  <a:pt x="16560" y="36325"/>
                  <a:pt x="19322" y="41842"/>
                  <a:pt x="23657" y="45388"/>
                </a:cubicBezTo>
                <a:cubicBezTo>
                  <a:pt x="29177" y="49726"/>
                  <a:pt x="32531" y="50316"/>
                  <a:pt x="45936" y="52879"/>
                </a:cubicBezTo>
                <a:cubicBezTo>
                  <a:pt x="51850" y="53863"/>
                  <a:pt x="63679" y="56032"/>
                  <a:pt x="63679" y="64903"/>
                </a:cubicBezTo>
                <a:cubicBezTo>
                  <a:pt x="63679" y="65691"/>
                  <a:pt x="63679" y="83584"/>
                  <a:pt x="34303" y="83584"/>
                </a:cubicBezTo>
                <a:cubicBezTo>
                  <a:pt x="24644" y="83584"/>
                  <a:pt x="17349" y="81635"/>
                  <a:pt x="13011" y="78506"/>
                </a:cubicBezTo>
                <a:cubicBezTo>
                  <a:pt x="19716" y="76536"/>
                  <a:pt x="23855" y="70817"/>
                  <a:pt x="23855" y="64903"/>
                </a:cubicBezTo>
                <a:cubicBezTo>
                  <a:pt x="23855" y="57807"/>
                  <a:pt x="18137" y="55833"/>
                  <a:pt x="14196" y="55833"/>
                </a:cubicBezTo>
                <a:cubicBezTo>
                  <a:pt x="7491" y="55833"/>
                  <a:pt x="0" y="61356"/>
                  <a:pt x="0" y="71211"/>
                </a:cubicBezTo>
                <a:cubicBezTo>
                  <a:pt x="0" y="83978"/>
                  <a:pt x="13802" y="90681"/>
                  <a:pt x="33909" y="90681"/>
                </a:cubicBezTo>
                <a:cubicBezTo>
                  <a:pt x="78861" y="90681"/>
                  <a:pt x="78861" y="57018"/>
                  <a:pt x="78861" y="56820"/>
                </a:cubicBezTo>
                <a:cubicBezTo>
                  <a:pt x="78861" y="50120"/>
                  <a:pt x="75507" y="44799"/>
                  <a:pt x="70974" y="40858"/>
                </a:cubicBezTo>
                <a:cubicBezTo>
                  <a:pt x="64861" y="35536"/>
                  <a:pt x="57370" y="34156"/>
                  <a:pt x="50469" y="32973"/>
                </a:cubicBezTo>
                <a:cubicBezTo>
                  <a:pt x="39628" y="31003"/>
                  <a:pt x="31939" y="29622"/>
                  <a:pt x="31939" y="22327"/>
                </a:cubicBezTo>
                <a:cubicBezTo>
                  <a:pt x="31939" y="21933"/>
                  <a:pt x="31939" y="7099"/>
                  <a:pt x="54019" y="7099"/>
                </a:cubicBezTo>
                <a:cubicBezTo>
                  <a:pt x="57963" y="7099"/>
                  <a:pt x="65059" y="7497"/>
                  <a:pt x="70381" y="11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3" name="path-1096">
            <a:extLst xmlns:a="http://schemas.openxmlformats.org/drawingml/2006/main">
              <a:ext uri="{FF2B5EF4-FFF2-40B4-BE49-F238E27FC236}">
                <a16:creationId xmlns:a16="http://schemas.microsoft.com/office/drawing/2014/main" id="{44C13DAF-7456-4B7F-A11F-AA542AAC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101" y="5193482"/>
            <a:ext cx="69860" cy="104957"/>
          </a:xfrm>
          <a:custGeom xmlns:a="http://schemas.openxmlformats.org/drawingml/2006/main">
            <a:pathLst>
              <a:path w="60998" h="91643">
                <a:moveTo>
                  <a:pt x="60998" y="66521"/>
                </a:moveTo>
                <a:lnTo>
                  <a:pt x="56306" y="66521"/>
                </a:lnTo>
                <a:cubicBezTo>
                  <a:pt x="55891" y="69560"/>
                  <a:pt x="54512" y="77705"/>
                  <a:pt x="52718" y="79086"/>
                </a:cubicBezTo>
                <a:cubicBezTo>
                  <a:pt x="51615" y="79914"/>
                  <a:pt x="40989" y="79914"/>
                  <a:pt x="39056" y="79914"/>
                </a:cubicBezTo>
                <a:lnTo>
                  <a:pt x="13662" y="79914"/>
                </a:lnTo>
                <a:cubicBezTo>
                  <a:pt x="28154" y="67073"/>
                  <a:pt x="32983" y="63209"/>
                  <a:pt x="41265" y="56719"/>
                </a:cubicBezTo>
                <a:cubicBezTo>
                  <a:pt x="51476" y="48574"/>
                  <a:pt x="60998" y="40014"/>
                  <a:pt x="60998" y="26899"/>
                </a:cubicBezTo>
                <a:cubicBezTo>
                  <a:pt x="60998" y="10209"/>
                  <a:pt x="46369" y="0"/>
                  <a:pt x="28706" y="0"/>
                </a:cubicBezTo>
                <a:cubicBezTo>
                  <a:pt x="11592" y="0"/>
                  <a:pt x="0" y="12001"/>
                  <a:pt x="0" y="24690"/>
                </a:cubicBezTo>
                <a:cubicBezTo>
                  <a:pt x="0" y="31730"/>
                  <a:pt x="5934" y="32418"/>
                  <a:pt x="7315" y="32418"/>
                </a:cubicBezTo>
                <a:cubicBezTo>
                  <a:pt x="10628" y="32418"/>
                  <a:pt x="14629" y="30073"/>
                  <a:pt x="14629" y="25105"/>
                </a:cubicBezTo>
                <a:cubicBezTo>
                  <a:pt x="14629" y="22620"/>
                  <a:pt x="13662" y="17790"/>
                  <a:pt x="6486" y="17790"/>
                </a:cubicBezTo>
                <a:cubicBezTo>
                  <a:pt x="10765" y="8002"/>
                  <a:pt x="20150" y="4970"/>
                  <a:pt x="26636" y="4970"/>
                </a:cubicBezTo>
                <a:cubicBezTo>
                  <a:pt x="40435" y="4970"/>
                  <a:pt x="47611" y="15722"/>
                  <a:pt x="47611" y="26899"/>
                </a:cubicBezTo>
                <a:cubicBezTo>
                  <a:pt x="47611" y="38908"/>
                  <a:pt x="39056" y="48435"/>
                  <a:pt x="34640" y="53404"/>
                </a:cubicBezTo>
                <a:lnTo>
                  <a:pt x="1381" y="86263"/>
                </a:lnTo>
                <a:cubicBezTo>
                  <a:pt x="0" y="87503"/>
                  <a:pt x="0" y="87779"/>
                  <a:pt x="0" y="91643"/>
                </a:cubicBezTo>
                <a:lnTo>
                  <a:pt x="56858" y="91643"/>
                </a:lnTo>
                <a:lnTo>
                  <a:pt x="60998" y="66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4" name="path-1098">
            <a:extLst xmlns:a="http://schemas.openxmlformats.org/drawingml/2006/main">
              <a:ext uri="{FF2B5EF4-FFF2-40B4-BE49-F238E27FC236}">
                <a16:creationId xmlns:a16="http://schemas.microsoft.com/office/drawing/2014/main" id="{3B4A82EE-ED9F-4B4C-9339-BCB8FD1A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0623" y="5606148"/>
            <a:ext cx="94608" cy="103855"/>
          </a:xfrm>
          <a:custGeom xmlns:a="http://schemas.openxmlformats.org/drawingml/2006/main">
            <a:pathLst>
              <a:path w="82607" h="90681">
                <a:moveTo>
                  <a:pt x="70381" y="11486"/>
                </a:moveTo>
                <a:cubicBezTo>
                  <a:pt x="63877" y="14049"/>
                  <a:pt x="62102" y="19963"/>
                  <a:pt x="62102" y="22724"/>
                </a:cubicBezTo>
                <a:cubicBezTo>
                  <a:pt x="62102" y="27847"/>
                  <a:pt x="66242" y="30804"/>
                  <a:pt x="70580" y="30804"/>
                </a:cubicBezTo>
                <a:cubicBezTo>
                  <a:pt x="75312" y="30804"/>
                  <a:pt x="82607" y="26864"/>
                  <a:pt x="82607" y="17400"/>
                </a:cubicBezTo>
                <a:cubicBezTo>
                  <a:pt x="82607" y="6901"/>
                  <a:pt x="72156" y="0"/>
                  <a:pt x="54413" y="0"/>
                </a:cubicBezTo>
                <a:cubicBezTo>
                  <a:pt x="48695" y="0"/>
                  <a:pt x="37654" y="397"/>
                  <a:pt x="28587" y="7298"/>
                </a:cubicBezTo>
                <a:cubicBezTo>
                  <a:pt x="19716" y="14049"/>
                  <a:pt x="16560" y="25483"/>
                  <a:pt x="16560" y="30410"/>
                </a:cubicBezTo>
                <a:cubicBezTo>
                  <a:pt x="16560" y="36325"/>
                  <a:pt x="19322" y="41842"/>
                  <a:pt x="23657" y="45388"/>
                </a:cubicBezTo>
                <a:cubicBezTo>
                  <a:pt x="29177" y="49726"/>
                  <a:pt x="32531" y="50316"/>
                  <a:pt x="45936" y="52879"/>
                </a:cubicBezTo>
                <a:cubicBezTo>
                  <a:pt x="51850" y="53863"/>
                  <a:pt x="63679" y="56032"/>
                  <a:pt x="63679" y="64903"/>
                </a:cubicBezTo>
                <a:cubicBezTo>
                  <a:pt x="63679" y="65691"/>
                  <a:pt x="63679" y="83584"/>
                  <a:pt x="34303" y="83584"/>
                </a:cubicBezTo>
                <a:cubicBezTo>
                  <a:pt x="24644" y="83584"/>
                  <a:pt x="17349" y="81635"/>
                  <a:pt x="13011" y="78506"/>
                </a:cubicBezTo>
                <a:cubicBezTo>
                  <a:pt x="19716" y="76536"/>
                  <a:pt x="23855" y="70817"/>
                  <a:pt x="23855" y="64903"/>
                </a:cubicBezTo>
                <a:cubicBezTo>
                  <a:pt x="23855" y="57807"/>
                  <a:pt x="18137" y="55833"/>
                  <a:pt x="14196" y="55833"/>
                </a:cubicBezTo>
                <a:cubicBezTo>
                  <a:pt x="7491" y="55833"/>
                  <a:pt x="0" y="61356"/>
                  <a:pt x="0" y="71211"/>
                </a:cubicBezTo>
                <a:cubicBezTo>
                  <a:pt x="0" y="83978"/>
                  <a:pt x="13802" y="90681"/>
                  <a:pt x="33909" y="90681"/>
                </a:cubicBezTo>
                <a:cubicBezTo>
                  <a:pt x="78861" y="90681"/>
                  <a:pt x="78861" y="57018"/>
                  <a:pt x="78861" y="56820"/>
                </a:cubicBezTo>
                <a:cubicBezTo>
                  <a:pt x="78861" y="50120"/>
                  <a:pt x="75507" y="44799"/>
                  <a:pt x="70974" y="40858"/>
                </a:cubicBezTo>
                <a:cubicBezTo>
                  <a:pt x="64861" y="35536"/>
                  <a:pt x="57370" y="34156"/>
                  <a:pt x="50469" y="32973"/>
                </a:cubicBezTo>
                <a:cubicBezTo>
                  <a:pt x="39628" y="31003"/>
                  <a:pt x="31939" y="29622"/>
                  <a:pt x="31939" y="22327"/>
                </a:cubicBezTo>
                <a:cubicBezTo>
                  <a:pt x="31939" y="21933"/>
                  <a:pt x="31939" y="7099"/>
                  <a:pt x="54019" y="7099"/>
                </a:cubicBezTo>
                <a:cubicBezTo>
                  <a:pt x="57963" y="7099"/>
                  <a:pt x="65059" y="7497"/>
                  <a:pt x="70381" y="11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5" name="path-1099">
            <a:extLst xmlns:a="http://schemas.openxmlformats.org/drawingml/2006/main">
              <a:ext uri="{FF2B5EF4-FFF2-40B4-BE49-F238E27FC236}">
                <a16:creationId xmlns:a16="http://schemas.microsoft.com/office/drawing/2014/main" id="{40DE80D1-A554-4CC1-9563-FD8876B4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489" y="5635339"/>
            <a:ext cx="118065" cy="106783"/>
          </a:xfrm>
          <a:custGeom xmlns:a="http://schemas.openxmlformats.org/drawingml/2006/main">
            <a:pathLst>
              <a:path w="103088" h="93237">
                <a:moveTo>
                  <a:pt x="61135" y="9796"/>
                </a:moveTo>
                <a:cubicBezTo>
                  <a:pt x="62101" y="5797"/>
                  <a:pt x="62377" y="5382"/>
                  <a:pt x="65414" y="5106"/>
                </a:cubicBezTo>
                <a:cubicBezTo>
                  <a:pt x="66102" y="4970"/>
                  <a:pt x="70933" y="4970"/>
                  <a:pt x="73694" y="4970"/>
                </a:cubicBezTo>
                <a:cubicBezTo>
                  <a:pt x="82112" y="4970"/>
                  <a:pt x="85699" y="4970"/>
                  <a:pt x="89150" y="6073"/>
                </a:cubicBezTo>
                <a:cubicBezTo>
                  <a:pt x="95360" y="8004"/>
                  <a:pt x="95636" y="12003"/>
                  <a:pt x="95636" y="16968"/>
                </a:cubicBezTo>
                <a:cubicBezTo>
                  <a:pt x="95636" y="19175"/>
                  <a:pt x="95636" y="20967"/>
                  <a:pt x="94669" y="28139"/>
                </a:cubicBezTo>
                <a:lnTo>
                  <a:pt x="94393" y="29656"/>
                </a:lnTo>
                <a:cubicBezTo>
                  <a:pt x="94393" y="31035"/>
                  <a:pt x="95360" y="31726"/>
                  <a:pt x="96739" y="31726"/>
                </a:cubicBezTo>
                <a:cubicBezTo>
                  <a:pt x="98809" y="31726"/>
                  <a:pt x="99085" y="30483"/>
                  <a:pt x="99363" y="28276"/>
                </a:cubicBezTo>
                <a:lnTo>
                  <a:pt x="103088" y="1933"/>
                </a:lnTo>
                <a:cubicBezTo>
                  <a:pt x="103088" y="0"/>
                  <a:pt x="101433" y="0"/>
                  <a:pt x="98948" y="0"/>
                </a:cubicBezTo>
                <a:lnTo>
                  <a:pt x="14075" y="0"/>
                </a:lnTo>
                <a:cubicBezTo>
                  <a:pt x="10626" y="0"/>
                  <a:pt x="10350" y="0"/>
                  <a:pt x="9383" y="2900"/>
                </a:cubicBezTo>
                <a:lnTo>
                  <a:pt x="689" y="27312"/>
                </a:lnTo>
                <a:cubicBezTo>
                  <a:pt x="552" y="27864"/>
                  <a:pt x="0" y="29104"/>
                  <a:pt x="0" y="29795"/>
                </a:cubicBezTo>
                <a:cubicBezTo>
                  <a:pt x="0" y="30346"/>
                  <a:pt x="276" y="31726"/>
                  <a:pt x="2346" y="31726"/>
                </a:cubicBezTo>
                <a:cubicBezTo>
                  <a:pt x="4140" y="31726"/>
                  <a:pt x="4416" y="31035"/>
                  <a:pt x="5243" y="28415"/>
                </a:cubicBezTo>
                <a:cubicBezTo>
                  <a:pt x="13247" y="6349"/>
                  <a:pt x="17802" y="4970"/>
                  <a:pt x="38778" y="4970"/>
                </a:cubicBezTo>
                <a:lnTo>
                  <a:pt x="44575" y="4970"/>
                </a:lnTo>
                <a:cubicBezTo>
                  <a:pt x="48715" y="4970"/>
                  <a:pt x="48852" y="5106"/>
                  <a:pt x="48852" y="6349"/>
                </a:cubicBezTo>
                <a:cubicBezTo>
                  <a:pt x="48852" y="6486"/>
                  <a:pt x="48852" y="7176"/>
                  <a:pt x="48300" y="9244"/>
                </a:cubicBezTo>
                <a:lnTo>
                  <a:pt x="30083" y="81788"/>
                </a:lnTo>
                <a:cubicBezTo>
                  <a:pt x="28843" y="86890"/>
                  <a:pt x="28428" y="88270"/>
                  <a:pt x="13938" y="88270"/>
                </a:cubicBezTo>
                <a:cubicBezTo>
                  <a:pt x="8968" y="88270"/>
                  <a:pt x="7728" y="88270"/>
                  <a:pt x="7728" y="91306"/>
                </a:cubicBezTo>
                <a:cubicBezTo>
                  <a:pt x="7728" y="91721"/>
                  <a:pt x="8004" y="93237"/>
                  <a:pt x="10074" y="93237"/>
                </a:cubicBezTo>
                <a:cubicBezTo>
                  <a:pt x="13938" y="93237"/>
                  <a:pt x="18078" y="92824"/>
                  <a:pt x="21942" y="92824"/>
                </a:cubicBezTo>
                <a:cubicBezTo>
                  <a:pt x="25806" y="92824"/>
                  <a:pt x="29946" y="92685"/>
                  <a:pt x="33810" y="92685"/>
                </a:cubicBezTo>
                <a:cubicBezTo>
                  <a:pt x="37674" y="92685"/>
                  <a:pt x="42366" y="92685"/>
                  <a:pt x="46230" y="92824"/>
                </a:cubicBezTo>
                <a:cubicBezTo>
                  <a:pt x="49957" y="92961"/>
                  <a:pt x="54097" y="93237"/>
                  <a:pt x="57822" y="93237"/>
                </a:cubicBezTo>
                <a:cubicBezTo>
                  <a:pt x="58926" y="93237"/>
                  <a:pt x="60998" y="93237"/>
                  <a:pt x="60998" y="90203"/>
                </a:cubicBezTo>
                <a:cubicBezTo>
                  <a:pt x="60998" y="88270"/>
                  <a:pt x="59616" y="88270"/>
                  <a:pt x="55340" y="88270"/>
                </a:cubicBezTo>
                <a:cubicBezTo>
                  <a:pt x="52716" y="88270"/>
                  <a:pt x="49957" y="88133"/>
                  <a:pt x="47334" y="87994"/>
                </a:cubicBezTo>
                <a:cubicBezTo>
                  <a:pt x="42642" y="87581"/>
                  <a:pt x="42366" y="87029"/>
                  <a:pt x="42366" y="85374"/>
                </a:cubicBezTo>
                <a:cubicBezTo>
                  <a:pt x="42366" y="84408"/>
                  <a:pt x="42366" y="84132"/>
                  <a:pt x="42918" y="82201"/>
                </a:cubicBezTo>
                <a:lnTo>
                  <a:pt x="61135" y="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6" name="text-1100 …">
            <a:extLst xmlns:a="http://schemas.openxmlformats.org/drawingml/2006/main">
              <a:ext uri="{FF2B5EF4-FFF2-40B4-BE49-F238E27FC236}">
                <a16:creationId xmlns:a16="http://schemas.microsoft.com/office/drawing/2014/main" id="{2E2CA650-6514-4D2F-B08C-CDFF6F49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523529" y="5347411"/>
            <a:ext cx="200584" cy="238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77" name="text-1101 Task">
            <a:extLst xmlns:a="http://schemas.openxmlformats.org/drawingml/2006/main">
              <a:ext uri="{FF2B5EF4-FFF2-40B4-BE49-F238E27FC236}">
                <a16:creationId xmlns:a16="http://schemas.microsoft.com/office/drawing/2014/main" id="{3B6AD0E4-28E2-4B08-8B9A-F0D52F9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4491" y="5855741"/>
            <a:ext cx="337883" cy="211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178" name="text-1101 Loss">
            <a:extLst xmlns:a="http://schemas.openxmlformats.org/drawingml/2006/main">
              <a:ext uri="{FF2B5EF4-FFF2-40B4-BE49-F238E27FC236}">
                <a16:creationId xmlns:a16="http://schemas.microsoft.com/office/drawing/2014/main" id="{84C57756-3526-4BE6-87FF-468751C7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7143" y="5855738"/>
            <a:ext cx="346370" cy="211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179" name="text-1102 at">
            <a:extLst xmlns:a="http://schemas.openxmlformats.org/drawingml/2006/main">
              <a:ext uri="{FF2B5EF4-FFF2-40B4-BE49-F238E27FC236}">
                <a16:creationId xmlns:a16="http://schemas.microsoft.com/office/drawing/2014/main" id="{1B160ED2-A5E4-4298-A0E4-57FFD16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7792" y="6021305"/>
            <a:ext cx="153219" cy="21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1180" name="text-1102 Each">
            <a:extLst xmlns:a="http://schemas.openxmlformats.org/drawingml/2006/main">
              <a:ext uri="{FF2B5EF4-FFF2-40B4-BE49-F238E27FC236}">
                <a16:creationId xmlns:a16="http://schemas.microsoft.com/office/drawing/2014/main" id="{0CF67D82-C865-4352-B1FE-233FC9A8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5780" y="6021284"/>
            <a:ext cx="371593" cy="211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1181" name="text-1102 Step">
            <a:extLst xmlns:a="http://schemas.openxmlformats.org/drawingml/2006/main">
              <a:ext uri="{FF2B5EF4-FFF2-40B4-BE49-F238E27FC236}">
                <a16:creationId xmlns:a16="http://schemas.microsoft.com/office/drawing/2014/main" id="{146C62DD-DE0C-4F02-B7E0-761E272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72154" y="6021253"/>
            <a:ext cx="338033" cy="211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1182" name="path-1103">
            <a:extLst xmlns:a="http://schemas.openxmlformats.org/drawingml/2006/main">
              <a:ext uri="{FF2B5EF4-FFF2-40B4-BE49-F238E27FC236}">
                <a16:creationId xmlns:a16="http://schemas.microsoft.com/office/drawing/2014/main" id="{54CA5AF3-91B8-4664-A254-2D9EC90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1960" y="5299945"/>
            <a:ext cx="661975" cy="191"/>
          </a:xfrm>
          <a:custGeom xmlns:a="http://schemas.openxmlformats.org/drawingml/2006/main">
            <a:pathLst>
              <a:path w="578002" h="191">
                <a:moveTo>
                  <a:pt x="0" y="0"/>
                </a:moveTo>
                <a:lnTo>
                  <a:pt x="578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83" name="path-1104">
            <a:extLst xmlns:a="http://schemas.openxmlformats.org/drawingml/2006/main">
              <a:ext uri="{FF2B5EF4-FFF2-40B4-BE49-F238E27FC236}">
                <a16:creationId xmlns:a16="http://schemas.microsoft.com/office/drawing/2014/main" id="{DB856F98-ADE9-47D5-825B-C265D042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607" y="5271576"/>
            <a:ext cx="75546" cy="56660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4" name="path-1105">
            <a:extLst xmlns:a="http://schemas.openxmlformats.org/drawingml/2006/main">
              <a:ext uri="{FF2B5EF4-FFF2-40B4-BE49-F238E27FC236}">
                <a16:creationId xmlns:a16="http://schemas.microsoft.com/office/drawing/2014/main" id="{411F5B0F-2118-429D-A1C1-818C4C1A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604" y="5271614"/>
            <a:ext cx="75549" cy="56662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185" name="text-1106 Vision">
            <a:extLst xmlns:a="http://schemas.openxmlformats.org/drawingml/2006/main">
              <a:ext uri="{FF2B5EF4-FFF2-40B4-BE49-F238E27FC236}">
                <a16:creationId xmlns:a16="http://schemas.microsoft.com/office/drawing/2014/main" id="{6FE3FF7F-F709-4D22-9E35-B3AF3230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7388" y="5855745"/>
            <a:ext cx="436002" cy="2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186" name="text-1106 Representation">
            <a:extLst xmlns:a="http://schemas.openxmlformats.org/drawingml/2006/main">
              <a:ext uri="{FF2B5EF4-FFF2-40B4-BE49-F238E27FC236}">
                <a16:creationId xmlns:a16="http://schemas.microsoft.com/office/drawing/2014/main" id="{BBE7C370-FB2D-4FA5-83BD-C8A691EA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8170" y="5855730"/>
            <a:ext cx="1052017" cy="211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187" name="text-1107 at">
            <a:extLst xmlns:a="http://schemas.openxmlformats.org/drawingml/2006/main">
              <a:ext uri="{FF2B5EF4-FFF2-40B4-BE49-F238E27FC236}">
                <a16:creationId xmlns:a16="http://schemas.microsoft.com/office/drawing/2014/main" id="{7B0A419F-79D3-4E53-8F05-20EA2E58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497" y="6021305"/>
            <a:ext cx="153219" cy="21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1188" name="text-1107 Each">
            <a:extLst xmlns:a="http://schemas.openxmlformats.org/drawingml/2006/main">
              <a:ext uri="{FF2B5EF4-FFF2-40B4-BE49-F238E27FC236}">
                <a16:creationId xmlns:a16="http://schemas.microsoft.com/office/drawing/2014/main" id="{25C785EE-D154-477B-8962-A9F07E86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0485" y="6021283"/>
            <a:ext cx="371594" cy="211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1189" name="text-1107 Step">
            <a:extLst xmlns:a="http://schemas.openxmlformats.org/drawingml/2006/main">
              <a:ext uri="{FF2B5EF4-FFF2-40B4-BE49-F238E27FC236}">
                <a16:creationId xmlns:a16="http://schemas.microsoft.com/office/drawing/2014/main" id="{7C4C7C40-332D-440C-9ECF-B5D4762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859" y="6021252"/>
            <a:ext cx="338033" cy="211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1190" name="path-1108">
            <a:extLst xmlns:a="http://schemas.openxmlformats.org/drawingml/2006/main">
              <a:ext uri="{FF2B5EF4-FFF2-40B4-BE49-F238E27FC236}">
                <a16:creationId xmlns:a16="http://schemas.microsoft.com/office/drawing/2014/main" id="{261234B1-D7F5-4187-BE1A-5DDDB034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143" y="6954659"/>
            <a:ext cx="5330722" cy="808344"/>
          </a:xfrm>
          <a:custGeom xmlns:a="http://schemas.openxmlformats.org/drawingml/2006/main">
            <a:pathLst>
              <a:path w="4654510" h="705804">
                <a:moveTo>
                  <a:pt x="41227" y="0"/>
                </a:moveTo>
                <a:lnTo>
                  <a:pt x="4613284" y="0"/>
                </a:lnTo>
                <a:cubicBezTo>
                  <a:pt x="4636041" y="0"/>
                  <a:pt x="4654510" y="18453"/>
                  <a:pt x="4654510" y="41227"/>
                </a:cubicBezTo>
                <a:lnTo>
                  <a:pt x="4654510" y="664577"/>
                </a:lnTo>
                <a:cubicBezTo>
                  <a:pt x="4654510" y="687342"/>
                  <a:pt x="4636041" y="705804"/>
                  <a:pt x="4613284" y="705804"/>
                </a:cubicBezTo>
                <a:lnTo>
                  <a:pt x="41227" y="705804"/>
                </a:lnTo>
                <a:cubicBezTo>
                  <a:pt x="18461" y="705804"/>
                  <a:pt x="0" y="687342"/>
                  <a:pt x="0" y="664577"/>
                </a:cubicBezTo>
                <a:lnTo>
                  <a:pt x="0" y="41227"/>
                </a:lnTo>
                <a:cubicBezTo>
                  <a:pt x="0" y="18453"/>
                  <a:pt x="18461" y="0"/>
                  <a:pt x="41227" y="0"/>
                </a:cubicBezTo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1" name="path-1110">
            <a:extLst xmlns:a="http://schemas.openxmlformats.org/drawingml/2006/main">
              <a:ext uri="{FF2B5EF4-FFF2-40B4-BE49-F238E27FC236}">
                <a16:creationId xmlns:a16="http://schemas.microsoft.com/office/drawing/2014/main" id="{9BB4D2C3-3611-4852-A291-7617FD4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754" y="7139661"/>
            <a:ext cx="138860" cy="134688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2" name="path-1111">
            <a:extLst xmlns:a="http://schemas.openxmlformats.org/drawingml/2006/main">
              <a:ext uri="{FF2B5EF4-FFF2-40B4-BE49-F238E27FC236}">
                <a16:creationId xmlns:a16="http://schemas.microsoft.com/office/drawing/2014/main" id="{757C8F52-97A8-4BB5-A9DF-EFC454CB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476" y="7203855"/>
            <a:ext cx="71652" cy="93510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3" name="path-1112">
            <a:extLst xmlns:a="http://schemas.openxmlformats.org/drawingml/2006/main">
              <a:ext uri="{FF2B5EF4-FFF2-40B4-BE49-F238E27FC236}">
                <a16:creationId xmlns:a16="http://schemas.microsoft.com/office/drawing/2014/main" id="{E250C774-AF78-48F4-A695-37FCE769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2" y="7139661"/>
            <a:ext cx="103301" cy="128441"/>
          </a:xfrm>
          <a:custGeom xmlns:a="http://schemas.openxmlformats.org/drawingml/2006/main">
            <a:pathLst>
              <a:path w="90197" h="112148">
                <a:moveTo>
                  <a:pt x="90197" y="69791"/>
                </a:moveTo>
                <a:lnTo>
                  <a:pt x="86089" y="69791"/>
                </a:lnTo>
                <a:cubicBezTo>
                  <a:pt x="84281" y="86537"/>
                  <a:pt x="81982" y="107056"/>
                  <a:pt x="53066" y="107056"/>
                </a:cubicBezTo>
                <a:lnTo>
                  <a:pt x="39594" y="107056"/>
                </a:lnTo>
                <a:cubicBezTo>
                  <a:pt x="31872" y="107056"/>
                  <a:pt x="31544" y="105908"/>
                  <a:pt x="31544" y="100491"/>
                </a:cubicBezTo>
                <a:lnTo>
                  <a:pt x="31544" y="12976"/>
                </a:lnTo>
                <a:cubicBezTo>
                  <a:pt x="31544" y="7393"/>
                  <a:pt x="31544" y="5094"/>
                  <a:pt x="47152" y="5094"/>
                </a:cubicBezTo>
                <a:lnTo>
                  <a:pt x="52574" y="5094"/>
                </a:lnTo>
                <a:lnTo>
                  <a:pt x="52574" y="0"/>
                </a:lnTo>
                <a:cubicBezTo>
                  <a:pt x="46658" y="494"/>
                  <a:pt x="31709" y="494"/>
                  <a:pt x="24973" y="494"/>
                </a:cubicBezTo>
                <a:cubicBezTo>
                  <a:pt x="18566" y="494"/>
                  <a:pt x="5751" y="494"/>
                  <a:pt x="0" y="0"/>
                </a:cubicBezTo>
                <a:lnTo>
                  <a:pt x="0" y="5094"/>
                </a:lnTo>
                <a:lnTo>
                  <a:pt x="3943" y="5094"/>
                </a:lnTo>
                <a:cubicBezTo>
                  <a:pt x="16593" y="5094"/>
                  <a:pt x="16921" y="6901"/>
                  <a:pt x="16921" y="12813"/>
                </a:cubicBezTo>
                <a:lnTo>
                  <a:pt x="16921" y="99340"/>
                </a:lnTo>
                <a:cubicBezTo>
                  <a:pt x="16921" y="105251"/>
                  <a:pt x="16593" y="107056"/>
                  <a:pt x="3943" y="107056"/>
                </a:cubicBezTo>
                <a:lnTo>
                  <a:pt x="0" y="107056"/>
                </a:lnTo>
                <a:lnTo>
                  <a:pt x="0" y="112148"/>
                </a:lnTo>
                <a:lnTo>
                  <a:pt x="85597" y="112148"/>
                </a:lnTo>
                <a:lnTo>
                  <a:pt x="90197" y="6979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4" name="path-1113">
            <a:extLst xmlns:a="http://schemas.openxmlformats.org/drawingml/2006/main">
              <a:ext uri="{FF2B5EF4-FFF2-40B4-BE49-F238E27FC236}">
                <a16:creationId xmlns:a16="http://schemas.microsoft.com/office/drawing/2014/main" id="{D9DA4384-E6CA-4882-8071-C8E5256A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522" y="7238198"/>
            <a:ext cx="47285" cy="58009"/>
          </a:xfrm>
          <a:custGeom xmlns:a="http://schemas.openxmlformats.org/drawingml/2006/main">
            <a:pathLst>
              <a:path w="41287" h="50651">
                <a:moveTo>
                  <a:pt x="0" y="1265"/>
                </a:moveTo>
                <a:lnTo>
                  <a:pt x="0" y="5408"/>
                </a:lnTo>
                <a:lnTo>
                  <a:pt x="1611" y="5408"/>
                </a:lnTo>
                <a:cubicBezTo>
                  <a:pt x="5175" y="5408"/>
                  <a:pt x="8625" y="5754"/>
                  <a:pt x="8625" y="11166"/>
                </a:cubicBezTo>
                <a:lnTo>
                  <a:pt x="8625" y="41791"/>
                </a:lnTo>
                <a:cubicBezTo>
                  <a:pt x="8625" y="46397"/>
                  <a:pt x="5866" y="46511"/>
                  <a:pt x="0" y="46511"/>
                </a:cubicBezTo>
                <a:lnTo>
                  <a:pt x="0" y="50651"/>
                </a:lnTo>
                <a:lnTo>
                  <a:pt x="28177" y="50651"/>
                </a:lnTo>
                <a:lnTo>
                  <a:pt x="28177" y="46511"/>
                </a:lnTo>
                <a:cubicBezTo>
                  <a:pt x="26912" y="46511"/>
                  <a:pt x="25531" y="46627"/>
                  <a:pt x="24265" y="46627"/>
                </a:cubicBezTo>
                <a:cubicBezTo>
                  <a:pt x="20472" y="46627"/>
                  <a:pt x="17366" y="46051"/>
                  <a:pt x="17366" y="41907"/>
                </a:cubicBezTo>
                <a:lnTo>
                  <a:pt x="17366" y="32925"/>
                </a:lnTo>
                <a:cubicBezTo>
                  <a:pt x="17366" y="30737"/>
                  <a:pt x="17252" y="28435"/>
                  <a:pt x="17252" y="26248"/>
                </a:cubicBezTo>
                <a:cubicBezTo>
                  <a:pt x="17252" y="17151"/>
                  <a:pt x="20242" y="3222"/>
                  <a:pt x="32776" y="3222"/>
                </a:cubicBezTo>
                <a:lnTo>
                  <a:pt x="32776" y="3336"/>
                </a:lnTo>
                <a:cubicBezTo>
                  <a:pt x="31397" y="4141"/>
                  <a:pt x="30821" y="5754"/>
                  <a:pt x="30821" y="7365"/>
                </a:cubicBezTo>
                <a:cubicBezTo>
                  <a:pt x="30821" y="10589"/>
                  <a:pt x="33236" y="12661"/>
                  <a:pt x="36112" y="12661"/>
                </a:cubicBezTo>
                <a:cubicBezTo>
                  <a:pt x="39216" y="12661"/>
                  <a:pt x="41287" y="10129"/>
                  <a:pt x="41287" y="7597"/>
                </a:cubicBezTo>
                <a:cubicBezTo>
                  <a:pt x="41287" y="2646"/>
                  <a:pt x="36686" y="0"/>
                  <a:pt x="32201" y="0"/>
                </a:cubicBezTo>
                <a:cubicBezTo>
                  <a:pt x="24841" y="0"/>
                  <a:pt x="18171" y="6330"/>
                  <a:pt x="16676" y="12661"/>
                </a:cubicBezTo>
                <a:lnTo>
                  <a:pt x="16560" y="0"/>
                </a:lnTo>
                <a:lnTo>
                  <a:pt x="10811" y="462"/>
                </a:lnTo>
                <a:lnTo>
                  <a:pt x="0" y="126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5" name="path-1114">
            <a:extLst xmlns:a="http://schemas.openxmlformats.org/drawingml/2006/main">
              <a:ext uri="{FF2B5EF4-FFF2-40B4-BE49-F238E27FC236}">
                <a16:creationId xmlns:a16="http://schemas.microsoft.com/office/drawing/2014/main" id="{298C97C3-F3C7-4C74-B3AB-B7C34593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226" y="7204756"/>
            <a:ext cx="29766" cy="91452"/>
          </a:xfrm>
          <a:custGeom xmlns:a="http://schemas.openxmlformats.org/drawingml/2006/main">
            <a:pathLst>
              <a:path w="25990" h="79851">
                <a:moveTo>
                  <a:pt x="0" y="1267"/>
                </a:moveTo>
                <a:lnTo>
                  <a:pt x="0" y="5408"/>
                </a:lnTo>
                <a:lnTo>
                  <a:pt x="2071" y="5408"/>
                </a:lnTo>
                <a:cubicBezTo>
                  <a:pt x="5635" y="5408"/>
                  <a:pt x="8625" y="5870"/>
                  <a:pt x="8625" y="11162"/>
                </a:cubicBezTo>
                <a:lnTo>
                  <a:pt x="8625" y="68462"/>
                </a:lnTo>
                <a:cubicBezTo>
                  <a:pt x="8625" y="69268"/>
                  <a:pt x="8741" y="70073"/>
                  <a:pt x="8741" y="70994"/>
                </a:cubicBezTo>
                <a:cubicBezTo>
                  <a:pt x="8741" y="75597"/>
                  <a:pt x="5291" y="75711"/>
                  <a:pt x="690" y="75711"/>
                </a:cubicBezTo>
                <a:lnTo>
                  <a:pt x="0" y="75711"/>
                </a:lnTo>
                <a:lnTo>
                  <a:pt x="0" y="79851"/>
                </a:lnTo>
                <a:lnTo>
                  <a:pt x="25990" y="79851"/>
                </a:lnTo>
                <a:lnTo>
                  <a:pt x="25990" y="75711"/>
                </a:lnTo>
                <a:lnTo>
                  <a:pt x="23230" y="75711"/>
                </a:lnTo>
                <a:cubicBezTo>
                  <a:pt x="20010" y="75711"/>
                  <a:pt x="17366" y="75365"/>
                  <a:pt x="17366" y="71454"/>
                </a:cubicBezTo>
                <a:lnTo>
                  <a:pt x="17366" y="0"/>
                </a:lnTo>
                <a:lnTo>
                  <a:pt x="0" y="126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6" name="path-1115">
            <a:extLst xmlns:a="http://schemas.openxmlformats.org/drawingml/2006/main">
              <a:ext uri="{FF2B5EF4-FFF2-40B4-BE49-F238E27FC236}">
                <a16:creationId xmlns:a16="http://schemas.microsoft.com/office/drawing/2014/main" id="{AA5E68C4-132F-4A8A-B994-7DF3C504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414" y="7199020"/>
            <a:ext cx="125124" cy="44085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7" name="path-1116">
            <a:extLst xmlns:a="http://schemas.openxmlformats.org/drawingml/2006/main">
              <a:ext uri="{FF2B5EF4-FFF2-40B4-BE49-F238E27FC236}">
                <a16:creationId xmlns:a16="http://schemas.microsoft.com/office/drawing/2014/main" id="{39884AD7-94C1-4AFF-AE43-ADFD780D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753" y="7217211"/>
            <a:ext cx="114967" cy="7525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8" name="path-1117">
            <a:extLst xmlns:a="http://schemas.openxmlformats.org/drawingml/2006/main">
              <a:ext uri="{FF2B5EF4-FFF2-40B4-BE49-F238E27FC236}">
                <a16:creationId xmlns:a16="http://schemas.microsoft.com/office/drawing/2014/main" id="{61E78211-B360-42A9-9A4B-1C1A91E9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219" y="7157064"/>
            <a:ext cx="117599" cy="12880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9" name="path-1118">
            <a:extLst xmlns:a="http://schemas.openxmlformats.org/drawingml/2006/main">
              <a:ext uri="{FF2B5EF4-FFF2-40B4-BE49-F238E27FC236}">
                <a16:creationId xmlns:a16="http://schemas.microsoft.com/office/drawing/2014/main" id="{A99DF5D7-A21B-4E48-A17A-2A03FEAD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624" y="7318417"/>
            <a:ext cx="128945" cy="90294"/>
          </a:xfrm>
          <a:custGeom xmlns:a="http://schemas.openxmlformats.org/drawingml/2006/main">
            <a:pathLst>
              <a:path w="112588" h="78840">
                <a:moveTo>
                  <a:pt x="68313" y="35744"/>
                </a:moveTo>
                <a:cubicBezTo>
                  <a:pt x="68197" y="35628"/>
                  <a:pt x="67507" y="34480"/>
                  <a:pt x="67507" y="34364"/>
                </a:cubicBezTo>
                <a:cubicBezTo>
                  <a:pt x="67507" y="34250"/>
                  <a:pt x="69806" y="32181"/>
                  <a:pt x="71071" y="31032"/>
                </a:cubicBezTo>
                <a:lnTo>
                  <a:pt x="90392" y="13337"/>
                </a:lnTo>
                <a:cubicBezTo>
                  <a:pt x="96718" y="7705"/>
                  <a:pt x="97983" y="6556"/>
                  <a:pt x="109828" y="6442"/>
                </a:cubicBezTo>
                <a:cubicBezTo>
                  <a:pt x="112129" y="6442"/>
                  <a:pt x="112588" y="3452"/>
                  <a:pt x="112588" y="2530"/>
                </a:cubicBezTo>
                <a:cubicBezTo>
                  <a:pt x="112588" y="691"/>
                  <a:pt x="111093" y="0"/>
                  <a:pt x="110058" y="0"/>
                </a:cubicBezTo>
                <a:cubicBezTo>
                  <a:pt x="107184" y="0"/>
                  <a:pt x="100168" y="462"/>
                  <a:pt x="97294" y="462"/>
                </a:cubicBezTo>
                <a:cubicBezTo>
                  <a:pt x="94877" y="462"/>
                  <a:pt x="91773" y="462"/>
                  <a:pt x="89358" y="346"/>
                </a:cubicBezTo>
                <a:cubicBezTo>
                  <a:pt x="86828" y="232"/>
                  <a:pt x="83952" y="0"/>
                  <a:pt x="81537" y="0"/>
                </a:cubicBezTo>
                <a:cubicBezTo>
                  <a:pt x="80732" y="0"/>
                  <a:pt x="77973" y="0"/>
                  <a:pt x="77973" y="3911"/>
                </a:cubicBezTo>
                <a:cubicBezTo>
                  <a:pt x="77973" y="6326"/>
                  <a:pt x="80388" y="6442"/>
                  <a:pt x="81307" y="6442"/>
                </a:cubicBezTo>
                <a:cubicBezTo>
                  <a:pt x="82918" y="6442"/>
                  <a:pt x="84527" y="6672"/>
                  <a:pt x="86252" y="7246"/>
                </a:cubicBezTo>
                <a:lnTo>
                  <a:pt x="63598" y="27815"/>
                </a:lnTo>
                <a:lnTo>
                  <a:pt x="51407" y="6902"/>
                </a:lnTo>
                <a:cubicBezTo>
                  <a:pt x="53822" y="6556"/>
                  <a:pt x="54281" y="6556"/>
                  <a:pt x="57387" y="6442"/>
                </a:cubicBezTo>
                <a:cubicBezTo>
                  <a:pt x="60146" y="6326"/>
                  <a:pt x="60378" y="3336"/>
                  <a:pt x="60378" y="2530"/>
                </a:cubicBezTo>
                <a:cubicBezTo>
                  <a:pt x="60378" y="805"/>
                  <a:pt x="58997" y="0"/>
                  <a:pt x="57731" y="0"/>
                </a:cubicBezTo>
                <a:cubicBezTo>
                  <a:pt x="55777" y="0"/>
                  <a:pt x="51407" y="232"/>
                  <a:pt x="49222" y="346"/>
                </a:cubicBezTo>
                <a:cubicBezTo>
                  <a:pt x="46576" y="462"/>
                  <a:pt x="42321" y="462"/>
                  <a:pt x="39676" y="462"/>
                </a:cubicBezTo>
                <a:cubicBezTo>
                  <a:pt x="37146" y="462"/>
                  <a:pt x="34271" y="346"/>
                  <a:pt x="31741" y="346"/>
                </a:cubicBezTo>
                <a:cubicBezTo>
                  <a:pt x="29096" y="346"/>
                  <a:pt x="26220" y="0"/>
                  <a:pt x="23692" y="0"/>
                </a:cubicBezTo>
                <a:cubicBezTo>
                  <a:pt x="22886" y="0"/>
                  <a:pt x="20126" y="0"/>
                  <a:pt x="20126" y="3911"/>
                </a:cubicBezTo>
                <a:cubicBezTo>
                  <a:pt x="20126" y="6442"/>
                  <a:pt x="22426" y="6442"/>
                  <a:pt x="24955" y="6442"/>
                </a:cubicBezTo>
                <a:cubicBezTo>
                  <a:pt x="26450" y="6442"/>
                  <a:pt x="27945" y="6442"/>
                  <a:pt x="29440" y="6556"/>
                </a:cubicBezTo>
                <a:cubicBezTo>
                  <a:pt x="31281" y="6672"/>
                  <a:pt x="31395" y="6786"/>
                  <a:pt x="32201" y="8165"/>
                </a:cubicBezTo>
                <a:lnTo>
                  <a:pt x="50602" y="39650"/>
                </a:lnTo>
                <a:lnTo>
                  <a:pt x="19206" y="68148"/>
                </a:lnTo>
                <a:cubicBezTo>
                  <a:pt x="16906" y="70217"/>
                  <a:pt x="13800" y="72286"/>
                  <a:pt x="4485" y="72400"/>
                </a:cubicBezTo>
                <a:cubicBezTo>
                  <a:pt x="2415" y="72400"/>
                  <a:pt x="0" y="72400"/>
                  <a:pt x="0" y="76311"/>
                </a:cubicBezTo>
                <a:cubicBezTo>
                  <a:pt x="0" y="77691"/>
                  <a:pt x="1149" y="78840"/>
                  <a:pt x="2530" y="78840"/>
                </a:cubicBezTo>
                <a:cubicBezTo>
                  <a:pt x="5405" y="78840"/>
                  <a:pt x="12421" y="78380"/>
                  <a:pt x="15295" y="78380"/>
                </a:cubicBezTo>
                <a:cubicBezTo>
                  <a:pt x="17711" y="78380"/>
                  <a:pt x="20816" y="78380"/>
                  <a:pt x="23230" y="78496"/>
                </a:cubicBezTo>
                <a:cubicBezTo>
                  <a:pt x="25761" y="78610"/>
                  <a:pt x="28637" y="78840"/>
                  <a:pt x="31165" y="78840"/>
                </a:cubicBezTo>
                <a:cubicBezTo>
                  <a:pt x="32890" y="78840"/>
                  <a:pt x="34731" y="78036"/>
                  <a:pt x="34731" y="74930"/>
                </a:cubicBezTo>
                <a:cubicBezTo>
                  <a:pt x="34731" y="74700"/>
                  <a:pt x="34731" y="72516"/>
                  <a:pt x="31741" y="72400"/>
                </a:cubicBezTo>
                <a:cubicBezTo>
                  <a:pt x="29440" y="72400"/>
                  <a:pt x="27945" y="72056"/>
                  <a:pt x="26336" y="71596"/>
                </a:cubicBezTo>
                <a:lnTo>
                  <a:pt x="54281" y="46201"/>
                </a:lnTo>
                <a:lnTo>
                  <a:pt x="69347" y="71940"/>
                </a:lnTo>
                <a:cubicBezTo>
                  <a:pt x="67392" y="72170"/>
                  <a:pt x="64747" y="72286"/>
                  <a:pt x="63366" y="72400"/>
                </a:cubicBezTo>
                <a:cubicBezTo>
                  <a:pt x="62562" y="72516"/>
                  <a:pt x="60378" y="72861"/>
                  <a:pt x="60378" y="76311"/>
                </a:cubicBezTo>
                <a:cubicBezTo>
                  <a:pt x="60378" y="77347"/>
                  <a:pt x="61181" y="78840"/>
                  <a:pt x="63136" y="78840"/>
                </a:cubicBezTo>
                <a:cubicBezTo>
                  <a:pt x="65782" y="78840"/>
                  <a:pt x="69003" y="78610"/>
                  <a:pt x="71647" y="78496"/>
                </a:cubicBezTo>
                <a:cubicBezTo>
                  <a:pt x="74177" y="78380"/>
                  <a:pt x="78547" y="78380"/>
                  <a:pt x="81077" y="78380"/>
                </a:cubicBezTo>
                <a:cubicBezTo>
                  <a:pt x="83608" y="78380"/>
                  <a:pt x="86482" y="78496"/>
                  <a:pt x="89013" y="78496"/>
                </a:cubicBezTo>
                <a:cubicBezTo>
                  <a:pt x="91657" y="78496"/>
                  <a:pt x="94647" y="78840"/>
                  <a:pt x="97178" y="78840"/>
                </a:cubicBezTo>
                <a:cubicBezTo>
                  <a:pt x="98789" y="78840"/>
                  <a:pt x="100744" y="78150"/>
                  <a:pt x="100744" y="74930"/>
                </a:cubicBezTo>
                <a:cubicBezTo>
                  <a:pt x="100744" y="72400"/>
                  <a:pt x="98327" y="72400"/>
                  <a:pt x="95798" y="72400"/>
                </a:cubicBezTo>
                <a:cubicBezTo>
                  <a:pt x="94303" y="72400"/>
                  <a:pt x="92808" y="72400"/>
                  <a:pt x="91313" y="72286"/>
                </a:cubicBezTo>
                <a:cubicBezTo>
                  <a:pt x="89472" y="72170"/>
                  <a:pt x="89358" y="72056"/>
                  <a:pt x="88553" y="70677"/>
                </a:cubicBezTo>
                <a:lnTo>
                  <a:pt x="68313" y="357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0" name="path-1119">
            <a:extLst xmlns:a="http://schemas.openxmlformats.org/drawingml/2006/main">
              <a:ext uri="{FF2B5EF4-FFF2-40B4-BE49-F238E27FC236}">
                <a16:creationId xmlns:a16="http://schemas.microsoft.com/office/drawing/2014/main" id="{A174B505-E25F-4699-8E3D-A8A113AC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657" y="7393566"/>
            <a:ext cx="16727" cy="40611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1" name="path-1120">
            <a:extLst xmlns:a="http://schemas.openxmlformats.org/drawingml/2006/main">
              <a:ext uri="{FF2B5EF4-FFF2-40B4-BE49-F238E27FC236}">
                <a16:creationId xmlns:a16="http://schemas.microsoft.com/office/drawing/2014/main" id="{31D298A8-0571-4763-9FD3-A6B941C9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785" y="7350573"/>
            <a:ext cx="67568" cy="85020"/>
          </a:xfrm>
          <a:custGeom xmlns:a="http://schemas.openxmlformats.org/drawingml/2006/main">
            <a:pathLst>
              <a:path w="58997" h="74235">
                <a:moveTo>
                  <a:pt x="58537" y="7363"/>
                </a:moveTo>
                <a:cubicBezTo>
                  <a:pt x="58997" y="5752"/>
                  <a:pt x="58997" y="5522"/>
                  <a:pt x="58997" y="4831"/>
                </a:cubicBezTo>
                <a:cubicBezTo>
                  <a:pt x="58997" y="2530"/>
                  <a:pt x="57156" y="1151"/>
                  <a:pt x="55201" y="1151"/>
                </a:cubicBezTo>
                <a:cubicBezTo>
                  <a:pt x="53936" y="1151"/>
                  <a:pt x="51751" y="1727"/>
                  <a:pt x="50486" y="3911"/>
                </a:cubicBezTo>
                <a:cubicBezTo>
                  <a:pt x="50140" y="4601"/>
                  <a:pt x="49221" y="8283"/>
                  <a:pt x="48645" y="10585"/>
                </a:cubicBezTo>
                <a:lnTo>
                  <a:pt x="46230" y="20135"/>
                </a:lnTo>
                <a:cubicBezTo>
                  <a:pt x="45541" y="22895"/>
                  <a:pt x="41975" y="37391"/>
                  <a:pt x="41631" y="38657"/>
                </a:cubicBezTo>
                <a:cubicBezTo>
                  <a:pt x="41515" y="38657"/>
                  <a:pt x="36456" y="48666"/>
                  <a:pt x="27486" y="48666"/>
                </a:cubicBezTo>
                <a:cubicBezTo>
                  <a:pt x="19664" y="48666"/>
                  <a:pt x="19664" y="41189"/>
                  <a:pt x="19664" y="39118"/>
                </a:cubicBezTo>
                <a:cubicBezTo>
                  <a:pt x="19664" y="32904"/>
                  <a:pt x="22311" y="25657"/>
                  <a:pt x="25761" y="16797"/>
                </a:cubicBezTo>
                <a:cubicBezTo>
                  <a:pt x="27140" y="13115"/>
                  <a:pt x="27715" y="11734"/>
                  <a:pt x="27715" y="9780"/>
                </a:cubicBezTo>
                <a:cubicBezTo>
                  <a:pt x="27715" y="4257"/>
                  <a:pt x="23000" y="0"/>
                  <a:pt x="16790" y="0"/>
                </a:cubicBezTo>
                <a:cubicBezTo>
                  <a:pt x="5175" y="0"/>
                  <a:pt x="0" y="15646"/>
                  <a:pt x="0" y="17602"/>
                </a:cubicBezTo>
                <a:cubicBezTo>
                  <a:pt x="0" y="19098"/>
                  <a:pt x="1609" y="19098"/>
                  <a:pt x="1955" y="19098"/>
                </a:cubicBezTo>
                <a:cubicBezTo>
                  <a:pt x="3564" y="19098"/>
                  <a:pt x="3680" y="18524"/>
                  <a:pt x="4024" y="17257"/>
                </a:cubicBezTo>
                <a:cubicBezTo>
                  <a:pt x="6900" y="7709"/>
                  <a:pt x="11845" y="3222"/>
                  <a:pt x="16444" y="3222"/>
                </a:cubicBezTo>
                <a:cubicBezTo>
                  <a:pt x="18399" y="3222"/>
                  <a:pt x="19320" y="4487"/>
                  <a:pt x="19320" y="7247"/>
                </a:cubicBezTo>
                <a:cubicBezTo>
                  <a:pt x="19320" y="9894"/>
                  <a:pt x="18285" y="12426"/>
                  <a:pt x="17710" y="13921"/>
                </a:cubicBezTo>
                <a:cubicBezTo>
                  <a:pt x="12191" y="27958"/>
                  <a:pt x="11039" y="32215"/>
                  <a:pt x="11039" y="37277"/>
                </a:cubicBezTo>
                <a:cubicBezTo>
                  <a:pt x="11039" y="39232"/>
                  <a:pt x="11039" y="44641"/>
                  <a:pt x="15525" y="48322"/>
                </a:cubicBezTo>
                <a:cubicBezTo>
                  <a:pt x="19091" y="51312"/>
                  <a:pt x="23920" y="51886"/>
                  <a:pt x="27026" y="51886"/>
                </a:cubicBezTo>
                <a:cubicBezTo>
                  <a:pt x="31625" y="51886"/>
                  <a:pt x="35765" y="50161"/>
                  <a:pt x="39560" y="46711"/>
                </a:cubicBezTo>
                <a:cubicBezTo>
                  <a:pt x="38065" y="53037"/>
                  <a:pt x="36800" y="57868"/>
                  <a:pt x="31971" y="63619"/>
                </a:cubicBezTo>
                <a:cubicBezTo>
                  <a:pt x="28865" y="67185"/>
                  <a:pt x="24265" y="71015"/>
                  <a:pt x="18169" y="71015"/>
                </a:cubicBezTo>
                <a:cubicBezTo>
                  <a:pt x="17366" y="71015"/>
                  <a:pt x="11959" y="71015"/>
                  <a:pt x="9544" y="67185"/>
                </a:cubicBezTo>
                <a:cubicBezTo>
                  <a:pt x="15755" y="66495"/>
                  <a:pt x="15755" y="60974"/>
                  <a:pt x="15755" y="60858"/>
                </a:cubicBezTo>
                <a:cubicBezTo>
                  <a:pt x="15755" y="57179"/>
                  <a:pt x="12421" y="56489"/>
                  <a:pt x="11269" y="56489"/>
                </a:cubicBezTo>
                <a:cubicBezTo>
                  <a:pt x="8395" y="56489"/>
                  <a:pt x="4599" y="58790"/>
                  <a:pt x="4599" y="64079"/>
                </a:cubicBezTo>
                <a:cubicBezTo>
                  <a:pt x="4599" y="69971"/>
                  <a:pt x="10120" y="74235"/>
                  <a:pt x="18285" y="74235"/>
                </a:cubicBezTo>
                <a:cubicBezTo>
                  <a:pt x="29900" y="74235"/>
                  <a:pt x="44046" y="65230"/>
                  <a:pt x="47611" y="50853"/>
                </a:cubicBezTo>
                <a:lnTo>
                  <a:pt x="58537" y="73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2" name="path-1121">
            <a:extLst xmlns:a="http://schemas.openxmlformats.org/drawingml/2006/main">
              <a:ext uri="{FF2B5EF4-FFF2-40B4-BE49-F238E27FC236}">
                <a16:creationId xmlns:a16="http://schemas.microsoft.com/office/drawing/2014/main" id="{1AB6FFE6-9598-4864-9E5E-4E7CD4D5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388" y="7393566"/>
            <a:ext cx="16727" cy="40611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3" name="path-1122">
            <a:extLst xmlns:a="http://schemas.openxmlformats.org/drawingml/2006/main">
              <a:ext uri="{FF2B5EF4-FFF2-40B4-BE49-F238E27FC236}">
                <a16:creationId xmlns:a16="http://schemas.microsoft.com/office/drawing/2014/main" id="{7AD19926-70EB-4514-93FF-2D64E673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50" y="7317260"/>
            <a:ext cx="37012" cy="92481"/>
          </a:xfrm>
          <a:custGeom xmlns:a="http://schemas.openxmlformats.org/drawingml/2006/main">
            <a:pathLst>
              <a:path w="32317" h="80749">
                <a:moveTo>
                  <a:pt x="30130" y="4947"/>
                </a:moveTo>
                <a:cubicBezTo>
                  <a:pt x="30592" y="3336"/>
                  <a:pt x="30592" y="3106"/>
                  <a:pt x="30592" y="2530"/>
                </a:cubicBezTo>
                <a:cubicBezTo>
                  <a:pt x="30592" y="1957"/>
                  <a:pt x="30246" y="0"/>
                  <a:pt x="27601" y="0"/>
                </a:cubicBezTo>
                <a:cubicBezTo>
                  <a:pt x="27142" y="0"/>
                  <a:pt x="26910" y="0"/>
                  <a:pt x="26796" y="116"/>
                </a:cubicBezTo>
                <a:lnTo>
                  <a:pt x="11271" y="805"/>
                </a:lnTo>
                <a:cubicBezTo>
                  <a:pt x="10006" y="921"/>
                  <a:pt x="7246" y="1035"/>
                  <a:pt x="7246" y="4831"/>
                </a:cubicBezTo>
                <a:cubicBezTo>
                  <a:pt x="7246" y="7361"/>
                  <a:pt x="9776" y="7361"/>
                  <a:pt x="11271" y="7361"/>
                </a:cubicBezTo>
                <a:cubicBezTo>
                  <a:pt x="13340" y="7361"/>
                  <a:pt x="14951" y="7361"/>
                  <a:pt x="14951" y="7935"/>
                </a:cubicBezTo>
                <a:cubicBezTo>
                  <a:pt x="14951" y="8167"/>
                  <a:pt x="14835" y="8857"/>
                  <a:pt x="14605" y="9546"/>
                </a:cubicBezTo>
                <a:lnTo>
                  <a:pt x="576" y="65453"/>
                </a:lnTo>
                <a:cubicBezTo>
                  <a:pt x="230" y="66718"/>
                  <a:pt x="0" y="67753"/>
                  <a:pt x="0" y="69364"/>
                </a:cubicBezTo>
                <a:cubicBezTo>
                  <a:pt x="0" y="77415"/>
                  <a:pt x="8971" y="80749"/>
                  <a:pt x="16216" y="80749"/>
                </a:cubicBezTo>
                <a:cubicBezTo>
                  <a:pt x="28521" y="80749"/>
                  <a:pt x="32317" y="63382"/>
                  <a:pt x="32317" y="62806"/>
                </a:cubicBezTo>
                <a:cubicBezTo>
                  <a:pt x="32317" y="60736"/>
                  <a:pt x="30362" y="60736"/>
                  <a:pt x="28637" y="60736"/>
                </a:cubicBezTo>
                <a:cubicBezTo>
                  <a:pt x="25990" y="60736"/>
                  <a:pt x="25531" y="60851"/>
                  <a:pt x="24955" y="63268"/>
                </a:cubicBezTo>
                <a:cubicBezTo>
                  <a:pt x="23576" y="68674"/>
                  <a:pt x="21391" y="75460"/>
                  <a:pt x="17020" y="75460"/>
                </a:cubicBezTo>
                <a:cubicBezTo>
                  <a:pt x="14260" y="75460"/>
                  <a:pt x="13916" y="72584"/>
                  <a:pt x="13916" y="70859"/>
                </a:cubicBezTo>
                <a:cubicBezTo>
                  <a:pt x="13916" y="69594"/>
                  <a:pt x="13916" y="69248"/>
                  <a:pt x="14491" y="67064"/>
                </a:cubicBezTo>
                <a:lnTo>
                  <a:pt x="30130" y="494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4" name="path-1123">
            <a:extLst xmlns:a="http://schemas.openxmlformats.org/drawingml/2006/main">
              <a:ext uri="{FF2B5EF4-FFF2-40B4-BE49-F238E27FC236}">
                <a16:creationId xmlns:a16="http://schemas.microsoft.com/office/drawing/2014/main" id="{F0A27940-00B4-40F3-87FF-8F595B7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56" y="7364977"/>
            <a:ext cx="38668" cy="62658"/>
          </a:xfrm>
          <a:custGeom xmlns:a="http://schemas.openxmlformats.org/drawingml/2006/main">
            <a:pathLst>
              <a:path w="33763" h="54710">
                <a:moveTo>
                  <a:pt x="20947" y="2473"/>
                </a:moveTo>
                <a:cubicBezTo>
                  <a:pt x="20947" y="0"/>
                  <a:pt x="20701" y="0"/>
                  <a:pt x="17991" y="0"/>
                </a:cubicBezTo>
                <a:cubicBezTo>
                  <a:pt x="12158" y="5291"/>
                  <a:pt x="3040" y="5291"/>
                  <a:pt x="1396" y="5291"/>
                </a:cubicBezTo>
                <a:lnTo>
                  <a:pt x="0" y="5291"/>
                </a:lnTo>
                <a:lnTo>
                  <a:pt x="0" y="8904"/>
                </a:lnTo>
                <a:lnTo>
                  <a:pt x="1396" y="8904"/>
                </a:lnTo>
                <a:cubicBezTo>
                  <a:pt x="3287" y="8904"/>
                  <a:pt x="8625" y="8659"/>
                  <a:pt x="13390" y="6604"/>
                </a:cubicBezTo>
                <a:lnTo>
                  <a:pt x="13390" y="47648"/>
                </a:lnTo>
                <a:cubicBezTo>
                  <a:pt x="13390" y="50194"/>
                  <a:pt x="13390" y="51096"/>
                  <a:pt x="4683" y="51096"/>
                </a:cubicBezTo>
                <a:lnTo>
                  <a:pt x="575" y="51096"/>
                </a:lnTo>
                <a:lnTo>
                  <a:pt x="575" y="54710"/>
                </a:lnTo>
                <a:cubicBezTo>
                  <a:pt x="5093" y="54382"/>
                  <a:pt x="12404" y="54382"/>
                  <a:pt x="17168" y="54382"/>
                </a:cubicBezTo>
                <a:cubicBezTo>
                  <a:pt x="21933" y="54382"/>
                  <a:pt x="29244" y="54382"/>
                  <a:pt x="33763" y="54710"/>
                </a:cubicBezTo>
                <a:lnTo>
                  <a:pt x="33763" y="51096"/>
                </a:lnTo>
                <a:lnTo>
                  <a:pt x="29655" y="51096"/>
                </a:lnTo>
                <a:cubicBezTo>
                  <a:pt x="20947" y="51096"/>
                  <a:pt x="20947" y="50194"/>
                  <a:pt x="20947" y="47648"/>
                </a:cubicBezTo>
                <a:lnTo>
                  <a:pt x="20947" y="247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5" name="path-1124">
            <a:extLst xmlns:a="http://schemas.openxmlformats.org/drawingml/2006/main">
              <a:ext uri="{FF2B5EF4-FFF2-40B4-BE49-F238E27FC236}">
                <a16:creationId xmlns:a16="http://schemas.microsoft.com/office/drawing/2014/main" id="{E58FF3BE-65BE-4157-B742-0B6D675F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704" y="7387119"/>
            <a:ext cx="11477" cy="40517"/>
          </a:xfrm>
          <a:custGeom xmlns:a="http://schemas.openxmlformats.org/drawingml/2006/main">
            <a:pathLst>
              <a:path w="10021" h="35377">
                <a:moveTo>
                  <a:pt x="10021" y="5011"/>
                </a:moveTo>
                <a:cubicBezTo>
                  <a:pt x="10021" y="2219"/>
                  <a:pt x="7803" y="0"/>
                  <a:pt x="5010" y="0"/>
                </a:cubicBezTo>
                <a:cubicBezTo>
                  <a:pt x="2300" y="0"/>
                  <a:pt x="0" y="2219"/>
                  <a:pt x="0" y="5011"/>
                </a:cubicBezTo>
                <a:cubicBezTo>
                  <a:pt x="0" y="7804"/>
                  <a:pt x="2217" y="10022"/>
                  <a:pt x="5010" y="10022"/>
                </a:cubicBezTo>
                <a:cubicBezTo>
                  <a:pt x="7721" y="10022"/>
                  <a:pt x="10021" y="7804"/>
                  <a:pt x="10021" y="5011"/>
                </a:cubicBezTo>
                <a:moveTo>
                  <a:pt x="10021" y="30367"/>
                </a:moveTo>
                <a:cubicBezTo>
                  <a:pt x="10021" y="27574"/>
                  <a:pt x="7803" y="25356"/>
                  <a:pt x="5010" y="25356"/>
                </a:cubicBezTo>
                <a:cubicBezTo>
                  <a:pt x="2300" y="25356"/>
                  <a:pt x="0" y="27574"/>
                  <a:pt x="0" y="30367"/>
                </a:cubicBezTo>
                <a:cubicBezTo>
                  <a:pt x="0" y="33160"/>
                  <a:pt x="2217" y="35377"/>
                  <a:pt x="5010" y="35377"/>
                </a:cubicBezTo>
                <a:cubicBezTo>
                  <a:pt x="7721" y="35377"/>
                  <a:pt x="10021" y="33160"/>
                  <a:pt x="10021" y="30367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6" name="path-1125">
            <a:extLst xmlns:a="http://schemas.openxmlformats.org/drawingml/2006/main">
              <a:ext uri="{FF2B5EF4-FFF2-40B4-BE49-F238E27FC236}">
                <a16:creationId xmlns:a16="http://schemas.microsoft.com/office/drawing/2014/main" id="{5D448DC5-E79D-4EA8-8EB0-FD819C50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524" y="7364143"/>
            <a:ext cx="79120" cy="63492"/>
          </a:xfrm>
          <a:custGeom xmlns:a="http://schemas.openxmlformats.org/drawingml/2006/main">
            <a:pathLst>
              <a:path w="69083" h="55438">
                <a:moveTo>
                  <a:pt x="40662" y="6408"/>
                </a:moveTo>
                <a:cubicBezTo>
                  <a:pt x="41318" y="3862"/>
                  <a:pt x="41318" y="3696"/>
                  <a:pt x="44769" y="3696"/>
                </a:cubicBezTo>
                <a:lnTo>
                  <a:pt x="53558" y="3696"/>
                </a:lnTo>
                <a:cubicBezTo>
                  <a:pt x="62758" y="3696"/>
                  <a:pt x="63909" y="6243"/>
                  <a:pt x="63909" y="11335"/>
                </a:cubicBezTo>
                <a:cubicBezTo>
                  <a:pt x="63909" y="11910"/>
                  <a:pt x="63909" y="13471"/>
                  <a:pt x="63334" y="17413"/>
                </a:cubicBezTo>
                <a:lnTo>
                  <a:pt x="63251" y="18152"/>
                </a:lnTo>
                <a:cubicBezTo>
                  <a:pt x="63251" y="18973"/>
                  <a:pt x="63745" y="19630"/>
                  <a:pt x="64977" y="19630"/>
                </a:cubicBezTo>
                <a:cubicBezTo>
                  <a:pt x="66538" y="19630"/>
                  <a:pt x="66702" y="18891"/>
                  <a:pt x="66866" y="17413"/>
                </a:cubicBezTo>
                <a:lnTo>
                  <a:pt x="68919" y="2711"/>
                </a:lnTo>
                <a:cubicBezTo>
                  <a:pt x="69083" y="1890"/>
                  <a:pt x="69083" y="1726"/>
                  <a:pt x="69083" y="1396"/>
                </a:cubicBezTo>
                <a:cubicBezTo>
                  <a:pt x="69083" y="0"/>
                  <a:pt x="67770" y="0"/>
                  <a:pt x="66373" y="0"/>
                </a:cubicBezTo>
                <a:lnTo>
                  <a:pt x="8789" y="0"/>
                </a:lnTo>
                <a:cubicBezTo>
                  <a:pt x="6653" y="0"/>
                  <a:pt x="6571" y="0"/>
                  <a:pt x="5914" y="1726"/>
                </a:cubicBezTo>
                <a:lnTo>
                  <a:pt x="493" y="16837"/>
                </a:lnTo>
                <a:cubicBezTo>
                  <a:pt x="410" y="17002"/>
                  <a:pt x="0" y="18152"/>
                  <a:pt x="0" y="18234"/>
                </a:cubicBezTo>
                <a:cubicBezTo>
                  <a:pt x="0" y="18726"/>
                  <a:pt x="328" y="19630"/>
                  <a:pt x="1725" y="19630"/>
                </a:cubicBezTo>
                <a:cubicBezTo>
                  <a:pt x="3038" y="19630"/>
                  <a:pt x="3121" y="19384"/>
                  <a:pt x="3861" y="17413"/>
                </a:cubicBezTo>
                <a:cubicBezTo>
                  <a:pt x="7557" y="7640"/>
                  <a:pt x="9939" y="3696"/>
                  <a:pt x="21110" y="3696"/>
                </a:cubicBezTo>
                <a:lnTo>
                  <a:pt x="29982" y="3696"/>
                </a:lnTo>
                <a:cubicBezTo>
                  <a:pt x="30640" y="3696"/>
                  <a:pt x="31790" y="3696"/>
                  <a:pt x="32611" y="3862"/>
                </a:cubicBezTo>
                <a:lnTo>
                  <a:pt x="32611" y="4354"/>
                </a:lnTo>
                <a:lnTo>
                  <a:pt x="21604" y="48292"/>
                </a:lnTo>
                <a:cubicBezTo>
                  <a:pt x="20946" y="50921"/>
                  <a:pt x="20701" y="51742"/>
                  <a:pt x="12074" y="51742"/>
                </a:cubicBezTo>
                <a:lnTo>
                  <a:pt x="10268" y="51742"/>
                </a:lnTo>
                <a:cubicBezTo>
                  <a:pt x="8542" y="51742"/>
                  <a:pt x="8461" y="51825"/>
                  <a:pt x="8050" y="52153"/>
                </a:cubicBezTo>
                <a:cubicBezTo>
                  <a:pt x="7638" y="52564"/>
                  <a:pt x="7310" y="53468"/>
                  <a:pt x="7310" y="54042"/>
                </a:cubicBezTo>
                <a:cubicBezTo>
                  <a:pt x="7310" y="54536"/>
                  <a:pt x="7638" y="55438"/>
                  <a:pt x="8953" y="55438"/>
                </a:cubicBezTo>
                <a:cubicBezTo>
                  <a:pt x="11418" y="55438"/>
                  <a:pt x="14046" y="55193"/>
                  <a:pt x="16510" y="55193"/>
                </a:cubicBezTo>
                <a:cubicBezTo>
                  <a:pt x="19057" y="55193"/>
                  <a:pt x="21604" y="55110"/>
                  <a:pt x="24150" y="55110"/>
                </a:cubicBezTo>
                <a:cubicBezTo>
                  <a:pt x="26778" y="55110"/>
                  <a:pt x="29490" y="55193"/>
                  <a:pt x="32118" y="55193"/>
                </a:cubicBezTo>
                <a:cubicBezTo>
                  <a:pt x="34582" y="55193"/>
                  <a:pt x="37211" y="55438"/>
                  <a:pt x="39676" y="55438"/>
                </a:cubicBezTo>
                <a:cubicBezTo>
                  <a:pt x="40250" y="55438"/>
                  <a:pt x="41811" y="55438"/>
                  <a:pt x="41811" y="53138"/>
                </a:cubicBezTo>
                <a:cubicBezTo>
                  <a:pt x="41811" y="51742"/>
                  <a:pt x="40579" y="51742"/>
                  <a:pt x="39182" y="51742"/>
                </a:cubicBezTo>
                <a:lnTo>
                  <a:pt x="37376" y="51742"/>
                </a:lnTo>
                <a:cubicBezTo>
                  <a:pt x="35240" y="51742"/>
                  <a:pt x="33022" y="51742"/>
                  <a:pt x="30886" y="51332"/>
                </a:cubicBezTo>
                <a:cubicBezTo>
                  <a:pt x="30229" y="51249"/>
                  <a:pt x="29737" y="51168"/>
                  <a:pt x="29737" y="50264"/>
                </a:cubicBezTo>
                <a:cubicBezTo>
                  <a:pt x="29737" y="49853"/>
                  <a:pt x="29737" y="49689"/>
                  <a:pt x="30065" y="48539"/>
                </a:cubicBezTo>
                <a:lnTo>
                  <a:pt x="40662" y="640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7" name="path-1126">
            <a:extLst xmlns:a="http://schemas.openxmlformats.org/drawingml/2006/main">
              <a:ext uri="{FF2B5EF4-FFF2-40B4-BE49-F238E27FC236}">
                <a16:creationId xmlns:a16="http://schemas.microsoft.com/office/drawing/2014/main" id="{7EE272B0-27F2-4ACD-838D-47619D5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69" y="7089359"/>
            <a:ext cx="250438" cy="263496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8" name="path-1127">
            <a:extLst xmlns:a="http://schemas.openxmlformats.org/drawingml/2006/main">
              <a:ext uri="{FF2B5EF4-FFF2-40B4-BE49-F238E27FC236}">
                <a16:creationId xmlns:a16="http://schemas.microsoft.com/office/drawing/2014/main" id="{CFC0EC4D-B392-461A-906F-D8145693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291" y="7028079"/>
            <a:ext cx="98387" cy="88986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9" name="path-1128">
            <a:extLst xmlns:a="http://schemas.openxmlformats.org/drawingml/2006/main">
              <a:ext uri="{FF2B5EF4-FFF2-40B4-BE49-F238E27FC236}">
                <a16:creationId xmlns:a16="http://schemas.microsoft.com/office/drawing/2014/main" id="{EAEAE226-C566-48BF-859E-07C8FC24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159" y="7298752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0" name="path-1129">
            <a:extLst xmlns:a="http://schemas.openxmlformats.org/drawingml/2006/main">
              <a:ext uri="{FF2B5EF4-FFF2-40B4-BE49-F238E27FC236}">
                <a16:creationId xmlns:a16="http://schemas.microsoft.com/office/drawing/2014/main" id="{60F90700-9E89-4DBD-94C9-3AEFAA47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676" y="7330303"/>
            <a:ext cx="96940" cy="35418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1" name="path-1130">
            <a:extLst xmlns:a="http://schemas.openxmlformats.org/drawingml/2006/main">
              <a:ext uri="{FF2B5EF4-FFF2-40B4-BE49-F238E27FC236}">
                <a16:creationId xmlns:a16="http://schemas.microsoft.com/office/drawing/2014/main" id="{650D91B9-7C87-4E2C-818D-5D936757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323" y="7293539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2" name="path-1131">
            <a:extLst xmlns:a="http://schemas.openxmlformats.org/drawingml/2006/main">
              <a:ext uri="{FF2B5EF4-FFF2-40B4-BE49-F238E27FC236}">
                <a16:creationId xmlns:a16="http://schemas.microsoft.com/office/drawing/2014/main" id="{1EF670DA-DD4E-4EB0-9CEF-46997C11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7782" y="6995210"/>
            <a:ext cx="49486" cy="451405"/>
          </a:xfrm>
          <a:custGeom xmlns:a="http://schemas.openxmlformats.org/drawingml/2006/main">
            <a:pathLst>
              <a:path w="43209" h="394144">
                <a:moveTo>
                  <a:pt x="0" y="394144"/>
                </a:moveTo>
                <a:lnTo>
                  <a:pt x="43209" y="394144"/>
                </a:lnTo>
                <a:lnTo>
                  <a:pt x="43209" y="385106"/>
                </a:lnTo>
                <a:lnTo>
                  <a:pt x="9035" y="385106"/>
                </a:lnTo>
                <a:lnTo>
                  <a:pt x="9035" y="9035"/>
                </a:lnTo>
                <a:lnTo>
                  <a:pt x="43209" y="9035"/>
                </a:lnTo>
                <a:lnTo>
                  <a:pt x="43209" y="0"/>
                </a:lnTo>
                <a:lnTo>
                  <a:pt x="0" y="0"/>
                </a:lnTo>
                <a:lnTo>
                  <a:pt x="0" y="3941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3" name="path-1132">
            <a:extLst xmlns:a="http://schemas.openxmlformats.org/drawingml/2006/main">
              <a:ext uri="{FF2B5EF4-FFF2-40B4-BE49-F238E27FC236}">
                <a16:creationId xmlns:a16="http://schemas.microsoft.com/office/drawing/2014/main" id="{16224B4E-316E-4177-A778-E4B95008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188" y="6995267"/>
            <a:ext cx="92575" cy="451382"/>
          </a:xfrm>
          <a:custGeom xmlns:a="http://schemas.openxmlformats.org/drawingml/2006/main">
            <a:pathLst>
              <a:path w="80832" h="394124">
                <a:moveTo>
                  <a:pt x="80832" y="392479"/>
                </a:moveTo>
                <a:cubicBezTo>
                  <a:pt x="80832" y="391822"/>
                  <a:pt x="80503" y="391494"/>
                  <a:pt x="80175" y="391002"/>
                </a:cubicBezTo>
                <a:cubicBezTo>
                  <a:pt x="74096" y="384923"/>
                  <a:pt x="63088" y="373916"/>
                  <a:pt x="52080" y="356172"/>
                </a:cubicBezTo>
                <a:cubicBezTo>
                  <a:pt x="25630" y="313788"/>
                  <a:pt x="13637" y="260394"/>
                  <a:pt x="13637" y="197143"/>
                </a:cubicBezTo>
                <a:cubicBezTo>
                  <a:pt x="13637" y="152952"/>
                  <a:pt x="19551" y="95943"/>
                  <a:pt x="46658" y="46986"/>
                </a:cubicBezTo>
                <a:cubicBezTo>
                  <a:pt x="59639" y="23657"/>
                  <a:pt x="73111" y="10185"/>
                  <a:pt x="80338" y="2958"/>
                </a:cubicBezTo>
                <a:cubicBezTo>
                  <a:pt x="80832" y="2467"/>
                  <a:pt x="80832" y="2136"/>
                  <a:pt x="80832" y="1645"/>
                </a:cubicBezTo>
                <a:cubicBezTo>
                  <a:pt x="80832" y="0"/>
                  <a:pt x="79681" y="0"/>
                  <a:pt x="77382" y="0"/>
                </a:cubicBezTo>
                <a:cubicBezTo>
                  <a:pt x="75081" y="0"/>
                  <a:pt x="74753" y="0"/>
                  <a:pt x="72288" y="2467"/>
                </a:cubicBezTo>
                <a:cubicBezTo>
                  <a:pt x="17250" y="52572"/>
                  <a:pt x="0" y="127816"/>
                  <a:pt x="0" y="196980"/>
                </a:cubicBezTo>
                <a:cubicBezTo>
                  <a:pt x="0" y="261545"/>
                  <a:pt x="14786" y="326601"/>
                  <a:pt x="56515" y="375723"/>
                </a:cubicBezTo>
                <a:cubicBezTo>
                  <a:pt x="59802" y="379501"/>
                  <a:pt x="66046" y="386237"/>
                  <a:pt x="72782" y="392151"/>
                </a:cubicBezTo>
                <a:cubicBezTo>
                  <a:pt x="74753" y="394124"/>
                  <a:pt x="75081" y="394124"/>
                  <a:pt x="77382" y="394124"/>
                </a:cubicBezTo>
                <a:cubicBezTo>
                  <a:pt x="79681" y="394124"/>
                  <a:pt x="80832" y="394124"/>
                  <a:pt x="80832" y="39247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4" name="path-1133">
            <a:extLst xmlns:a="http://schemas.openxmlformats.org/drawingml/2006/main">
              <a:ext uri="{FF2B5EF4-FFF2-40B4-BE49-F238E27FC236}">
                <a16:creationId xmlns:a16="http://schemas.microsoft.com/office/drawing/2014/main" id="{1638110B-1D23-485C-BD63-992DDAB5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098" y="7089359"/>
            <a:ext cx="250438" cy="263496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5" name="path-1134">
            <a:extLst xmlns:a="http://schemas.openxmlformats.org/drawingml/2006/main">
              <a:ext uri="{FF2B5EF4-FFF2-40B4-BE49-F238E27FC236}">
                <a16:creationId xmlns:a16="http://schemas.microsoft.com/office/drawing/2014/main" id="{D1B48DF5-5098-4875-8881-9DAC65E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001" y="7028079"/>
            <a:ext cx="98387" cy="88986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6" name="path-1135">
            <a:extLst xmlns:a="http://schemas.openxmlformats.org/drawingml/2006/main">
              <a:ext uri="{FF2B5EF4-FFF2-40B4-BE49-F238E27FC236}">
                <a16:creationId xmlns:a16="http://schemas.microsoft.com/office/drawing/2014/main" id="{D9FE1438-DB94-47AB-92E7-F7B1CFC0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869" y="7298752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7" name="path-1136">
            <a:extLst xmlns:a="http://schemas.openxmlformats.org/drawingml/2006/main">
              <a:ext uri="{FF2B5EF4-FFF2-40B4-BE49-F238E27FC236}">
                <a16:creationId xmlns:a16="http://schemas.microsoft.com/office/drawing/2014/main" id="{B36C2163-73F2-4958-868B-BC68640E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5934" y="7290787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8" name="path-1137">
            <a:extLst xmlns:a="http://schemas.openxmlformats.org/drawingml/2006/main">
              <a:ext uri="{FF2B5EF4-FFF2-40B4-BE49-F238E27FC236}">
                <a16:creationId xmlns:a16="http://schemas.microsoft.com/office/drawing/2014/main" id="{401D9362-6F97-466B-879F-402567C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304" y="7330303"/>
            <a:ext cx="96940" cy="35418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9" name="path-1138">
            <a:extLst xmlns:a="http://schemas.openxmlformats.org/drawingml/2006/main">
              <a:ext uri="{FF2B5EF4-FFF2-40B4-BE49-F238E27FC236}">
                <a16:creationId xmlns:a16="http://schemas.microsoft.com/office/drawing/2014/main" id="{C17C1CEE-C096-430A-B30B-F76DE084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126" y="7298752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0" name="path-1139">
            <a:extLst xmlns:a="http://schemas.openxmlformats.org/drawingml/2006/main">
              <a:ext uri="{FF2B5EF4-FFF2-40B4-BE49-F238E27FC236}">
                <a16:creationId xmlns:a16="http://schemas.microsoft.com/office/drawing/2014/main" id="{8FCBBC8F-6FE0-408E-9EC0-3858071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656" y="7184863"/>
            <a:ext cx="76580" cy="85260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1" name="path-1140">
            <a:extLst xmlns:a="http://schemas.openxmlformats.org/drawingml/2006/main">
              <a:ext uri="{FF2B5EF4-FFF2-40B4-BE49-F238E27FC236}">
                <a16:creationId xmlns:a16="http://schemas.microsoft.com/office/drawing/2014/main" id="{EBB90FE6-B3F3-421E-AD9C-E120A6BB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608" y="7214085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2" name="path-1141">
            <a:extLst xmlns:a="http://schemas.openxmlformats.org/drawingml/2006/main">
              <a:ext uri="{FF2B5EF4-FFF2-40B4-BE49-F238E27FC236}">
                <a16:creationId xmlns:a16="http://schemas.microsoft.com/office/drawing/2014/main" id="{BEC62962-3CC0-4A60-B22E-0596A261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1674" y="7206099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3" name="path-1142">
            <a:extLst xmlns:a="http://schemas.openxmlformats.org/drawingml/2006/main">
              <a:ext uri="{FF2B5EF4-FFF2-40B4-BE49-F238E27FC236}">
                <a16:creationId xmlns:a16="http://schemas.microsoft.com/office/drawing/2014/main" id="{AEA40069-3732-49EE-B763-80A94D77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814" y="6995267"/>
            <a:ext cx="92575" cy="451382"/>
          </a:xfrm>
          <a:custGeom xmlns:a="http://schemas.openxmlformats.org/drawingml/2006/main">
            <a:pathLst>
              <a:path w="80832" h="394124">
                <a:moveTo>
                  <a:pt x="80832" y="197143"/>
                </a:moveTo>
                <a:cubicBezTo>
                  <a:pt x="80832" y="132579"/>
                  <a:pt x="66046" y="67523"/>
                  <a:pt x="24317" y="18400"/>
                </a:cubicBezTo>
                <a:cubicBezTo>
                  <a:pt x="21030" y="14623"/>
                  <a:pt x="14788" y="7887"/>
                  <a:pt x="8052" y="1973"/>
                </a:cubicBezTo>
                <a:cubicBezTo>
                  <a:pt x="6079" y="0"/>
                  <a:pt x="5751" y="0"/>
                  <a:pt x="3452" y="0"/>
                </a:cubicBezTo>
                <a:cubicBezTo>
                  <a:pt x="1479" y="0"/>
                  <a:pt x="0" y="0"/>
                  <a:pt x="0" y="1645"/>
                </a:cubicBezTo>
                <a:cubicBezTo>
                  <a:pt x="0" y="2301"/>
                  <a:pt x="657" y="2958"/>
                  <a:pt x="985" y="3287"/>
                </a:cubicBezTo>
                <a:cubicBezTo>
                  <a:pt x="6736" y="9200"/>
                  <a:pt x="17744" y="20208"/>
                  <a:pt x="28751" y="37952"/>
                </a:cubicBezTo>
                <a:cubicBezTo>
                  <a:pt x="55201" y="80335"/>
                  <a:pt x="67197" y="133729"/>
                  <a:pt x="67197" y="196980"/>
                </a:cubicBezTo>
                <a:cubicBezTo>
                  <a:pt x="67197" y="241171"/>
                  <a:pt x="61281" y="298180"/>
                  <a:pt x="34174" y="347137"/>
                </a:cubicBezTo>
                <a:cubicBezTo>
                  <a:pt x="21193" y="370466"/>
                  <a:pt x="7558" y="384101"/>
                  <a:pt x="657" y="391002"/>
                </a:cubicBezTo>
                <a:cubicBezTo>
                  <a:pt x="328" y="391494"/>
                  <a:pt x="0" y="391988"/>
                  <a:pt x="0" y="392479"/>
                </a:cubicBezTo>
                <a:cubicBezTo>
                  <a:pt x="0" y="394124"/>
                  <a:pt x="1479" y="394124"/>
                  <a:pt x="3452" y="394124"/>
                </a:cubicBezTo>
                <a:cubicBezTo>
                  <a:pt x="5751" y="394124"/>
                  <a:pt x="6079" y="394124"/>
                  <a:pt x="8543" y="391659"/>
                </a:cubicBezTo>
                <a:cubicBezTo>
                  <a:pt x="63582" y="341552"/>
                  <a:pt x="80832" y="266308"/>
                  <a:pt x="80832" y="19714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4" name="path-1143">
            <a:extLst xmlns:a="http://schemas.openxmlformats.org/drawingml/2006/main">
              <a:ext uri="{FF2B5EF4-FFF2-40B4-BE49-F238E27FC236}">
                <a16:creationId xmlns:a16="http://schemas.microsoft.com/office/drawing/2014/main" id="{19025E49-4AC7-4370-832A-210F2D96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1938" y="7139661"/>
            <a:ext cx="138860" cy="134688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5" name="path-1144">
            <a:extLst xmlns:a="http://schemas.openxmlformats.org/drawingml/2006/main">
              <a:ext uri="{FF2B5EF4-FFF2-40B4-BE49-F238E27FC236}">
                <a16:creationId xmlns:a16="http://schemas.microsoft.com/office/drawing/2014/main" id="{FDA57C2A-DE00-478A-A3D9-8AD10B3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7662" y="7203855"/>
            <a:ext cx="71652" cy="93510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6" name="path-1145">
            <a:extLst xmlns:a="http://schemas.openxmlformats.org/drawingml/2006/main">
              <a:ext uri="{FF2B5EF4-FFF2-40B4-BE49-F238E27FC236}">
                <a16:creationId xmlns:a16="http://schemas.microsoft.com/office/drawing/2014/main" id="{61BBD2DC-DABF-474E-A43C-CFB4E00F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338" y="7137456"/>
            <a:ext cx="41771" cy="130646"/>
          </a:xfrm>
          <a:custGeom xmlns:a="http://schemas.openxmlformats.org/drawingml/2006/main">
            <a:pathLst>
              <a:path w="36473" h="114073">
                <a:moveTo>
                  <a:pt x="23657" y="0"/>
                </a:moveTo>
                <a:lnTo>
                  <a:pt x="0" y="1807"/>
                </a:lnTo>
                <a:lnTo>
                  <a:pt x="0" y="6901"/>
                </a:lnTo>
                <a:cubicBezTo>
                  <a:pt x="11502" y="6901"/>
                  <a:pt x="12815" y="8052"/>
                  <a:pt x="12815" y="16107"/>
                </a:cubicBezTo>
                <a:lnTo>
                  <a:pt x="12815" y="101584"/>
                </a:lnTo>
                <a:cubicBezTo>
                  <a:pt x="12815" y="108981"/>
                  <a:pt x="11008" y="108981"/>
                  <a:pt x="0" y="108981"/>
                </a:cubicBezTo>
                <a:lnTo>
                  <a:pt x="0" y="114073"/>
                </a:lnTo>
                <a:cubicBezTo>
                  <a:pt x="5422" y="113910"/>
                  <a:pt x="14129" y="113582"/>
                  <a:pt x="18238" y="113582"/>
                </a:cubicBezTo>
                <a:cubicBezTo>
                  <a:pt x="22344" y="113582"/>
                  <a:pt x="30393" y="113910"/>
                  <a:pt x="36473" y="114073"/>
                </a:cubicBezTo>
                <a:lnTo>
                  <a:pt x="36473" y="108981"/>
                </a:lnTo>
                <a:cubicBezTo>
                  <a:pt x="25465" y="108981"/>
                  <a:pt x="23657" y="108981"/>
                  <a:pt x="23657" y="101584"/>
                </a:cubicBezTo>
                <a:lnTo>
                  <a:pt x="23657" y="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7" name="path-1146">
            <a:extLst xmlns:a="http://schemas.openxmlformats.org/drawingml/2006/main">
              <a:ext uri="{FF2B5EF4-FFF2-40B4-BE49-F238E27FC236}">
                <a16:creationId xmlns:a16="http://schemas.microsoft.com/office/drawing/2014/main" id="{3181C50A-F884-4FDC-8EC1-33425907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5669" y="7183760"/>
            <a:ext cx="83353" cy="86362"/>
          </a:xfrm>
          <a:custGeom xmlns:a="http://schemas.openxmlformats.org/drawingml/2006/main">
            <a:pathLst>
              <a:path w="72780" h="75407">
                <a:moveTo>
                  <a:pt x="72780" y="38443"/>
                </a:moveTo>
                <a:cubicBezTo>
                  <a:pt x="72780" y="17415"/>
                  <a:pt x="56350" y="0"/>
                  <a:pt x="36473" y="0"/>
                </a:cubicBezTo>
                <a:cubicBezTo>
                  <a:pt x="15936" y="0"/>
                  <a:pt x="0" y="17909"/>
                  <a:pt x="0" y="38443"/>
                </a:cubicBezTo>
                <a:cubicBezTo>
                  <a:pt x="0" y="59636"/>
                  <a:pt x="17084" y="75407"/>
                  <a:pt x="36307" y="75407"/>
                </a:cubicBezTo>
                <a:cubicBezTo>
                  <a:pt x="56187" y="75407"/>
                  <a:pt x="72780" y="59308"/>
                  <a:pt x="72780" y="38443"/>
                </a:cubicBezTo>
                <a:moveTo>
                  <a:pt x="36473" y="71301"/>
                </a:moveTo>
                <a:cubicBezTo>
                  <a:pt x="29406" y="71301"/>
                  <a:pt x="22178" y="67851"/>
                  <a:pt x="17741" y="60293"/>
                </a:cubicBezTo>
                <a:cubicBezTo>
                  <a:pt x="13635" y="53066"/>
                  <a:pt x="13635" y="43043"/>
                  <a:pt x="13635" y="37129"/>
                </a:cubicBezTo>
                <a:cubicBezTo>
                  <a:pt x="13635" y="30722"/>
                  <a:pt x="13635" y="21852"/>
                  <a:pt x="17578" y="14623"/>
                </a:cubicBezTo>
                <a:cubicBezTo>
                  <a:pt x="22013" y="7067"/>
                  <a:pt x="29737" y="3615"/>
                  <a:pt x="36307" y="3615"/>
                </a:cubicBezTo>
                <a:cubicBezTo>
                  <a:pt x="43537" y="3615"/>
                  <a:pt x="50601" y="7230"/>
                  <a:pt x="54873" y="14294"/>
                </a:cubicBezTo>
                <a:cubicBezTo>
                  <a:pt x="59145" y="21359"/>
                  <a:pt x="59145" y="30887"/>
                  <a:pt x="59145" y="37129"/>
                </a:cubicBezTo>
                <a:cubicBezTo>
                  <a:pt x="59145" y="43043"/>
                  <a:pt x="59145" y="51915"/>
                  <a:pt x="55530" y="59145"/>
                </a:cubicBezTo>
                <a:cubicBezTo>
                  <a:pt x="51915" y="66538"/>
                  <a:pt x="44685" y="71301"/>
                  <a:pt x="36473" y="7130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8" name="path-1147">
            <a:extLst xmlns:a="http://schemas.openxmlformats.org/drawingml/2006/main">
              <a:ext uri="{FF2B5EF4-FFF2-40B4-BE49-F238E27FC236}">
                <a16:creationId xmlns:a16="http://schemas.microsoft.com/office/drawing/2014/main" id="{2FAEF941-180F-461F-878F-65D9132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750" y="7182796"/>
            <a:ext cx="85989" cy="124076"/>
          </a:xfrm>
          <a:custGeom xmlns:a="http://schemas.openxmlformats.org/drawingml/2006/main">
            <a:pathLst>
              <a:path w="75081" h="108337">
                <a:moveTo>
                  <a:pt x="31872" y="46159"/>
                </a:moveTo>
                <a:cubicBezTo>
                  <a:pt x="17578" y="46159"/>
                  <a:pt x="17578" y="29732"/>
                  <a:pt x="17578" y="25954"/>
                </a:cubicBezTo>
                <a:cubicBezTo>
                  <a:pt x="17578" y="21519"/>
                  <a:pt x="17741" y="16262"/>
                  <a:pt x="20205" y="12156"/>
                </a:cubicBezTo>
                <a:cubicBezTo>
                  <a:pt x="21522" y="10185"/>
                  <a:pt x="25299" y="5585"/>
                  <a:pt x="31872" y="5585"/>
                </a:cubicBezTo>
                <a:cubicBezTo>
                  <a:pt x="46164" y="5585"/>
                  <a:pt x="46164" y="22013"/>
                  <a:pt x="46164" y="25791"/>
                </a:cubicBezTo>
                <a:cubicBezTo>
                  <a:pt x="46164" y="30225"/>
                  <a:pt x="46001" y="35482"/>
                  <a:pt x="43537" y="39589"/>
                </a:cubicBezTo>
                <a:cubicBezTo>
                  <a:pt x="42221" y="41559"/>
                  <a:pt x="38443" y="46159"/>
                  <a:pt x="31872" y="46159"/>
                </a:cubicBezTo>
                <a:moveTo>
                  <a:pt x="12813" y="52584"/>
                </a:moveTo>
                <a:cubicBezTo>
                  <a:pt x="12813" y="51922"/>
                  <a:pt x="12813" y="48132"/>
                  <a:pt x="15605" y="44846"/>
                </a:cubicBezTo>
                <a:cubicBezTo>
                  <a:pt x="22013" y="49446"/>
                  <a:pt x="28749" y="49937"/>
                  <a:pt x="31872" y="49937"/>
                </a:cubicBezTo>
                <a:cubicBezTo>
                  <a:pt x="47149" y="49937"/>
                  <a:pt x="58485" y="38603"/>
                  <a:pt x="58485" y="25954"/>
                </a:cubicBezTo>
                <a:cubicBezTo>
                  <a:pt x="58485" y="19877"/>
                  <a:pt x="55858" y="13798"/>
                  <a:pt x="51749" y="10020"/>
                </a:cubicBezTo>
                <a:cubicBezTo>
                  <a:pt x="57666" y="4435"/>
                  <a:pt x="63579" y="3612"/>
                  <a:pt x="66538" y="3612"/>
                </a:cubicBezTo>
                <a:cubicBezTo>
                  <a:pt x="66866" y="3612"/>
                  <a:pt x="67686" y="3612"/>
                  <a:pt x="68180" y="3778"/>
                </a:cubicBezTo>
                <a:cubicBezTo>
                  <a:pt x="66372" y="4435"/>
                  <a:pt x="65550" y="6242"/>
                  <a:pt x="65550" y="8213"/>
                </a:cubicBezTo>
                <a:cubicBezTo>
                  <a:pt x="65550" y="11005"/>
                  <a:pt x="67686" y="12978"/>
                  <a:pt x="70315" y="12978"/>
                </a:cubicBezTo>
                <a:cubicBezTo>
                  <a:pt x="71957" y="12978"/>
                  <a:pt x="75081" y="11827"/>
                  <a:pt x="75081" y="8050"/>
                </a:cubicBezTo>
                <a:cubicBezTo>
                  <a:pt x="75081" y="5257"/>
                  <a:pt x="73108" y="0"/>
                  <a:pt x="66700" y="0"/>
                </a:cubicBezTo>
                <a:cubicBezTo>
                  <a:pt x="63414" y="0"/>
                  <a:pt x="56187" y="985"/>
                  <a:pt x="49285" y="7721"/>
                </a:cubicBezTo>
                <a:cubicBezTo>
                  <a:pt x="42386" y="2299"/>
                  <a:pt x="35485" y="1805"/>
                  <a:pt x="31872" y="1805"/>
                </a:cubicBezTo>
                <a:cubicBezTo>
                  <a:pt x="16593" y="1805"/>
                  <a:pt x="5257" y="13141"/>
                  <a:pt x="5257" y="25791"/>
                </a:cubicBezTo>
                <a:cubicBezTo>
                  <a:pt x="5257" y="33018"/>
                  <a:pt x="8869" y="39260"/>
                  <a:pt x="12978" y="42710"/>
                </a:cubicBezTo>
                <a:cubicBezTo>
                  <a:pt x="10842" y="45174"/>
                  <a:pt x="7884" y="50599"/>
                  <a:pt x="7884" y="56390"/>
                </a:cubicBezTo>
                <a:cubicBezTo>
                  <a:pt x="7884" y="61519"/>
                  <a:pt x="10020" y="67776"/>
                  <a:pt x="15114" y="71062"/>
                </a:cubicBezTo>
                <a:cubicBezTo>
                  <a:pt x="5257" y="73855"/>
                  <a:pt x="0" y="80914"/>
                  <a:pt x="0" y="87482"/>
                </a:cubicBezTo>
                <a:cubicBezTo>
                  <a:pt x="0" y="99305"/>
                  <a:pt x="16265" y="108337"/>
                  <a:pt x="36307" y="108337"/>
                </a:cubicBezTo>
                <a:cubicBezTo>
                  <a:pt x="55693" y="108337"/>
                  <a:pt x="72780" y="99962"/>
                  <a:pt x="72780" y="87154"/>
                </a:cubicBezTo>
                <a:cubicBezTo>
                  <a:pt x="72780" y="81408"/>
                  <a:pt x="70481" y="73033"/>
                  <a:pt x="62100" y="68433"/>
                </a:cubicBezTo>
                <a:cubicBezTo>
                  <a:pt x="53394" y="63833"/>
                  <a:pt x="43865" y="63833"/>
                  <a:pt x="33843" y="63833"/>
                </a:cubicBezTo>
                <a:cubicBezTo>
                  <a:pt x="29737" y="63833"/>
                  <a:pt x="22670" y="63833"/>
                  <a:pt x="21522" y="63667"/>
                </a:cubicBezTo>
                <a:cubicBezTo>
                  <a:pt x="16265" y="63005"/>
                  <a:pt x="12813" y="57879"/>
                  <a:pt x="12813" y="52584"/>
                </a:cubicBezTo>
                <a:moveTo>
                  <a:pt x="36473" y="104559"/>
                </a:moveTo>
                <a:cubicBezTo>
                  <a:pt x="19877" y="104559"/>
                  <a:pt x="8541" y="96186"/>
                  <a:pt x="8541" y="87482"/>
                </a:cubicBezTo>
                <a:cubicBezTo>
                  <a:pt x="8541" y="79929"/>
                  <a:pt x="14786" y="73855"/>
                  <a:pt x="22013" y="73361"/>
                </a:cubicBezTo>
                <a:lnTo>
                  <a:pt x="31707" y="73361"/>
                </a:lnTo>
                <a:cubicBezTo>
                  <a:pt x="45836" y="73361"/>
                  <a:pt x="64236" y="73361"/>
                  <a:pt x="64236" y="87482"/>
                </a:cubicBezTo>
                <a:cubicBezTo>
                  <a:pt x="64236" y="96349"/>
                  <a:pt x="52572" y="104559"/>
                  <a:pt x="36473" y="10455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9" name="path-1148">
            <a:extLst xmlns:a="http://schemas.openxmlformats.org/drawingml/2006/main">
              <a:ext uri="{FF2B5EF4-FFF2-40B4-BE49-F238E27FC236}">
                <a16:creationId xmlns:a16="http://schemas.microsoft.com/office/drawing/2014/main" id="{4B676F37-48C3-48C4-A07D-AC35F44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510" y="7184863"/>
            <a:ext cx="98220" cy="119804"/>
          </a:xfrm>
          <a:custGeom xmlns:a="http://schemas.openxmlformats.org/drawingml/2006/main">
            <a:pathLst>
              <a:path w="85760" h="104607">
                <a:moveTo>
                  <a:pt x="12652" y="92752"/>
                </a:moveTo>
                <a:cubicBezTo>
                  <a:pt x="11336" y="98360"/>
                  <a:pt x="11008" y="99515"/>
                  <a:pt x="3780" y="99515"/>
                </a:cubicBezTo>
                <a:cubicBezTo>
                  <a:pt x="1807" y="99515"/>
                  <a:pt x="0" y="99515"/>
                  <a:pt x="0" y="102637"/>
                </a:cubicBezTo>
                <a:cubicBezTo>
                  <a:pt x="0" y="103950"/>
                  <a:pt x="822" y="104607"/>
                  <a:pt x="2136" y="104607"/>
                </a:cubicBezTo>
                <a:cubicBezTo>
                  <a:pt x="6573" y="104607"/>
                  <a:pt x="11336" y="104116"/>
                  <a:pt x="15936" y="104116"/>
                </a:cubicBezTo>
                <a:cubicBezTo>
                  <a:pt x="21359" y="104116"/>
                  <a:pt x="26944" y="104607"/>
                  <a:pt x="32201" y="104607"/>
                </a:cubicBezTo>
                <a:cubicBezTo>
                  <a:pt x="33023" y="104607"/>
                  <a:pt x="35159" y="104607"/>
                  <a:pt x="35159" y="101323"/>
                </a:cubicBezTo>
                <a:cubicBezTo>
                  <a:pt x="35159" y="99515"/>
                  <a:pt x="33517" y="99515"/>
                  <a:pt x="31216" y="99515"/>
                </a:cubicBezTo>
                <a:cubicBezTo>
                  <a:pt x="23001" y="99515"/>
                  <a:pt x="23001" y="98360"/>
                  <a:pt x="23001" y="96876"/>
                </a:cubicBezTo>
                <a:cubicBezTo>
                  <a:pt x="23001" y="94898"/>
                  <a:pt x="29902" y="68037"/>
                  <a:pt x="31053" y="63928"/>
                </a:cubicBezTo>
                <a:cubicBezTo>
                  <a:pt x="33189" y="68693"/>
                  <a:pt x="37789" y="74444"/>
                  <a:pt x="46167" y="74444"/>
                </a:cubicBezTo>
                <a:cubicBezTo>
                  <a:pt x="65224" y="74444"/>
                  <a:pt x="85760" y="50453"/>
                  <a:pt x="85760" y="26295"/>
                </a:cubicBezTo>
                <a:cubicBezTo>
                  <a:pt x="85760" y="10847"/>
                  <a:pt x="76397" y="0"/>
                  <a:pt x="63910" y="0"/>
                </a:cubicBezTo>
                <a:cubicBezTo>
                  <a:pt x="55695" y="0"/>
                  <a:pt x="47809" y="5916"/>
                  <a:pt x="42389" y="12326"/>
                </a:cubicBezTo>
                <a:cubicBezTo>
                  <a:pt x="40744" y="3452"/>
                  <a:pt x="33680" y="0"/>
                  <a:pt x="27601" y="0"/>
                </a:cubicBezTo>
                <a:cubicBezTo>
                  <a:pt x="20045" y="0"/>
                  <a:pt x="16924" y="6410"/>
                  <a:pt x="15445" y="9368"/>
                </a:cubicBezTo>
                <a:cubicBezTo>
                  <a:pt x="12487" y="14956"/>
                  <a:pt x="10351" y="24816"/>
                  <a:pt x="10351" y="25309"/>
                </a:cubicBezTo>
                <a:cubicBezTo>
                  <a:pt x="10351" y="26951"/>
                  <a:pt x="11993" y="26951"/>
                  <a:pt x="12324" y="26951"/>
                </a:cubicBezTo>
                <a:cubicBezTo>
                  <a:pt x="13966" y="26951"/>
                  <a:pt x="14129" y="26788"/>
                  <a:pt x="15116" y="23174"/>
                </a:cubicBezTo>
                <a:cubicBezTo>
                  <a:pt x="17909" y="11504"/>
                  <a:pt x="21196" y="3615"/>
                  <a:pt x="27109" y="3615"/>
                </a:cubicBezTo>
                <a:cubicBezTo>
                  <a:pt x="29902" y="3615"/>
                  <a:pt x="32201" y="4931"/>
                  <a:pt x="32201" y="11176"/>
                </a:cubicBezTo>
                <a:cubicBezTo>
                  <a:pt x="32201" y="14956"/>
                  <a:pt x="31709" y="16763"/>
                  <a:pt x="31053" y="19556"/>
                </a:cubicBezTo>
                <a:lnTo>
                  <a:pt x="12652" y="92752"/>
                </a:lnTo>
                <a:moveTo>
                  <a:pt x="41567" y="21364"/>
                </a:moveTo>
                <a:cubicBezTo>
                  <a:pt x="42717" y="16926"/>
                  <a:pt x="47152" y="12326"/>
                  <a:pt x="50110" y="9862"/>
                </a:cubicBezTo>
                <a:cubicBezTo>
                  <a:pt x="55861" y="4766"/>
                  <a:pt x="60624" y="3615"/>
                  <a:pt x="63416" y="3615"/>
                </a:cubicBezTo>
                <a:cubicBezTo>
                  <a:pt x="69989" y="3615"/>
                  <a:pt x="73933" y="9368"/>
                  <a:pt x="73933" y="19065"/>
                </a:cubicBezTo>
                <a:cubicBezTo>
                  <a:pt x="73933" y="28759"/>
                  <a:pt x="68510" y="47658"/>
                  <a:pt x="65552" y="53903"/>
                </a:cubicBezTo>
                <a:cubicBezTo>
                  <a:pt x="59967" y="65407"/>
                  <a:pt x="52080" y="70832"/>
                  <a:pt x="46001" y="70832"/>
                </a:cubicBezTo>
                <a:cubicBezTo>
                  <a:pt x="35159" y="70832"/>
                  <a:pt x="33023" y="57192"/>
                  <a:pt x="33023" y="56204"/>
                </a:cubicBezTo>
                <a:cubicBezTo>
                  <a:pt x="33023" y="55876"/>
                  <a:pt x="33023" y="55547"/>
                  <a:pt x="33517" y="53574"/>
                </a:cubicBezTo>
                <a:lnTo>
                  <a:pt x="41567" y="2136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0" name="path-1149">
            <a:extLst xmlns:a="http://schemas.openxmlformats.org/drawingml/2006/main">
              <a:ext uri="{FF2B5EF4-FFF2-40B4-BE49-F238E27FC236}">
                <a16:creationId xmlns:a16="http://schemas.microsoft.com/office/drawing/2014/main" id="{AE3049F1-BC6D-452F-B8C9-63892252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839" y="712698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1" name="path-1150">
            <a:extLst xmlns:a="http://schemas.openxmlformats.org/drawingml/2006/main">
              <a:ext uri="{FF2B5EF4-FFF2-40B4-BE49-F238E27FC236}">
                <a16:creationId xmlns:a16="http://schemas.microsoft.com/office/drawing/2014/main" id="{12DAB523-35B2-498F-84BA-0C4D3208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585" y="7137456"/>
            <a:ext cx="47981" cy="13211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2" name="path-1151">
            <a:extLst xmlns:a="http://schemas.openxmlformats.org/drawingml/2006/main">
              <a:ext uri="{FF2B5EF4-FFF2-40B4-BE49-F238E27FC236}">
                <a16:creationId xmlns:a16="http://schemas.microsoft.com/office/drawing/2014/main" id="{F2375970-AB15-4A34-AF98-F65324BD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426" y="7214085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3" name="path-1152">
            <a:extLst xmlns:a="http://schemas.openxmlformats.org/drawingml/2006/main">
              <a:ext uri="{FF2B5EF4-FFF2-40B4-BE49-F238E27FC236}">
                <a16:creationId xmlns:a16="http://schemas.microsoft.com/office/drawing/2014/main" id="{762F9568-8A23-4492-818C-8FD1792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520" y="7126982"/>
            <a:ext cx="7528" cy="188159"/>
          </a:xfrm>
          <a:custGeom xmlns:a="http://schemas.openxmlformats.org/drawingml/2006/main">
            <a:pathLst>
              <a:path w="6573" h="164291">
                <a:moveTo>
                  <a:pt x="6573" y="5916"/>
                </a:moveTo>
                <a:cubicBezTo>
                  <a:pt x="6573" y="2958"/>
                  <a:pt x="6573" y="0"/>
                  <a:pt x="3287" y="0"/>
                </a:cubicBezTo>
                <a:cubicBezTo>
                  <a:pt x="0" y="0"/>
                  <a:pt x="0" y="2958"/>
                  <a:pt x="0" y="5916"/>
                </a:cubicBezTo>
                <a:lnTo>
                  <a:pt x="0" y="158377"/>
                </a:lnTo>
                <a:cubicBezTo>
                  <a:pt x="0" y="161335"/>
                  <a:pt x="0" y="164291"/>
                  <a:pt x="3287" y="164291"/>
                </a:cubicBezTo>
                <a:cubicBezTo>
                  <a:pt x="6573" y="164291"/>
                  <a:pt x="6573" y="161335"/>
                  <a:pt x="6573" y="158377"/>
                </a:cubicBezTo>
                <a:lnTo>
                  <a:pt x="6573" y="591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4" name="path-1153">
            <a:extLst xmlns:a="http://schemas.openxmlformats.org/drawingml/2006/main">
              <a:ext uri="{FF2B5EF4-FFF2-40B4-BE49-F238E27FC236}">
                <a16:creationId xmlns:a16="http://schemas.microsoft.com/office/drawing/2014/main" id="{A3282035-7397-4837-A1CA-CAC8ADB1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3063" y="7135986"/>
            <a:ext cx="94269" cy="133585"/>
          </a:xfrm>
          <a:custGeom xmlns:a="http://schemas.openxmlformats.org/drawingml/2006/main">
            <a:pathLst>
              <a:path w="82311" h="116640">
                <a:moveTo>
                  <a:pt x="82311" y="34823"/>
                </a:moveTo>
                <a:cubicBezTo>
                  <a:pt x="82311" y="5916"/>
                  <a:pt x="65224" y="0"/>
                  <a:pt x="55201" y="0"/>
                </a:cubicBezTo>
                <a:cubicBezTo>
                  <a:pt x="42223" y="0"/>
                  <a:pt x="25793" y="8543"/>
                  <a:pt x="13472" y="30880"/>
                </a:cubicBezTo>
                <a:cubicBezTo>
                  <a:pt x="5094" y="46320"/>
                  <a:pt x="0" y="68661"/>
                  <a:pt x="0" y="81970"/>
                </a:cubicBezTo>
                <a:cubicBezTo>
                  <a:pt x="0" y="105798"/>
                  <a:pt x="12487" y="116640"/>
                  <a:pt x="27272" y="116640"/>
                </a:cubicBezTo>
                <a:cubicBezTo>
                  <a:pt x="38280" y="116640"/>
                  <a:pt x="52737" y="110235"/>
                  <a:pt x="64073" y="93474"/>
                </a:cubicBezTo>
                <a:cubicBezTo>
                  <a:pt x="77874" y="73261"/>
                  <a:pt x="82311" y="47139"/>
                  <a:pt x="82311" y="34823"/>
                </a:cubicBezTo>
                <a:moveTo>
                  <a:pt x="24973" y="54367"/>
                </a:moveTo>
                <a:cubicBezTo>
                  <a:pt x="27272" y="44840"/>
                  <a:pt x="31544" y="29894"/>
                  <a:pt x="36473" y="21354"/>
                </a:cubicBezTo>
                <a:cubicBezTo>
                  <a:pt x="40253" y="14620"/>
                  <a:pt x="46986" y="5916"/>
                  <a:pt x="54873" y="5916"/>
                </a:cubicBezTo>
                <a:cubicBezTo>
                  <a:pt x="61774" y="5916"/>
                  <a:pt x="64730" y="13144"/>
                  <a:pt x="64730" y="22833"/>
                </a:cubicBezTo>
                <a:cubicBezTo>
                  <a:pt x="64730" y="33179"/>
                  <a:pt x="61118" y="47468"/>
                  <a:pt x="59310" y="54367"/>
                </a:cubicBezTo>
                <a:lnTo>
                  <a:pt x="24973" y="54367"/>
                </a:lnTo>
                <a:moveTo>
                  <a:pt x="57337" y="62251"/>
                </a:moveTo>
                <a:cubicBezTo>
                  <a:pt x="47152" y="106289"/>
                  <a:pt x="33351" y="110726"/>
                  <a:pt x="27601" y="110726"/>
                </a:cubicBezTo>
                <a:cubicBezTo>
                  <a:pt x="25302" y="110726"/>
                  <a:pt x="21850" y="110069"/>
                  <a:pt x="19551" y="104975"/>
                </a:cubicBezTo>
                <a:cubicBezTo>
                  <a:pt x="17581" y="100538"/>
                  <a:pt x="17581" y="94131"/>
                  <a:pt x="17581" y="93965"/>
                </a:cubicBezTo>
                <a:cubicBezTo>
                  <a:pt x="17581" y="84600"/>
                  <a:pt x="21193" y="69318"/>
                  <a:pt x="23001" y="62251"/>
                </a:cubicBezTo>
                <a:lnTo>
                  <a:pt x="57337" y="622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5" name="path-1154">
            <a:extLst xmlns:a="http://schemas.openxmlformats.org/drawingml/2006/main">
              <a:ext uri="{FF2B5EF4-FFF2-40B4-BE49-F238E27FC236}">
                <a16:creationId xmlns:a16="http://schemas.microsoft.com/office/drawing/2014/main" id="{BD2AD5DF-3F74-4CB9-9702-DC3E558E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304" y="724815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6" name="path-1155">
            <a:extLst xmlns:a="http://schemas.openxmlformats.org/drawingml/2006/main">
              <a:ext uri="{FF2B5EF4-FFF2-40B4-BE49-F238E27FC236}">
                <a16:creationId xmlns:a16="http://schemas.microsoft.com/office/drawing/2014/main" id="{F3C09FC7-EEA6-4AD5-80B0-79E24D9B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7088" y="7139109"/>
            <a:ext cx="171978" cy="128992"/>
          </a:xfrm>
          <a:custGeom xmlns:a="http://schemas.openxmlformats.org/drawingml/2006/main">
            <a:pathLst>
              <a:path w="150162" h="112629">
                <a:moveTo>
                  <a:pt x="89212" y="47779"/>
                </a:moveTo>
                <a:lnTo>
                  <a:pt x="110897" y="26438"/>
                </a:lnTo>
                <a:lnTo>
                  <a:pt x="121085" y="16097"/>
                </a:lnTo>
                <a:cubicBezTo>
                  <a:pt x="127655" y="9857"/>
                  <a:pt x="129626" y="7887"/>
                  <a:pt x="146712" y="7724"/>
                </a:cubicBezTo>
                <a:cubicBezTo>
                  <a:pt x="149833" y="7724"/>
                  <a:pt x="150162" y="3452"/>
                  <a:pt x="150162" y="2958"/>
                </a:cubicBezTo>
                <a:cubicBezTo>
                  <a:pt x="150162" y="1973"/>
                  <a:pt x="149505" y="0"/>
                  <a:pt x="146878" y="0"/>
                </a:cubicBezTo>
                <a:cubicBezTo>
                  <a:pt x="141127" y="0"/>
                  <a:pt x="134885" y="494"/>
                  <a:pt x="128969" y="494"/>
                </a:cubicBezTo>
                <a:cubicBezTo>
                  <a:pt x="124206" y="494"/>
                  <a:pt x="112376" y="0"/>
                  <a:pt x="107613" y="0"/>
                </a:cubicBezTo>
                <a:cubicBezTo>
                  <a:pt x="106297" y="0"/>
                  <a:pt x="103013" y="0"/>
                  <a:pt x="103013" y="4603"/>
                </a:cubicBezTo>
                <a:cubicBezTo>
                  <a:pt x="103013" y="7558"/>
                  <a:pt x="105640" y="7724"/>
                  <a:pt x="107119" y="7724"/>
                </a:cubicBezTo>
                <a:cubicBezTo>
                  <a:pt x="112047" y="7887"/>
                  <a:pt x="116319" y="9200"/>
                  <a:pt x="116976" y="9366"/>
                </a:cubicBezTo>
                <a:lnTo>
                  <a:pt x="85597" y="40393"/>
                </a:lnTo>
                <a:lnTo>
                  <a:pt x="70481" y="8709"/>
                </a:lnTo>
                <a:cubicBezTo>
                  <a:pt x="72125" y="8380"/>
                  <a:pt x="77217" y="7724"/>
                  <a:pt x="80012" y="7724"/>
                </a:cubicBezTo>
                <a:cubicBezTo>
                  <a:pt x="81817" y="7724"/>
                  <a:pt x="84775" y="7724"/>
                  <a:pt x="84775" y="3124"/>
                </a:cubicBezTo>
                <a:cubicBezTo>
                  <a:pt x="84775" y="822"/>
                  <a:pt x="83296" y="0"/>
                  <a:pt x="81160" y="0"/>
                </a:cubicBezTo>
                <a:cubicBezTo>
                  <a:pt x="75575" y="0"/>
                  <a:pt x="61774" y="494"/>
                  <a:pt x="56189" y="494"/>
                </a:cubicBezTo>
                <a:cubicBezTo>
                  <a:pt x="52409" y="494"/>
                  <a:pt x="48631" y="331"/>
                  <a:pt x="44853" y="331"/>
                </a:cubicBezTo>
                <a:cubicBezTo>
                  <a:pt x="41073" y="331"/>
                  <a:pt x="37132" y="0"/>
                  <a:pt x="33351" y="0"/>
                </a:cubicBezTo>
                <a:cubicBezTo>
                  <a:pt x="31872" y="0"/>
                  <a:pt x="28751" y="0"/>
                  <a:pt x="28751" y="4603"/>
                </a:cubicBezTo>
                <a:cubicBezTo>
                  <a:pt x="28751" y="7724"/>
                  <a:pt x="30887" y="7724"/>
                  <a:pt x="35487" y="7724"/>
                </a:cubicBezTo>
                <a:cubicBezTo>
                  <a:pt x="37789" y="7724"/>
                  <a:pt x="39596" y="7724"/>
                  <a:pt x="41895" y="7887"/>
                </a:cubicBezTo>
                <a:cubicBezTo>
                  <a:pt x="44196" y="8215"/>
                  <a:pt x="44359" y="8380"/>
                  <a:pt x="45344" y="10351"/>
                </a:cubicBezTo>
                <a:lnTo>
                  <a:pt x="68017" y="57794"/>
                </a:lnTo>
                <a:lnTo>
                  <a:pt x="26781" y="98505"/>
                </a:lnTo>
                <a:cubicBezTo>
                  <a:pt x="23823" y="101298"/>
                  <a:pt x="20373" y="104745"/>
                  <a:pt x="5751" y="104908"/>
                </a:cubicBezTo>
                <a:cubicBezTo>
                  <a:pt x="2795" y="104908"/>
                  <a:pt x="0" y="104908"/>
                  <a:pt x="0" y="109673"/>
                </a:cubicBezTo>
                <a:cubicBezTo>
                  <a:pt x="0" y="110824"/>
                  <a:pt x="822" y="112629"/>
                  <a:pt x="3287" y="112629"/>
                </a:cubicBezTo>
                <a:cubicBezTo>
                  <a:pt x="7230" y="112629"/>
                  <a:pt x="17252" y="112138"/>
                  <a:pt x="21196" y="112138"/>
                </a:cubicBezTo>
                <a:cubicBezTo>
                  <a:pt x="25959" y="112138"/>
                  <a:pt x="37789" y="112629"/>
                  <a:pt x="42552" y="112629"/>
                </a:cubicBezTo>
                <a:cubicBezTo>
                  <a:pt x="43868" y="112629"/>
                  <a:pt x="47152" y="112629"/>
                  <a:pt x="47152" y="107866"/>
                </a:cubicBezTo>
                <a:cubicBezTo>
                  <a:pt x="47152" y="104908"/>
                  <a:pt x="44196" y="104908"/>
                  <a:pt x="42880" y="104908"/>
                </a:cubicBezTo>
                <a:cubicBezTo>
                  <a:pt x="39596" y="104908"/>
                  <a:pt x="36310" y="104416"/>
                  <a:pt x="33189" y="103266"/>
                </a:cubicBezTo>
                <a:lnTo>
                  <a:pt x="71469" y="65181"/>
                </a:lnTo>
                <a:lnTo>
                  <a:pt x="90032" y="103923"/>
                </a:lnTo>
                <a:cubicBezTo>
                  <a:pt x="89869" y="103923"/>
                  <a:pt x="84447" y="104908"/>
                  <a:pt x="80503" y="104908"/>
                </a:cubicBezTo>
                <a:cubicBezTo>
                  <a:pt x="78861" y="104908"/>
                  <a:pt x="75740" y="104908"/>
                  <a:pt x="75740" y="109673"/>
                </a:cubicBezTo>
                <a:cubicBezTo>
                  <a:pt x="75740" y="110165"/>
                  <a:pt x="75903" y="112629"/>
                  <a:pt x="79353" y="112629"/>
                </a:cubicBezTo>
                <a:cubicBezTo>
                  <a:pt x="84940" y="112629"/>
                  <a:pt x="98904" y="112138"/>
                  <a:pt x="104489" y="112138"/>
                </a:cubicBezTo>
                <a:cubicBezTo>
                  <a:pt x="108269" y="112138"/>
                  <a:pt x="112047" y="112301"/>
                  <a:pt x="115825" y="112301"/>
                </a:cubicBezTo>
                <a:cubicBezTo>
                  <a:pt x="119606" y="112301"/>
                  <a:pt x="123549" y="112629"/>
                  <a:pt x="127327" y="112629"/>
                </a:cubicBezTo>
                <a:cubicBezTo>
                  <a:pt x="128640" y="112629"/>
                  <a:pt x="131927" y="112629"/>
                  <a:pt x="131927" y="107866"/>
                </a:cubicBezTo>
                <a:cubicBezTo>
                  <a:pt x="131927" y="104908"/>
                  <a:pt x="129297" y="104908"/>
                  <a:pt x="125354" y="104908"/>
                </a:cubicBezTo>
                <a:cubicBezTo>
                  <a:pt x="123055" y="104908"/>
                  <a:pt x="121413" y="104908"/>
                  <a:pt x="118949" y="104745"/>
                </a:cubicBezTo>
                <a:cubicBezTo>
                  <a:pt x="116484" y="104416"/>
                  <a:pt x="116319" y="104251"/>
                  <a:pt x="115168" y="102118"/>
                </a:cubicBezTo>
                <a:lnTo>
                  <a:pt x="89212" y="47779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7" name="path-1156">
            <a:extLst xmlns:a="http://schemas.openxmlformats.org/drawingml/2006/main">
              <a:ext uri="{FF2B5EF4-FFF2-40B4-BE49-F238E27FC236}">
                <a16:creationId xmlns:a16="http://schemas.microsoft.com/office/drawing/2014/main" id="{E4B6C346-B327-4EF2-8404-B4740F03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8783" y="724815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8" name="path-1157">
            <a:extLst xmlns:a="http://schemas.openxmlformats.org/drawingml/2006/main">
              <a:ext uri="{FF2B5EF4-FFF2-40B4-BE49-F238E27FC236}">
                <a16:creationId xmlns:a16="http://schemas.microsoft.com/office/drawing/2014/main" id="{F38073C4-5B42-4340-A2A0-BDEA0459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2439" y="7137456"/>
            <a:ext cx="47981" cy="13211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9" name="path-1158">
            <a:extLst xmlns:a="http://schemas.openxmlformats.org/drawingml/2006/main">
              <a:ext uri="{FF2B5EF4-FFF2-40B4-BE49-F238E27FC236}">
                <a16:creationId xmlns:a16="http://schemas.microsoft.com/office/drawing/2014/main" id="{35295926-5DDA-420B-AB21-7DBCE85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6105" y="7214613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0" name="path-1159">
            <a:extLst xmlns:a="http://schemas.openxmlformats.org/drawingml/2006/main">
              <a:ext uri="{FF2B5EF4-FFF2-40B4-BE49-F238E27FC236}">
                <a16:creationId xmlns:a16="http://schemas.microsoft.com/office/drawing/2014/main" id="{3965009F-337B-41A9-879C-F116DBBA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0455" y="7245354"/>
            <a:ext cx="15147" cy="56723"/>
          </a:xfrm>
          <a:custGeom xmlns:a="http://schemas.openxmlformats.org/drawingml/2006/main">
            <a:pathLst>
              <a:path w="13226" h="49528">
                <a:moveTo>
                  <a:pt x="13226" y="6672"/>
                </a:moveTo>
                <a:cubicBezTo>
                  <a:pt x="13226" y="2646"/>
                  <a:pt x="10006" y="0"/>
                  <a:pt x="6670" y="0"/>
                </a:cubicBezTo>
                <a:cubicBezTo>
                  <a:pt x="2646" y="0"/>
                  <a:pt x="0" y="3222"/>
                  <a:pt x="0" y="6556"/>
                </a:cubicBezTo>
                <a:cubicBezTo>
                  <a:pt x="0" y="10581"/>
                  <a:pt x="3220" y="13226"/>
                  <a:pt x="6556" y="13226"/>
                </a:cubicBezTo>
                <a:cubicBezTo>
                  <a:pt x="10581" y="13226"/>
                  <a:pt x="13226" y="10006"/>
                  <a:pt x="13226" y="6672"/>
                </a:cubicBezTo>
                <a:moveTo>
                  <a:pt x="13226" y="42973"/>
                </a:moveTo>
                <a:cubicBezTo>
                  <a:pt x="13226" y="38948"/>
                  <a:pt x="10006" y="36303"/>
                  <a:pt x="6670" y="36303"/>
                </a:cubicBezTo>
                <a:cubicBezTo>
                  <a:pt x="2646" y="36303"/>
                  <a:pt x="0" y="39524"/>
                  <a:pt x="0" y="42858"/>
                </a:cubicBezTo>
                <a:cubicBezTo>
                  <a:pt x="0" y="46883"/>
                  <a:pt x="3220" y="49528"/>
                  <a:pt x="6556" y="49528"/>
                </a:cubicBezTo>
                <a:cubicBezTo>
                  <a:pt x="10581" y="49528"/>
                  <a:pt x="13226" y="46308"/>
                  <a:pt x="13226" y="4297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1" name="path-1160">
            <a:extLst xmlns:a="http://schemas.openxmlformats.org/drawingml/2006/main">
              <a:ext uri="{FF2B5EF4-FFF2-40B4-BE49-F238E27FC236}">
                <a16:creationId xmlns:a16="http://schemas.microsoft.com/office/drawing/2014/main" id="{BADBCFBD-3EA3-4200-85BE-3F91112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513" y="7203294"/>
            <a:ext cx="34246" cy="131582"/>
          </a:xfrm>
          <a:custGeom xmlns:a="http://schemas.openxmlformats.org/drawingml/2006/main">
            <a:pathLst>
              <a:path w="29902" h="114891">
                <a:moveTo>
                  <a:pt x="27601" y="0"/>
                </a:moveTo>
                <a:cubicBezTo>
                  <a:pt x="5751" y="15412"/>
                  <a:pt x="0" y="39794"/>
                  <a:pt x="0" y="57389"/>
                </a:cubicBezTo>
                <a:cubicBezTo>
                  <a:pt x="0" y="73605"/>
                  <a:pt x="4831" y="98790"/>
                  <a:pt x="27601" y="114891"/>
                </a:cubicBezTo>
                <a:cubicBezTo>
                  <a:pt x="28521" y="114891"/>
                  <a:pt x="29902" y="114891"/>
                  <a:pt x="29902" y="113512"/>
                </a:cubicBezTo>
                <a:cubicBezTo>
                  <a:pt x="29902" y="112822"/>
                  <a:pt x="29556" y="112592"/>
                  <a:pt x="28751" y="111787"/>
                </a:cubicBezTo>
                <a:cubicBezTo>
                  <a:pt x="13456" y="97987"/>
                  <a:pt x="7821" y="78435"/>
                  <a:pt x="7821" y="57505"/>
                </a:cubicBezTo>
                <a:cubicBezTo>
                  <a:pt x="7821" y="26452"/>
                  <a:pt x="19666" y="11273"/>
                  <a:pt x="29096" y="2762"/>
                </a:cubicBezTo>
                <a:cubicBezTo>
                  <a:pt x="29556" y="2301"/>
                  <a:pt x="29902" y="1957"/>
                  <a:pt x="29902" y="1381"/>
                </a:cubicBezTo>
                <a:cubicBezTo>
                  <a:pt x="29902" y="0"/>
                  <a:pt x="28521" y="0"/>
                  <a:pt x="27601" y="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2" name="path-1161">
            <a:extLst xmlns:a="http://schemas.openxmlformats.org/drawingml/2006/main">
              <a:ext uri="{FF2B5EF4-FFF2-40B4-BE49-F238E27FC236}">
                <a16:creationId xmlns:a16="http://schemas.microsoft.com/office/drawing/2014/main" id="{9846AD8D-13BC-497C-82AA-3D7EB3D9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681" y="7219826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3" name="path-1162">
            <a:extLst xmlns:a="http://schemas.openxmlformats.org/drawingml/2006/main">
              <a:ext uri="{FF2B5EF4-FFF2-40B4-BE49-F238E27FC236}">
                <a16:creationId xmlns:a16="http://schemas.microsoft.com/office/drawing/2014/main" id="{8D12D35A-0739-4730-B32C-690B38CD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9202" y="7265805"/>
            <a:ext cx="89038" cy="6455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4" name="path-1163">
            <a:extLst xmlns:a="http://schemas.openxmlformats.org/drawingml/2006/main">
              <a:ext uri="{FF2B5EF4-FFF2-40B4-BE49-F238E27FC236}">
                <a16:creationId xmlns:a16="http://schemas.microsoft.com/office/drawing/2014/main" id="{EF89026E-A854-4FF7-826B-99409B2B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6941" y="7214613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5" name="path-1164">
            <a:extLst xmlns:a="http://schemas.openxmlformats.org/drawingml/2006/main">
              <a:ext uri="{FF2B5EF4-FFF2-40B4-BE49-F238E27FC236}">
                <a16:creationId xmlns:a16="http://schemas.microsoft.com/office/drawing/2014/main" id="{FFE360F4-FE7F-47C0-98DB-EBC4F2D2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946" y="7203294"/>
            <a:ext cx="34111" cy="131582"/>
          </a:xfrm>
          <a:custGeom xmlns:a="http://schemas.openxmlformats.org/drawingml/2006/main">
            <a:pathLst>
              <a:path w="29784" h="114891">
                <a:moveTo>
                  <a:pt x="2185" y="0"/>
                </a:moveTo>
                <a:cubicBezTo>
                  <a:pt x="1379" y="0"/>
                  <a:pt x="0" y="0"/>
                  <a:pt x="0" y="1381"/>
                </a:cubicBezTo>
                <a:cubicBezTo>
                  <a:pt x="0" y="1957"/>
                  <a:pt x="344" y="2301"/>
                  <a:pt x="1034" y="3106"/>
                </a:cubicBezTo>
                <a:cubicBezTo>
                  <a:pt x="10924" y="12192"/>
                  <a:pt x="21965" y="27717"/>
                  <a:pt x="21965" y="57389"/>
                </a:cubicBezTo>
                <a:cubicBezTo>
                  <a:pt x="21965" y="81425"/>
                  <a:pt x="14489" y="99596"/>
                  <a:pt x="2069" y="110867"/>
                </a:cubicBezTo>
                <a:cubicBezTo>
                  <a:pt x="114" y="112822"/>
                  <a:pt x="0" y="112936"/>
                  <a:pt x="0" y="113512"/>
                </a:cubicBezTo>
                <a:cubicBezTo>
                  <a:pt x="0" y="114087"/>
                  <a:pt x="344" y="114891"/>
                  <a:pt x="1495" y="114891"/>
                </a:cubicBezTo>
                <a:cubicBezTo>
                  <a:pt x="2874" y="114891"/>
                  <a:pt x="13800" y="107301"/>
                  <a:pt x="21389" y="92926"/>
                </a:cubicBezTo>
                <a:cubicBezTo>
                  <a:pt x="26450" y="83380"/>
                  <a:pt x="29784" y="70959"/>
                  <a:pt x="29784" y="57505"/>
                </a:cubicBezTo>
                <a:cubicBezTo>
                  <a:pt x="29784" y="41289"/>
                  <a:pt x="24955" y="16102"/>
                  <a:pt x="2185" y="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6" name="path-1165">
            <a:extLst xmlns:a="http://schemas.openxmlformats.org/drawingml/2006/main">
              <a:ext uri="{FF2B5EF4-FFF2-40B4-BE49-F238E27FC236}">
                <a16:creationId xmlns:a16="http://schemas.microsoft.com/office/drawing/2014/main" id="{68495BE6-181B-486F-AFEB-2AF5DC39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6525" y="712698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7" name="path-1166">
            <a:extLst xmlns:a="http://schemas.openxmlformats.org/drawingml/2006/main">
              <a:ext uri="{FF2B5EF4-FFF2-40B4-BE49-F238E27FC236}">
                <a16:creationId xmlns:a16="http://schemas.microsoft.com/office/drawing/2014/main" id="{AD4AD8F1-A1E9-4D15-B960-1F38BB5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1601" y="6995210"/>
            <a:ext cx="49486" cy="451405"/>
          </a:xfrm>
          <a:custGeom xmlns:a="http://schemas.openxmlformats.org/drawingml/2006/main">
            <a:pathLst>
              <a:path w="43209" h="394144">
                <a:moveTo>
                  <a:pt x="34174" y="385106"/>
                </a:moveTo>
                <a:lnTo>
                  <a:pt x="0" y="385106"/>
                </a:lnTo>
                <a:lnTo>
                  <a:pt x="0" y="394144"/>
                </a:lnTo>
                <a:lnTo>
                  <a:pt x="43209" y="394144"/>
                </a:lnTo>
                <a:lnTo>
                  <a:pt x="43209" y="0"/>
                </a:lnTo>
                <a:lnTo>
                  <a:pt x="0" y="0"/>
                </a:lnTo>
                <a:lnTo>
                  <a:pt x="0" y="9035"/>
                </a:lnTo>
                <a:lnTo>
                  <a:pt x="34174" y="9035"/>
                </a:lnTo>
                <a:lnTo>
                  <a:pt x="34174" y="3851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8" name="path-1168">
            <a:extLst xmlns:a="http://schemas.openxmlformats.org/drawingml/2006/main">
              <a:ext uri="{FF2B5EF4-FFF2-40B4-BE49-F238E27FC236}">
                <a16:creationId xmlns:a16="http://schemas.microsoft.com/office/drawing/2014/main" id="{8C8D500B-9BC8-4E9A-B8A5-7D59A4C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356" y="7593464"/>
            <a:ext cx="76580" cy="85260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9" name="path-1169">
            <a:extLst xmlns:a="http://schemas.openxmlformats.org/drawingml/2006/main">
              <a:ext uri="{FF2B5EF4-FFF2-40B4-BE49-F238E27FC236}">
                <a16:creationId xmlns:a16="http://schemas.microsoft.com/office/drawing/2014/main" id="{6B15094C-90B8-4B72-8917-8F19BF9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327" y="7622686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0" name="path-1170">
            <a:extLst xmlns:a="http://schemas.openxmlformats.org/drawingml/2006/main">
              <a:ext uri="{FF2B5EF4-FFF2-40B4-BE49-F238E27FC236}">
                <a16:creationId xmlns:a16="http://schemas.microsoft.com/office/drawing/2014/main" id="{EA839721-83FA-4F64-8B91-A94758A2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392" y="7614702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1" name="path-1171">
            <a:extLst xmlns:a="http://schemas.openxmlformats.org/drawingml/2006/main">
              <a:ext uri="{FF2B5EF4-FFF2-40B4-BE49-F238E27FC236}">
                <a16:creationId xmlns:a16="http://schemas.microsoft.com/office/drawing/2014/main" id="{9706B91D-554B-4B4D-B245-8DDC9A34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745" y="7607621"/>
            <a:ext cx="125124" cy="44085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2" name="path-1172">
            <a:extLst xmlns:a="http://schemas.openxmlformats.org/drawingml/2006/main">
              <a:ext uri="{FF2B5EF4-FFF2-40B4-BE49-F238E27FC236}">
                <a16:creationId xmlns:a16="http://schemas.microsoft.com/office/drawing/2014/main" id="{9ADCC2C1-4F1A-47C3-93E5-AD2DF92E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435" y="7625812"/>
            <a:ext cx="114967" cy="7525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3" name="path-1173">
            <a:extLst xmlns:a="http://schemas.openxmlformats.org/drawingml/2006/main">
              <a:ext uri="{FF2B5EF4-FFF2-40B4-BE49-F238E27FC236}">
                <a16:creationId xmlns:a16="http://schemas.microsoft.com/office/drawing/2014/main" id="{FEBBA5A9-FC3C-4504-90D8-EDFE801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696" y="7548261"/>
            <a:ext cx="134346" cy="128441"/>
          </a:xfrm>
          <a:custGeom xmlns:a="http://schemas.openxmlformats.org/drawingml/2006/main">
            <a:pathLst>
              <a:path w="117304" h="112148">
                <a:moveTo>
                  <a:pt x="43209" y="60265"/>
                </a:moveTo>
                <a:lnTo>
                  <a:pt x="71138" y="60265"/>
                </a:lnTo>
                <a:cubicBezTo>
                  <a:pt x="94467" y="60265"/>
                  <a:pt x="117304" y="43188"/>
                  <a:pt x="117304" y="24798"/>
                </a:cubicBezTo>
                <a:cubicBezTo>
                  <a:pt x="117304" y="12156"/>
                  <a:pt x="106460" y="0"/>
                  <a:pt x="84938" y="0"/>
                </a:cubicBezTo>
                <a:lnTo>
                  <a:pt x="31707" y="0"/>
                </a:lnTo>
                <a:cubicBezTo>
                  <a:pt x="28586" y="0"/>
                  <a:pt x="26778" y="0"/>
                  <a:pt x="26778" y="3124"/>
                </a:cubicBezTo>
                <a:cubicBezTo>
                  <a:pt x="26778" y="5094"/>
                  <a:pt x="28258" y="5094"/>
                  <a:pt x="31544" y="5094"/>
                </a:cubicBezTo>
                <a:cubicBezTo>
                  <a:pt x="33680" y="5094"/>
                  <a:pt x="36638" y="5259"/>
                  <a:pt x="38608" y="5422"/>
                </a:cubicBezTo>
                <a:cubicBezTo>
                  <a:pt x="41238" y="5751"/>
                  <a:pt x="42223" y="6245"/>
                  <a:pt x="42223" y="8050"/>
                </a:cubicBezTo>
                <a:cubicBezTo>
                  <a:pt x="42223" y="8706"/>
                  <a:pt x="42058" y="9200"/>
                  <a:pt x="41567" y="11171"/>
                </a:cubicBezTo>
                <a:lnTo>
                  <a:pt x="19551" y="99340"/>
                </a:lnTo>
                <a:cubicBezTo>
                  <a:pt x="17907" y="105743"/>
                  <a:pt x="17578" y="107056"/>
                  <a:pt x="4600" y="107056"/>
                </a:cubicBezTo>
                <a:cubicBezTo>
                  <a:pt x="1807" y="107056"/>
                  <a:pt x="0" y="107056"/>
                  <a:pt x="0" y="110177"/>
                </a:cubicBezTo>
                <a:cubicBezTo>
                  <a:pt x="0" y="112148"/>
                  <a:pt x="1970" y="112148"/>
                  <a:pt x="2464" y="112148"/>
                </a:cubicBezTo>
                <a:cubicBezTo>
                  <a:pt x="7064" y="112148"/>
                  <a:pt x="18729" y="111656"/>
                  <a:pt x="23329" y="111656"/>
                </a:cubicBezTo>
                <a:cubicBezTo>
                  <a:pt x="26778" y="111656"/>
                  <a:pt x="30393" y="111819"/>
                  <a:pt x="33843" y="111819"/>
                </a:cubicBezTo>
                <a:cubicBezTo>
                  <a:pt x="37458" y="111819"/>
                  <a:pt x="41073" y="112148"/>
                  <a:pt x="44522" y="112148"/>
                </a:cubicBezTo>
                <a:cubicBezTo>
                  <a:pt x="45673" y="112148"/>
                  <a:pt x="47809" y="112148"/>
                  <a:pt x="47809" y="108864"/>
                </a:cubicBezTo>
                <a:cubicBezTo>
                  <a:pt x="47809" y="107056"/>
                  <a:pt x="46330" y="107056"/>
                  <a:pt x="43209" y="107056"/>
                </a:cubicBezTo>
                <a:cubicBezTo>
                  <a:pt x="37129" y="107056"/>
                  <a:pt x="32529" y="107056"/>
                  <a:pt x="32529" y="104101"/>
                </a:cubicBezTo>
                <a:cubicBezTo>
                  <a:pt x="32529" y="103115"/>
                  <a:pt x="32858" y="102296"/>
                  <a:pt x="33023" y="101310"/>
                </a:cubicBezTo>
                <a:lnTo>
                  <a:pt x="43209" y="60265"/>
                </a:lnTo>
                <a:moveTo>
                  <a:pt x="55038" y="11334"/>
                </a:moveTo>
                <a:cubicBezTo>
                  <a:pt x="56515" y="5588"/>
                  <a:pt x="56843" y="5094"/>
                  <a:pt x="63910" y="5094"/>
                </a:cubicBezTo>
                <a:lnTo>
                  <a:pt x="79681" y="5094"/>
                </a:lnTo>
                <a:cubicBezTo>
                  <a:pt x="93316" y="5094"/>
                  <a:pt x="102025" y="9529"/>
                  <a:pt x="102025" y="20857"/>
                </a:cubicBezTo>
                <a:cubicBezTo>
                  <a:pt x="102025" y="27260"/>
                  <a:pt x="98738" y="41381"/>
                  <a:pt x="92331" y="47292"/>
                </a:cubicBezTo>
                <a:cubicBezTo>
                  <a:pt x="84116" y="54682"/>
                  <a:pt x="74259" y="55994"/>
                  <a:pt x="67031" y="55994"/>
                </a:cubicBezTo>
                <a:lnTo>
                  <a:pt x="43865" y="55994"/>
                </a:lnTo>
                <a:lnTo>
                  <a:pt x="55038" y="1133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4" name="path-1174">
            <a:extLst xmlns:a="http://schemas.openxmlformats.org/drawingml/2006/main">
              <a:ext uri="{FF2B5EF4-FFF2-40B4-BE49-F238E27FC236}">
                <a16:creationId xmlns:a16="http://schemas.microsoft.com/office/drawing/2014/main" id="{A219402C-34F9-4FE8-B861-6C9957B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736" y="753558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5" name="path-1175">
            <a:extLst xmlns:a="http://schemas.openxmlformats.org/drawingml/2006/main">
              <a:ext uri="{FF2B5EF4-FFF2-40B4-BE49-F238E27FC236}">
                <a16:creationId xmlns:a16="http://schemas.microsoft.com/office/drawing/2014/main" id="{94C74DE2-4214-4E90-AD1F-B06A0A19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1" y="7559016"/>
            <a:ext cx="57763" cy="119707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6" name="path-1176">
            <a:extLst xmlns:a="http://schemas.openxmlformats.org/drawingml/2006/main">
              <a:ext uri="{FF2B5EF4-FFF2-40B4-BE49-F238E27FC236}">
                <a16:creationId xmlns:a16="http://schemas.microsoft.com/office/drawing/2014/main" id="{31F62565-AAE1-400B-BB0F-D15CCE9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362" y="7646156"/>
            <a:ext cx="64539" cy="59939"/>
          </a:xfrm>
          <a:custGeom xmlns:a="http://schemas.openxmlformats.org/drawingml/2006/main">
            <a:pathLst>
              <a:path w="56352" h="52335">
                <a:moveTo>
                  <a:pt x="26336" y="0"/>
                </a:moveTo>
                <a:cubicBezTo>
                  <a:pt x="13112" y="1381"/>
                  <a:pt x="0" y="10813"/>
                  <a:pt x="0" y="26801"/>
                </a:cubicBezTo>
                <a:lnTo>
                  <a:pt x="0" y="27837"/>
                </a:lnTo>
                <a:cubicBezTo>
                  <a:pt x="805" y="43251"/>
                  <a:pt x="14951" y="52335"/>
                  <a:pt x="28521" y="52335"/>
                </a:cubicBezTo>
                <a:cubicBezTo>
                  <a:pt x="41517" y="52335"/>
                  <a:pt x="55547" y="43135"/>
                  <a:pt x="56352" y="27837"/>
                </a:cubicBezTo>
                <a:lnTo>
                  <a:pt x="56352" y="27261"/>
                </a:lnTo>
                <a:cubicBezTo>
                  <a:pt x="56352" y="11273"/>
                  <a:pt x="43012" y="0"/>
                  <a:pt x="27601" y="0"/>
                </a:cubicBezTo>
                <a:lnTo>
                  <a:pt x="26336" y="0"/>
                </a:lnTo>
                <a:moveTo>
                  <a:pt x="10466" y="28756"/>
                </a:moveTo>
                <a:cubicBezTo>
                  <a:pt x="10466" y="27837"/>
                  <a:pt x="10352" y="26917"/>
                  <a:pt x="10352" y="25996"/>
                </a:cubicBezTo>
                <a:cubicBezTo>
                  <a:pt x="10352" y="19670"/>
                  <a:pt x="10925" y="12192"/>
                  <a:pt x="16446" y="7361"/>
                </a:cubicBezTo>
                <a:cubicBezTo>
                  <a:pt x="19666" y="4601"/>
                  <a:pt x="23806" y="3222"/>
                  <a:pt x="27947" y="3222"/>
                </a:cubicBezTo>
                <a:cubicBezTo>
                  <a:pt x="33122" y="3222"/>
                  <a:pt x="38411" y="5291"/>
                  <a:pt x="41747" y="9318"/>
                </a:cubicBezTo>
                <a:cubicBezTo>
                  <a:pt x="45313" y="13458"/>
                  <a:pt x="45886" y="19440"/>
                  <a:pt x="45886" y="24387"/>
                </a:cubicBezTo>
                <a:cubicBezTo>
                  <a:pt x="45886" y="30827"/>
                  <a:pt x="45772" y="38188"/>
                  <a:pt x="41171" y="43251"/>
                </a:cubicBezTo>
                <a:cubicBezTo>
                  <a:pt x="37951" y="46931"/>
                  <a:pt x="33006" y="48656"/>
                  <a:pt x="28177" y="48656"/>
                </a:cubicBezTo>
                <a:cubicBezTo>
                  <a:pt x="19320" y="48656"/>
                  <a:pt x="12536" y="43019"/>
                  <a:pt x="10925" y="33473"/>
                </a:cubicBezTo>
                <a:cubicBezTo>
                  <a:pt x="10696" y="31862"/>
                  <a:pt x="10696" y="30367"/>
                  <a:pt x="10466" y="28756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7" name="path-1177">
            <a:extLst xmlns:a="http://schemas.openxmlformats.org/drawingml/2006/main">
              <a:ext uri="{FF2B5EF4-FFF2-40B4-BE49-F238E27FC236}">
                <a16:creationId xmlns:a16="http://schemas.microsoft.com/office/drawing/2014/main" id="{BAAE9508-F697-4700-B79F-C8DF65C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057" y="7607621"/>
            <a:ext cx="125124" cy="44085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8" name="path-1178">
            <a:extLst xmlns:a="http://schemas.openxmlformats.org/drawingml/2006/main">
              <a:ext uri="{FF2B5EF4-FFF2-40B4-BE49-F238E27FC236}">
                <a16:creationId xmlns:a16="http://schemas.microsoft.com/office/drawing/2014/main" id="{F2C48A31-12A0-49C4-B3F2-8078702E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106" y="7559016"/>
            <a:ext cx="57763" cy="119707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9" name="path-1179">
            <a:extLst xmlns:a="http://schemas.openxmlformats.org/drawingml/2006/main">
              <a:ext uri="{FF2B5EF4-FFF2-40B4-BE49-F238E27FC236}">
                <a16:creationId xmlns:a16="http://schemas.microsoft.com/office/drawing/2014/main" id="{C7771090-29C4-4821-908E-9EB8B57A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035" y="7525387"/>
            <a:ext cx="33060" cy="68231"/>
          </a:xfrm>
          <a:custGeom xmlns:a="http://schemas.openxmlformats.org/drawingml/2006/main">
            <a:pathLst>
              <a:path w="28867" h="59576">
                <a:moveTo>
                  <a:pt x="27831" y="10006"/>
                </a:moveTo>
                <a:cubicBezTo>
                  <a:pt x="28751" y="8051"/>
                  <a:pt x="28867" y="7130"/>
                  <a:pt x="28867" y="6326"/>
                </a:cubicBezTo>
                <a:cubicBezTo>
                  <a:pt x="28867" y="2760"/>
                  <a:pt x="25647" y="0"/>
                  <a:pt x="22081" y="0"/>
                </a:cubicBezTo>
                <a:cubicBezTo>
                  <a:pt x="17711" y="0"/>
                  <a:pt x="16330" y="3566"/>
                  <a:pt x="15756" y="5405"/>
                </a:cubicBezTo>
                <a:lnTo>
                  <a:pt x="576" y="55206"/>
                </a:lnTo>
                <a:cubicBezTo>
                  <a:pt x="460" y="55436"/>
                  <a:pt x="0" y="56931"/>
                  <a:pt x="0" y="57047"/>
                </a:cubicBezTo>
                <a:cubicBezTo>
                  <a:pt x="0" y="58426"/>
                  <a:pt x="3566" y="59576"/>
                  <a:pt x="4485" y="59576"/>
                </a:cubicBezTo>
                <a:cubicBezTo>
                  <a:pt x="5291" y="59576"/>
                  <a:pt x="5405" y="59346"/>
                  <a:pt x="6210" y="57621"/>
                </a:cubicBezTo>
                <a:lnTo>
                  <a:pt x="27831" y="100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0" name="path-1180">
            <a:extLst xmlns:a="http://schemas.openxmlformats.org/drawingml/2006/main">
              <a:ext uri="{FF2B5EF4-FFF2-40B4-BE49-F238E27FC236}">
                <a16:creationId xmlns:a16="http://schemas.microsoft.com/office/drawing/2014/main" id="{8250263F-4A95-4825-AA86-EAADB2CD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226" y="753558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1" name="path-1181">
            <a:extLst xmlns:a="http://schemas.openxmlformats.org/drawingml/2006/main">
              <a:ext uri="{FF2B5EF4-FFF2-40B4-BE49-F238E27FC236}">
                <a16:creationId xmlns:a16="http://schemas.microsoft.com/office/drawing/2014/main" id="{30FC631D-DAB0-470F-BEF7-12C0571D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518" y="7544035"/>
            <a:ext cx="117413" cy="136893"/>
          </a:xfrm>
          <a:custGeom xmlns:a="http://schemas.openxmlformats.org/drawingml/2006/main">
            <a:pathLst>
              <a:path w="102519" h="119528">
                <a:moveTo>
                  <a:pt x="24480" y="100629"/>
                </a:moveTo>
                <a:cubicBezTo>
                  <a:pt x="33351" y="86816"/>
                  <a:pt x="36144" y="76292"/>
                  <a:pt x="38280" y="67575"/>
                </a:cubicBezTo>
                <a:cubicBezTo>
                  <a:pt x="44031" y="44883"/>
                  <a:pt x="50273" y="25151"/>
                  <a:pt x="60458" y="13805"/>
                </a:cubicBezTo>
                <a:cubicBezTo>
                  <a:pt x="62431" y="11667"/>
                  <a:pt x="63745" y="10188"/>
                  <a:pt x="69002" y="10188"/>
                </a:cubicBezTo>
                <a:cubicBezTo>
                  <a:pt x="80338" y="10188"/>
                  <a:pt x="80666" y="21534"/>
                  <a:pt x="80666" y="23835"/>
                </a:cubicBezTo>
                <a:cubicBezTo>
                  <a:pt x="80666" y="26796"/>
                  <a:pt x="79847" y="29097"/>
                  <a:pt x="79847" y="29920"/>
                </a:cubicBezTo>
                <a:cubicBezTo>
                  <a:pt x="79847" y="31070"/>
                  <a:pt x="80832" y="31070"/>
                  <a:pt x="80995" y="31070"/>
                </a:cubicBezTo>
                <a:cubicBezTo>
                  <a:pt x="83624" y="31070"/>
                  <a:pt x="88059" y="29263"/>
                  <a:pt x="92168" y="26302"/>
                </a:cubicBezTo>
                <a:cubicBezTo>
                  <a:pt x="95126" y="24001"/>
                  <a:pt x="96602" y="22356"/>
                  <a:pt x="96602" y="15613"/>
                </a:cubicBezTo>
                <a:cubicBezTo>
                  <a:pt x="96602" y="6736"/>
                  <a:pt x="92002" y="0"/>
                  <a:pt x="82802" y="0"/>
                </a:cubicBezTo>
                <a:cubicBezTo>
                  <a:pt x="77545" y="0"/>
                  <a:pt x="63088" y="1316"/>
                  <a:pt x="46986" y="17586"/>
                </a:cubicBezTo>
                <a:cubicBezTo>
                  <a:pt x="33845" y="31070"/>
                  <a:pt x="26122" y="60669"/>
                  <a:pt x="23001" y="73003"/>
                </a:cubicBezTo>
                <a:cubicBezTo>
                  <a:pt x="20045" y="84349"/>
                  <a:pt x="18729" y="89445"/>
                  <a:pt x="13800" y="99312"/>
                </a:cubicBezTo>
                <a:cubicBezTo>
                  <a:pt x="12650" y="101285"/>
                  <a:pt x="8378" y="108520"/>
                  <a:pt x="6079" y="110659"/>
                </a:cubicBezTo>
                <a:cubicBezTo>
                  <a:pt x="1642" y="114765"/>
                  <a:pt x="0" y="117723"/>
                  <a:pt x="0" y="118543"/>
                </a:cubicBezTo>
                <a:cubicBezTo>
                  <a:pt x="0" y="118871"/>
                  <a:pt x="328" y="119528"/>
                  <a:pt x="1479" y="119528"/>
                </a:cubicBezTo>
                <a:cubicBezTo>
                  <a:pt x="2136" y="119528"/>
                  <a:pt x="5585" y="118871"/>
                  <a:pt x="9857" y="116078"/>
                </a:cubicBezTo>
                <a:cubicBezTo>
                  <a:pt x="12650" y="114436"/>
                  <a:pt x="12978" y="114108"/>
                  <a:pt x="16758" y="110165"/>
                </a:cubicBezTo>
                <a:cubicBezTo>
                  <a:pt x="24973" y="110328"/>
                  <a:pt x="30722" y="111807"/>
                  <a:pt x="41073" y="114765"/>
                </a:cubicBezTo>
                <a:cubicBezTo>
                  <a:pt x="49451" y="117064"/>
                  <a:pt x="57831" y="119528"/>
                  <a:pt x="66209" y="119528"/>
                </a:cubicBezTo>
                <a:cubicBezTo>
                  <a:pt x="79518" y="119528"/>
                  <a:pt x="92990" y="109508"/>
                  <a:pt x="98247" y="102273"/>
                </a:cubicBezTo>
                <a:cubicBezTo>
                  <a:pt x="101531" y="97833"/>
                  <a:pt x="102519" y="93722"/>
                  <a:pt x="102519" y="93228"/>
                </a:cubicBezTo>
                <a:cubicBezTo>
                  <a:pt x="102519" y="92078"/>
                  <a:pt x="101531" y="92078"/>
                  <a:pt x="101368" y="92078"/>
                </a:cubicBezTo>
                <a:cubicBezTo>
                  <a:pt x="98738" y="92078"/>
                  <a:pt x="94795" y="93885"/>
                  <a:pt x="92002" y="95858"/>
                </a:cubicBezTo>
                <a:cubicBezTo>
                  <a:pt x="87568" y="98656"/>
                  <a:pt x="87239" y="99641"/>
                  <a:pt x="86254" y="102436"/>
                </a:cubicBezTo>
                <a:cubicBezTo>
                  <a:pt x="85432" y="105068"/>
                  <a:pt x="84447" y="106384"/>
                  <a:pt x="83790" y="107369"/>
                </a:cubicBezTo>
                <a:cubicBezTo>
                  <a:pt x="82474" y="109342"/>
                  <a:pt x="82311" y="109342"/>
                  <a:pt x="79847" y="109342"/>
                </a:cubicBezTo>
                <a:cubicBezTo>
                  <a:pt x="71960" y="109342"/>
                  <a:pt x="63745" y="106876"/>
                  <a:pt x="52903" y="103918"/>
                </a:cubicBezTo>
                <a:cubicBezTo>
                  <a:pt x="48302" y="102601"/>
                  <a:pt x="39265" y="99969"/>
                  <a:pt x="31050" y="99969"/>
                </a:cubicBezTo>
                <a:cubicBezTo>
                  <a:pt x="28914" y="99969"/>
                  <a:pt x="26616" y="100135"/>
                  <a:pt x="24480" y="10062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2" name="path-1182">
            <a:extLst xmlns:a="http://schemas.openxmlformats.org/drawingml/2006/main">
              <a:ext uri="{FF2B5EF4-FFF2-40B4-BE49-F238E27FC236}">
                <a16:creationId xmlns:a16="http://schemas.microsoft.com/office/drawing/2014/main" id="{ECC1A907-17F7-4909-9B64-B5A9A031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084" y="753558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3" name="path-1183">
            <a:extLst xmlns:a="http://schemas.openxmlformats.org/drawingml/2006/main">
              <a:ext uri="{FF2B5EF4-FFF2-40B4-BE49-F238E27FC236}">
                <a16:creationId xmlns:a16="http://schemas.microsoft.com/office/drawing/2014/main" id="{3C9BE2A7-FCAB-4912-A779-F468E753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096" y="7593464"/>
            <a:ext cx="86741" cy="121826"/>
          </a:xfrm>
          <a:custGeom xmlns:a="http://schemas.openxmlformats.org/drawingml/2006/main">
            <a:pathLst>
              <a:path w="75738" h="106372">
                <a:moveTo>
                  <a:pt x="75081" y="10025"/>
                </a:moveTo>
                <a:cubicBezTo>
                  <a:pt x="75738" y="7724"/>
                  <a:pt x="75738" y="7395"/>
                  <a:pt x="75738" y="6245"/>
                </a:cubicBezTo>
                <a:cubicBezTo>
                  <a:pt x="75738" y="3287"/>
                  <a:pt x="73439" y="1807"/>
                  <a:pt x="70975" y="1807"/>
                </a:cubicBezTo>
                <a:cubicBezTo>
                  <a:pt x="69330" y="1807"/>
                  <a:pt x="66703" y="2795"/>
                  <a:pt x="65224" y="5259"/>
                </a:cubicBezTo>
                <a:cubicBezTo>
                  <a:pt x="64895" y="6082"/>
                  <a:pt x="63582" y="11176"/>
                  <a:pt x="62923" y="14134"/>
                </a:cubicBezTo>
                <a:cubicBezTo>
                  <a:pt x="61774" y="18405"/>
                  <a:pt x="60624" y="22843"/>
                  <a:pt x="59639" y="27280"/>
                </a:cubicBezTo>
                <a:lnTo>
                  <a:pt x="52246" y="56861"/>
                </a:lnTo>
                <a:cubicBezTo>
                  <a:pt x="51586" y="59328"/>
                  <a:pt x="44522" y="70832"/>
                  <a:pt x="33680" y="70832"/>
                </a:cubicBezTo>
                <a:cubicBezTo>
                  <a:pt x="25302" y="70832"/>
                  <a:pt x="23494" y="63599"/>
                  <a:pt x="23494" y="57520"/>
                </a:cubicBezTo>
                <a:cubicBezTo>
                  <a:pt x="23494" y="49960"/>
                  <a:pt x="26287" y="39772"/>
                  <a:pt x="31872" y="25309"/>
                </a:cubicBezTo>
                <a:cubicBezTo>
                  <a:pt x="34502" y="18571"/>
                  <a:pt x="35159" y="16763"/>
                  <a:pt x="35159" y="13477"/>
                </a:cubicBezTo>
                <a:cubicBezTo>
                  <a:pt x="35159" y="6082"/>
                  <a:pt x="29902" y="0"/>
                  <a:pt x="21687" y="0"/>
                </a:cubicBezTo>
                <a:cubicBezTo>
                  <a:pt x="6079" y="0"/>
                  <a:pt x="0" y="23830"/>
                  <a:pt x="0" y="25309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623"/>
                  <a:pt x="4600" y="23993"/>
                </a:cubicBezTo>
                <a:cubicBezTo>
                  <a:pt x="9037" y="8546"/>
                  <a:pt x="15608" y="3615"/>
                  <a:pt x="21193" y="3615"/>
                </a:cubicBezTo>
                <a:cubicBezTo>
                  <a:pt x="22507" y="3615"/>
                  <a:pt x="25302" y="3615"/>
                  <a:pt x="25302" y="8874"/>
                </a:cubicBezTo>
                <a:cubicBezTo>
                  <a:pt x="25302" y="12983"/>
                  <a:pt x="23657" y="17257"/>
                  <a:pt x="22507" y="20378"/>
                </a:cubicBezTo>
                <a:cubicBezTo>
                  <a:pt x="15936" y="37799"/>
                  <a:pt x="12978" y="47167"/>
                  <a:pt x="12978" y="54891"/>
                </a:cubicBezTo>
                <a:cubicBezTo>
                  <a:pt x="12978" y="69516"/>
                  <a:pt x="23329" y="74444"/>
                  <a:pt x="33023" y="74444"/>
                </a:cubicBezTo>
                <a:cubicBezTo>
                  <a:pt x="39431" y="74444"/>
                  <a:pt x="45016" y="71652"/>
                  <a:pt x="49616" y="67051"/>
                </a:cubicBezTo>
                <a:cubicBezTo>
                  <a:pt x="47480" y="75595"/>
                  <a:pt x="45510" y="83644"/>
                  <a:pt x="38937" y="92351"/>
                </a:cubicBezTo>
                <a:cubicBezTo>
                  <a:pt x="34665" y="97956"/>
                  <a:pt x="28423" y="102759"/>
                  <a:pt x="20865" y="102759"/>
                </a:cubicBezTo>
                <a:cubicBezTo>
                  <a:pt x="18566" y="102759"/>
                  <a:pt x="11173" y="102260"/>
                  <a:pt x="8378" y="95803"/>
                </a:cubicBezTo>
                <a:cubicBezTo>
                  <a:pt x="11008" y="95803"/>
                  <a:pt x="13144" y="95803"/>
                  <a:pt x="15442" y="93830"/>
                </a:cubicBezTo>
                <a:cubicBezTo>
                  <a:pt x="17087" y="92351"/>
                  <a:pt x="18729" y="90215"/>
                  <a:pt x="18729" y="87094"/>
                </a:cubicBezTo>
                <a:cubicBezTo>
                  <a:pt x="18729" y="82002"/>
                  <a:pt x="14294" y="81343"/>
                  <a:pt x="12650" y="81343"/>
                </a:cubicBezTo>
                <a:cubicBezTo>
                  <a:pt x="8872" y="81343"/>
                  <a:pt x="3449" y="83973"/>
                  <a:pt x="3449" y="92022"/>
                </a:cubicBezTo>
                <a:cubicBezTo>
                  <a:pt x="3449" y="100275"/>
                  <a:pt x="10679" y="106372"/>
                  <a:pt x="20865" y="106372"/>
                </a:cubicBezTo>
                <a:cubicBezTo>
                  <a:pt x="37786" y="106372"/>
                  <a:pt x="54710" y="91366"/>
                  <a:pt x="59310" y="72802"/>
                </a:cubicBezTo>
                <a:lnTo>
                  <a:pt x="75081" y="100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4" name="path-1184">
            <a:extLst xmlns:a="http://schemas.openxmlformats.org/drawingml/2006/main">
              <a:ext uri="{FF2B5EF4-FFF2-40B4-BE49-F238E27FC236}">
                <a16:creationId xmlns:a16="http://schemas.microsoft.com/office/drawing/2014/main" id="{35D3DA5F-42DA-44E3-9C1C-E7B5D0A7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851" y="765675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5" name="path-1185">
            <a:extLst xmlns:a="http://schemas.openxmlformats.org/drawingml/2006/main">
              <a:ext uri="{FF2B5EF4-FFF2-40B4-BE49-F238E27FC236}">
                <a16:creationId xmlns:a16="http://schemas.microsoft.com/office/drawing/2014/main" id="{C90B91DC-3606-4A17-BC3D-D881A8E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1794" y="7593464"/>
            <a:ext cx="77522" cy="119804"/>
          </a:xfrm>
          <a:custGeom xmlns:a="http://schemas.openxmlformats.org/drawingml/2006/main">
            <a:pathLst>
              <a:path w="67688" h="104607">
                <a:moveTo>
                  <a:pt x="67688" y="1807"/>
                </a:moveTo>
                <a:cubicBezTo>
                  <a:pt x="67688" y="1151"/>
                  <a:pt x="67194" y="165"/>
                  <a:pt x="66044" y="165"/>
                </a:cubicBezTo>
                <a:cubicBezTo>
                  <a:pt x="64239" y="165"/>
                  <a:pt x="57666" y="6738"/>
                  <a:pt x="54873" y="11504"/>
                </a:cubicBezTo>
                <a:cubicBezTo>
                  <a:pt x="51258" y="2630"/>
                  <a:pt x="44851" y="0"/>
                  <a:pt x="39594" y="0"/>
                </a:cubicBezTo>
                <a:cubicBezTo>
                  <a:pt x="20208" y="0"/>
                  <a:pt x="0" y="24322"/>
                  <a:pt x="0" y="48152"/>
                </a:cubicBezTo>
                <a:cubicBezTo>
                  <a:pt x="0" y="64256"/>
                  <a:pt x="9694" y="74444"/>
                  <a:pt x="21687" y="74444"/>
                </a:cubicBezTo>
                <a:cubicBezTo>
                  <a:pt x="28751" y="74444"/>
                  <a:pt x="35159" y="70503"/>
                  <a:pt x="41073" y="64587"/>
                </a:cubicBezTo>
                <a:cubicBezTo>
                  <a:pt x="39594" y="70338"/>
                  <a:pt x="34171" y="92589"/>
                  <a:pt x="33680" y="94073"/>
                </a:cubicBezTo>
                <a:cubicBezTo>
                  <a:pt x="32366" y="98691"/>
                  <a:pt x="31050" y="99350"/>
                  <a:pt x="21850" y="99515"/>
                </a:cubicBezTo>
                <a:cubicBezTo>
                  <a:pt x="19714" y="99515"/>
                  <a:pt x="18072" y="99515"/>
                  <a:pt x="18072" y="102802"/>
                </a:cubicBezTo>
                <a:cubicBezTo>
                  <a:pt x="18072" y="102965"/>
                  <a:pt x="18072" y="104607"/>
                  <a:pt x="20208" y="104607"/>
                </a:cubicBezTo>
                <a:cubicBezTo>
                  <a:pt x="25465" y="104607"/>
                  <a:pt x="31216" y="104116"/>
                  <a:pt x="36638" y="104116"/>
                </a:cubicBezTo>
                <a:cubicBezTo>
                  <a:pt x="42223" y="104116"/>
                  <a:pt x="48137" y="104607"/>
                  <a:pt x="53559" y="104607"/>
                </a:cubicBezTo>
                <a:cubicBezTo>
                  <a:pt x="54379" y="104607"/>
                  <a:pt x="56515" y="104607"/>
                  <a:pt x="56515" y="101323"/>
                </a:cubicBezTo>
                <a:cubicBezTo>
                  <a:pt x="56515" y="99515"/>
                  <a:pt x="54873" y="99515"/>
                  <a:pt x="52243" y="99515"/>
                </a:cubicBezTo>
                <a:cubicBezTo>
                  <a:pt x="44359" y="99515"/>
                  <a:pt x="44359" y="98360"/>
                  <a:pt x="44359" y="96876"/>
                </a:cubicBezTo>
                <a:cubicBezTo>
                  <a:pt x="44359" y="95723"/>
                  <a:pt x="44688" y="94732"/>
                  <a:pt x="45016" y="93248"/>
                </a:cubicBezTo>
                <a:lnTo>
                  <a:pt x="67688" y="1807"/>
                </a:lnTo>
                <a:moveTo>
                  <a:pt x="22178" y="70832"/>
                </a:moveTo>
                <a:cubicBezTo>
                  <a:pt x="12321" y="70832"/>
                  <a:pt x="11664" y="58177"/>
                  <a:pt x="11664" y="55382"/>
                </a:cubicBezTo>
                <a:cubicBezTo>
                  <a:pt x="11664" y="47495"/>
                  <a:pt x="16430" y="29581"/>
                  <a:pt x="19223" y="22680"/>
                </a:cubicBezTo>
                <a:cubicBezTo>
                  <a:pt x="24314" y="10519"/>
                  <a:pt x="32858" y="3615"/>
                  <a:pt x="39594" y="3615"/>
                </a:cubicBezTo>
                <a:cubicBezTo>
                  <a:pt x="50273" y="3615"/>
                  <a:pt x="52574" y="16926"/>
                  <a:pt x="52574" y="18077"/>
                </a:cubicBezTo>
                <a:cubicBezTo>
                  <a:pt x="52574" y="19065"/>
                  <a:pt x="43537" y="55054"/>
                  <a:pt x="43043" y="55713"/>
                </a:cubicBezTo>
                <a:cubicBezTo>
                  <a:pt x="40579" y="60313"/>
                  <a:pt x="31379" y="70832"/>
                  <a:pt x="22178" y="70832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6" name="path-1186">
            <a:extLst xmlns:a="http://schemas.openxmlformats.org/drawingml/2006/main">
              <a:ext uri="{FF2B5EF4-FFF2-40B4-BE49-F238E27FC236}">
                <a16:creationId xmlns:a16="http://schemas.microsoft.com/office/drawing/2014/main" id="{0F41D518-4A4E-4CDF-82FD-D22E061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633" y="753558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7" name="path-1187">
            <a:extLst xmlns:a="http://schemas.openxmlformats.org/drawingml/2006/main">
              <a:ext uri="{FF2B5EF4-FFF2-40B4-BE49-F238E27FC236}">
                <a16:creationId xmlns:a16="http://schemas.microsoft.com/office/drawing/2014/main" id="{CEF4CC77-C2F2-406C-A8FD-9C98F22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6844" y="7544586"/>
            <a:ext cx="94269" cy="133585"/>
          </a:xfrm>
          <a:custGeom xmlns:a="http://schemas.openxmlformats.org/drawingml/2006/main">
            <a:pathLst>
              <a:path w="82311" h="116640">
                <a:moveTo>
                  <a:pt x="82311" y="34823"/>
                </a:moveTo>
                <a:cubicBezTo>
                  <a:pt x="82311" y="5916"/>
                  <a:pt x="65224" y="0"/>
                  <a:pt x="55201" y="0"/>
                </a:cubicBezTo>
                <a:cubicBezTo>
                  <a:pt x="42223" y="0"/>
                  <a:pt x="25793" y="8543"/>
                  <a:pt x="13472" y="30880"/>
                </a:cubicBezTo>
                <a:cubicBezTo>
                  <a:pt x="5094" y="46320"/>
                  <a:pt x="0" y="68661"/>
                  <a:pt x="0" y="81970"/>
                </a:cubicBezTo>
                <a:cubicBezTo>
                  <a:pt x="0" y="105798"/>
                  <a:pt x="12487" y="116640"/>
                  <a:pt x="27272" y="116640"/>
                </a:cubicBezTo>
                <a:cubicBezTo>
                  <a:pt x="38280" y="116640"/>
                  <a:pt x="52737" y="110235"/>
                  <a:pt x="64073" y="93474"/>
                </a:cubicBezTo>
                <a:cubicBezTo>
                  <a:pt x="77874" y="73261"/>
                  <a:pt x="82311" y="47139"/>
                  <a:pt x="82311" y="34823"/>
                </a:cubicBezTo>
                <a:moveTo>
                  <a:pt x="24973" y="54367"/>
                </a:moveTo>
                <a:cubicBezTo>
                  <a:pt x="27272" y="44840"/>
                  <a:pt x="31544" y="29894"/>
                  <a:pt x="36473" y="21354"/>
                </a:cubicBezTo>
                <a:cubicBezTo>
                  <a:pt x="40253" y="14620"/>
                  <a:pt x="46986" y="5916"/>
                  <a:pt x="54873" y="5916"/>
                </a:cubicBezTo>
                <a:cubicBezTo>
                  <a:pt x="61774" y="5916"/>
                  <a:pt x="64730" y="13144"/>
                  <a:pt x="64730" y="22833"/>
                </a:cubicBezTo>
                <a:cubicBezTo>
                  <a:pt x="64730" y="33179"/>
                  <a:pt x="61118" y="47468"/>
                  <a:pt x="59310" y="54367"/>
                </a:cubicBezTo>
                <a:lnTo>
                  <a:pt x="24973" y="54367"/>
                </a:lnTo>
                <a:moveTo>
                  <a:pt x="57337" y="62251"/>
                </a:moveTo>
                <a:cubicBezTo>
                  <a:pt x="47152" y="106289"/>
                  <a:pt x="33351" y="110726"/>
                  <a:pt x="27601" y="110726"/>
                </a:cubicBezTo>
                <a:cubicBezTo>
                  <a:pt x="25302" y="110726"/>
                  <a:pt x="21850" y="110069"/>
                  <a:pt x="19551" y="104975"/>
                </a:cubicBezTo>
                <a:cubicBezTo>
                  <a:pt x="17581" y="100538"/>
                  <a:pt x="17581" y="94131"/>
                  <a:pt x="17581" y="93965"/>
                </a:cubicBezTo>
                <a:cubicBezTo>
                  <a:pt x="17581" y="84600"/>
                  <a:pt x="21193" y="69318"/>
                  <a:pt x="23001" y="62251"/>
                </a:cubicBezTo>
                <a:lnTo>
                  <a:pt x="57337" y="622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8" name="path-1188">
            <a:extLst xmlns:a="http://schemas.openxmlformats.org/drawingml/2006/main">
              <a:ext uri="{FF2B5EF4-FFF2-40B4-BE49-F238E27FC236}">
                <a16:creationId xmlns:a16="http://schemas.microsoft.com/office/drawing/2014/main" id="{5F3907F7-1208-4F11-B9E8-6A4D55E6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6086" y="765675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9" name="path-1189">
            <a:extLst xmlns:a="http://schemas.openxmlformats.org/drawingml/2006/main">
              <a:ext uri="{FF2B5EF4-FFF2-40B4-BE49-F238E27FC236}">
                <a16:creationId xmlns:a16="http://schemas.microsoft.com/office/drawing/2014/main" id="{FDE2E422-56B9-4F40-BEC4-2D2F9AC8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869" y="7547710"/>
            <a:ext cx="171978" cy="128992"/>
          </a:xfrm>
          <a:custGeom xmlns:a="http://schemas.openxmlformats.org/drawingml/2006/main">
            <a:pathLst>
              <a:path w="150162" h="112629">
                <a:moveTo>
                  <a:pt x="89212" y="47779"/>
                </a:moveTo>
                <a:lnTo>
                  <a:pt x="110897" y="26438"/>
                </a:lnTo>
                <a:lnTo>
                  <a:pt x="121085" y="16097"/>
                </a:lnTo>
                <a:cubicBezTo>
                  <a:pt x="127655" y="9857"/>
                  <a:pt x="129626" y="7887"/>
                  <a:pt x="146712" y="7724"/>
                </a:cubicBezTo>
                <a:cubicBezTo>
                  <a:pt x="149833" y="7724"/>
                  <a:pt x="150162" y="3452"/>
                  <a:pt x="150162" y="2958"/>
                </a:cubicBezTo>
                <a:cubicBezTo>
                  <a:pt x="150162" y="1973"/>
                  <a:pt x="149505" y="0"/>
                  <a:pt x="146878" y="0"/>
                </a:cubicBezTo>
                <a:cubicBezTo>
                  <a:pt x="141127" y="0"/>
                  <a:pt x="134885" y="494"/>
                  <a:pt x="128969" y="494"/>
                </a:cubicBezTo>
                <a:cubicBezTo>
                  <a:pt x="124206" y="494"/>
                  <a:pt x="112376" y="0"/>
                  <a:pt x="107613" y="0"/>
                </a:cubicBezTo>
                <a:cubicBezTo>
                  <a:pt x="106297" y="0"/>
                  <a:pt x="103013" y="0"/>
                  <a:pt x="103013" y="4603"/>
                </a:cubicBezTo>
                <a:cubicBezTo>
                  <a:pt x="103013" y="7558"/>
                  <a:pt x="105640" y="7724"/>
                  <a:pt x="107119" y="7724"/>
                </a:cubicBezTo>
                <a:cubicBezTo>
                  <a:pt x="112047" y="7887"/>
                  <a:pt x="116319" y="9200"/>
                  <a:pt x="116976" y="9366"/>
                </a:cubicBezTo>
                <a:lnTo>
                  <a:pt x="85597" y="40393"/>
                </a:lnTo>
                <a:lnTo>
                  <a:pt x="70481" y="8709"/>
                </a:lnTo>
                <a:cubicBezTo>
                  <a:pt x="72125" y="8380"/>
                  <a:pt x="77217" y="7724"/>
                  <a:pt x="80012" y="7724"/>
                </a:cubicBezTo>
                <a:cubicBezTo>
                  <a:pt x="81817" y="7724"/>
                  <a:pt x="84775" y="7724"/>
                  <a:pt x="84775" y="3124"/>
                </a:cubicBezTo>
                <a:cubicBezTo>
                  <a:pt x="84775" y="822"/>
                  <a:pt x="83296" y="0"/>
                  <a:pt x="81160" y="0"/>
                </a:cubicBezTo>
                <a:cubicBezTo>
                  <a:pt x="75575" y="0"/>
                  <a:pt x="61774" y="494"/>
                  <a:pt x="56189" y="494"/>
                </a:cubicBezTo>
                <a:cubicBezTo>
                  <a:pt x="52409" y="494"/>
                  <a:pt x="48631" y="331"/>
                  <a:pt x="44853" y="331"/>
                </a:cubicBezTo>
                <a:cubicBezTo>
                  <a:pt x="41073" y="331"/>
                  <a:pt x="37132" y="0"/>
                  <a:pt x="33351" y="0"/>
                </a:cubicBezTo>
                <a:cubicBezTo>
                  <a:pt x="31872" y="0"/>
                  <a:pt x="28751" y="0"/>
                  <a:pt x="28751" y="4603"/>
                </a:cubicBezTo>
                <a:cubicBezTo>
                  <a:pt x="28751" y="7724"/>
                  <a:pt x="30887" y="7724"/>
                  <a:pt x="35487" y="7724"/>
                </a:cubicBezTo>
                <a:cubicBezTo>
                  <a:pt x="37789" y="7724"/>
                  <a:pt x="39596" y="7724"/>
                  <a:pt x="41895" y="7887"/>
                </a:cubicBezTo>
                <a:cubicBezTo>
                  <a:pt x="44196" y="8215"/>
                  <a:pt x="44359" y="8380"/>
                  <a:pt x="45344" y="10351"/>
                </a:cubicBezTo>
                <a:lnTo>
                  <a:pt x="68017" y="57794"/>
                </a:lnTo>
                <a:lnTo>
                  <a:pt x="26781" y="98505"/>
                </a:lnTo>
                <a:cubicBezTo>
                  <a:pt x="23823" y="101298"/>
                  <a:pt x="20373" y="104745"/>
                  <a:pt x="5751" y="104908"/>
                </a:cubicBezTo>
                <a:cubicBezTo>
                  <a:pt x="2795" y="104908"/>
                  <a:pt x="0" y="104908"/>
                  <a:pt x="0" y="109673"/>
                </a:cubicBezTo>
                <a:cubicBezTo>
                  <a:pt x="0" y="110824"/>
                  <a:pt x="822" y="112629"/>
                  <a:pt x="3287" y="112629"/>
                </a:cubicBezTo>
                <a:cubicBezTo>
                  <a:pt x="7230" y="112629"/>
                  <a:pt x="17252" y="112138"/>
                  <a:pt x="21196" y="112138"/>
                </a:cubicBezTo>
                <a:cubicBezTo>
                  <a:pt x="25959" y="112138"/>
                  <a:pt x="37789" y="112629"/>
                  <a:pt x="42552" y="112629"/>
                </a:cubicBezTo>
                <a:cubicBezTo>
                  <a:pt x="43868" y="112629"/>
                  <a:pt x="47152" y="112629"/>
                  <a:pt x="47152" y="107866"/>
                </a:cubicBezTo>
                <a:cubicBezTo>
                  <a:pt x="47152" y="104908"/>
                  <a:pt x="44196" y="104908"/>
                  <a:pt x="42880" y="104908"/>
                </a:cubicBezTo>
                <a:cubicBezTo>
                  <a:pt x="39596" y="104908"/>
                  <a:pt x="36310" y="104416"/>
                  <a:pt x="33189" y="103266"/>
                </a:cubicBezTo>
                <a:lnTo>
                  <a:pt x="71469" y="65181"/>
                </a:lnTo>
                <a:lnTo>
                  <a:pt x="90032" y="103923"/>
                </a:lnTo>
                <a:cubicBezTo>
                  <a:pt x="89869" y="103923"/>
                  <a:pt x="84447" y="104908"/>
                  <a:pt x="80503" y="104908"/>
                </a:cubicBezTo>
                <a:cubicBezTo>
                  <a:pt x="78861" y="104908"/>
                  <a:pt x="75740" y="104908"/>
                  <a:pt x="75740" y="109673"/>
                </a:cubicBezTo>
                <a:cubicBezTo>
                  <a:pt x="75740" y="110165"/>
                  <a:pt x="75903" y="112629"/>
                  <a:pt x="79353" y="112629"/>
                </a:cubicBezTo>
                <a:cubicBezTo>
                  <a:pt x="84940" y="112629"/>
                  <a:pt x="98904" y="112138"/>
                  <a:pt x="104489" y="112138"/>
                </a:cubicBezTo>
                <a:cubicBezTo>
                  <a:pt x="108269" y="112138"/>
                  <a:pt x="112047" y="112301"/>
                  <a:pt x="115825" y="112301"/>
                </a:cubicBezTo>
                <a:cubicBezTo>
                  <a:pt x="119606" y="112301"/>
                  <a:pt x="123549" y="112629"/>
                  <a:pt x="127327" y="112629"/>
                </a:cubicBezTo>
                <a:cubicBezTo>
                  <a:pt x="128640" y="112629"/>
                  <a:pt x="131927" y="112629"/>
                  <a:pt x="131927" y="107866"/>
                </a:cubicBezTo>
                <a:cubicBezTo>
                  <a:pt x="131927" y="104908"/>
                  <a:pt x="129297" y="104908"/>
                  <a:pt x="125354" y="104908"/>
                </a:cubicBezTo>
                <a:cubicBezTo>
                  <a:pt x="123055" y="104908"/>
                  <a:pt x="121413" y="104908"/>
                  <a:pt x="118949" y="104745"/>
                </a:cubicBezTo>
                <a:cubicBezTo>
                  <a:pt x="116484" y="104416"/>
                  <a:pt x="116319" y="104251"/>
                  <a:pt x="115168" y="102118"/>
                </a:cubicBezTo>
                <a:lnTo>
                  <a:pt x="89212" y="47779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0" name="path-1190">
            <a:extLst xmlns:a="http://schemas.openxmlformats.org/drawingml/2006/main">
              <a:ext uri="{FF2B5EF4-FFF2-40B4-BE49-F238E27FC236}">
                <a16:creationId xmlns:a16="http://schemas.microsoft.com/office/drawing/2014/main" id="{86CFE17C-DFCA-47DE-964C-50D4422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566" y="765675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1" name="path-1191">
            <a:extLst xmlns:a="http://schemas.openxmlformats.org/drawingml/2006/main">
              <a:ext uri="{FF2B5EF4-FFF2-40B4-BE49-F238E27FC236}">
                <a16:creationId xmlns:a16="http://schemas.microsoft.com/office/drawing/2014/main" id="{A02B7E44-BF6B-42EA-BB48-82F681E2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221" y="7546056"/>
            <a:ext cx="47981" cy="13211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2" name="path-1192">
            <a:extLst xmlns:a="http://schemas.openxmlformats.org/drawingml/2006/main">
              <a:ext uri="{FF2B5EF4-FFF2-40B4-BE49-F238E27FC236}">
                <a16:creationId xmlns:a16="http://schemas.microsoft.com/office/drawing/2014/main" id="{F4C4AC06-D097-436C-87C5-71CA0EC7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9888" y="7617473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3" name="path-1193">
            <a:extLst xmlns:a="http://schemas.openxmlformats.org/drawingml/2006/main">
              <a:ext uri="{FF2B5EF4-FFF2-40B4-BE49-F238E27FC236}">
                <a16:creationId xmlns:a16="http://schemas.microsoft.com/office/drawing/2014/main" id="{F40047C8-8104-4D7E-8C93-A77D7C7A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237" y="7648214"/>
            <a:ext cx="15147" cy="56723"/>
          </a:xfrm>
          <a:custGeom xmlns:a="http://schemas.openxmlformats.org/drawingml/2006/main">
            <a:pathLst>
              <a:path w="13226" h="49528">
                <a:moveTo>
                  <a:pt x="13226" y="6672"/>
                </a:moveTo>
                <a:cubicBezTo>
                  <a:pt x="13226" y="2646"/>
                  <a:pt x="10006" y="0"/>
                  <a:pt x="6670" y="0"/>
                </a:cubicBezTo>
                <a:cubicBezTo>
                  <a:pt x="2646" y="0"/>
                  <a:pt x="0" y="3222"/>
                  <a:pt x="0" y="6556"/>
                </a:cubicBezTo>
                <a:cubicBezTo>
                  <a:pt x="0" y="10581"/>
                  <a:pt x="3220" y="13226"/>
                  <a:pt x="6556" y="13226"/>
                </a:cubicBezTo>
                <a:cubicBezTo>
                  <a:pt x="10581" y="13226"/>
                  <a:pt x="13226" y="10006"/>
                  <a:pt x="13226" y="6672"/>
                </a:cubicBezTo>
                <a:moveTo>
                  <a:pt x="13226" y="42973"/>
                </a:moveTo>
                <a:cubicBezTo>
                  <a:pt x="13226" y="38948"/>
                  <a:pt x="10006" y="36303"/>
                  <a:pt x="6670" y="36303"/>
                </a:cubicBezTo>
                <a:cubicBezTo>
                  <a:pt x="2646" y="36303"/>
                  <a:pt x="0" y="39524"/>
                  <a:pt x="0" y="42858"/>
                </a:cubicBezTo>
                <a:cubicBezTo>
                  <a:pt x="0" y="46883"/>
                  <a:pt x="3220" y="49528"/>
                  <a:pt x="6556" y="49528"/>
                </a:cubicBezTo>
                <a:cubicBezTo>
                  <a:pt x="10581" y="49528"/>
                  <a:pt x="13226" y="46308"/>
                  <a:pt x="13226" y="4297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4" name="path-1194">
            <a:extLst xmlns:a="http://schemas.openxmlformats.org/drawingml/2006/main">
              <a:ext uri="{FF2B5EF4-FFF2-40B4-BE49-F238E27FC236}">
                <a16:creationId xmlns:a16="http://schemas.microsoft.com/office/drawing/2014/main" id="{CD99AC31-EE43-48DB-AA19-13DE825C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649" y="7622686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5" name="path-1195">
            <a:extLst xmlns:a="http://schemas.openxmlformats.org/drawingml/2006/main">
              <a:ext uri="{FF2B5EF4-FFF2-40B4-BE49-F238E27FC236}">
                <a16:creationId xmlns:a16="http://schemas.microsoft.com/office/drawing/2014/main" id="{47960465-4101-4C85-824D-F97A29E7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715" y="7614702"/>
            <a:ext cx="26061" cy="49012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6" name="path-1196">
            <a:extLst xmlns:a="http://schemas.openxmlformats.org/drawingml/2006/main">
              <a:ext uri="{FF2B5EF4-FFF2-40B4-BE49-F238E27FC236}">
                <a16:creationId xmlns:a16="http://schemas.microsoft.com/office/drawing/2014/main" id="{48F0004A-513A-4D80-8F5C-77370BEB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996" y="753558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7" name="path-1197">
            <a:extLst xmlns:a="http://schemas.openxmlformats.org/drawingml/2006/main">
              <a:ext uri="{FF2B5EF4-FFF2-40B4-BE49-F238E27FC236}">
                <a16:creationId xmlns:a16="http://schemas.microsoft.com/office/drawing/2014/main" id="{A0AE8594-15A7-43E5-BF1E-3F8E1E71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4170" y="7535583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8" name="path-1198">
            <a:extLst xmlns:a="http://schemas.openxmlformats.org/drawingml/2006/main">
              <a:ext uri="{FF2B5EF4-FFF2-40B4-BE49-F238E27FC236}">
                <a16:creationId xmlns:a16="http://schemas.microsoft.com/office/drawing/2014/main" id="{F21A89CE-DC3E-48B0-B991-65EF2CE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292" y="4164672"/>
            <a:ext cx="698897" cy="191"/>
          </a:xfrm>
          <a:custGeom xmlns:a="http://schemas.openxmlformats.org/drawingml/2006/main">
            <a:pathLst>
              <a:path w="610241" h="191">
                <a:moveTo>
                  <a:pt x="0" y="0"/>
                </a:moveTo>
                <a:lnTo>
                  <a:pt x="6102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1279" name="text-1199 Gradient">
            <a:extLst xmlns:a="http://schemas.openxmlformats.org/drawingml/2006/main">
              <a:ext uri="{FF2B5EF4-FFF2-40B4-BE49-F238E27FC236}">
                <a16:creationId xmlns:a16="http://schemas.microsoft.com/office/drawing/2014/main" id="{7F1C64AE-F2F4-4561-961A-71E91219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5292" y="3969846"/>
            <a:ext cx="729511" cy="237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339" b="1" i="1">
                <a:solidFill>
                  <a:srgbClr val="531B93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1280" name="path-1200">
            <a:extLst xmlns:a="http://schemas.openxmlformats.org/drawingml/2006/main">
              <a:ext uri="{FF2B5EF4-FFF2-40B4-BE49-F238E27FC236}">
                <a16:creationId xmlns:a16="http://schemas.microsoft.com/office/drawing/2014/main" id="{BD7D4C59-3176-4F78-8C40-09BF8689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186" y="4353537"/>
            <a:ext cx="444213" cy="191"/>
          </a:xfrm>
          <a:custGeom xmlns:a="http://schemas.openxmlformats.org/drawingml/2006/main">
            <a:pathLst>
              <a:path w="387864" h="191">
                <a:moveTo>
                  <a:pt x="0" y="0"/>
                </a:moveTo>
                <a:lnTo>
                  <a:pt x="3878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1281" name="path-1201">
            <a:extLst xmlns:a="http://schemas.openxmlformats.org/drawingml/2006/main">
              <a:ext uri="{FF2B5EF4-FFF2-40B4-BE49-F238E27FC236}">
                <a16:creationId xmlns:a16="http://schemas.microsoft.com/office/drawing/2014/main" id="{61DA85A9-C51A-4CDF-85DA-5A56748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1938" y="4353537"/>
            <a:ext cx="208318" cy="191"/>
          </a:xfrm>
          <a:custGeom xmlns:a="http://schemas.openxmlformats.org/drawingml/2006/main">
            <a:pathLst>
              <a:path w="181893" h="191">
                <a:moveTo>
                  <a:pt x="0" y="0"/>
                </a:moveTo>
                <a:lnTo>
                  <a:pt x="181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1282" name="path-1202">
            <a:extLst xmlns:a="http://schemas.openxmlformats.org/drawingml/2006/main">
              <a:ext uri="{FF2B5EF4-FFF2-40B4-BE49-F238E27FC236}">
                <a16:creationId xmlns:a16="http://schemas.microsoft.com/office/drawing/2014/main" id="{2A40EF91-981A-441E-A134-6250B01C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5789" y="4353537"/>
            <a:ext cx="138721" cy="191"/>
          </a:xfrm>
          <a:custGeom xmlns:a="http://schemas.openxmlformats.org/drawingml/2006/main">
            <a:pathLst>
              <a:path w="121124" h="191">
                <a:moveTo>
                  <a:pt x="0" y="0"/>
                </a:moveTo>
                <a:lnTo>
                  <a:pt x="121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1283" name="path-1203">
            <a:extLst xmlns:a="http://schemas.openxmlformats.org/drawingml/2006/main">
              <a:ext uri="{FF2B5EF4-FFF2-40B4-BE49-F238E27FC236}">
                <a16:creationId xmlns:a16="http://schemas.microsoft.com/office/drawing/2014/main" id="{7F42BAE9-82AC-4735-83B0-B919A0B2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0662" y="4353537"/>
            <a:ext cx="397093" cy="191"/>
          </a:xfrm>
          <a:custGeom xmlns:a="http://schemas.openxmlformats.org/drawingml/2006/main">
            <a:pathLst>
              <a:path w="346721" h="191">
                <a:moveTo>
                  <a:pt x="0" y="0"/>
                </a:moveTo>
                <a:lnTo>
                  <a:pt x="346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531B93"/>
            </a:solidFill>
            <a:prstDash val="solid"/>
          </a:ln>
        </p:spPr>
      </p:sp>
      <p:sp>
        <p:nvSpPr>
          <p:cNvPr id="1284" name="text-1204 Back-propagation">
            <a:extLst xmlns:a="http://schemas.openxmlformats.org/drawingml/2006/main">
              <a:ext uri="{FF2B5EF4-FFF2-40B4-BE49-F238E27FC236}">
                <a16:creationId xmlns:a16="http://schemas.microsoft.com/office/drawing/2014/main" id="{C6F41F32-D55D-4C4D-B161-CDD88B27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2186" y="4164276"/>
            <a:ext cx="1475594" cy="237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339" b="1" i="1">
                <a:solidFill>
                  <a:srgbClr val="531B93"/>
                </a:solidFill>
                <a:latin typeface="Arial"/>
                <a:ea typeface="Arial"/>
                <a:cs typeface="Arial"/>
              </a:rPr>
              <a:t>Back-propagation</a:t>
            </a:r>
          </a:p>
        </p:txBody>
      </p:sp>
      <p:sp>
        <p:nvSpPr>
          <p:cNvPr id="1285" name="path-1205">
            <a:extLst xmlns:a="http://schemas.openxmlformats.org/drawingml/2006/main">
              <a:ext uri="{FF2B5EF4-FFF2-40B4-BE49-F238E27FC236}">
                <a16:creationId xmlns:a16="http://schemas.microsoft.com/office/drawing/2014/main" id="{6C7776A2-ADB5-4EE6-9F2B-1837C55A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688" y="3497772"/>
            <a:ext cx="4355195" cy="483288"/>
          </a:xfrm>
          <a:custGeom xmlns:a="http://schemas.openxmlformats.org/drawingml/2006/main">
            <a:pathLst>
              <a:path w="3802731" h="421982">
                <a:moveTo>
                  <a:pt x="41227" y="0"/>
                </a:moveTo>
                <a:lnTo>
                  <a:pt x="3761504" y="0"/>
                </a:lnTo>
                <a:cubicBezTo>
                  <a:pt x="3784344" y="0"/>
                  <a:pt x="3802731" y="18462"/>
                  <a:pt x="3802731" y="41227"/>
                </a:cubicBezTo>
                <a:lnTo>
                  <a:pt x="3802731" y="380755"/>
                </a:lnTo>
                <a:cubicBezTo>
                  <a:pt x="3802731" y="403520"/>
                  <a:pt x="3784344" y="421982"/>
                  <a:pt x="3761504" y="421982"/>
                </a:cubicBezTo>
                <a:lnTo>
                  <a:pt x="41227" y="421982"/>
                </a:lnTo>
                <a:cubicBezTo>
                  <a:pt x="18454" y="421982"/>
                  <a:pt x="0" y="403520"/>
                  <a:pt x="0" y="380755"/>
                </a:cubicBezTo>
                <a:lnTo>
                  <a:pt x="0" y="41227"/>
                </a:lnTo>
                <a:cubicBezTo>
                  <a:pt x="0" y="18462"/>
                  <a:pt x="18454" y="0"/>
                  <a:pt x="41227" y="0"/>
                </a:cubicBezTo>
              </a:path>
            </a:pathLst>
          </a:custGeom>
          <a:solidFill xmlns:a="http://schemas.openxmlformats.org/drawingml/2006/main">
            <a:srgbClr val="531B93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6" name="path-1207">
            <a:extLst xmlns:a="http://schemas.openxmlformats.org/drawingml/2006/main">
              <a:ext uri="{FF2B5EF4-FFF2-40B4-BE49-F238E27FC236}">
                <a16:creationId xmlns:a16="http://schemas.microsoft.com/office/drawing/2014/main" id="{9B323292-4E5D-4B3D-95E8-78E4B1E8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914" y="3645831"/>
            <a:ext cx="138860" cy="134688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7" name="path-1208">
            <a:extLst xmlns:a="http://schemas.openxmlformats.org/drawingml/2006/main">
              <a:ext uri="{FF2B5EF4-FFF2-40B4-BE49-F238E27FC236}">
                <a16:creationId xmlns:a16="http://schemas.microsoft.com/office/drawing/2014/main" id="{9F53C191-8E62-48CC-A687-06AEFD1B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655" y="3710008"/>
            <a:ext cx="71652" cy="93510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8" name="path-1209">
            <a:extLst xmlns:a="http://schemas.openxmlformats.org/drawingml/2006/main">
              <a:ext uri="{FF2B5EF4-FFF2-40B4-BE49-F238E27FC236}">
                <a16:creationId xmlns:a16="http://schemas.microsoft.com/office/drawing/2014/main" id="{1879D5A6-0EBA-4483-886B-CFF21EF4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982" y="3645831"/>
            <a:ext cx="103301" cy="128441"/>
          </a:xfrm>
          <a:custGeom xmlns:a="http://schemas.openxmlformats.org/drawingml/2006/main">
            <a:pathLst>
              <a:path w="90197" h="112148">
                <a:moveTo>
                  <a:pt x="90197" y="69791"/>
                </a:moveTo>
                <a:lnTo>
                  <a:pt x="86089" y="69791"/>
                </a:lnTo>
                <a:cubicBezTo>
                  <a:pt x="84281" y="86537"/>
                  <a:pt x="81982" y="107056"/>
                  <a:pt x="53066" y="107056"/>
                </a:cubicBezTo>
                <a:lnTo>
                  <a:pt x="39594" y="107056"/>
                </a:lnTo>
                <a:cubicBezTo>
                  <a:pt x="31872" y="107056"/>
                  <a:pt x="31544" y="105908"/>
                  <a:pt x="31544" y="100491"/>
                </a:cubicBezTo>
                <a:lnTo>
                  <a:pt x="31544" y="12976"/>
                </a:lnTo>
                <a:cubicBezTo>
                  <a:pt x="31544" y="7393"/>
                  <a:pt x="31544" y="5094"/>
                  <a:pt x="47152" y="5094"/>
                </a:cubicBezTo>
                <a:lnTo>
                  <a:pt x="52574" y="5094"/>
                </a:lnTo>
                <a:lnTo>
                  <a:pt x="52574" y="0"/>
                </a:lnTo>
                <a:cubicBezTo>
                  <a:pt x="46658" y="494"/>
                  <a:pt x="31709" y="494"/>
                  <a:pt x="24973" y="494"/>
                </a:cubicBezTo>
                <a:cubicBezTo>
                  <a:pt x="18566" y="494"/>
                  <a:pt x="5751" y="494"/>
                  <a:pt x="0" y="0"/>
                </a:cubicBezTo>
                <a:lnTo>
                  <a:pt x="0" y="5094"/>
                </a:lnTo>
                <a:lnTo>
                  <a:pt x="3943" y="5094"/>
                </a:lnTo>
                <a:cubicBezTo>
                  <a:pt x="16593" y="5094"/>
                  <a:pt x="16921" y="6901"/>
                  <a:pt x="16921" y="12813"/>
                </a:cubicBezTo>
                <a:lnTo>
                  <a:pt x="16921" y="99340"/>
                </a:lnTo>
                <a:cubicBezTo>
                  <a:pt x="16921" y="105251"/>
                  <a:pt x="16593" y="107056"/>
                  <a:pt x="3943" y="107056"/>
                </a:cubicBezTo>
                <a:lnTo>
                  <a:pt x="0" y="107056"/>
                </a:lnTo>
                <a:lnTo>
                  <a:pt x="0" y="112148"/>
                </a:lnTo>
                <a:lnTo>
                  <a:pt x="85597" y="112148"/>
                </a:lnTo>
                <a:lnTo>
                  <a:pt x="90197" y="6979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9" name="path-1210">
            <a:extLst xmlns:a="http://schemas.openxmlformats.org/drawingml/2006/main">
              <a:ext uri="{FF2B5EF4-FFF2-40B4-BE49-F238E27FC236}">
                <a16:creationId xmlns:a16="http://schemas.microsoft.com/office/drawing/2014/main" id="{14333DFB-D770-4C1B-AEC7-66DFDFD1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682" y="3744351"/>
            <a:ext cx="47285" cy="58009"/>
          </a:xfrm>
          <a:custGeom xmlns:a="http://schemas.openxmlformats.org/drawingml/2006/main">
            <a:pathLst>
              <a:path w="41287" h="50651">
                <a:moveTo>
                  <a:pt x="0" y="1265"/>
                </a:moveTo>
                <a:lnTo>
                  <a:pt x="0" y="5408"/>
                </a:lnTo>
                <a:lnTo>
                  <a:pt x="1611" y="5408"/>
                </a:lnTo>
                <a:cubicBezTo>
                  <a:pt x="5175" y="5408"/>
                  <a:pt x="8625" y="5754"/>
                  <a:pt x="8625" y="11166"/>
                </a:cubicBezTo>
                <a:lnTo>
                  <a:pt x="8625" y="41791"/>
                </a:lnTo>
                <a:cubicBezTo>
                  <a:pt x="8625" y="46397"/>
                  <a:pt x="5866" y="46511"/>
                  <a:pt x="0" y="46511"/>
                </a:cubicBezTo>
                <a:lnTo>
                  <a:pt x="0" y="50651"/>
                </a:lnTo>
                <a:lnTo>
                  <a:pt x="28177" y="50651"/>
                </a:lnTo>
                <a:lnTo>
                  <a:pt x="28177" y="46511"/>
                </a:lnTo>
                <a:cubicBezTo>
                  <a:pt x="26912" y="46511"/>
                  <a:pt x="25531" y="46627"/>
                  <a:pt x="24265" y="46627"/>
                </a:cubicBezTo>
                <a:cubicBezTo>
                  <a:pt x="20472" y="46627"/>
                  <a:pt x="17366" y="46051"/>
                  <a:pt x="17366" y="41907"/>
                </a:cubicBezTo>
                <a:lnTo>
                  <a:pt x="17366" y="32925"/>
                </a:lnTo>
                <a:cubicBezTo>
                  <a:pt x="17366" y="30737"/>
                  <a:pt x="17252" y="28435"/>
                  <a:pt x="17252" y="26248"/>
                </a:cubicBezTo>
                <a:cubicBezTo>
                  <a:pt x="17252" y="17151"/>
                  <a:pt x="20242" y="3222"/>
                  <a:pt x="32776" y="3222"/>
                </a:cubicBezTo>
                <a:lnTo>
                  <a:pt x="32776" y="3336"/>
                </a:lnTo>
                <a:cubicBezTo>
                  <a:pt x="31397" y="4141"/>
                  <a:pt x="30821" y="5754"/>
                  <a:pt x="30821" y="7365"/>
                </a:cubicBezTo>
                <a:cubicBezTo>
                  <a:pt x="30821" y="10589"/>
                  <a:pt x="33236" y="12661"/>
                  <a:pt x="36112" y="12661"/>
                </a:cubicBezTo>
                <a:cubicBezTo>
                  <a:pt x="39216" y="12661"/>
                  <a:pt x="41287" y="10129"/>
                  <a:pt x="41287" y="7597"/>
                </a:cubicBezTo>
                <a:cubicBezTo>
                  <a:pt x="41287" y="2646"/>
                  <a:pt x="36686" y="0"/>
                  <a:pt x="32201" y="0"/>
                </a:cubicBezTo>
                <a:cubicBezTo>
                  <a:pt x="24841" y="0"/>
                  <a:pt x="18171" y="6330"/>
                  <a:pt x="16676" y="12661"/>
                </a:cubicBezTo>
                <a:lnTo>
                  <a:pt x="16560" y="0"/>
                </a:lnTo>
                <a:lnTo>
                  <a:pt x="10811" y="462"/>
                </a:lnTo>
                <a:lnTo>
                  <a:pt x="0" y="1265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0" name="path-1211">
            <a:extLst xmlns:a="http://schemas.openxmlformats.org/drawingml/2006/main">
              <a:ext uri="{FF2B5EF4-FFF2-40B4-BE49-F238E27FC236}">
                <a16:creationId xmlns:a16="http://schemas.microsoft.com/office/drawing/2014/main" id="{A7DA3C80-0A9C-4FF5-B395-51B2EAA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280" y="3743707"/>
            <a:ext cx="56504" cy="59939"/>
          </a:xfrm>
          <a:custGeom xmlns:a="http://schemas.openxmlformats.org/drawingml/2006/main">
            <a:pathLst>
              <a:path w="49336" h="52335">
                <a:moveTo>
                  <a:pt x="10466" y="24932"/>
                </a:moveTo>
                <a:lnTo>
                  <a:pt x="46808" y="24932"/>
                </a:lnTo>
                <a:cubicBezTo>
                  <a:pt x="48763" y="24932"/>
                  <a:pt x="49336" y="24243"/>
                  <a:pt x="49336" y="22518"/>
                </a:cubicBezTo>
                <a:cubicBezTo>
                  <a:pt x="49336" y="10113"/>
                  <a:pt x="41401" y="0"/>
                  <a:pt x="26912" y="0"/>
                </a:cubicBezTo>
                <a:cubicBezTo>
                  <a:pt x="12996" y="0"/>
                  <a:pt x="0" y="10343"/>
                  <a:pt x="0" y="26085"/>
                </a:cubicBezTo>
                <a:cubicBezTo>
                  <a:pt x="0" y="41747"/>
                  <a:pt x="13916" y="52335"/>
                  <a:pt x="28061" y="52335"/>
                </a:cubicBezTo>
                <a:cubicBezTo>
                  <a:pt x="36456" y="52335"/>
                  <a:pt x="46692" y="47620"/>
                  <a:pt x="48992" y="38637"/>
                </a:cubicBezTo>
                <a:cubicBezTo>
                  <a:pt x="49107" y="38292"/>
                  <a:pt x="49222" y="37832"/>
                  <a:pt x="49222" y="37486"/>
                </a:cubicBezTo>
                <a:lnTo>
                  <a:pt x="49222" y="37141"/>
                </a:lnTo>
                <a:cubicBezTo>
                  <a:pt x="49107" y="36219"/>
                  <a:pt x="48303" y="35758"/>
                  <a:pt x="47382" y="35758"/>
                </a:cubicBezTo>
                <a:cubicBezTo>
                  <a:pt x="45083" y="35758"/>
                  <a:pt x="44621" y="39789"/>
                  <a:pt x="43126" y="41631"/>
                </a:cubicBezTo>
                <a:cubicBezTo>
                  <a:pt x="39792" y="46123"/>
                  <a:pt x="34271" y="48656"/>
                  <a:pt x="28637" y="48656"/>
                </a:cubicBezTo>
                <a:lnTo>
                  <a:pt x="28291" y="48656"/>
                </a:lnTo>
                <a:cubicBezTo>
                  <a:pt x="23692" y="48656"/>
                  <a:pt x="18631" y="46123"/>
                  <a:pt x="15870" y="43014"/>
                </a:cubicBezTo>
                <a:cubicBezTo>
                  <a:pt x="11271" y="38176"/>
                  <a:pt x="10466" y="31383"/>
                  <a:pt x="10466" y="24932"/>
                </a:cubicBezTo>
                <a:moveTo>
                  <a:pt x="10581" y="21944"/>
                </a:moveTo>
                <a:cubicBezTo>
                  <a:pt x="11847" y="13214"/>
                  <a:pt x="15641" y="3336"/>
                  <a:pt x="26796" y="3336"/>
                </a:cubicBezTo>
                <a:cubicBezTo>
                  <a:pt x="30937" y="3336"/>
                  <a:pt x="34271" y="4829"/>
                  <a:pt x="37491" y="8504"/>
                </a:cubicBezTo>
                <a:cubicBezTo>
                  <a:pt x="40252" y="12180"/>
                  <a:pt x="41287" y="17348"/>
                  <a:pt x="41287" y="21944"/>
                </a:cubicBezTo>
                <a:lnTo>
                  <a:pt x="10581" y="21944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1" name="path-1212">
            <a:extLst xmlns:a="http://schemas.openxmlformats.org/drawingml/2006/main">
              <a:ext uri="{FF2B5EF4-FFF2-40B4-BE49-F238E27FC236}">
                <a16:creationId xmlns:a16="http://schemas.microsoft.com/office/drawing/2014/main" id="{57E60FD4-DF38-40F5-B0DF-1427778A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282" y="3744351"/>
            <a:ext cx="70729" cy="83606"/>
          </a:xfrm>
          <a:custGeom xmlns:a="http://schemas.openxmlformats.org/drawingml/2006/main">
            <a:pathLst>
              <a:path w="61757" h="73000">
                <a:moveTo>
                  <a:pt x="0" y="1265"/>
                </a:moveTo>
                <a:lnTo>
                  <a:pt x="0" y="5407"/>
                </a:lnTo>
                <a:lnTo>
                  <a:pt x="2530" y="5407"/>
                </a:lnTo>
                <a:cubicBezTo>
                  <a:pt x="5751" y="5407"/>
                  <a:pt x="8625" y="5868"/>
                  <a:pt x="8625" y="10239"/>
                </a:cubicBezTo>
                <a:lnTo>
                  <a:pt x="8625" y="64358"/>
                </a:lnTo>
                <a:cubicBezTo>
                  <a:pt x="8625" y="68399"/>
                  <a:pt x="5751" y="68860"/>
                  <a:pt x="2760" y="68860"/>
                </a:cubicBezTo>
                <a:lnTo>
                  <a:pt x="0" y="68860"/>
                </a:lnTo>
                <a:lnTo>
                  <a:pt x="0" y="73000"/>
                </a:lnTo>
                <a:lnTo>
                  <a:pt x="26452" y="73000"/>
                </a:lnTo>
                <a:lnTo>
                  <a:pt x="26452" y="68860"/>
                </a:lnTo>
                <a:lnTo>
                  <a:pt x="23692" y="68860"/>
                </a:lnTo>
                <a:cubicBezTo>
                  <a:pt x="20472" y="68860"/>
                  <a:pt x="17825" y="68515"/>
                  <a:pt x="17825" y="64473"/>
                </a:cubicBezTo>
                <a:lnTo>
                  <a:pt x="17825" y="45218"/>
                </a:lnTo>
                <a:cubicBezTo>
                  <a:pt x="22197" y="49589"/>
                  <a:pt x="27831" y="51774"/>
                  <a:pt x="33696" y="51774"/>
                </a:cubicBezTo>
                <a:cubicBezTo>
                  <a:pt x="47957" y="51774"/>
                  <a:pt x="61757" y="40961"/>
                  <a:pt x="61757" y="25773"/>
                </a:cubicBezTo>
                <a:cubicBezTo>
                  <a:pt x="61757" y="11850"/>
                  <a:pt x="50026" y="0"/>
                  <a:pt x="35307" y="0"/>
                </a:cubicBezTo>
                <a:cubicBezTo>
                  <a:pt x="28521" y="0"/>
                  <a:pt x="22197" y="2416"/>
                  <a:pt x="17366" y="6903"/>
                </a:cubicBezTo>
                <a:lnTo>
                  <a:pt x="17366" y="0"/>
                </a:lnTo>
                <a:lnTo>
                  <a:pt x="0" y="1265"/>
                </a:lnTo>
                <a:moveTo>
                  <a:pt x="51177" y="27614"/>
                </a:moveTo>
                <a:cubicBezTo>
                  <a:pt x="50258" y="37509"/>
                  <a:pt x="44047" y="48554"/>
                  <a:pt x="32660" y="48554"/>
                </a:cubicBezTo>
                <a:cubicBezTo>
                  <a:pt x="27601" y="48554"/>
                  <a:pt x="22541" y="45908"/>
                  <a:pt x="19666" y="41766"/>
                </a:cubicBezTo>
                <a:cubicBezTo>
                  <a:pt x="18631" y="40615"/>
                  <a:pt x="17825" y="39350"/>
                  <a:pt x="17825" y="37739"/>
                </a:cubicBezTo>
                <a:lnTo>
                  <a:pt x="17825" y="19329"/>
                </a:lnTo>
                <a:cubicBezTo>
                  <a:pt x="17825" y="17948"/>
                  <a:pt x="17711" y="16567"/>
                  <a:pt x="17711" y="15072"/>
                </a:cubicBezTo>
                <a:cubicBezTo>
                  <a:pt x="17711" y="8744"/>
                  <a:pt x="26336" y="3682"/>
                  <a:pt x="33696" y="3682"/>
                </a:cubicBezTo>
                <a:cubicBezTo>
                  <a:pt x="45543" y="3682"/>
                  <a:pt x="51291" y="16223"/>
                  <a:pt x="51291" y="25889"/>
                </a:cubicBezTo>
                <a:cubicBezTo>
                  <a:pt x="51291" y="26463"/>
                  <a:pt x="51291" y="27038"/>
                  <a:pt x="51177" y="27614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2" name="path-1213">
            <a:extLst xmlns:a="http://schemas.openxmlformats.org/drawingml/2006/main">
              <a:ext uri="{FF2B5EF4-FFF2-40B4-BE49-F238E27FC236}">
                <a16:creationId xmlns:a16="http://schemas.microsoft.com/office/drawing/2014/main" id="{F36F6DAF-EBF6-4FA1-8242-7E8C830B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1964" y="3705191"/>
            <a:ext cx="125124" cy="44085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3" name="path-1214">
            <a:extLst xmlns:a="http://schemas.openxmlformats.org/drawingml/2006/main">
              <a:ext uri="{FF2B5EF4-FFF2-40B4-BE49-F238E27FC236}">
                <a16:creationId xmlns:a16="http://schemas.microsoft.com/office/drawing/2014/main" id="{DE6824FD-CFFD-4882-96CE-9B4CE5A6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768" y="3663235"/>
            <a:ext cx="117599" cy="12880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4" name="path-1215">
            <a:extLst xmlns:a="http://schemas.openxmlformats.org/drawingml/2006/main">
              <a:ext uri="{FF2B5EF4-FFF2-40B4-BE49-F238E27FC236}">
                <a16:creationId xmlns:a16="http://schemas.microsoft.com/office/drawing/2014/main" id="{9AAB2CCB-5FC2-4596-BC19-5A255BF2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192" y="3824570"/>
            <a:ext cx="128945" cy="90294"/>
          </a:xfrm>
          <a:custGeom xmlns:a="http://schemas.openxmlformats.org/drawingml/2006/main">
            <a:pathLst>
              <a:path w="112588" h="78840">
                <a:moveTo>
                  <a:pt x="68313" y="35744"/>
                </a:moveTo>
                <a:cubicBezTo>
                  <a:pt x="68197" y="35628"/>
                  <a:pt x="67507" y="34480"/>
                  <a:pt x="67507" y="34364"/>
                </a:cubicBezTo>
                <a:cubicBezTo>
                  <a:pt x="67507" y="34250"/>
                  <a:pt x="69806" y="32181"/>
                  <a:pt x="71071" y="31032"/>
                </a:cubicBezTo>
                <a:lnTo>
                  <a:pt x="90392" y="13337"/>
                </a:lnTo>
                <a:cubicBezTo>
                  <a:pt x="96718" y="7705"/>
                  <a:pt x="97983" y="6556"/>
                  <a:pt x="109828" y="6442"/>
                </a:cubicBezTo>
                <a:cubicBezTo>
                  <a:pt x="112129" y="6442"/>
                  <a:pt x="112588" y="3452"/>
                  <a:pt x="112588" y="2530"/>
                </a:cubicBezTo>
                <a:cubicBezTo>
                  <a:pt x="112588" y="691"/>
                  <a:pt x="111093" y="0"/>
                  <a:pt x="110058" y="0"/>
                </a:cubicBezTo>
                <a:cubicBezTo>
                  <a:pt x="107184" y="0"/>
                  <a:pt x="100168" y="462"/>
                  <a:pt x="97294" y="462"/>
                </a:cubicBezTo>
                <a:cubicBezTo>
                  <a:pt x="94877" y="462"/>
                  <a:pt x="91773" y="462"/>
                  <a:pt x="89358" y="346"/>
                </a:cubicBezTo>
                <a:cubicBezTo>
                  <a:pt x="86828" y="232"/>
                  <a:pt x="83952" y="0"/>
                  <a:pt x="81537" y="0"/>
                </a:cubicBezTo>
                <a:cubicBezTo>
                  <a:pt x="80732" y="0"/>
                  <a:pt x="77973" y="0"/>
                  <a:pt x="77973" y="3911"/>
                </a:cubicBezTo>
                <a:cubicBezTo>
                  <a:pt x="77973" y="6326"/>
                  <a:pt x="80388" y="6442"/>
                  <a:pt x="81307" y="6442"/>
                </a:cubicBezTo>
                <a:cubicBezTo>
                  <a:pt x="82918" y="6442"/>
                  <a:pt x="84527" y="6672"/>
                  <a:pt x="86252" y="7246"/>
                </a:cubicBezTo>
                <a:lnTo>
                  <a:pt x="63598" y="27815"/>
                </a:lnTo>
                <a:lnTo>
                  <a:pt x="51407" y="6902"/>
                </a:lnTo>
                <a:cubicBezTo>
                  <a:pt x="53822" y="6556"/>
                  <a:pt x="54281" y="6556"/>
                  <a:pt x="57387" y="6442"/>
                </a:cubicBezTo>
                <a:cubicBezTo>
                  <a:pt x="60146" y="6326"/>
                  <a:pt x="60378" y="3336"/>
                  <a:pt x="60378" y="2530"/>
                </a:cubicBezTo>
                <a:cubicBezTo>
                  <a:pt x="60378" y="805"/>
                  <a:pt x="58997" y="0"/>
                  <a:pt x="57731" y="0"/>
                </a:cubicBezTo>
                <a:cubicBezTo>
                  <a:pt x="55777" y="0"/>
                  <a:pt x="51407" y="232"/>
                  <a:pt x="49222" y="346"/>
                </a:cubicBezTo>
                <a:cubicBezTo>
                  <a:pt x="46576" y="462"/>
                  <a:pt x="42321" y="462"/>
                  <a:pt x="39676" y="462"/>
                </a:cubicBezTo>
                <a:cubicBezTo>
                  <a:pt x="37146" y="462"/>
                  <a:pt x="34271" y="346"/>
                  <a:pt x="31741" y="346"/>
                </a:cubicBezTo>
                <a:cubicBezTo>
                  <a:pt x="29096" y="346"/>
                  <a:pt x="26220" y="0"/>
                  <a:pt x="23692" y="0"/>
                </a:cubicBezTo>
                <a:cubicBezTo>
                  <a:pt x="22886" y="0"/>
                  <a:pt x="20126" y="0"/>
                  <a:pt x="20126" y="3911"/>
                </a:cubicBezTo>
                <a:cubicBezTo>
                  <a:pt x="20126" y="6442"/>
                  <a:pt x="22426" y="6442"/>
                  <a:pt x="24955" y="6442"/>
                </a:cubicBezTo>
                <a:cubicBezTo>
                  <a:pt x="26450" y="6442"/>
                  <a:pt x="27945" y="6442"/>
                  <a:pt x="29440" y="6556"/>
                </a:cubicBezTo>
                <a:cubicBezTo>
                  <a:pt x="31281" y="6672"/>
                  <a:pt x="31395" y="6786"/>
                  <a:pt x="32201" y="8165"/>
                </a:cubicBezTo>
                <a:lnTo>
                  <a:pt x="50602" y="39650"/>
                </a:lnTo>
                <a:lnTo>
                  <a:pt x="19206" y="68148"/>
                </a:lnTo>
                <a:cubicBezTo>
                  <a:pt x="16906" y="70217"/>
                  <a:pt x="13800" y="72286"/>
                  <a:pt x="4485" y="72400"/>
                </a:cubicBezTo>
                <a:cubicBezTo>
                  <a:pt x="2415" y="72400"/>
                  <a:pt x="0" y="72400"/>
                  <a:pt x="0" y="76311"/>
                </a:cubicBezTo>
                <a:cubicBezTo>
                  <a:pt x="0" y="77691"/>
                  <a:pt x="1149" y="78840"/>
                  <a:pt x="2530" y="78840"/>
                </a:cubicBezTo>
                <a:cubicBezTo>
                  <a:pt x="5405" y="78840"/>
                  <a:pt x="12421" y="78380"/>
                  <a:pt x="15295" y="78380"/>
                </a:cubicBezTo>
                <a:cubicBezTo>
                  <a:pt x="17711" y="78380"/>
                  <a:pt x="20816" y="78380"/>
                  <a:pt x="23230" y="78496"/>
                </a:cubicBezTo>
                <a:cubicBezTo>
                  <a:pt x="25761" y="78610"/>
                  <a:pt x="28637" y="78840"/>
                  <a:pt x="31165" y="78840"/>
                </a:cubicBezTo>
                <a:cubicBezTo>
                  <a:pt x="32890" y="78840"/>
                  <a:pt x="34731" y="78036"/>
                  <a:pt x="34731" y="74930"/>
                </a:cubicBezTo>
                <a:cubicBezTo>
                  <a:pt x="34731" y="74700"/>
                  <a:pt x="34731" y="72516"/>
                  <a:pt x="31741" y="72400"/>
                </a:cubicBezTo>
                <a:cubicBezTo>
                  <a:pt x="29440" y="72400"/>
                  <a:pt x="27945" y="72056"/>
                  <a:pt x="26336" y="71596"/>
                </a:cubicBezTo>
                <a:lnTo>
                  <a:pt x="54281" y="46201"/>
                </a:lnTo>
                <a:lnTo>
                  <a:pt x="69347" y="71940"/>
                </a:lnTo>
                <a:cubicBezTo>
                  <a:pt x="67392" y="72170"/>
                  <a:pt x="64747" y="72286"/>
                  <a:pt x="63366" y="72400"/>
                </a:cubicBezTo>
                <a:cubicBezTo>
                  <a:pt x="62562" y="72516"/>
                  <a:pt x="60378" y="72861"/>
                  <a:pt x="60378" y="76311"/>
                </a:cubicBezTo>
                <a:cubicBezTo>
                  <a:pt x="60378" y="77347"/>
                  <a:pt x="61181" y="78840"/>
                  <a:pt x="63136" y="78840"/>
                </a:cubicBezTo>
                <a:cubicBezTo>
                  <a:pt x="65782" y="78840"/>
                  <a:pt x="69003" y="78610"/>
                  <a:pt x="71647" y="78496"/>
                </a:cubicBezTo>
                <a:cubicBezTo>
                  <a:pt x="74177" y="78380"/>
                  <a:pt x="78547" y="78380"/>
                  <a:pt x="81077" y="78380"/>
                </a:cubicBezTo>
                <a:cubicBezTo>
                  <a:pt x="83608" y="78380"/>
                  <a:pt x="86482" y="78496"/>
                  <a:pt x="89013" y="78496"/>
                </a:cubicBezTo>
                <a:cubicBezTo>
                  <a:pt x="91657" y="78496"/>
                  <a:pt x="94647" y="78840"/>
                  <a:pt x="97178" y="78840"/>
                </a:cubicBezTo>
                <a:cubicBezTo>
                  <a:pt x="98789" y="78840"/>
                  <a:pt x="100744" y="78150"/>
                  <a:pt x="100744" y="74930"/>
                </a:cubicBezTo>
                <a:cubicBezTo>
                  <a:pt x="100744" y="72400"/>
                  <a:pt x="98327" y="72400"/>
                  <a:pt x="95798" y="72400"/>
                </a:cubicBezTo>
                <a:cubicBezTo>
                  <a:pt x="94303" y="72400"/>
                  <a:pt x="92808" y="72400"/>
                  <a:pt x="91313" y="72286"/>
                </a:cubicBezTo>
                <a:cubicBezTo>
                  <a:pt x="89472" y="72170"/>
                  <a:pt x="89358" y="72056"/>
                  <a:pt x="88553" y="70677"/>
                </a:cubicBezTo>
                <a:lnTo>
                  <a:pt x="68313" y="35744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5" name="path-1216">
            <a:extLst xmlns:a="http://schemas.openxmlformats.org/drawingml/2006/main">
              <a:ext uri="{FF2B5EF4-FFF2-40B4-BE49-F238E27FC236}">
                <a16:creationId xmlns:a16="http://schemas.microsoft.com/office/drawing/2014/main" id="{D4B8A635-8989-4C6A-B264-B3ECCAC3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207" y="3899718"/>
            <a:ext cx="16727" cy="40611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6" name="path-1217">
            <a:extLst xmlns:a="http://schemas.openxmlformats.org/drawingml/2006/main">
              <a:ext uri="{FF2B5EF4-FFF2-40B4-BE49-F238E27FC236}">
                <a16:creationId xmlns:a16="http://schemas.microsoft.com/office/drawing/2014/main" id="{23414480-ADCD-4D34-805C-E39C62AC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335" y="3856726"/>
            <a:ext cx="67568" cy="85020"/>
          </a:xfrm>
          <a:custGeom xmlns:a="http://schemas.openxmlformats.org/drawingml/2006/main">
            <a:pathLst>
              <a:path w="58997" h="74235">
                <a:moveTo>
                  <a:pt x="58537" y="7363"/>
                </a:moveTo>
                <a:cubicBezTo>
                  <a:pt x="58997" y="5752"/>
                  <a:pt x="58997" y="5522"/>
                  <a:pt x="58997" y="4831"/>
                </a:cubicBezTo>
                <a:cubicBezTo>
                  <a:pt x="58997" y="2530"/>
                  <a:pt x="57156" y="1151"/>
                  <a:pt x="55201" y="1151"/>
                </a:cubicBezTo>
                <a:cubicBezTo>
                  <a:pt x="53936" y="1151"/>
                  <a:pt x="51751" y="1727"/>
                  <a:pt x="50486" y="3911"/>
                </a:cubicBezTo>
                <a:cubicBezTo>
                  <a:pt x="50140" y="4601"/>
                  <a:pt x="49221" y="8283"/>
                  <a:pt x="48645" y="10585"/>
                </a:cubicBezTo>
                <a:lnTo>
                  <a:pt x="46230" y="20135"/>
                </a:lnTo>
                <a:cubicBezTo>
                  <a:pt x="45541" y="22895"/>
                  <a:pt x="41975" y="37391"/>
                  <a:pt x="41631" y="38657"/>
                </a:cubicBezTo>
                <a:cubicBezTo>
                  <a:pt x="41515" y="38657"/>
                  <a:pt x="36456" y="48666"/>
                  <a:pt x="27486" y="48666"/>
                </a:cubicBezTo>
                <a:cubicBezTo>
                  <a:pt x="19664" y="48666"/>
                  <a:pt x="19664" y="41189"/>
                  <a:pt x="19664" y="39118"/>
                </a:cubicBezTo>
                <a:cubicBezTo>
                  <a:pt x="19664" y="32904"/>
                  <a:pt x="22311" y="25657"/>
                  <a:pt x="25761" y="16797"/>
                </a:cubicBezTo>
                <a:cubicBezTo>
                  <a:pt x="27140" y="13115"/>
                  <a:pt x="27715" y="11734"/>
                  <a:pt x="27715" y="9780"/>
                </a:cubicBezTo>
                <a:cubicBezTo>
                  <a:pt x="27715" y="4257"/>
                  <a:pt x="23000" y="0"/>
                  <a:pt x="16790" y="0"/>
                </a:cubicBezTo>
                <a:cubicBezTo>
                  <a:pt x="5175" y="0"/>
                  <a:pt x="0" y="15646"/>
                  <a:pt x="0" y="17602"/>
                </a:cubicBezTo>
                <a:cubicBezTo>
                  <a:pt x="0" y="19098"/>
                  <a:pt x="1609" y="19098"/>
                  <a:pt x="1955" y="19098"/>
                </a:cubicBezTo>
                <a:cubicBezTo>
                  <a:pt x="3564" y="19098"/>
                  <a:pt x="3680" y="18524"/>
                  <a:pt x="4024" y="17257"/>
                </a:cubicBezTo>
                <a:cubicBezTo>
                  <a:pt x="6900" y="7709"/>
                  <a:pt x="11845" y="3222"/>
                  <a:pt x="16444" y="3222"/>
                </a:cubicBezTo>
                <a:cubicBezTo>
                  <a:pt x="18399" y="3222"/>
                  <a:pt x="19320" y="4487"/>
                  <a:pt x="19320" y="7247"/>
                </a:cubicBezTo>
                <a:cubicBezTo>
                  <a:pt x="19320" y="9894"/>
                  <a:pt x="18285" y="12426"/>
                  <a:pt x="17710" y="13921"/>
                </a:cubicBezTo>
                <a:cubicBezTo>
                  <a:pt x="12191" y="27958"/>
                  <a:pt x="11039" y="32215"/>
                  <a:pt x="11039" y="37277"/>
                </a:cubicBezTo>
                <a:cubicBezTo>
                  <a:pt x="11039" y="39232"/>
                  <a:pt x="11039" y="44641"/>
                  <a:pt x="15525" y="48322"/>
                </a:cubicBezTo>
                <a:cubicBezTo>
                  <a:pt x="19091" y="51312"/>
                  <a:pt x="23920" y="51886"/>
                  <a:pt x="27026" y="51886"/>
                </a:cubicBezTo>
                <a:cubicBezTo>
                  <a:pt x="31625" y="51886"/>
                  <a:pt x="35765" y="50161"/>
                  <a:pt x="39560" y="46711"/>
                </a:cubicBezTo>
                <a:cubicBezTo>
                  <a:pt x="38065" y="53037"/>
                  <a:pt x="36800" y="57868"/>
                  <a:pt x="31971" y="63619"/>
                </a:cubicBezTo>
                <a:cubicBezTo>
                  <a:pt x="28865" y="67185"/>
                  <a:pt x="24265" y="71015"/>
                  <a:pt x="18169" y="71015"/>
                </a:cubicBezTo>
                <a:cubicBezTo>
                  <a:pt x="17366" y="71015"/>
                  <a:pt x="11959" y="71015"/>
                  <a:pt x="9544" y="67185"/>
                </a:cubicBezTo>
                <a:cubicBezTo>
                  <a:pt x="15755" y="66495"/>
                  <a:pt x="15755" y="60974"/>
                  <a:pt x="15755" y="60858"/>
                </a:cubicBezTo>
                <a:cubicBezTo>
                  <a:pt x="15755" y="57179"/>
                  <a:pt x="12421" y="56489"/>
                  <a:pt x="11269" y="56489"/>
                </a:cubicBezTo>
                <a:cubicBezTo>
                  <a:pt x="8395" y="56489"/>
                  <a:pt x="4599" y="58790"/>
                  <a:pt x="4599" y="64079"/>
                </a:cubicBezTo>
                <a:cubicBezTo>
                  <a:pt x="4599" y="69971"/>
                  <a:pt x="10120" y="74235"/>
                  <a:pt x="18285" y="74235"/>
                </a:cubicBezTo>
                <a:cubicBezTo>
                  <a:pt x="29900" y="74235"/>
                  <a:pt x="44046" y="65230"/>
                  <a:pt x="47611" y="50853"/>
                </a:cubicBezTo>
                <a:lnTo>
                  <a:pt x="58537" y="736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7" name="path-1218">
            <a:extLst xmlns:a="http://schemas.openxmlformats.org/drawingml/2006/main">
              <a:ext uri="{FF2B5EF4-FFF2-40B4-BE49-F238E27FC236}">
                <a16:creationId xmlns:a16="http://schemas.microsoft.com/office/drawing/2014/main" id="{92C16E5A-8895-45BD-ACA6-218A08BD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938" y="3899718"/>
            <a:ext cx="16727" cy="40611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8" name="path-1219">
            <a:extLst xmlns:a="http://schemas.openxmlformats.org/drawingml/2006/main">
              <a:ext uri="{FF2B5EF4-FFF2-40B4-BE49-F238E27FC236}">
                <a16:creationId xmlns:a16="http://schemas.microsoft.com/office/drawing/2014/main" id="{83F9C071-511E-410C-BDA2-A04D3400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400" y="3823412"/>
            <a:ext cx="37012" cy="92481"/>
          </a:xfrm>
          <a:custGeom xmlns:a="http://schemas.openxmlformats.org/drawingml/2006/main">
            <a:pathLst>
              <a:path w="32317" h="80749">
                <a:moveTo>
                  <a:pt x="30130" y="4947"/>
                </a:moveTo>
                <a:cubicBezTo>
                  <a:pt x="30592" y="3336"/>
                  <a:pt x="30592" y="3106"/>
                  <a:pt x="30592" y="2530"/>
                </a:cubicBezTo>
                <a:cubicBezTo>
                  <a:pt x="30592" y="1957"/>
                  <a:pt x="30246" y="0"/>
                  <a:pt x="27601" y="0"/>
                </a:cubicBezTo>
                <a:cubicBezTo>
                  <a:pt x="27142" y="0"/>
                  <a:pt x="26910" y="0"/>
                  <a:pt x="26796" y="116"/>
                </a:cubicBezTo>
                <a:lnTo>
                  <a:pt x="11271" y="805"/>
                </a:lnTo>
                <a:cubicBezTo>
                  <a:pt x="10006" y="921"/>
                  <a:pt x="7246" y="1035"/>
                  <a:pt x="7246" y="4831"/>
                </a:cubicBezTo>
                <a:cubicBezTo>
                  <a:pt x="7246" y="7361"/>
                  <a:pt x="9776" y="7361"/>
                  <a:pt x="11271" y="7361"/>
                </a:cubicBezTo>
                <a:cubicBezTo>
                  <a:pt x="13340" y="7361"/>
                  <a:pt x="14951" y="7361"/>
                  <a:pt x="14951" y="7935"/>
                </a:cubicBezTo>
                <a:cubicBezTo>
                  <a:pt x="14951" y="8167"/>
                  <a:pt x="14835" y="8857"/>
                  <a:pt x="14605" y="9546"/>
                </a:cubicBezTo>
                <a:lnTo>
                  <a:pt x="576" y="65453"/>
                </a:lnTo>
                <a:cubicBezTo>
                  <a:pt x="230" y="66718"/>
                  <a:pt x="0" y="67753"/>
                  <a:pt x="0" y="69364"/>
                </a:cubicBezTo>
                <a:cubicBezTo>
                  <a:pt x="0" y="77415"/>
                  <a:pt x="8971" y="80749"/>
                  <a:pt x="16216" y="80749"/>
                </a:cubicBezTo>
                <a:cubicBezTo>
                  <a:pt x="28521" y="80749"/>
                  <a:pt x="32317" y="63382"/>
                  <a:pt x="32317" y="62806"/>
                </a:cubicBezTo>
                <a:cubicBezTo>
                  <a:pt x="32317" y="60736"/>
                  <a:pt x="30362" y="60736"/>
                  <a:pt x="28637" y="60736"/>
                </a:cubicBezTo>
                <a:cubicBezTo>
                  <a:pt x="25990" y="60736"/>
                  <a:pt x="25531" y="60851"/>
                  <a:pt x="24955" y="63268"/>
                </a:cubicBezTo>
                <a:cubicBezTo>
                  <a:pt x="23576" y="68674"/>
                  <a:pt x="21391" y="75460"/>
                  <a:pt x="17020" y="75460"/>
                </a:cubicBezTo>
                <a:cubicBezTo>
                  <a:pt x="14260" y="75460"/>
                  <a:pt x="13916" y="72584"/>
                  <a:pt x="13916" y="70859"/>
                </a:cubicBezTo>
                <a:cubicBezTo>
                  <a:pt x="13916" y="69594"/>
                  <a:pt x="13916" y="69248"/>
                  <a:pt x="14491" y="67064"/>
                </a:cubicBezTo>
                <a:lnTo>
                  <a:pt x="30130" y="4947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9" name="path-1220">
            <a:extLst xmlns:a="http://schemas.openxmlformats.org/drawingml/2006/main">
              <a:ext uri="{FF2B5EF4-FFF2-40B4-BE49-F238E27FC236}">
                <a16:creationId xmlns:a16="http://schemas.microsoft.com/office/drawing/2014/main" id="{979D8DBD-DEF7-4A0D-889D-DF131A18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525" y="3871128"/>
            <a:ext cx="38668" cy="62658"/>
          </a:xfrm>
          <a:custGeom xmlns:a="http://schemas.openxmlformats.org/drawingml/2006/main">
            <a:pathLst>
              <a:path w="33763" h="54710">
                <a:moveTo>
                  <a:pt x="20947" y="2473"/>
                </a:moveTo>
                <a:cubicBezTo>
                  <a:pt x="20947" y="0"/>
                  <a:pt x="20701" y="0"/>
                  <a:pt x="17991" y="0"/>
                </a:cubicBezTo>
                <a:cubicBezTo>
                  <a:pt x="12158" y="5291"/>
                  <a:pt x="3040" y="5291"/>
                  <a:pt x="1396" y="5291"/>
                </a:cubicBezTo>
                <a:lnTo>
                  <a:pt x="0" y="5291"/>
                </a:lnTo>
                <a:lnTo>
                  <a:pt x="0" y="8904"/>
                </a:lnTo>
                <a:lnTo>
                  <a:pt x="1396" y="8904"/>
                </a:lnTo>
                <a:cubicBezTo>
                  <a:pt x="3287" y="8904"/>
                  <a:pt x="8625" y="8659"/>
                  <a:pt x="13390" y="6604"/>
                </a:cubicBezTo>
                <a:lnTo>
                  <a:pt x="13390" y="47648"/>
                </a:lnTo>
                <a:cubicBezTo>
                  <a:pt x="13390" y="50194"/>
                  <a:pt x="13390" y="51096"/>
                  <a:pt x="4683" y="51096"/>
                </a:cubicBezTo>
                <a:lnTo>
                  <a:pt x="575" y="51096"/>
                </a:lnTo>
                <a:lnTo>
                  <a:pt x="575" y="54710"/>
                </a:lnTo>
                <a:cubicBezTo>
                  <a:pt x="5093" y="54382"/>
                  <a:pt x="12404" y="54382"/>
                  <a:pt x="17168" y="54382"/>
                </a:cubicBezTo>
                <a:cubicBezTo>
                  <a:pt x="21933" y="54382"/>
                  <a:pt x="29244" y="54382"/>
                  <a:pt x="33763" y="54710"/>
                </a:cubicBezTo>
                <a:lnTo>
                  <a:pt x="33763" y="51096"/>
                </a:lnTo>
                <a:lnTo>
                  <a:pt x="29655" y="51096"/>
                </a:lnTo>
                <a:cubicBezTo>
                  <a:pt x="20947" y="51096"/>
                  <a:pt x="20947" y="50194"/>
                  <a:pt x="20947" y="47648"/>
                </a:cubicBezTo>
                <a:lnTo>
                  <a:pt x="20947" y="247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0" name="path-1221">
            <a:extLst xmlns:a="http://schemas.openxmlformats.org/drawingml/2006/main">
              <a:ext uri="{FF2B5EF4-FFF2-40B4-BE49-F238E27FC236}">
                <a16:creationId xmlns:a16="http://schemas.microsoft.com/office/drawing/2014/main" id="{626A19B4-65DC-49CE-B575-C90F6F55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74" y="3893270"/>
            <a:ext cx="11477" cy="40517"/>
          </a:xfrm>
          <a:custGeom xmlns:a="http://schemas.openxmlformats.org/drawingml/2006/main">
            <a:pathLst>
              <a:path w="10021" h="35377">
                <a:moveTo>
                  <a:pt x="10021" y="5011"/>
                </a:moveTo>
                <a:cubicBezTo>
                  <a:pt x="10021" y="2219"/>
                  <a:pt x="7803" y="0"/>
                  <a:pt x="5010" y="0"/>
                </a:cubicBezTo>
                <a:cubicBezTo>
                  <a:pt x="2300" y="0"/>
                  <a:pt x="0" y="2219"/>
                  <a:pt x="0" y="5011"/>
                </a:cubicBezTo>
                <a:cubicBezTo>
                  <a:pt x="0" y="7804"/>
                  <a:pt x="2217" y="10022"/>
                  <a:pt x="5010" y="10022"/>
                </a:cubicBezTo>
                <a:cubicBezTo>
                  <a:pt x="7721" y="10022"/>
                  <a:pt x="10021" y="7804"/>
                  <a:pt x="10021" y="5011"/>
                </a:cubicBezTo>
                <a:moveTo>
                  <a:pt x="10021" y="30367"/>
                </a:moveTo>
                <a:cubicBezTo>
                  <a:pt x="10021" y="27574"/>
                  <a:pt x="7803" y="25356"/>
                  <a:pt x="5010" y="25356"/>
                </a:cubicBezTo>
                <a:cubicBezTo>
                  <a:pt x="2300" y="25356"/>
                  <a:pt x="0" y="27574"/>
                  <a:pt x="0" y="30367"/>
                </a:cubicBezTo>
                <a:cubicBezTo>
                  <a:pt x="0" y="33160"/>
                  <a:pt x="2217" y="35377"/>
                  <a:pt x="5010" y="35377"/>
                </a:cubicBezTo>
                <a:cubicBezTo>
                  <a:pt x="7721" y="35377"/>
                  <a:pt x="10021" y="33160"/>
                  <a:pt x="10021" y="30367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1" name="path-1222">
            <a:extLst xmlns:a="http://schemas.openxmlformats.org/drawingml/2006/main">
              <a:ext uri="{FF2B5EF4-FFF2-40B4-BE49-F238E27FC236}">
                <a16:creationId xmlns:a16="http://schemas.microsoft.com/office/drawing/2014/main" id="{2B91DFAA-140B-4BDC-82D1-CA2246B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1093" y="3870294"/>
            <a:ext cx="79120" cy="63492"/>
          </a:xfrm>
          <a:custGeom xmlns:a="http://schemas.openxmlformats.org/drawingml/2006/main">
            <a:pathLst>
              <a:path w="69083" h="55438">
                <a:moveTo>
                  <a:pt x="40662" y="6408"/>
                </a:moveTo>
                <a:cubicBezTo>
                  <a:pt x="41318" y="3862"/>
                  <a:pt x="41318" y="3696"/>
                  <a:pt x="44769" y="3696"/>
                </a:cubicBezTo>
                <a:lnTo>
                  <a:pt x="53558" y="3696"/>
                </a:lnTo>
                <a:cubicBezTo>
                  <a:pt x="62758" y="3696"/>
                  <a:pt x="63909" y="6243"/>
                  <a:pt x="63909" y="11335"/>
                </a:cubicBezTo>
                <a:cubicBezTo>
                  <a:pt x="63909" y="11910"/>
                  <a:pt x="63909" y="13471"/>
                  <a:pt x="63334" y="17413"/>
                </a:cubicBezTo>
                <a:lnTo>
                  <a:pt x="63251" y="18152"/>
                </a:lnTo>
                <a:cubicBezTo>
                  <a:pt x="63251" y="18973"/>
                  <a:pt x="63745" y="19630"/>
                  <a:pt x="64977" y="19630"/>
                </a:cubicBezTo>
                <a:cubicBezTo>
                  <a:pt x="66538" y="19630"/>
                  <a:pt x="66702" y="18891"/>
                  <a:pt x="66866" y="17413"/>
                </a:cubicBezTo>
                <a:lnTo>
                  <a:pt x="68919" y="2711"/>
                </a:lnTo>
                <a:cubicBezTo>
                  <a:pt x="69083" y="1890"/>
                  <a:pt x="69083" y="1726"/>
                  <a:pt x="69083" y="1396"/>
                </a:cubicBezTo>
                <a:cubicBezTo>
                  <a:pt x="69083" y="0"/>
                  <a:pt x="67770" y="0"/>
                  <a:pt x="66373" y="0"/>
                </a:cubicBezTo>
                <a:lnTo>
                  <a:pt x="8789" y="0"/>
                </a:lnTo>
                <a:cubicBezTo>
                  <a:pt x="6653" y="0"/>
                  <a:pt x="6571" y="0"/>
                  <a:pt x="5914" y="1726"/>
                </a:cubicBezTo>
                <a:lnTo>
                  <a:pt x="493" y="16837"/>
                </a:lnTo>
                <a:cubicBezTo>
                  <a:pt x="410" y="17002"/>
                  <a:pt x="0" y="18152"/>
                  <a:pt x="0" y="18234"/>
                </a:cubicBezTo>
                <a:cubicBezTo>
                  <a:pt x="0" y="18726"/>
                  <a:pt x="328" y="19630"/>
                  <a:pt x="1725" y="19630"/>
                </a:cubicBezTo>
                <a:cubicBezTo>
                  <a:pt x="3038" y="19630"/>
                  <a:pt x="3121" y="19384"/>
                  <a:pt x="3861" y="17413"/>
                </a:cubicBezTo>
                <a:cubicBezTo>
                  <a:pt x="7557" y="7640"/>
                  <a:pt x="9939" y="3696"/>
                  <a:pt x="21110" y="3696"/>
                </a:cubicBezTo>
                <a:lnTo>
                  <a:pt x="29982" y="3696"/>
                </a:lnTo>
                <a:cubicBezTo>
                  <a:pt x="30640" y="3696"/>
                  <a:pt x="31790" y="3696"/>
                  <a:pt x="32611" y="3862"/>
                </a:cubicBezTo>
                <a:lnTo>
                  <a:pt x="32611" y="4354"/>
                </a:lnTo>
                <a:lnTo>
                  <a:pt x="21604" y="48292"/>
                </a:lnTo>
                <a:cubicBezTo>
                  <a:pt x="20946" y="50921"/>
                  <a:pt x="20701" y="51742"/>
                  <a:pt x="12074" y="51742"/>
                </a:cubicBezTo>
                <a:lnTo>
                  <a:pt x="10268" y="51742"/>
                </a:lnTo>
                <a:cubicBezTo>
                  <a:pt x="8542" y="51742"/>
                  <a:pt x="8461" y="51825"/>
                  <a:pt x="8050" y="52153"/>
                </a:cubicBezTo>
                <a:cubicBezTo>
                  <a:pt x="7638" y="52564"/>
                  <a:pt x="7310" y="53468"/>
                  <a:pt x="7310" y="54042"/>
                </a:cubicBezTo>
                <a:cubicBezTo>
                  <a:pt x="7310" y="54536"/>
                  <a:pt x="7638" y="55438"/>
                  <a:pt x="8953" y="55438"/>
                </a:cubicBezTo>
                <a:cubicBezTo>
                  <a:pt x="11418" y="55438"/>
                  <a:pt x="14046" y="55193"/>
                  <a:pt x="16510" y="55193"/>
                </a:cubicBezTo>
                <a:cubicBezTo>
                  <a:pt x="19057" y="55193"/>
                  <a:pt x="21604" y="55110"/>
                  <a:pt x="24150" y="55110"/>
                </a:cubicBezTo>
                <a:cubicBezTo>
                  <a:pt x="26778" y="55110"/>
                  <a:pt x="29490" y="55193"/>
                  <a:pt x="32118" y="55193"/>
                </a:cubicBezTo>
                <a:cubicBezTo>
                  <a:pt x="34582" y="55193"/>
                  <a:pt x="37211" y="55438"/>
                  <a:pt x="39676" y="55438"/>
                </a:cubicBezTo>
                <a:cubicBezTo>
                  <a:pt x="40250" y="55438"/>
                  <a:pt x="41811" y="55438"/>
                  <a:pt x="41811" y="53138"/>
                </a:cubicBezTo>
                <a:cubicBezTo>
                  <a:pt x="41811" y="51742"/>
                  <a:pt x="40579" y="51742"/>
                  <a:pt x="39182" y="51742"/>
                </a:cubicBezTo>
                <a:lnTo>
                  <a:pt x="37376" y="51742"/>
                </a:lnTo>
                <a:cubicBezTo>
                  <a:pt x="35240" y="51742"/>
                  <a:pt x="33022" y="51742"/>
                  <a:pt x="30886" y="51332"/>
                </a:cubicBezTo>
                <a:cubicBezTo>
                  <a:pt x="30229" y="51249"/>
                  <a:pt x="29737" y="51168"/>
                  <a:pt x="29737" y="50264"/>
                </a:cubicBezTo>
                <a:cubicBezTo>
                  <a:pt x="29737" y="49853"/>
                  <a:pt x="29737" y="49689"/>
                  <a:pt x="30065" y="48539"/>
                </a:cubicBezTo>
                <a:lnTo>
                  <a:pt x="40662" y="6408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2" name="path-1223">
            <a:extLst xmlns:a="http://schemas.openxmlformats.org/drawingml/2006/main">
              <a:ext uri="{FF2B5EF4-FFF2-40B4-BE49-F238E27FC236}">
                <a16:creationId xmlns:a16="http://schemas.microsoft.com/office/drawing/2014/main" id="{A2F4705A-0F43-4796-903D-C8EF572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8937" y="3595510"/>
            <a:ext cx="250438" cy="263496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3" name="path-1224">
            <a:extLst xmlns:a="http://schemas.openxmlformats.org/drawingml/2006/main">
              <a:ext uri="{FF2B5EF4-FFF2-40B4-BE49-F238E27FC236}">
                <a16:creationId xmlns:a16="http://schemas.microsoft.com/office/drawing/2014/main" id="{2A7E3CE6-F878-4752-A07E-4D7AE5A1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840" y="3534232"/>
            <a:ext cx="98387" cy="88986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4" name="path-1225">
            <a:extLst xmlns:a="http://schemas.openxmlformats.org/drawingml/2006/main">
              <a:ext uri="{FF2B5EF4-FFF2-40B4-BE49-F238E27FC236}">
                <a16:creationId xmlns:a16="http://schemas.microsoft.com/office/drawing/2014/main" id="{81395D6A-1CC2-40FE-9A89-AB6DEB5A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708" y="3804925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5" name="path-1226">
            <a:extLst xmlns:a="http://schemas.openxmlformats.org/drawingml/2006/main">
              <a:ext uri="{FF2B5EF4-FFF2-40B4-BE49-F238E27FC236}">
                <a16:creationId xmlns:a16="http://schemas.microsoft.com/office/drawing/2014/main" id="{53C630A9-7A9A-454F-9190-03C2AEA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245" y="3836476"/>
            <a:ext cx="96940" cy="35418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6" name="path-1227">
            <a:extLst xmlns:a="http://schemas.openxmlformats.org/drawingml/2006/main">
              <a:ext uri="{FF2B5EF4-FFF2-40B4-BE49-F238E27FC236}">
                <a16:creationId xmlns:a16="http://schemas.microsoft.com/office/drawing/2014/main" id="{8FC08DA8-5C42-480A-AB4C-FA3CA7CC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891" y="3799712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7" name="path-1228">
            <a:extLst xmlns:a="http://schemas.openxmlformats.org/drawingml/2006/main">
              <a:ext uri="{FF2B5EF4-FFF2-40B4-BE49-F238E27FC236}">
                <a16:creationId xmlns:a16="http://schemas.microsoft.com/office/drawing/2014/main" id="{8168F91A-BE40-441E-BFB3-05BAC8D7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4464" y="3645831"/>
            <a:ext cx="134346" cy="128441"/>
          </a:xfrm>
          <a:custGeom xmlns:a="http://schemas.openxmlformats.org/drawingml/2006/main">
            <a:pathLst>
              <a:path w="117304" h="112148">
                <a:moveTo>
                  <a:pt x="43209" y="60265"/>
                </a:moveTo>
                <a:lnTo>
                  <a:pt x="71138" y="60265"/>
                </a:lnTo>
                <a:cubicBezTo>
                  <a:pt x="94467" y="60265"/>
                  <a:pt x="117304" y="43188"/>
                  <a:pt x="117304" y="24798"/>
                </a:cubicBezTo>
                <a:cubicBezTo>
                  <a:pt x="117304" y="12156"/>
                  <a:pt x="106460" y="0"/>
                  <a:pt x="84938" y="0"/>
                </a:cubicBezTo>
                <a:lnTo>
                  <a:pt x="31707" y="0"/>
                </a:lnTo>
                <a:cubicBezTo>
                  <a:pt x="28586" y="0"/>
                  <a:pt x="26778" y="0"/>
                  <a:pt x="26778" y="3124"/>
                </a:cubicBezTo>
                <a:cubicBezTo>
                  <a:pt x="26778" y="5094"/>
                  <a:pt x="28258" y="5094"/>
                  <a:pt x="31544" y="5094"/>
                </a:cubicBezTo>
                <a:cubicBezTo>
                  <a:pt x="33680" y="5094"/>
                  <a:pt x="36638" y="5259"/>
                  <a:pt x="38608" y="5422"/>
                </a:cubicBezTo>
                <a:cubicBezTo>
                  <a:pt x="41238" y="5751"/>
                  <a:pt x="42223" y="6245"/>
                  <a:pt x="42223" y="8050"/>
                </a:cubicBezTo>
                <a:cubicBezTo>
                  <a:pt x="42223" y="8706"/>
                  <a:pt x="42058" y="9200"/>
                  <a:pt x="41567" y="11171"/>
                </a:cubicBezTo>
                <a:lnTo>
                  <a:pt x="19551" y="99340"/>
                </a:lnTo>
                <a:cubicBezTo>
                  <a:pt x="17907" y="105743"/>
                  <a:pt x="17578" y="107056"/>
                  <a:pt x="4600" y="107056"/>
                </a:cubicBezTo>
                <a:cubicBezTo>
                  <a:pt x="1807" y="107056"/>
                  <a:pt x="0" y="107056"/>
                  <a:pt x="0" y="110177"/>
                </a:cubicBezTo>
                <a:cubicBezTo>
                  <a:pt x="0" y="112148"/>
                  <a:pt x="1970" y="112148"/>
                  <a:pt x="2464" y="112148"/>
                </a:cubicBezTo>
                <a:cubicBezTo>
                  <a:pt x="7064" y="112148"/>
                  <a:pt x="18729" y="111656"/>
                  <a:pt x="23329" y="111656"/>
                </a:cubicBezTo>
                <a:cubicBezTo>
                  <a:pt x="26778" y="111656"/>
                  <a:pt x="30393" y="111819"/>
                  <a:pt x="33843" y="111819"/>
                </a:cubicBezTo>
                <a:cubicBezTo>
                  <a:pt x="37458" y="111819"/>
                  <a:pt x="41073" y="112148"/>
                  <a:pt x="44522" y="112148"/>
                </a:cubicBezTo>
                <a:cubicBezTo>
                  <a:pt x="45673" y="112148"/>
                  <a:pt x="47809" y="112148"/>
                  <a:pt x="47809" y="108864"/>
                </a:cubicBezTo>
                <a:cubicBezTo>
                  <a:pt x="47809" y="107056"/>
                  <a:pt x="46330" y="107056"/>
                  <a:pt x="43209" y="107056"/>
                </a:cubicBezTo>
                <a:cubicBezTo>
                  <a:pt x="37129" y="107056"/>
                  <a:pt x="32529" y="107056"/>
                  <a:pt x="32529" y="104101"/>
                </a:cubicBezTo>
                <a:cubicBezTo>
                  <a:pt x="32529" y="103115"/>
                  <a:pt x="32858" y="102296"/>
                  <a:pt x="33023" y="101310"/>
                </a:cubicBezTo>
                <a:lnTo>
                  <a:pt x="43209" y="60265"/>
                </a:lnTo>
                <a:moveTo>
                  <a:pt x="55038" y="11334"/>
                </a:moveTo>
                <a:cubicBezTo>
                  <a:pt x="56515" y="5588"/>
                  <a:pt x="56843" y="5094"/>
                  <a:pt x="63910" y="5094"/>
                </a:cubicBezTo>
                <a:lnTo>
                  <a:pt x="79681" y="5094"/>
                </a:lnTo>
                <a:cubicBezTo>
                  <a:pt x="93316" y="5094"/>
                  <a:pt x="102025" y="9529"/>
                  <a:pt x="102025" y="20857"/>
                </a:cubicBezTo>
                <a:cubicBezTo>
                  <a:pt x="102025" y="27260"/>
                  <a:pt x="98738" y="41381"/>
                  <a:pt x="92331" y="47292"/>
                </a:cubicBezTo>
                <a:cubicBezTo>
                  <a:pt x="84116" y="54682"/>
                  <a:pt x="74259" y="55994"/>
                  <a:pt x="67031" y="55994"/>
                </a:cubicBezTo>
                <a:lnTo>
                  <a:pt x="43865" y="55994"/>
                </a:lnTo>
                <a:lnTo>
                  <a:pt x="55038" y="11334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8" name="path-1229">
            <a:extLst xmlns:a="http://schemas.openxmlformats.org/drawingml/2006/main">
              <a:ext uri="{FF2B5EF4-FFF2-40B4-BE49-F238E27FC236}">
                <a16:creationId xmlns:a16="http://schemas.microsoft.com/office/drawing/2014/main" id="{63885956-AA77-48E2-9FCC-0B4840C8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505" y="363315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9" name="path-1230">
            <a:extLst xmlns:a="http://schemas.openxmlformats.org/drawingml/2006/main">
              <a:ext uri="{FF2B5EF4-FFF2-40B4-BE49-F238E27FC236}">
                <a16:creationId xmlns:a16="http://schemas.microsoft.com/office/drawing/2014/main" id="{BABA060E-29D4-4538-819B-CDC1D3BC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1389" y="3656586"/>
            <a:ext cx="57763" cy="119707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0" name="path-1231">
            <a:extLst xmlns:a="http://schemas.openxmlformats.org/drawingml/2006/main">
              <a:ext uri="{FF2B5EF4-FFF2-40B4-BE49-F238E27FC236}">
                <a16:creationId xmlns:a16="http://schemas.microsoft.com/office/drawing/2014/main" id="{4D20DFD1-AD72-48FA-A846-B144C615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131" y="3743707"/>
            <a:ext cx="64539" cy="59939"/>
          </a:xfrm>
          <a:custGeom xmlns:a="http://schemas.openxmlformats.org/drawingml/2006/main">
            <a:pathLst>
              <a:path w="56352" h="52335">
                <a:moveTo>
                  <a:pt x="26336" y="0"/>
                </a:moveTo>
                <a:cubicBezTo>
                  <a:pt x="13112" y="1381"/>
                  <a:pt x="0" y="10813"/>
                  <a:pt x="0" y="26801"/>
                </a:cubicBezTo>
                <a:lnTo>
                  <a:pt x="0" y="27837"/>
                </a:lnTo>
                <a:cubicBezTo>
                  <a:pt x="805" y="43251"/>
                  <a:pt x="14951" y="52335"/>
                  <a:pt x="28521" y="52335"/>
                </a:cubicBezTo>
                <a:cubicBezTo>
                  <a:pt x="41517" y="52335"/>
                  <a:pt x="55547" y="43135"/>
                  <a:pt x="56352" y="27837"/>
                </a:cubicBezTo>
                <a:lnTo>
                  <a:pt x="56352" y="27261"/>
                </a:lnTo>
                <a:cubicBezTo>
                  <a:pt x="56352" y="11273"/>
                  <a:pt x="43012" y="0"/>
                  <a:pt x="27601" y="0"/>
                </a:cubicBezTo>
                <a:lnTo>
                  <a:pt x="26336" y="0"/>
                </a:lnTo>
                <a:moveTo>
                  <a:pt x="10466" y="28756"/>
                </a:moveTo>
                <a:cubicBezTo>
                  <a:pt x="10466" y="27837"/>
                  <a:pt x="10352" y="26917"/>
                  <a:pt x="10352" y="25996"/>
                </a:cubicBezTo>
                <a:cubicBezTo>
                  <a:pt x="10352" y="19670"/>
                  <a:pt x="10925" y="12192"/>
                  <a:pt x="16446" y="7361"/>
                </a:cubicBezTo>
                <a:cubicBezTo>
                  <a:pt x="19666" y="4601"/>
                  <a:pt x="23806" y="3222"/>
                  <a:pt x="27947" y="3222"/>
                </a:cubicBezTo>
                <a:cubicBezTo>
                  <a:pt x="33122" y="3222"/>
                  <a:pt x="38411" y="5291"/>
                  <a:pt x="41747" y="9318"/>
                </a:cubicBezTo>
                <a:cubicBezTo>
                  <a:pt x="45313" y="13458"/>
                  <a:pt x="45886" y="19440"/>
                  <a:pt x="45886" y="24387"/>
                </a:cubicBezTo>
                <a:cubicBezTo>
                  <a:pt x="45886" y="30827"/>
                  <a:pt x="45772" y="38188"/>
                  <a:pt x="41171" y="43251"/>
                </a:cubicBezTo>
                <a:cubicBezTo>
                  <a:pt x="37951" y="46931"/>
                  <a:pt x="33006" y="48656"/>
                  <a:pt x="28177" y="48656"/>
                </a:cubicBezTo>
                <a:cubicBezTo>
                  <a:pt x="19320" y="48656"/>
                  <a:pt x="12536" y="43019"/>
                  <a:pt x="10925" y="33473"/>
                </a:cubicBezTo>
                <a:cubicBezTo>
                  <a:pt x="10696" y="31862"/>
                  <a:pt x="10696" y="30367"/>
                  <a:pt x="10466" y="28756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1" name="path-1232">
            <a:extLst xmlns:a="http://schemas.openxmlformats.org/drawingml/2006/main">
              <a:ext uri="{FF2B5EF4-FFF2-40B4-BE49-F238E27FC236}">
                <a16:creationId xmlns:a16="http://schemas.microsoft.com/office/drawing/2014/main" id="{EB82337E-C9A0-41F4-8004-A9026407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845" y="3705191"/>
            <a:ext cx="125124" cy="44085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2" name="path-1233">
            <a:extLst xmlns:a="http://schemas.openxmlformats.org/drawingml/2006/main">
              <a:ext uri="{FF2B5EF4-FFF2-40B4-BE49-F238E27FC236}">
                <a16:creationId xmlns:a16="http://schemas.microsoft.com/office/drawing/2014/main" id="{3A461B3B-57E9-4FD3-8FB0-14557143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875" y="3656586"/>
            <a:ext cx="57763" cy="119707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3" name="path-1234">
            <a:extLst xmlns:a="http://schemas.openxmlformats.org/drawingml/2006/main">
              <a:ext uri="{FF2B5EF4-FFF2-40B4-BE49-F238E27FC236}">
                <a16:creationId xmlns:a16="http://schemas.microsoft.com/office/drawing/2014/main" id="{853205DD-6D61-4FB4-BE8E-0A4B7127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6226" y="363315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4" name="path-1235">
            <a:extLst xmlns:a="http://schemas.openxmlformats.org/drawingml/2006/main">
              <a:ext uri="{FF2B5EF4-FFF2-40B4-BE49-F238E27FC236}">
                <a16:creationId xmlns:a16="http://schemas.microsoft.com/office/drawing/2014/main" id="{FE833EE9-5D6F-47B6-AAC6-26DEF02D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512" y="3645831"/>
            <a:ext cx="138860" cy="134688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5" name="path-1236">
            <a:extLst xmlns:a="http://schemas.openxmlformats.org/drawingml/2006/main">
              <a:ext uri="{FF2B5EF4-FFF2-40B4-BE49-F238E27FC236}">
                <a16:creationId xmlns:a16="http://schemas.microsoft.com/office/drawing/2014/main" id="{DCA277D7-A976-4763-994C-4326965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235" y="3710008"/>
            <a:ext cx="71652" cy="93510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6" name="path-1237">
            <a:extLst xmlns:a="http://schemas.openxmlformats.org/drawingml/2006/main">
              <a:ext uri="{FF2B5EF4-FFF2-40B4-BE49-F238E27FC236}">
                <a16:creationId xmlns:a16="http://schemas.microsoft.com/office/drawing/2014/main" id="{7ECA59E6-DA17-4CD7-BDF3-6AF6314D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184" y="3641605"/>
            <a:ext cx="117413" cy="136893"/>
          </a:xfrm>
          <a:custGeom xmlns:a="http://schemas.openxmlformats.org/drawingml/2006/main">
            <a:pathLst>
              <a:path w="102519" h="119528">
                <a:moveTo>
                  <a:pt x="24480" y="100629"/>
                </a:moveTo>
                <a:cubicBezTo>
                  <a:pt x="33351" y="86816"/>
                  <a:pt x="36144" y="76292"/>
                  <a:pt x="38280" y="67575"/>
                </a:cubicBezTo>
                <a:cubicBezTo>
                  <a:pt x="44031" y="44883"/>
                  <a:pt x="50273" y="25151"/>
                  <a:pt x="60458" y="13805"/>
                </a:cubicBezTo>
                <a:cubicBezTo>
                  <a:pt x="62431" y="11667"/>
                  <a:pt x="63745" y="10188"/>
                  <a:pt x="69002" y="10188"/>
                </a:cubicBezTo>
                <a:cubicBezTo>
                  <a:pt x="80338" y="10188"/>
                  <a:pt x="80666" y="21534"/>
                  <a:pt x="80666" y="23835"/>
                </a:cubicBezTo>
                <a:cubicBezTo>
                  <a:pt x="80666" y="26796"/>
                  <a:pt x="79847" y="29097"/>
                  <a:pt x="79847" y="29920"/>
                </a:cubicBezTo>
                <a:cubicBezTo>
                  <a:pt x="79847" y="31070"/>
                  <a:pt x="80832" y="31070"/>
                  <a:pt x="80995" y="31070"/>
                </a:cubicBezTo>
                <a:cubicBezTo>
                  <a:pt x="83624" y="31070"/>
                  <a:pt x="88059" y="29263"/>
                  <a:pt x="92168" y="26302"/>
                </a:cubicBezTo>
                <a:cubicBezTo>
                  <a:pt x="95126" y="24001"/>
                  <a:pt x="96602" y="22356"/>
                  <a:pt x="96602" y="15613"/>
                </a:cubicBezTo>
                <a:cubicBezTo>
                  <a:pt x="96602" y="6736"/>
                  <a:pt x="92002" y="0"/>
                  <a:pt x="82802" y="0"/>
                </a:cubicBezTo>
                <a:cubicBezTo>
                  <a:pt x="77545" y="0"/>
                  <a:pt x="63088" y="1316"/>
                  <a:pt x="46986" y="17586"/>
                </a:cubicBezTo>
                <a:cubicBezTo>
                  <a:pt x="33845" y="31070"/>
                  <a:pt x="26122" y="60669"/>
                  <a:pt x="23001" y="73003"/>
                </a:cubicBezTo>
                <a:cubicBezTo>
                  <a:pt x="20045" y="84349"/>
                  <a:pt x="18729" y="89445"/>
                  <a:pt x="13800" y="99312"/>
                </a:cubicBezTo>
                <a:cubicBezTo>
                  <a:pt x="12650" y="101285"/>
                  <a:pt x="8378" y="108520"/>
                  <a:pt x="6079" y="110659"/>
                </a:cubicBezTo>
                <a:cubicBezTo>
                  <a:pt x="1642" y="114765"/>
                  <a:pt x="0" y="117723"/>
                  <a:pt x="0" y="118543"/>
                </a:cubicBezTo>
                <a:cubicBezTo>
                  <a:pt x="0" y="118871"/>
                  <a:pt x="328" y="119528"/>
                  <a:pt x="1479" y="119528"/>
                </a:cubicBezTo>
                <a:cubicBezTo>
                  <a:pt x="2136" y="119528"/>
                  <a:pt x="5585" y="118871"/>
                  <a:pt x="9857" y="116078"/>
                </a:cubicBezTo>
                <a:cubicBezTo>
                  <a:pt x="12650" y="114436"/>
                  <a:pt x="12978" y="114108"/>
                  <a:pt x="16758" y="110165"/>
                </a:cubicBezTo>
                <a:cubicBezTo>
                  <a:pt x="24973" y="110328"/>
                  <a:pt x="30722" y="111807"/>
                  <a:pt x="41073" y="114765"/>
                </a:cubicBezTo>
                <a:cubicBezTo>
                  <a:pt x="49451" y="117064"/>
                  <a:pt x="57831" y="119528"/>
                  <a:pt x="66209" y="119528"/>
                </a:cubicBezTo>
                <a:cubicBezTo>
                  <a:pt x="79518" y="119528"/>
                  <a:pt x="92990" y="109508"/>
                  <a:pt x="98247" y="102273"/>
                </a:cubicBezTo>
                <a:cubicBezTo>
                  <a:pt x="101531" y="97833"/>
                  <a:pt x="102519" y="93722"/>
                  <a:pt x="102519" y="93228"/>
                </a:cubicBezTo>
                <a:cubicBezTo>
                  <a:pt x="102519" y="92078"/>
                  <a:pt x="101531" y="92078"/>
                  <a:pt x="101368" y="92078"/>
                </a:cubicBezTo>
                <a:cubicBezTo>
                  <a:pt x="98738" y="92078"/>
                  <a:pt x="94795" y="93885"/>
                  <a:pt x="92002" y="95858"/>
                </a:cubicBezTo>
                <a:cubicBezTo>
                  <a:pt x="87568" y="98656"/>
                  <a:pt x="87239" y="99641"/>
                  <a:pt x="86254" y="102436"/>
                </a:cubicBezTo>
                <a:cubicBezTo>
                  <a:pt x="85432" y="105068"/>
                  <a:pt x="84447" y="106384"/>
                  <a:pt x="83790" y="107369"/>
                </a:cubicBezTo>
                <a:cubicBezTo>
                  <a:pt x="82474" y="109342"/>
                  <a:pt x="82311" y="109342"/>
                  <a:pt x="79847" y="109342"/>
                </a:cubicBezTo>
                <a:cubicBezTo>
                  <a:pt x="71960" y="109342"/>
                  <a:pt x="63745" y="106876"/>
                  <a:pt x="52903" y="103918"/>
                </a:cubicBezTo>
                <a:cubicBezTo>
                  <a:pt x="48302" y="102601"/>
                  <a:pt x="39265" y="99969"/>
                  <a:pt x="31050" y="99969"/>
                </a:cubicBezTo>
                <a:cubicBezTo>
                  <a:pt x="28914" y="99969"/>
                  <a:pt x="26616" y="100135"/>
                  <a:pt x="24480" y="10062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7" name="path-1238">
            <a:extLst xmlns:a="http://schemas.openxmlformats.org/drawingml/2006/main">
              <a:ext uri="{FF2B5EF4-FFF2-40B4-BE49-F238E27FC236}">
                <a16:creationId xmlns:a16="http://schemas.microsoft.com/office/drawing/2014/main" id="{5B1BDE55-306C-4259-A819-240C59F0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769" y="363315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8" name="path-1239">
            <a:extLst xmlns:a="http://schemas.openxmlformats.org/drawingml/2006/main">
              <a:ext uri="{FF2B5EF4-FFF2-40B4-BE49-F238E27FC236}">
                <a16:creationId xmlns:a16="http://schemas.microsoft.com/office/drawing/2014/main" id="{5FB84D4C-ABBB-49FA-9638-681E2D24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763" y="3691033"/>
            <a:ext cx="86741" cy="121826"/>
          </a:xfrm>
          <a:custGeom xmlns:a="http://schemas.openxmlformats.org/drawingml/2006/main">
            <a:pathLst>
              <a:path w="75738" h="106372">
                <a:moveTo>
                  <a:pt x="75081" y="10025"/>
                </a:moveTo>
                <a:cubicBezTo>
                  <a:pt x="75738" y="7724"/>
                  <a:pt x="75738" y="7395"/>
                  <a:pt x="75738" y="6245"/>
                </a:cubicBezTo>
                <a:cubicBezTo>
                  <a:pt x="75738" y="3287"/>
                  <a:pt x="73439" y="1807"/>
                  <a:pt x="70975" y="1807"/>
                </a:cubicBezTo>
                <a:cubicBezTo>
                  <a:pt x="69330" y="1807"/>
                  <a:pt x="66703" y="2795"/>
                  <a:pt x="65224" y="5259"/>
                </a:cubicBezTo>
                <a:cubicBezTo>
                  <a:pt x="64895" y="6082"/>
                  <a:pt x="63582" y="11176"/>
                  <a:pt x="62923" y="14134"/>
                </a:cubicBezTo>
                <a:cubicBezTo>
                  <a:pt x="61774" y="18405"/>
                  <a:pt x="60624" y="22843"/>
                  <a:pt x="59639" y="27280"/>
                </a:cubicBezTo>
                <a:lnTo>
                  <a:pt x="52246" y="56861"/>
                </a:lnTo>
                <a:cubicBezTo>
                  <a:pt x="51586" y="59328"/>
                  <a:pt x="44522" y="70832"/>
                  <a:pt x="33680" y="70832"/>
                </a:cubicBezTo>
                <a:cubicBezTo>
                  <a:pt x="25302" y="70832"/>
                  <a:pt x="23494" y="63599"/>
                  <a:pt x="23494" y="57520"/>
                </a:cubicBezTo>
                <a:cubicBezTo>
                  <a:pt x="23494" y="49960"/>
                  <a:pt x="26287" y="39772"/>
                  <a:pt x="31872" y="25309"/>
                </a:cubicBezTo>
                <a:cubicBezTo>
                  <a:pt x="34502" y="18571"/>
                  <a:pt x="35159" y="16763"/>
                  <a:pt x="35159" y="13477"/>
                </a:cubicBezTo>
                <a:cubicBezTo>
                  <a:pt x="35159" y="6082"/>
                  <a:pt x="29902" y="0"/>
                  <a:pt x="21687" y="0"/>
                </a:cubicBezTo>
                <a:cubicBezTo>
                  <a:pt x="6079" y="0"/>
                  <a:pt x="0" y="23830"/>
                  <a:pt x="0" y="25309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623"/>
                  <a:pt x="4600" y="23993"/>
                </a:cubicBezTo>
                <a:cubicBezTo>
                  <a:pt x="9037" y="8546"/>
                  <a:pt x="15608" y="3615"/>
                  <a:pt x="21193" y="3615"/>
                </a:cubicBezTo>
                <a:cubicBezTo>
                  <a:pt x="22507" y="3615"/>
                  <a:pt x="25302" y="3615"/>
                  <a:pt x="25302" y="8874"/>
                </a:cubicBezTo>
                <a:cubicBezTo>
                  <a:pt x="25302" y="12983"/>
                  <a:pt x="23657" y="17257"/>
                  <a:pt x="22507" y="20378"/>
                </a:cubicBezTo>
                <a:cubicBezTo>
                  <a:pt x="15936" y="37799"/>
                  <a:pt x="12978" y="47167"/>
                  <a:pt x="12978" y="54891"/>
                </a:cubicBezTo>
                <a:cubicBezTo>
                  <a:pt x="12978" y="69516"/>
                  <a:pt x="23329" y="74444"/>
                  <a:pt x="33023" y="74444"/>
                </a:cubicBezTo>
                <a:cubicBezTo>
                  <a:pt x="39431" y="74444"/>
                  <a:pt x="45016" y="71652"/>
                  <a:pt x="49616" y="67051"/>
                </a:cubicBezTo>
                <a:cubicBezTo>
                  <a:pt x="47480" y="75595"/>
                  <a:pt x="45510" y="83644"/>
                  <a:pt x="38937" y="92351"/>
                </a:cubicBezTo>
                <a:cubicBezTo>
                  <a:pt x="34665" y="97956"/>
                  <a:pt x="28423" y="102759"/>
                  <a:pt x="20865" y="102759"/>
                </a:cubicBezTo>
                <a:cubicBezTo>
                  <a:pt x="18566" y="102759"/>
                  <a:pt x="11173" y="102260"/>
                  <a:pt x="8378" y="95803"/>
                </a:cubicBezTo>
                <a:cubicBezTo>
                  <a:pt x="11008" y="95803"/>
                  <a:pt x="13144" y="95803"/>
                  <a:pt x="15442" y="93830"/>
                </a:cubicBezTo>
                <a:cubicBezTo>
                  <a:pt x="17087" y="92351"/>
                  <a:pt x="18729" y="90215"/>
                  <a:pt x="18729" y="87094"/>
                </a:cubicBezTo>
                <a:cubicBezTo>
                  <a:pt x="18729" y="82002"/>
                  <a:pt x="14294" y="81343"/>
                  <a:pt x="12650" y="81343"/>
                </a:cubicBezTo>
                <a:cubicBezTo>
                  <a:pt x="8872" y="81343"/>
                  <a:pt x="3449" y="83973"/>
                  <a:pt x="3449" y="92022"/>
                </a:cubicBezTo>
                <a:cubicBezTo>
                  <a:pt x="3449" y="100275"/>
                  <a:pt x="10679" y="106372"/>
                  <a:pt x="20865" y="106372"/>
                </a:cubicBezTo>
                <a:cubicBezTo>
                  <a:pt x="37786" y="106372"/>
                  <a:pt x="54710" y="91366"/>
                  <a:pt x="59310" y="72802"/>
                </a:cubicBezTo>
                <a:lnTo>
                  <a:pt x="75081" y="10025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9" name="path-1240">
            <a:extLst xmlns:a="http://schemas.openxmlformats.org/drawingml/2006/main">
              <a:ext uri="{FF2B5EF4-FFF2-40B4-BE49-F238E27FC236}">
                <a16:creationId xmlns:a16="http://schemas.microsoft.com/office/drawing/2014/main" id="{BADDB9B4-1CBF-4B4A-9D12-23F5F269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516" y="375432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0" name="path-1241">
            <a:extLst xmlns:a="http://schemas.openxmlformats.org/drawingml/2006/main">
              <a:ext uri="{FF2B5EF4-FFF2-40B4-BE49-F238E27FC236}">
                <a16:creationId xmlns:a16="http://schemas.microsoft.com/office/drawing/2014/main" id="{F5FD555B-09B9-4585-B20A-41C2C94A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648" y="3691033"/>
            <a:ext cx="77522" cy="119804"/>
          </a:xfrm>
          <a:custGeom xmlns:a="http://schemas.openxmlformats.org/drawingml/2006/main">
            <a:pathLst>
              <a:path w="67688" h="104607">
                <a:moveTo>
                  <a:pt x="67688" y="1807"/>
                </a:moveTo>
                <a:cubicBezTo>
                  <a:pt x="67688" y="1151"/>
                  <a:pt x="67194" y="165"/>
                  <a:pt x="66044" y="165"/>
                </a:cubicBezTo>
                <a:cubicBezTo>
                  <a:pt x="64239" y="165"/>
                  <a:pt x="57666" y="6738"/>
                  <a:pt x="54873" y="11504"/>
                </a:cubicBezTo>
                <a:cubicBezTo>
                  <a:pt x="51258" y="2630"/>
                  <a:pt x="44851" y="0"/>
                  <a:pt x="39594" y="0"/>
                </a:cubicBezTo>
                <a:cubicBezTo>
                  <a:pt x="20208" y="0"/>
                  <a:pt x="0" y="24322"/>
                  <a:pt x="0" y="48152"/>
                </a:cubicBezTo>
                <a:cubicBezTo>
                  <a:pt x="0" y="64256"/>
                  <a:pt x="9694" y="74444"/>
                  <a:pt x="21687" y="74444"/>
                </a:cubicBezTo>
                <a:cubicBezTo>
                  <a:pt x="28751" y="74444"/>
                  <a:pt x="35159" y="70503"/>
                  <a:pt x="41073" y="64587"/>
                </a:cubicBezTo>
                <a:cubicBezTo>
                  <a:pt x="39594" y="70338"/>
                  <a:pt x="34171" y="92589"/>
                  <a:pt x="33680" y="94073"/>
                </a:cubicBezTo>
                <a:cubicBezTo>
                  <a:pt x="32366" y="98691"/>
                  <a:pt x="31050" y="99350"/>
                  <a:pt x="21850" y="99515"/>
                </a:cubicBezTo>
                <a:cubicBezTo>
                  <a:pt x="19714" y="99515"/>
                  <a:pt x="18072" y="99515"/>
                  <a:pt x="18072" y="102802"/>
                </a:cubicBezTo>
                <a:cubicBezTo>
                  <a:pt x="18072" y="102965"/>
                  <a:pt x="18072" y="104607"/>
                  <a:pt x="20208" y="104607"/>
                </a:cubicBezTo>
                <a:cubicBezTo>
                  <a:pt x="25465" y="104607"/>
                  <a:pt x="31216" y="104116"/>
                  <a:pt x="36638" y="104116"/>
                </a:cubicBezTo>
                <a:cubicBezTo>
                  <a:pt x="42223" y="104116"/>
                  <a:pt x="48137" y="104607"/>
                  <a:pt x="53559" y="104607"/>
                </a:cubicBezTo>
                <a:cubicBezTo>
                  <a:pt x="54379" y="104607"/>
                  <a:pt x="56515" y="104607"/>
                  <a:pt x="56515" y="101323"/>
                </a:cubicBezTo>
                <a:cubicBezTo>
                  <a:pt x="56515" y="99515"/>
                  <a:pt x="54873" y="99515"/>
                  <a:pt x="52243" y="99515"/>
                </a:cubicBezTo>
                <a:cubicBezTo>
                  <a:pt x="44359" y="99515"/>
                  <a:pt x="44359" y="98360"/>
                  <a:pt x="44359" y="96876"/>
                </a:cubicBezTo>
                <a:cubicBezTo>
                  <a:pt x="44359" y="95723"/>
                  <a:pt x="44688" y="94732"/>
                  <a:pt x="45016" y="93248"/>
                </a:cubicBezTo>
                <a:lnTo>
                  <a:pt x="67688" y="1807"/>
                </a:lnTo>
                <a:moveTo>
                  <a:pt x="22178" y="70832"/>
                </a:moveTo>
                <a:cubicBezTo>
                  <a:pt x="12321" y="70832"/>
                  <a:pt x="11664" y="58177"/>
                  <a:pt x="11664" y="55382"/>
                </a:cubicBezTo>
                <a:cubicBezTo>
                  <a:pt x="11664" y="47495"/>
                  <a:pt x="16430" y="29581"/>
                  <a:pt x="19223" y="22680"/>
                </a:cubicBezTo>
                <a:cubicBezTo>
                  <a:pt x="24314" y="10519"/>
                  <a:pt x="32858" y="3615"/>
                  <a:pt x="39594" y="3615"/>
                </a:cubicBezTo>
                <a:cubicBezTo>
                  <a:pt x="50273" y="3615"/>
                  <a:pt x="52574" y="16926"/>
                  <a:pt x="52574" y="18077"/>
                </a:cubicBezTo>
                <a:cubicBezTo>
                  <a:pt x="52574" y="19065"/>
                  <a:pt x="43537" y="55054"/>
                  <a:pt x="43043" y="55713"/>
                </a:cubicBezTo>
                <a:cubicBezTo>
                  <a:pt x="40579" y="60313"/>
                  <a:pt x="31379" y="70832"/>
                  <a:pt x="22178" y="70832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1" name="path-1242">
            <a:extLst xmlns:a="http://schemas.openxmlformats.org/drawingml/2006/main">
              <a:ext uri="{FF2B5EF4-FFF2-40B4-BE49-F238E27FC236}">
                <a16:creationId xmlns:a16="http://schemas.microsoft.com/office/drawing/2014/main" id="{47EC10E0-0850-41A1-92A5-222C96D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7318" y="363315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2" name="path-1243">
            <a:extLst xmlns:a="http://schemas.openxmlformats.org/drawingml/2006/main">
              <a:ext uri="{FF2B5EF4-FFF2-40B4-BE49-F238E27FC236}">
                <a16:creationId xmlns:a16="http://schemas.microsoft.com/office/drawing/2014/main" id="{E646E838-8889-492A-85CB-AADBD7CF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0509" y="3642156"/>
            <a:ext cx="94269" cy="133585"/>
          </a:xfrm>
          <a:custGeom xmlns:a="http://schemas.openxmlformats.org/drawingml/2006/main">
            <a:pathLst>
              <a:path w="82311" h="116640">
                <a:moveTo>
                  <a:pt x="82311" y="34823"/>
                </a:moveTo>
                <a:cubicBezTo>
                  <a:pt x="82311" y="5916"/>
                  <a:pt x="65224" y="0"/>
                  <a:pt x="55201" y="0"/>
                </a:cubicBezTo>
                <a:cubicBezTo>
                  <a:pt x="42223" y="0"/>
                  <a:pt x="25793" y="8543"/>
                  <a:pt x="13472" y="30880"/>
                </a:cubicBezTo>
                <a:cubicBezTo>
                  <a:pt x="5094" y="46320"/>
                  <a:pt x="0" y="68661"/>
                  <a:pt x="0" y="81970"/>
                </a:cubicBezTo>
                <a:cubicBezTo>
                  <a:pt x="0" y="105798"/>
                  <a:pt x="12487" y="116640"/>
                  <a:pt x="27272" y="116640"/>
                </a:cubicBezTo>
                <a:cubicBezTo>
                  <a:pt x="38280" y="116640"/>
                  <a:pt x="52737" y="110235"/>
                  <a:pt x="64073" y="93474"/>
                </a:cubicBezTo>
                <a:cubicBezTo>
                  <a:pt x="77874" y="73261"/>
                  <a:pt x="82311" y="47139"/>
                  <a:pt x="82311" y="34823"/>
                </a:cubicBezTo>
                <a:moveTo>
                  <a:pt x="24973" y="54367"/>
                </a:moveTo>
                <a:cubicBezTo>
                  <a:pt x="27272" y="44840"/>
                  <a:pt x="31544" y="29894"/>
                  <a:pt x="36473" y="21354"/>
                </a:cubicBezTo>
                <a:cubicBezTo>
                  <a:pt x="40253" y="14620"/>
                  <a:pt x="46986" y="5916"/>
                  <a:pt x="54873" y="5916"/>
                </a:cubicBezTo>
                <a:cubicBezTo>
                  <a:pt x="61774" y="5916"/>
                  <a:pt x="64730" y="13144"/>
                  <a:pt x="64730" y="22833"/>
                </a:cubicBezTo>
                <a:cubicBezTo>
                  <a:pt x="64730" y="33179"/>
                  <a:pt x="61118" y="47468"/>
                  <a:pt x="59310" y="54367"/>
                </a:cubicBezTo>
                <a:lnTo>
                  <a:pt x="24973" y="54367"/>
                </a:lnTo>
                <a:moveTo>
                  <a:pt x="57337" y="62251"/>
                </a:moveTo>
                <a:cubicBezTo>
                  <a:pt x="47152" y="106289"/>
                  <a:pt x="33351" y="110726"/>
                  <a:pt x="27601" y="110726"/>
                </a:cubicBezTo>
                <a:cubicBezTo>
                  <a:pt x="25302" y="110726"/>
                  <a:pt x="21850" y="110069"/>
                  <a:pt x="19551" y="104975"/>
                </a:cubicBezTo>
                <a:cubicBezTo>
                  <a:pt x="17581" y="100538"/>
                  <a:pt x="17581" y="94131"/>
                  <a:pt x="17581" y="93965"/>
                </a:cubicBezTo>
                <a:cubicBezTo>
                  <a:pt x="17581" y="84600"/>
                  <a:pt x="21193" y="69318"/>
                  <a:pt x="23001" y="62251"/>
                </a:cubicBezTo>
                <a:lnTo>
                  <a:pt x="57337" y="6225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3" name="path-1244">
            <a:extLst xmlns:a="http://schemas.openxmlformats.org/drawingml/2006/main">
              <a:ext uri="{FF2B5EF4-FFF2-40B4-BE49-F238E27FC236}">
                <a16:creationId xmlns:a16="http://schemas.microsoft.com/office/drawing/2014/main" id="{C649553A-79EA-43F4-9EFC-A5F5F059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770" y="375432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4" name="path-1245">
            <a:extLst xmlns:a="http://schemas.openxmlformats.org/drawingml/2006/main">
              <a:ext uri="{FF2B5EF4-FFF2-40B4-BE49-F238E27FC236}">
                <a16:creationId xmlns:a16="http://schemas.microsoft.com/office/drawing/2014/main" id="{FC709D2D-4DB7-4C5E-86CB-AF494FB5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4536" y="3645280"/>
            <a:ext cx="171978" cy="128992"/>
          </a:xfrm>
          <a:custGeom xmlns:a="http://schemas.openxmlformats.org/drawingml/2006/main">
            <a:pathLst>
              <a:path w="150162" h="112629">
                <a:moveTo>
                  <a:pt x="89212" y="47779"/>
                </a:moveTo>
                <a:lnTo>
                  <a:pt x="110897" y="26438"/>
                </a:lnTo>
                <a:lnTo>
                  <a:pt x="121085" y="16097"/>
                </a:lnTo>
                <a:cubicBezTo>
                  <a:pt x="127655" y="9857"/>
                  <a:pt x="129626" y="7887"/>
                  <a:pt x="146712" y="7724"/>
                </a:cubicBezTo>
                <a:cubicBezTo>
                  <a:pt x="149833" y="7724"/>
                  <a:pt x="150162" y="3452"/>
                  <a:pt x="150162" y="2958"/>
                </a:cubicBezTo>
                <a:cubicBezTo>
                  <a:pt x="150162" y="1973"/>
                  <a:pt x="149505" y="0"/>
                  <a:pt x="146878" y="0"/>
                </a:cubicBezTo>
                <a:cubicBezTo>
                  <a:pt x="141127" y="0"/>
                  <a:pt x="134885" y="494"/>
                  <a:pt x="128969" y="494"/>
                </a:cubicBezTo>
                <a:cubicBezTo>
                  <a:pt x="124206" y="494"/>
                  <a:pt x="112376" y="0"/>
                  <a:pt x="107613" y="0"/>
                </a:cubicBezTo>
                <a:cubicBezTo>
                  <a:pt x="106297" y="0"/>
                  <a:pt x="103013" y="0"/>
                  <a:pt x="103013" y="4603"/>
                </a:cubicBezTo>
                <a:cubicBezTo>
                  <a:pt x="103013" y="7558"/>
                  <a:pt x="105640" y="7724"/>
                  <a:pt x="107119" y="7724"/>
                </a:cubicBezTo>
                <a:cubicBezTo>
                  <a:pt x="112047" y="7887"/>
                  <a:pt x="116319" y="9200"/>
                  <a:pt x="116976" y="9366"/>
                </a:cubicBezTo>
                <a:lnTo>
                  <a:pt x="85597" y="40393"/>
                </a:lnTo>
                <a:lnTo>
                  <a:pt x="70481" y="8709"/>
                </a:lnTo>
                <a:cubicBezTo>
                  <a:pt x="72125" y="8380"/>
                  <a:pt x="77217" y="7724"/>
                  <a:pt x="80012" y="7724"/>
                </a:cubicBezTo>
                <a:cubicBezTo>
                  <a:pt x="81817" y="7724"/>
                  <a:pt x="84775" y="7724"/>
                  <a:pt x="84775" y="3124"/>
                </a:cubicBezTo>
                <a:cubicBezTo>
                  <a:pt x="84775" y="822"/>
                  <a:pt x="83296" y="0"/>
                  <a:pt x="81160" y="0"/>
                </a:cubicBezTo>
                <a:cubicBezTo>
                  <a:pt x="75575" y="0"/>
                  <a:pt x="61774" y="494"/>
                  <a:pt x="56189" y="494"/>
                </a:cubicBezTo>
                <a:cubicBezTo>
                  <a:pt x="52409" y="494"/>
                  <a:pt x="48631" y="331"/>
                  <a:pt x="44853" y="331"/>
                </a:cubicBezTo>
                <a:cubicBezTo>
                  <a:pt x="41073" y="331"/>
                  <a:pt x="37132" y="0"/>
                  <a:pt x="33351" y="0"/>
                </a:cubicBezTo>
                <a:cubicBezTo>
                  <a:pt x="31872" y="0"/>
                  <a:pt x="28751" y="0"/>
                  <a:pt x="28751" y="4603"/>
                </a:cubicBezTo>
                <a:cubicBezTo>
                  <a:pt x="28751" y="7724"/>
                  <a:pt x="30887" y="7724"/>
                  <a:pt x="35487" y="7724"/>
                </a:cubicBezTo>
                <a:cubicBezTo>
                  <a:pt x="37789" y="7724"/>
                  <a:pt x="39596" y="7724"/>
                  <a:pt x="41895" y="7887"/>
                </a:cubicBezTo>
                <a:cubicBezTo>
                  <a:pt x="44196" y="8215"/>
                  <a:pt x="44359" y="8380"/>
                  <a:pt x="45344" y="10351"/>
                </a:cubicBezTo>
                <a:lnTo>
                  <a:pt x="68017" y="57794"/>
                </a:lnTo>
                <a:lnTo>
                  <a:pt x="26781" y="98505"/>
                </a:lnTo>
                <a:cubicBezTo>
                  <a:pt x="23823" y="101298"/>
                  <a:pt x="20373" y="104745"/>
                  <a:pt x="5751" y="104908"/>
                </a:cubicBezTo>
                <a:cubicBezTo>
                  <a:pt x="2795" y="104908"/>
                  <a:pt x="0" y="104908"/>
                  <a:pt x="0" y="109673"/>
                </a:cubicBezTo>
                <a:cubicBezTo>
                  <a:pt x="0" y="110824"/>
                  <a:pt x="822" y="112629"/>
                  <a:pt x="3287" y="112629"/>
                </a:cubicBezTo>
                <a:cubicBezTo>
                  <a:pt x="7230" y="112629"/>
                  <a:pt x="17252" y="112138"/>
                  <a:pt x="21196" y="112138"/>
                </a:cubicBezTo>
                <a:cubicBezTo>
                  <a:pt x="25959" y="112138"/>
                  <a:pt x="37789" y="112629"/>
                  <a:pt x="42552" y="112629"/>
                </a:cubicBezTo>
                <a:cubicBezTo>
                  <a:pt x="43868" y="112629"/>
                  <a:pt x="47152" y="112629"/>
                  <a:pt x="47152" y="107866"/>
                </a:cubicBezTo>
                <a:cubicBezTo>
                  <a:pt x="47152" y="104908"/>
                  <a:pt x="44196" y="104908"/>
                  <a:pt x="42880" y="104908"/>
                </a:cubicBezTo>
                <a:cubicBezTo>
                  <a:pt x="39596" y="104908"/>
                  <a:pt x="36310" y="104416"/>
                  <a:pt x="33189" y="103266"/>
                </a:cubicBezTo>
                <a:lnTo>
                  <a:pt x="71469" y="65181"/>
                </a:lnTo>
                <a:lnTo>
                  <a:pt x="90032" y="103923"/>
                </a:lnTo>
                <a:cubicBezTo>
                  <a:pt x="89869" y="103923"/>
                  <a:pt x="84447" y="104908"/>
                  <a:pt x="80503" y="104908"/>
                </a:cubicBezTo>
                <a:cubicBezTo>
                  <a:pt x="78861" y="104908"/>
                  <a:pt x="75740" y="104908"/>
                  <a:pt x="75740" y="109673"/>
                </a:cubicBezTo>
                <a:cubicBezTo>
                  <a:pt x="75740" y="110165"/>
                  <a:pt x="75903" y="112629"/>
                  <a:pt x="79353" y="112629"/>
                </a:cubicBezTo>
                <a:cubicBezTo>
                  <a:pt x="84940" y="112629"/>
                  <a:pt x="98904" y="112138"/>
                  <a:pt x="104489" y="112138"/>
                </a:cubicBezTo>
                <a:cubicBezTo>
                  <a:pt x="108269" y="112138"/>
                  <a:pt x="112047" y="112301"/>
                  <a:pt x="115825" y="112301"/>
                </a:cubicBezTo>
                <a:cubicBezTo>
                  <a:pt x="119606" y="112301"/>
                  <a:pt x="123549" y="112629"/>
                  <a:pt x="127327" y="112629"/>
                </a:cubicBezTo>
                <a:cubicBezTo>
                  <a:pt x="128640" y="112629"/>
                  <a:pt x="131927" y="112629"/>
                  <a:pt x="131927" y="107866"/>
                </a:cubicBezTo>
                <a:cubicBezTo>
                  <a:pt x="131927" y="104908"/>
                  <a:pt x="129297" y="104908"/>
                  <a:pt x="125354" y="104908"/>
                </a:cubicBezTo>
                <a:cubicBezTo>
                  <a:pt x="123055" y="104908"/>
                  <a:pt x="121413" y="104908"/>
                  <a:pt x="118949" y="104745"/>
                </a:cubicBezTo>
                <a:cubicBezTo>
                  <a:pt x="116484" y="104416"/>
                  <a:pt x="116319" y="104251"/>
                  <a:pt x="115168" y="102118"/>
                </a:cubicBezTo>
                <a:lnTo>
                  <a:pt x="89212" y="47779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5" name="path-1246">
            <a:extLst xmlns:a="http://schemas.openxmlformats.org/drawingml/2006/main">
              <a:ext uri="{FF2B5EF4-FFF2-40B4-BE49-F238E27FC236}">
                <a16:creationId xmlns:a16="http://schemas.microsoft.com/office/drawing/2014/main" id="{25F0B9F2-5E6F-489E-9854-2B804BE4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250" y="3754329"/>
            <a:ext cx="22013" cy="56325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6" name="path-1247">
            <a:extLst xmlns:a="http://schemas.openxmlformats.org/drawingml/2006/main">
              <a:ext uri="{FF2B5EF4-FFF2-40B4-BE49-F238E27FC236}">
                <a16:creationId xmlns:a16="http://schemas.microsoft.com/office/drawing/2014/main" id="{BDBE9A04-5DC9-42C2-BF01-919D5213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05" y="3643626"/>
            <a:ext cx="47981" cy="13211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7" name="path-1248">
            <a:extLst xmlns:a="http://schemas.openxmlformats.org/drawingml/2006/main">
              <a:ext uri="{FF2B5EF4-FFF2-40B4-BE49-F238E27FC236}">
                <a16:creationId xmlns:a16="http://schemas.microsoft.com/office/drawing/2014/main" id="{ACBD80D1-6FE1-420F-92C7-B0120B81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552" y="3715024"/>
            <a:ext cx="47943" cy="87464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8" name="path-1249">
            <a:extLst xmlns:a="http://schemas.openxmlformats.org/drawingml/2006/main">
              <a:ext uri="{FF2B5EF4-FFF2-40B4-BE49-F238E27FC236}">
                <a16:creationId xmlns:a16="http://schemas.microsoft.com/office/drawing/2014/main" id="{2460C60D-DFF3-45C5-A603-FC787113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903" y="3745765"/>
            <a:ext cx="15147" cy="56723"/>
          </a:xfrm>
          <a:custGeom xmlns:a="http://schemas.openxmlformats.org/drawingml/2006/main">
            <a:pathLst>
              <a:path w="13226" h="49528">
                <a:moveTo>
                  <a:pt x="13226" y="6672"/>
                </a:moveTo>
                <a:cubicBezTo>
                  <a:pt x="13226" y="2646"/>
                  <a:pt x="10006" y="0"/>
                  <a:pt x="6670" y="0"/>
                </a:cubicBezTo>
                <a:cubicBezTo>
                  <a:pt x="2646" y="0"/>
                  <a:pt x="0" y="3222"/>
                  <a:pt x="0" y="6556"/>
                </a:cubicBezTo>
                <a:cubicBezTo>
                  <a:pt x="0" y="10581"/>
                  <a:pt x="3220" y="13226"/>
                  <a:pt x="6556" y="13226"/>
                </a:cubicBezTo>
                <a:cubicBezTo>
                  <a:pt x="10581" y="13226"/>
                  <a:pt x="13226" y="10006"/>
                  <a:pt x="13226" y="6672"/>
                </a:cubicBezTo>
                <a:moveTo>
                  <a:pt x="13226" y="42973"/>
                </a:moveTo>
                <a:cubicBezTo>
                  <a:pt x="13226" y="38948"/>
                  <a:pt x="10006" y="36303"/>
                  <a:pt x="6670" y="36303"/>
                </a:cubicBezTo>
                <a:cubicBezTo>
                  <a:pt x="2646" y="36303"/>
                  <a:pt x="0" y="39524"/>
                  <a:pt x="0" y="42858"/>
                </a:cubicBezTo>
                <a:cubicBezTo>
                  <a:pt x="0" y="46883"/>
                  <a:pt x="3220" y="49528"/>
                  <a:pt x="6556" y="49528"/>
                </a:cubicBezTo>
                <a:cubicBezTo>
                  <a:pt x="10581" y="49528"/>
                  <a:pt x="13226" y="46308"/>
                  <a:pt x="13226" y="42973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9" name="path-1250">
            <a:extLst xmlns:a="http://schemas.openxmlformats.org/drawingml/2006/main">
              <a:ext uri="{FF2B5EF4-FFF2-40B4-BE49-F238E27FC236}">
                <a16:creationId xmlns:a16="http://schemas.microsoft.com/office/drawing/2014/main" id="{EC25A770-2248-45CB-8061-EA22808D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334" y="3720238"/>
            <a:ext cx="44518" cy="83537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0" name="path-1251">
            <a:extLst xmlns:a="http://schemas.openxmlformats.org/drawingml/2006/main">
              <a:ext uri="{FF2B5EF4-FFF2-40B4-BE49-F238E27FC236}">
                <a16:creationId xmlns:a16="http://schemas.microsoft.com/office/drawing/2014/main" id="{FBDA8CA8-9728-4006-99EF-42600CE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3781" y="363315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1" name="path-1252">
            <a:extLst xmlns:a="http://schemas.openxmlformats.org/drawingml/2006/main">
              <a:ext uri="{FF2B5EF4-FFF2-40B4-BE49-F238E27FC236}">
                <a16:creationId xmlns:a16="http://schemas.microsoft.com/office/drawing/2014/main" id="{30772280-6929-42E1-A687-D0ACBB75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6956" y="3633152"/>
            <a:ext cx="43652" cy="188159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2" name="path-1253">
            <a:extLst xmlns:a="http://schemas.openxmlformats.org/drawingml/2006/main">
              <a:ext uri="{FF2B5EF4-FFF2-40B4-BE49-F238E27FC236}">
                <a16:creationId xmlns:a16="http://schemas.microsoft.com/office/drawing/2014/main" id="{3CDCDF39-4F7B-4A25-A6A7-07CDF875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111" y="6468829"/>
            <a:ext cx="1065103" cy="191"/>
          </a:xfrm>
          <a:custGeom xmlns:a="http://schemas.openxmlformats.org/drawingml/2006/main">
            <a:pathLst>
              <a:path w="929993" h="191">
                <a:moveTo>
                  <a:pt x="0" y="0"/>
                </a:moveTo>
                <a:lnTo>
                  <a:pt x="9299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935300"/>
            </a:solidFill>
            <a:prstDash val="solid"/>
          </a:ln>
        </p:spPr>
      </p:sp>
      <p:sp>
        <p:nvSpPr>
          <p:cNvPr id="1333" name="path-1254">
            <a:extLst xmlns:a="http://schemas.openxmlformats.org/drawingml/2006/main">
              <a:ext uri="{FF2B5EF4-FFF2-40B4-BE49-F238E27FC236}">
                <a16:creationId xmlns:a16="http://schemas.microsoft.com/office/drawing/2014/main" id="{792D5D42-583F-48B6-AEED-C5BD1BC8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8193" y="6468829"/>
            <a:ext cx="197652" cy="191"/>
          </a:xfrm>
          <a:custGeom xmlns:a="http://schemas.openxmlformats.org/drawingml/2006/main">
            <a:pathLst>
              <a:path w="172579" h="191">
                <a:moveTo>
                  <a:pt x="0" y="0"/>
                </a:moveTo>
                <a:lnTo>
                  <a:pt x="1725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935300"/>
            </a:solidFill>
            <a:prstDash val="solid"/>
          </a:ln>
        </p:spPr>
      </p:sp>
      <p:sp>
        <p:nvSpPr>
          <p:cNvPr id="1334" name="path-1255">
            <a:extLst xmlns:a="http://schemas.openxmlformats.org/drawingml/2006/main">
              <a:ext uri="{FF2B5EF4-FFF2-40B4-BE49-F238E27FC236}">
                <a16:creationId xmlns:a16="http://schemas.microsoft.com/office/drawing/2014/main" id="{6E939105-2A3E-40B2-BF65-9429FB31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819" y="6468829"/>
            <a:ext cx="341660" cy="191"/>
          </a:xfrm>
          <a:custGeom xmlns:a="http://schemas.openxmlformats.org/drawingml/2006/main">
            <a:pathLst>
              <a:path w="298320" h="191">
                <a:moveTo>
                  <a:pt x="0" y="0"/>
                </a:moveTo>
                <a:lnTo>
                  <a:pt x="298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935300"/>
            </a:solidFill>
            <a:prstDash val="solid"/>
          </a:ln>
        </p:spPr>
      </p:sp>
      <p:sp>
        <p:nvSpPr>
          <p:cNvPr id="1335" name="text-1256 Self-rewarding">
            <a:extLst xmlns:a="http://schemas.openxmlformats.org/drawingml/2006/main">
              <a:ext uri="{FF2B5EF4-FFF2-40B4-BE49-F238E27FC236}">
                <a16:creationId xmlns:a16="http://schemas.microsoft.com/office/drawing/2014/main" id="{A4F91F42-66AC-40B7-B132-826B19AA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111" y="6277118"/>
            <a:ext cx="1211239" cy="237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Self-rewarding</a:t>
            </a:r>
          </a:p>
        </p:txBody>
      </p:sp>
      <p:sp>
        <p:nvSpPr>
          <p:cNvPr id="1336" name="text-1256 Signals">
            <a:extLst xmlns:a="http://schemas.openxmlformats.org/drawingml/2006/main">
              <a:ext uri="{FF2B5EF4-FFF2-40B4-BE49-F238E27FC236}">
                <a16:creationId xmlns:a16="http://schemas.microsoft.com/office/drawing/2014/main" id="{18EF0B21-BBF4-46B2-BDA8-E76755B4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6966" y="6277111"/>
            <a:ext cx="635141" cy="238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1337" name="text-1257 for">
            <a:extLst xmlns:a="http://schemas.openxmlformats.org/drawingml/2006/main">
              <a:ext uri="{FF2B5EF4-FFF2-40B4-BE49-F238E27FC236}">
                <a16:creationId xmlns:a16="http://schemas.microsoft.com/office/drawing/2014/main" id="{2A6651AE-E305-45E8-BC2C-B4C73B7E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0899" y="6471582"/>
            <a:ext cx="257173" cy="23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8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1338" name="path-1258">
            <a:extLst xmlns:a="http://schemas.openxmlformats.org/drawingml/2006/main">
              <a:ext uri="{FF2B5EF4-FFF2-40B4-BE49-F238E27FC236}">
                <a16:creationId xmlns:a16="http://schemas.microsoft.com/office/drawing/2014/main" id="{8D47C259-21FE-44D6-A570-B354DF5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653" y="6667138"/>
            <a:ext cx="1841350" cy="191"/>
          </a:xfrm>
          <a:custGeom xmlns:a="http://schemas.openxmlformats.org/drawingml/2006/main">
            <a:pathLst>
              <a:path w="1607772" h="191">
                <a:moveTo>
                  <a:pt x="0" y="0"/>
                </a:moveTo>
                <a:lnTo>
                  <a:pt x="16077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887">
            <a:solidFill>
              <a:srgbClr val="935300"/>
            </a:solidFill>
            <a:prstDash val="solid"/>
          </a:ln>
        </p:spPr>
      </p:sp>
      <p:sp>
        <p:nvSpPr>
          <p:cNvPr id="1339" name="text-1259 Reinforcement">
            <a:extLst xmlns:a="http://schemas.openxmlformats.org/drawingml/2006/main">
              <a:ext uri="{FF2B5EF4-FFF2-40B4-BE49-F238E27FC236}">
                <a16:creationId xmlns:a16="http://schemas.microsoft.com/office/drawing/2014/main" id="{05B5D14F-0D0F-4086-8138-7AF87B0B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4653" y="6471544"/>
            <a:ext cx="1220715" cy="23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Reinforcement</a:t>
            </a:r>
          </a:p>
        </p:txBody>
      </p:sp>
      <p:sp>
        <p:nvSpPr>
          <p:cNvPr id="1340" name="text-1259 Learning">
            <a:extLst xmlns:a="http://schemas.openxmlformats.org/drawingml/2006/main">
              <a:ext uri="{FF2B5EF4-FFF2-40B4-BE49-F238E27FC236}">
                <a16:creationId xmlns:a16="http://schemas.microsoft.com/office/drawing/2014/main" id="{577A9878-D326-44D9-8088-46DC64F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991" y="6471556"/>
            <a:ext cx="748352" cy="237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33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341" name="text-1260 (without">
            <a:extLst xmlns:a="http://schemas.openxmlformats.org/drawingml/2006/main">
              <a:ext uri="{FF2B5EF4-FFF2-40B4-BE49-F238E27FC236}">
                <a16:creationId xmlns:a16="http://schemas.microsoft.com/office/drawing/2014/main" id="{A8BEAA93-D01C-41B9-A100-EC53D083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8158" y="6675331"/>
            <a:ext cx="521515" cy="198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16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(without</a:t>
            </a:r>
          </a:p>
        </p:txBody>
      </p:sp>
      <p:sp>
        <p:nvSpPr>
          <p:cNvPr id="1342" name="text-1260 relying">
            <a:extLst xmlns:a="http://schemas.openxmlformats.org/drawingml/2006/main">
              <a:ext uri="{FF2B5EF4-FFF2-40B4-BE49-F238E27FC236}">
                <a16:creationId xmlns:a16="http://schemas.microsoft.com/office/drawing/2014/main" id="{6BE39F65-0A8D-4963-98DC-62283DB0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3503" y="6675321"/>
            <a:ext cx="442804" cy="198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16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relying</a:t>
            </a:r>
          </a:p>
        </p:txBody>
      </p:sp>
      <p:sp>
        <p:nvSpPr>
          <p:cNvPr id="1343" name="text-1260 on">
            <a:extLst xmlns:a="http://schemas.openxmlformats.org/drawingml/2006/main">
              <a:ext uri="{FF2B5EF4-FFF2-40B4-BE49-F238E27FC236}">
                <a16:creationId xmlns:a16="http://schemas.microsoft.com/office/drawing/2014/main" id="{7E944673-7FC4-4CE8-93BB-9891351F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0144" y="6675348"/>
            <a:ext cx="183075" cy="198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16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344" name="text-1260 additional">
            <a:extLst xmlns:a="http://schemas.openxmlformats.org/drawingml/2006/main">
              <a:ext uri="{FF2B5EF4-FFF2-40B4-BE49-F238E27FC236}">
                <a16:creationId xmlns:a16="http://schemas.microsoft.com/office/drawing/2014/main" id="{53D43234-ACEF-4F61-B7D4-E4D08C75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7061" y="6675334"/>
            <a:ext cx="631986" cy="198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16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additional</a:t>
            </a:r>
          </a:p>
        </p:txBody>
      </p:sp>
      <p:sp>
        <p:nvSpPr>
          <p:cNvPr id="1345" name="text-1260 annotations)">
            <a:extLst xmlns:a="http://schemas.openxmlformats.org/drawingml/2006/main">
              <a:ext uri="{FF2B5EF4-FFF2-40B4-BE49-F238E27FC236}">
                <a16:creationId xmlns:a16="http://schemas.microsoft.com/office/drawing/2014/main" id="{05F5E540-EE03-4443-860A-2CECC5E6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2881" y="6675321"/>
            <a:ext cx="805173" cy="198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16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annotations)</a:t>
            </a:r>
          </a:p>
        </p:txBody>
      </p:sp>
      <p:sp>
        <p:nvSpPr>
          <p:cNvPr id="1346" name="path-1262">
            <a:extLst xmlns:a="http://schemas.openxmlformats.org/drawingml/2006/main">
              <a:ext uri="{FF2B5EF4-FFF2-40B4-BE49-F238E27FC236}">
                <a16:creationId xmlns:a16="http://schemas.microsoft.com/office/drawing/2014/main" id="{762A00CF-47BE-4DC6-BDFD-319700D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742" y="4841124"/>
            <a:ext cx="140895" cy="164272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7" name="path-1263">
            <a:extLst xmlns:a="http://schemas.openxmlformats.org/drawingml/2006/main">
              <a:ext uri="{FF2B5EF4-FFF2-40B4-BE49-F238E27FC236}">
                <a16:creationId xmlns:a16="http://schemas.microsoft.com/office/drawing/2014/main" id="{7A143693-4042-43A1-994C-9A14D0CE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2718" y="4929250"/>
            <a:ext cx="57531" cy="104957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8" name="path-1265">
            <a:extLst xmlns:a="http://schemas.openxmlformats.org/drawingml/2006/main">
              <a:ext uri="{FF2B5EF4-FFF2-40B4-BE49-F238E27FC236}">
                <a16:creationId xmlns:a16="http://schemas.microsoft.com/office/drawing/2014/main" id="{89E6EA2F-F0E9-4D76-B142-1408F4B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742" y="5103694"/>
            <a:ext cx="140895" cy="164272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9" name="path-1266">
            <a:extLst xmlns:a="http://schemas.openxmlformats.org/drawingml/2006/main">
              <a:ext uri="{FF2B5EF4-FFF2-40B4-BE49-F238E27FC236}">
                <a16:creationId xmlns:a16="http://schemas.microsoft.com/office/drawing/2014/main" id="{FCDB18D2-0A41-44EA-AF8C-C3706176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446" y="5191820"/>
            <a:ext cx="69860" cy="104957"/>
          </a:xfrm>
          <a:custGeom xmlns:a="http://schemas.openxmlformats.org/drawingml/2006/main">
            <a:pathLst>
              <a:path w="60998" h="91643">
                <a:moveTo>
                  <a:pt x="60998" y="66521"/>
                </a:moveTo>
                <a:lnTo>
                  <a:pt x="56306" y="66521"/>
                </a:lnTo>
                <a:cubicBezTo>
                  <a:pt x="55891" y="69560"/>
                  <a:pt x="54512" y="77705"/>
                  <a:pt x="52718" y="79086"/>
                </a:cubicBezTo>
                <a:cubicBezTo>
                  <a:pt x="51615" y="79914"/>
                  <a:pt x="40989" y="79914"/>
                  <a:pt x="39056" y="79914"/>
                </a:cubicBezTo>
                <a:lnTo>
                  <a:pt x="13662" y="79914"/>
                </a:lnTo>
                <a:cubicBezTo>
                  <a:pt x="28154" y="67073"/>
                  <a:pt x="32983" y="63209"/>
                  <a:pt x="41265" y="56719"/>
                </a:cubicBezTo>
                <a:cubicBezTo>
                  <a:pt x="51476" y="48574"/>
                  <a:pt x="60998" y="40014"/>
                  <a:pt x="60998" y="26899"/>
                </a:cubicBezTo>
                <a:cubicBezTo>
                  <a:pt x="60998" y="10209"/>
                  <a:pt x="46369" y="0"/>
                  <a:pt x="28706" y="0"/>
                </a:cubicBezTo>
                <a:cubicBezTo>
                  <a:pt x="11592" y="0"/>
                  <a:pt x="0" y="12001"/>
                  <a:pt x="0" y="24690"/>
                </a:cubicBezTo>
                <a:cubicBezTo>
                  <a:pt x="0" y="31730"/>
                  <a:pt x="5934" y="32418"/>
                  <a:pt x="7315" y="32418"/>
                </a:cubicBezTo>
                <a:cubicBezTo>
                  <a:pt x="10628" y="32418"/>
                  <a:pt x="14629" y="30073"/>
                  <a:pt x="14629" y="25105"/>
                </a:cubicBezTo>
                <a:cubicBezTo>
                  <a:pt x="14629" y="22620"/>
                  <a:pt x="13662" y="17790"/>
                  <a:pt x="6486" y="17790"/>
                </a:cubicBezTo>
                <a:cubicBezTo>
                  <a:pt x="10765" y="8002"/>
                  <a:pt x="20150" y="4970"/>
                  <a:pt x="26636" y="4970"/>
                </a:cubicBezTo>
                <a:cubicBezTo>
                  <a:pt x="40435" y="4970"/>
                  <a:pt x="47611" y="15722"/>
                  <a:pt x="47611" y="26899"/>
                </a:cubicBezTo>
                <a:cubicBezTo>
                  <a:pt x="47611" y="38908"/>
                  <a:pt x="39056" y="48435"/>
                  <a:pt x="34640" y="53404"/>
                </a:cubicBezTo>
                <a:lnTo>
                  <a:pt x="1381" y="86263"/>
                </a:lnTo>
                <a:cubicBezTo>
                  <a:pt x="0" y="87503"/>
                  <a:pt x="0" y="87779"/>
                  <a:pt x="0" y="91643"/>
                </a:cubicBezTo>
                <a:lnTo>
                  <a:pt x="56858" y="91643"/>
                </a:lnTo>
                <a:lnTo>
                  <a:pt x="60998" y="66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0" name="path-1268">
            <a:extLst xmlns:a="http://schemas.openxmlformats.org/drawingml/2006/main">
              <a:ext uri="{FF2B5EF4-FFF2-40B4-BE49-F238E27FC236}">
                <a16:creationId xmlns:a16="http://schemas.microsoft.com/office/drawing/2014/main" id="{676C1B29-5297-412E-BAE7-C3489738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7902" y="5588039"/>
            <a:ext cx="140895" cy="164272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1" name="path-1269">
            <a:extLst xmlns:a="http://schemas.openxmlformats.org/drawingml/2006/main">
              <a:ext uri="{FF2B5EF4-FFF2-40B4-BE49-F238E27FC236}">
                <a16:creationId xmlns:a16="http://schemas.microsoft.com/office/drawing/2014/main" id="{7E862376-7E3D-481B-9F86-CA66781E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3446" y="5674340"/>
            <a:ext cx="118065" cy="106783"/>
          </a:xfrm>
          <a:custGeom xmlns:a="http://schemas.openxmlformats.org/drawingml/2006/main">
            <a:pathLst>
              <a:path w="103088" h="93237">
                <a:moveTo>
                  <a:pt x="61135" y="9796"/>
                </a:moveTo>
                <a:cubicBezTo>
                  <a:pt x="62101" y="5797"/>
                  <a:pt x="62377" y="5382"/>
                  <a:pt x="65414" y="5106"/>
                </a:cubicBezTo>
                <a:cubicBezTo>
                  <a:pt x="66102" y="4970"/>
                  <a:pt x="70933" y="4970"/>
                  <a:pt x="73694" y="4970"/>
                </a:cubicBezTo>
                <a:cubicBezTo>
                  <a:pt x="82112" y="4970"/>
                  <a:pt x="85699" y="4970"/>
                  <a:pt x="89150" y="6073"/>
                </a:cubicBezTo>
                <a:cubicBezTo>
                  <a:pt x="95360" y="8004"/>
                  <a:pt x="95636" y="12003"/>
                  <a:pt x="95636" y="16968"/>
                </a:cubicBezTo>
                <a:cubicBezTo>
                  <a:pt x="95636" y="19175"/>
                  <a:pt x="95636" y="20967"/>
                  <a:pt x="94669" y="28139"/>
                </a:cubicBezTo>
                <a:lnTo>
                  <a:pt x="94393" y="29656"/>
                </a:lnTo>
                <a:cubicBezTo>
                  <a:pt x="94393" y="31035"/>
                  <a:pt x="95360" y="31726"/>
                  <a:pt x="96739" y="31726"/>
                </a:cubicBezTo>
                <a:cubicBezTo>
                  <a:pt x="98809" y="31726"/>
                  <a:pt x="99085" y="30483"/>
                  <a:pt x="99363" y="28276"/>
                </a:cubicBezTo>
                <a:lnTo>
                  <a:pt x="103088" y="1933"/>
                </a:lnTo>
                <a:cubicBezTo>
                  <a:pt x="103088" y="0"/>
                  <a:pt x="101433" y="0"/>
                  <a:pt x="98948" y="0"/>
                </a:cubicBezTo>
                <a:lnTo>
                  <a:pt x="14075" y="0"/>
                </a:lnTo>
                <a:cubicBezTo>
                  <a:pt x="10626" y="0"/>
                  <a:pt x="10350" y="0"/>
                  <a:pt x="9383" y="2900"/>
                </a:cubicBezTo>
                <a:lnTo>
                  <a:pt x="689" y="27312"/>
                </a:lnTo>
                <a:cubicBezTo>
                  <a:pt x="552" y="27864"/>
                  <a:pt x="0" y="29104"/>
                  <a:pt x="0" y="29795"/>
                </a:cubicBezTo>
                <a:cubicBezTo>
                  <a:pt x="0" y="30346"/>
                  <a:pt x="276" y="31726"/>
                  <a:pt x="2346" y="31726"/>
                </a:cubicBezTo>
                <a:cubicBezTo>
                  <a:pt x="4140" y="31726"/>
                  <a:pt x="4416" y="31035"/>
                  <a:pt x="5243" y="28415"/>
                </a:cubicBezTo>
                <a:cubicBezTo>
                  <a:pt x="13247" y="6349"/>
                  <a:pt x="17802" y="4970"/>
                  <a:pt x="38778" y="4970"/>
                </a:cubicBezTo>
                <a:lnTo>
                  <a:pt x="44575" y="4970"/>
                </a:lnTo>
                <a:cubicBezTo>
                  <a:pt x="48715" y="4970"/>
                  <a:pt x="48852" y="5106"/>
                  <a:pt x="48852" y="6349"/>
                </a:cubicBezTo>
                <a:cubicBezTo>
                  <a:pt x="48852" y="6486"/>
                  <a:pt x="48852" y="7176"/>
                  <a:pt x="48300" y="9244"/>
                </a:cubicBezTo>
                <a:lnTo>
                  <a:pt x="30083" y="81788"/>
                </a:lnTo>
                <a:cubicBezTo>
                  <a:pt x="28843" y="86890"/>
                  <a:pt x="28428" y="88270"/>
                  <a:pt x="13938" y="88270"/>
                </a:cubicBezTo>
                <a:cubicBezTo>
                  <a:pt x="8968" y="88270"/>
                  <a:pt x="7728" y="88270"/>
                  <a:pt x="7728" y="91306"/>
                </a:cubicBezTo>
                <a:cubicBezTo>
                  <a:pt x="7728" y="91721"/>
                  <a:pt x="8004" y="93237"/>
                  <a:pt x="10074" y="93237"/>
                </a:cubicBezTo>
                <a:cubicBezTo>
                  <a:pt x="13938" y="93237"/>
                  <a:pt x="18078" y="92824"/>
                  <a:pt x="21942" y="92824"/>
                </a:cubicBezTo>
                <a:cubicBezTo>
                  <a:pt x="25806" y="92824"/>
                  <a:pt x="29946" y="92685"/>
                  <a:pt x="33810" y="92685"/>
                </a:cubicBezTo>
                <a:cubicBezTo>
                  <a:pt x="37674" y="92685"/>
                  <a:pt x="42366" y="92685"/>
                  <a:pt x="46230" y="92824"/>
                </a:cubicBezTo>
                <a:cubicBezTo>
                  <a:pt x="49957" y="92961"/>
                  <a:pt x="54097" y="93237"/>
                  <a:pt x="57822" y="93237"/>
                </a:cubicBezTo>
                <a:cubicBezTo>
                  <a:pt x="58926" y="93237"/>
                  <a:pt x="60998" y="93237"/>
                  <a:pt x="60998" y="90203"/>
                </a:cubicBezTo>
                <a:cubicBezTo>
                  <a:pt x="60998" y="88270"/>
                  <a:pt x="59616" y="88270"/>
                  <a:pt x="55340" y="88270"/>
                </a:cubicBezTo>
                <a:cubicBezTo>
                  <a:pt x="52716" y="88270"/>
                  <a:pt x="49957" y="88133"/>
                  <a:pt x="47334" y="87994"/>
                </a:cubicBezTo>
                <a:cubicBezTo>
                  <a:pt x="42642" y="87581"/>
                  <a:pt x="42366" y="87029"/>
                  <a:pt x="42366" y="85374"/>
                </a:cubicBezTo>
                <a:cubicBezTo>
                  <a:pt x="42366" y="84408"/>
                  <a:pt x="42366" y="84132"/>
                  <a:pt x="42918" y="82201"/>
                </a:cubicBezTo>
                <a:lnTo>
                  <a:pt x="61135" y="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2" name="text-1270 …">
            <a:extLst xmlns:a="http://schemas.openxmlformats.org/drawingml/2006/main">
              <a:ext uri="{FF2B5EF4-FFF2-40B4-BE49-F238E27FC236}">
                <a16:creationId xmlns:a16="http://schemas.microsoft.com/office/drawing/2014/main" id="{8A55C95E-FF3E-48DE-BAF4-0B1F93E7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773055" y="5335041"/>
            <a:ext cx="200584" cy="238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353" name="path-1271">
            <a:extLst xmlns:a="http://schemas.openxmlformats.org/drawingml/2006/main">
              <a:ext uri="{FF2B5EF4-FFF2-40B4-BE49-F238E27FC236}">
                <a16:creationId xmlns:a16="http://schemas.microsoft.com/office/drawing/2014/main" id="{DF58D9A0-29E3-48C0-A588-C28C1D8C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9936" y="4797652"/>
            <a:ext cx="340808" cy="1031205"/>
          </a:xfrm>
          <a:custGeom xmlns:a="http://schemas.openxmlformats.org/drawingml/2006/main">
            <a:pathLst>
              <a:path w="297576" h="900395">
                <a:moveTo>
                  <a:pt x="0" y="0"/>
                </a:moveTo>
                <a:lnTo>
                  <a:pt x="0" y="900395"/>
                </a:lnTo>
                <a:lnTo>
                  <a:pt x="297576" y="900395"/>
                </a:lnTo>
                <a:lnTo>
                  <a:pt x="29757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165">
            <a:solidFill>
              <a:srgbClr val="000000"/>
            </a:solidFill>
            <a:prstDash val="dash"/>
          </a:ln>
        </p:spPr>
      </p:sp>
      <p:sp>
        <p:nvSpPr>
          <p:cNvPr id="1354" name="path-1272">
            <a:extLst xmlns:a="http://schemas.openxmlformats.org/drawingml/2006/main">
              <a:ext uri="{FF2B5EF4-FFF2-40B4-BE49-F238E27FC236}">
                <a16:creationId xmlns:a16="http://schemas.microsoft.com/office/drawing/2014/main" id="{6E464F3B-D435-41C0-8D89-9BE07C3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509" y="4827310"/>
            <a:ext cx="1055945" cy="954615"/>
          </a:xfrm>
          <a:custGeom xmlns:a="http://schemas.openxmlformats.org/drawingml/2006/main">
            <a:pathLst>
              <a:path w="921997" h="833521">
                <a:moveTo>
                  <a:pt x="82457" y="0"/>
                </a:moveTo>
                <a:lnTo>
                  <a:pt x="839540" y="0"/>
                </a:lnTo>
                <a:cubicBezTo>
                  <a:pt x="885056" y="0"/>
                  <a:pt x="921997" y="36935"/>
                  <a:pt x="921997" y="82451"/>
                </a:cubicBezTo>
                <a:lnTo>
                  <a:pt x="921997" y="751064"/>
                </a:lnTo>
                <a:cubicBezTo>
                  <a:pt x="921997" y="796665"/>
                  <a:pt x="885056" y="833521"/>
                  <a:pt x="839540" y="833521"/>
                </a:cubicBezTo>
                <a:lnTo>
                  <a:pt x="82457" y="833521"/>
                </a:lnTo>
                <a:cubicBezTo>
                  <a:pt x="36941" y="833521"/>
                  <a:pt x="0" y="796665"/>
                  <a:pt x="0" y="751064"/>
                </a:cubicBezTo>
                <a:lnTo>
                  <a:pt x="0" y="82451"/>
                </a:lnTo>
                <a:cubicBezTo>
                  <a:pt x="0" y="36935"/>
                  <a:pt x="36941" y="0"/>
                  <a:pt x="82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pic>
        <p:nvPicPr>
          <p:cNvPr id="1355" name="">
            <a:extLst xmlns:a="http://schemas.openxmlformats.org/drawingml/2006/main">
              <a:ext uri="{FF2B5EF4-FFF2-40B4-BE49-F238E27FC236}">
                <a16:creationId xmlns:a16="http://schemas.microsoft.com/office/drawing/2014/main" id="{5719E5D0-CA07-4643-AC7A-5EEBE0366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29944b6e04f7a"/>
          <a:stretch xmlns:a="http://schemas.openxmlformats.org/drawingml/2006/main"/>
        </p:blipFill>
        <p:spPr>
          <a:xfrm xmlns:a="http://schemas.openxmlformats.org/drawingml/2006/main">
            <a:off x="8459765" y="4876239"/>
            <a:ext cx="981792" cy="861795"/>
          </a:xfrm>
          <a:prstGeom xmlns:a="http://schemas.openxmlformats.org/drawingml/2006/main" prst="rect">
            <a:avLst/>
          </a:prstGeom>
        </p:spPr>
      </p:pic>
      <p:sp>
        <p:nvSpPr>
          <p:cNvPr id="1356" name="path-1274">
            <a:extLst xmlns:a="http://schemas.openxmlformats.org/drawingml/2006/main">
              <a:ext uri="{FF2B5EF4-FFF2-40B4-BE49-F238E27FC236}">
                <a16:creationId xmlns:a16="http://schemas.microsoft.com/office/drawing/2014/main" id="{5978163B-5ECB-4F17-A2B1-B035FE11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788" y="7474630"/>
            <a:ext cx="2507370" cy="1306285"/>
          </a:xfrm>
          <a:custGeom xmlns:a="http://schemas.openxmlformats.org/drawingml/2006/main">
            <a:pathLst>
              <a:path w="2189306" h="1140580">
                <a:moveTo>
                  <a:pt x="1916223" y="0"/>
                </a:moveTo>
                <a:cubicBezTo>
                  <a:pt x="2090858" y="159632"/>
                  <a:pt x="2189306" y="387205"/>
                  <a:pt x="1788665" y="620792"/>
                </a:cubicBezTo>
                <a:cubicBezTo>
                  <a:pt x="1399813" y="847627"/>
                  <a:pt x="636704" y="1024159"/>
                  <a:pt x="0" y="114058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1357" name="path-1275">
            <a:extLst xmlns:a="http://schemas.openxmlformats.org/drawingml/2006/main">
              <a:ext uri="{FF2B5EF4-FFF2-40B4-BE49-F238E27FC236}">
                <a16:creationId xmlns:a16="http://schemas.microsoft.com/office/drawing/2014/main" id="{48687D56-9A5E-4B1C-9255-86655C76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289" y="8747991"/>
            <a:ext cx="79389" cy="55753"/>
          </a:xfrm>
          <a:custGeom xmlns:a="http://schemas.openxmlformats.org/drawingml/2006/main">
            <a:pathLst>
              <a:path w="69319" h="48680">
                <a:moveTo>
                  <a:pt x="0" y="36099"/>
                </a:moveTo>
                <a:lnTo>
                  <a:pt x="69319" y="48680"/>
                </a:lnTo>
                <a:lnTo>
                  <a:pt x="40567" y="28752"/>
                </a:lnTo>
                <a:lnTo>
                  <a:pt x="60497" y="0"/>
                </a:lnTo>
                <a:lnTo>
                  <a:pt x="0" y="360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8" name="path-1276">
            <a:extLst xmlns:a="http://schemas.openxmlformats.org/drawingml/2006/main">
              <a:ext uri="{FF2B5EF4-FFF2-40B4-BE49-F238E27FC236}">
                <a16:creationId xmlns:a16="http://schemas.microsoft.com/office/drawing/2014/main" id="{008E22DC-2EE4-4B63-8B2D-724C444D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324" y="8747960"/>
            <a:ext cx="79321" cy="55810"/>
          </a:xfrm>
          <a:custGeom xmlns:a="http://schemas.openxmlformats.org/drawingml/2006/main">
            <a:pathLst>
              <a:path w="69259" h="48730">
                <a:moveTo>
                  <a:pt x="0" y="36117"/>
                </a:moveTo>
                <a:lnTo>
                  <a:pt x="69259" y="48730"/>
                </a:lnTo>
                <a:lnTo>
                  <a:pt x="40570" y="28775"/>
                </a:lnTo>
                <a:lnTo>
                  <a:pt x="60440" y="0"/>
                </a:lnTo>
                <a:lnTo>
                  <a:pt x="0" y="36117"/>
                </a:lnTo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solid"/>
          </a:ln>
        </p:spPr>
      </p:sp>
      <p:sp>
        <p:nvSpPr>
          <p:cNvPr id="1359" name="path-1277">
            <a:extLst xmlns:a="http://schemas.openxmlformats.org/drawingml/2006/main">
              <a:ext uri="{FF2B5EF4-FFF2-40B4-BE49-F238E27FC236}">
                <a16:creationId xmlns:a16="http://schemas.microsoft.com/office/drawing/2014/main" id="{C294538F-DC44-441E-ACDD-381259A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437" y="6966582"/>
            <a:ext cx="1046307" cy="508048"/>
          </a:xfrm>
          <a:custGeom xmlns:a="http://schemas.openxmlformats.org/drawingml/2006/main">
            <a:pathLst>
              <a:path w="913581" h="443601">
                <a:moveTo>
                  <a:pt x="0" y="0"/>
                </a:moveTo>
                <a:lnTo>
                  <a:pt x="0" y="443601"/>
                </a:lnTo>
                <a:lnTo>
                  <a:pt x="913581" y="443601"/>
                </a:lnTo>
                <a:lnTo>
                  <a:pt x="9135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43">
            <a:solidFill>
              <a:srgbClr val="000000"/>
            </a:solidFill>
            <a:prstDash val="dash"/>
          </a:ln>
        </p:spPr>
      </p:sp>
      <p:sp>
        <p:nvSpPr>
          <p:cNvPr id="1360" name="text-1278 An">
            <a:extLst xmlns:a="http://schemas.openxmlformats.org/drawingml/2006/main">
              <a:ext uri="{FF2B5EF4-FFF2-40B4-BE49-F238E27FC236}">
                <a16:creationId xmlns:a16="http://schemas.microsoft.com/office/drawing/2014/main" id="{825B3CEA-A738-48E8-B817-3C3B8F73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9246" y="7559128"/>
            <a:ext cx="212008" cy="211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</a:t>
            </a:r>
          </a:p>
        </p:txBody>
      </p:sp>
      <p:sp>
        <p:nvSpPr>
          <p:cNvPr id="1361" name="text-1278 Improved">
            <a:extLst xmlns:a="http://schemas.openxmlformats.org/drawingml/2006/main">
              <a:ext uri="{FF2B5EF4-FFF2-40B4-BE49-F238E27FC236}">
                <a16:creationId xmlns:a16="http://schemas.microsoft.com/office/drawing/2014/main" id="{8EB15501-C9DD-4106-9758-55AB2F79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6035" y="7559111"/>
            <a:ext cx="657050" cy="211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1362" name="text-1278 Implementation">
            <a:extLst xmlns:a="http://schemas.openxmlformats.org/drawingml/2006/main">
              <a:ext uri="{FF2B5EF4-FFF2-40B4-BE49-F238E27FC236}">
                <a16:creationId xmlns:a16="http://schemas.microsoft.com/office/drawing/2014/main" id="{CBBCBE64-C2BA-45CE-8601-234DA2FD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7863" y="7559109"/>
            <a:ext cx="1060256" cy="211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63" name="text-1279 c">
            <a:extLst xmlns:a="http://schemas.openxmlformats.org/drawingml/2006/main">
              <a:ext uri="{FF2B5EF4-FFF2-40B4-BE49-F238E27FC236}">
                <a16:creationId xmlns:a16="http://schemas.microsoft.com/office/drawing/2014/main" id="{2D92C6D5-B723-433B-8BDF-C50708BA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8629" y="3450423"/>
            <a:ext cx="194674" cy="370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64" name="text-1280 d">
            <a:extLst xmlns:a="http://schemas.openxmlformats.org/drawingml/2006/main">
              <a:ext uri="{FF2B5EF4-FFF2-40B4-BE49-F238E27FC236}">
                <a16:creationId xmlns:a16="http://schemas.microsoft.com/office/drawing/2014/main" id="{2C3A8F08-C26B-415F-9826-06657294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8629" y="7692101"/>
            <a:ext cx="209126" cy="37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40456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2026-10-14T12:37:01.2000000Z</dcterms:created>
  <dcterms:modified xsi:type="dcterms:W3CDTF">2026-10-14T12:37:01.2000000Z</dcterms:modified>
</coreProperties>
</file>