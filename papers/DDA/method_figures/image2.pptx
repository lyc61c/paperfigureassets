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9cc847e0b4aa6" /><Relationship Type="http://schemas.openxmlformats.org/officeDocument/2006/relationships/extended-properties" Target="/docProps/app.xml" Id="Ra60aebac23a74042" /><Relationship Type="http://schemas.openxmlformats.org/officeDocument/2006/relationships/officeDocument" Target="/ppt/presentation.xml" Id="Rcc7c379e56d3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1f2ce6c424c80"/>
  </p:sldMasterIdLst>
  <p:notesMasterIdLst>
    <p:notesMasterId xmlns:r="http://schemas.openxmlformats.org/officeDocument/2006/relationships" r:id="Rfb14f4061f024f71"/>
  </p:notesMasterIdLst>
  <p:sldIdLst>
    <p:sldId xmlns:r="http://schemas.openxmlformats.org/officeDocument/2006/relationships" id="256" r:id="R9682393d3d774128"/>
  </p:sldIdLst>
  <p:sldSz cx="15754350" cy="3990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517387a7104c32" /><Relationship Type="http://schemas.openxmlformats.org/officeDocument/2006/relationships/slideMaster" Target="/ppt/slideMasters/slideMaster1.xml" Id="R7551f2ce6c424c80" /><Relationship Type="http://schemas.openxmlformats.org/officeDocument/2006/relationships/notesMaster" Target="/ppt/notesMasters/notesMaster1.xml" Id="Rfb14f4061f024f71" /><Relationship Type="http://schemas.openxmlformats.org/officeDocument/2006/relationships/presProps" Target="/ppt/presProps.xml" Id="Rb3d49657044b40df" /><Relationship Type="http://schemas.openxmlformats.org/officeDocument/2006/relationships/tableStyles" Target="/ppt/tableStyles.xml" Id="R68ad1556da7c4b41" /><Relationship Type="http://schemas.openxmlformats.org/officeDocument/2006/relationships/slide" Target="/ppt/slides/slide1.xml" Id="R9682393d3d77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de839f47e46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24aca52a8548a2" /><Relationship Type="http://schemas.openxmlformats.org/officeDocument/2006/relationships/notesMaster" Target="/ppt/notesMasters/notesMaster1.xml" Id="R047a6f832871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Decision Boundaries under Dual Data Alignment</a:t>
            </a:r>
          </a:p>
          <a:p xmlns:a="http://schemas.openxmlformats.org/drawingml/2006/main">
            <a:r>
              <a:t>Source: https://arxiv.org/abs/2505.14359</a:t>
            </a:r>
          </a:p>
          <a:p xmlns:a="http://schemas.openxmlformats.org/drawingml/2006/main">
            <a:r>
              <a:t>Approved image: image2.png; SHA-256: 093bccb09cccd82d9399bce06442438098ebbe448f8febbd3c94aec5c393b55f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(0).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c7ab4ae4e42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3151bcc1a43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ac2fdc2554d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a824967ea4d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bbea1994740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aa43f350646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7B654-2D3F-45E4-8824-80B48BD5B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75435" y="1507702"/>
            <a:ext cx="12603480" cy="576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1BD4C-9243-4F29-82DB-2D7B440954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63153" y="2195036"/>
            <a:ext cx="11028045" cy="443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41ECE1-CC1C-4E05-9CDD-5FAEEF562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75435" y="1662906"/>
            <a:ext cx="12603480" cy="665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A047F3-1034-4131-ADE4-1DE7801B8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6182" y="310409"/>
            <a:ext cx="13981986" cy="48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17434B-3341-4874-95AF-B7038C035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6182" y="1108604"/>
            <a:ext cx="13981986" cy="248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03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40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78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516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253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991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729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466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204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081211-9E4B-4123-9F8D-DF8FFFB21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6182" y="310409"/>
            <a:ext cx="13981986" cy="48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1657E1-CBD0-444C-8A73-6D5214A568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6182" y="1108604"/>
            <a:ext cx="6498669" cy="248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03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40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78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516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253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991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729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466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204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3FC971-3B4A-49F1-AD61-B522843B7C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69498" y="1108604"/>
            <a:ext cx="6498669" cy="248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03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40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78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516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253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991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729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466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204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E27ED9-1EAA-489B-A831-EEFC5C87A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6182" y="310409"/>
            <a:ext cx="13981986" cy="48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4764E-6C09-4542-8793-68BAFE0FD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6182" y="1108604"/>
            <a:ext cx="6498669" cy="248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303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1pPr>
            <a:lvl2pPr marL="31040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2pPr>
            <a:lvl3pPr marL="48778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3pPr>
            <a:lvl4pPr marL="66516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4pPr>
            <a:lvl5pPr marL="84253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5pPr>
            <a:lvl6pPr marL="101991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6pPr>
            <a:lvl7pPr marL="1197293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7pPr>
            <a:lvl8pPr marL="1374669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8pPr>
            <a:lvl9pPr marL="1552046" indent="-133033">
              <a:lnSpc>
                <a:spcPct val="110000"/>
              </a:lnSpc>
              <a:spcBef>
                <a:spcPts val="0"/>
              </a:spcBef>
              <a:spcAft>
                <a:spcPts val="69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0c397746a4950" /><Relationship Type="http://schemas.openxmlformats.org/officeDocument/2006/relationships/slideLayout" Target="/ppt/slideLayouts/slideLayout1.xml" Id="Rf6faec86711e4486" /><Relationship Type="http://schemas.openxmlformats.org/officeDocument/2006/relationships/slideLayout" Target="/ppt/slideLayouts/slideLayout2.xml" Id="Rc6c075ba079f43c1" /><Relationship Type="http://schemas.openxmlformats.org/officeDocument/2006/relationships/slideLayout" Target="/ppt/slideLayouts/slideLayout3.xml" Id="Re8425cb214044d71" /><Relationship Type="http://schemas.openxmlformats.org/officeDocument/2006/relationships/slideLayout" Target="/ppt/slideLayouts/slideLayout4.xml" Id="R0145563626384e9d" /><Relationship Type="http://schemas.openxmlformats.org/officeDocument/2006/relationships/slideLayout" Target="/ppt/slideLayouts/slideLayout5.xml" Id="R78ba0637b57641a1" /><Relationship Type="http://schemas.openxmlformats.org/officeDocument/2006/relationships/slideLayout" Target="/ppt/slideLayouts/slideLayout6.xml" Id="Rc1ab568dc25442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faec86711e4486"/>
    <p:sldLayoutId xmlns:r="http://schemas.openxmlformats.org/officeDocument/2006/relationships" id="2147483650" r:id="Rc6c075ba079f43c1"/>
    <p:sldLayoutId xmlns:r="http://schemas.openxmlformats.org/officeDocument/2006/relationships" id="2147483651" r:id="Re8425cb214044d71"/>
    <p:sldLayoutId xmlns:r="http://schemas.openxmlformats.org/officeDocument/2006/relationships" id="2147483652" r:id="R0145563626384e9d"/>
    <p:sldLayoutId xmlns:r="http://schemas.openxmlformats.org/officeDocument/2006/relationships" id="2147483653" r:id="R78ba0637b57641a1"/>
    <p:sldLayoutId xmlns:r="http://schemas.openxmlformats.org/officeDocument/2006/relationships" id="2147483654" r:id="Rc1ab568dc25442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af48f2d974ca3" /><Relationship Type="http://schemas.openxmlformats.org/officeDocument/2006/relationships/notesSlide" Target="/ppt/notesSlides/notesSlide1.xml" Id="R3d806b1b24894c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C190F301-4225-4F54-B7A7-4840246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114300"/>
            <a:ext cx="3057525" cy="552450"/>
          </a:xfrm>
          <a:custGeom xmlns:a="http://schemas.openxmlformats.org/drawingml/2006/main">
            <a:pathLst>
              <a:path w="3057525" h="552450">
                <a:moveTo>
                  <a:pt x="0" y="0"/>
                </a:moveTo>
                <a:lnTo>
                  <a:pt x="3057525" y="0"/>
                </a:lnTo>
                <a:lnTo>
                  <a:pt x="30575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2" name="Syn.1">
            <a:extLst xmlns:a="http://schemas.openxmlformats.org/drawingml/2006/main">
              <a:ext uri="{FF2B5EF4-FFF2-40B4-BE49-F238E27FC236}">
                <a16:creationId xmlns:a16="http://schemas.microsoft.com/office/drawing/2014/main" id="{858F0D94-36AB-4BC5-A593-DC61121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" y="161925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Syn.1</a:t>
            </a:r>
          </a:p>
        </p:txBody>
      </p:sp>
      <p:sp>
        <p:nvSpPr>
          <p:cNvPr id="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F1D66F2-C579-4A24-BFBA-F335CDA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"/>
            <a:ext cx="638175" cy="323850"/>
          </a:xfrm>
          <a:custGeom xmlns:a="http://schemas.openxmlformats.org/drawingml/2006/main">
            <a:pathLst>
              <a:path w="638175" h="323850">
                <a:moveTo>
                  <a:pt x="0" y="0"/>
                </a:moveTo>
                <a:lnTo>
                  <a:pt x="638175" y="0"/>
                </a:lnTo>
                <a:lnTo>
                  <a:pt x="6381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PNG">
            <a:extLst xmlns:a="http://schemas.openxmlformats.org/drawingml/2006/main">
              <a:ext uri="{FF2B5EF4-FFF2-40B4-BE49-F238E27FC236}">
                <a16:creationId xmlns:a16="http://schemas.microsoft.com/office/drawing/2014/main" id="{F4E209D0-2E9C-49AA-A015-A962ABE8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6225"/>
            <a:ext cx="638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E39FF7F4-598F-4280-8485-2A5EF64D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8600"/>
            <a:ext cx="647700" cy="323850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Dog">
            <a:extLst xmlns:a="http://schemas.openxmlformats.org/drawingml/2006/main">
              <a:ext uri="{FF2B5EF4-FFF2-40B4-BE49-F238E27FC236}">
                <a16:creationId xmlns:a16="http://schemas.microsoft.com/office/drawing/2014/main" id="{76C67ECA-CB57-46FF-AE2E-E6CBFD36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2762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9B60E21E-0793-4920-87AA-D354393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8600"/>
            <a:ext cx="866775" cy="323850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512 x 512">
            <a:extLst xmlns:a="http://schemas.openxmlformats.org/drawingml/2006/main">
              <a:ext uri="{FF2B5EF4-FFF2-40B4-BE49-F238E27FC236}">
                <a16:creationId xmlns:a16="http://schemas.microsoft.com/office/drawing/2014/main" id="{EFAF446F-696E-4751-BBE4-FB13516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76225"/>
            <a:ext cx="86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9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D3EFA3BC-2ADE-42C9-A50F-18AA6996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14300"/>
            <a:ext cx="3019425" cy="552450"/>
          </a:xfrm>
          <a:custGeom xmlns:a="http://schemas.openxmlformats.org/drawingml/2006/main">
            <a:pathLst>
              <a:path w="3019425" h="552450">
                <a:moveTo>
                  <a:pt x="0" y="0"/>
                </a:moveTo>
                <a:lnTo>
                  <a:pt x="3019425" y="0"/>
                </a:lnTo>
                <a:lnTo>
                  <a:pt x="30194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10" name="Syn.2">
            <a:extLst xmlns:a="http://schemas.openxmlformats.org/drawingml/2006/main">
              <a:ext uri="{FF2B5EF4-FFF2-40B4-BE49-F238E27FC236}">
                <a16:creationId xmlns:a16="http://schemas.microsoft.com/office/drawing/2014/main" id="{076F3344-F6A8-4E33-B20E-70CDA855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161925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Syn.2</a:t>
            </a:r>
          </a:p>
        </p:txBody>
      </p:sp>
      <p:sp>
        <p:nvSpPr>
          <p:cNvPr id="1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5ACBD59-5A66-478B-8C85-1BEF510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"/>
            <a:ext cx="600075" cy="323850"/>
          </a:xfrm>
          <a:custGeom xmlns:a="http://schemas.openxmlformats.org/drawingml/2006/main">
            <a:pathLst>
              <a:path w="600075" h="323850">
                <a:moveTo>
                  <a:pt x="0" y="0"/>
                </a:moveTo>
                <a:lnTo>
                  <a:pt x="600075" y="0"/>
                </a:lnTo>
                <a:lnTo>
                  <a:pt x="6000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JPEG">
            <a:extLst xmlns:a="http://schemas.openxmlformats.org/drawingml/2006/main">
              <a:ext uri="{FF2B5EF4-FFF2-40B4-BE49-F238E27FC236}">
                <a16:creationId xmlns:a16="http://schemas.microsoft.com/office/drawing/2014/main" id="{642EA10F-CCD3-4F30-9487-DBD33FEA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76225"/>
            <a:ext cx="600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0C7067F9-C2A9-4416-913B-BA9E4D4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8600"/>
            <a:ext cx="647700" cy="323850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Cat">
            <a:extLst xmlns:a="http://schemas.openxmlformats.org/drawingml/2006/main">
              <a:ext uri="{FF2B5EF4-FFF2-40B4-BE49-F238E27FC236}">
                <a16:creationId xmlns:a16="http://schemas.microsoft.com/office/drawing/2014/main" id="{48C94D94-2E7C-4E33-8FDC-814AF86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425" y="2762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1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361A7C9C-6963-45CC-B773-9729484C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8600"/>
            <a:ext cx="866775" cy="323850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256 x 512">
            <a:extLst xmlns:a="http://schemas.openxmlformats.org/drawingml/2006/main">
              <a:ext uri="{FF2B5EF4-FFF2-40B4-BE49-F238E27FC236}">
                <a16:creationId xmlns:a16="http://schemas.microsoft.com/office/drawing/2014/main" id="{999B1DEC-08AA-48EF-8828-78C8DBAB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76225"/>
            <a:ext cx="86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7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4A7422C9-6185-4076-849E-8C137228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14300"/>
            <a:ext cx="3019425" cy="552450"/>
          </a:xfrm>
          <a:custGeom xmlns:a="http://schemas.openxmlformats.org/drawingml/2006/main">
            <a:pathLst>
              <a:path w="3019425" h="552450">
                <a:moveTo>
                  <a:pt x="0" y="0"/>
                </a:moveTo>
                <a:lnTo>
                  <a:pt x="3019425" y="0"/>
                </a:lnTo>
                <a:lnTo>
                  <a:pt x="3019425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18" name="Syn.3">
            <a:extLst xmlns:a="http://schemas.openxmlformats.org/drawingml/2006/main">
              <a:ext uri="{FF2B5EF4-FFF2-40B4-BE49-F238E27FC236}">
                <a16:creationId xmlns:a16="http://schemas.microsoft.com/office/drawing/2014/main" id="{4ED9ADED-8DD5-4863-8B7B-61396E17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161925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Syn.3</a:t>
            </a:r>
          </a:p>
        </p:txBody>
      </p:sp>
      <p:sp>
        <p:nvSpPr>
          <p:cNvPr id="1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96CF37A6-88A5-4571-9FF6-FEA447C9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"/>
            <a:ext cx="600075" cy="323850"/>
          </a:xfrm>
          <a:custGeom xmlns:a="http://schemas.openxmlformats.org/drawingml/2006/main">
            <a:pathLst>
              <a:path w="600075" h="323850">
                <a:moveTo>
                  <a:pt x="0" y="0"/>
                </a:moveTo>
                <a:lnTo>
                  <a:pt x="600075" y="0"/>
                </a:lnTo>
                <a:lnTo>
                  <a:pt x="6000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PNG">
            <a:extLst xmlns:a="http://schemas.openxmlformats.org/drawingml/2006/main">
              <a:ext uri="{FF2B5EF4-FFF2-40B4-BE49-F238E27FC236}">
                <a16:creationId xmlns:a16="http://schemas.microsoft.com/office/drawing/2014/main" id="{57B85AF0-A205-4839-BC48-DA2A5E41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76225"/>
            <a:ext cx="600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2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D414E48B-7A61-4DE7-9B32-C341CCC4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8600"/>
            <a:ext cx="647700" cy="323850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Dog">
            <a:extLst xmlns:a="http://schemas.openxmlformats.org/drawingml/2006/main">
              <a:ext uri="{FF2B5EF4-FFF2-40B4-BE49-F238E27FC236}">
                <a16:creationId xmlns:a16="http://schemas.microsoft.com/office/drawing/2014/main" id="{A90CEDA2-FE81-4C21-B1E0-82EF2232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2762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23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0E375EA1-4EFC-427E-BC5E-E781BB57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8600"/>
            <a:ext cx="866775" cy="323850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512 x 512">
            <a:extLst xmlns:a="http://schemas.openxmlformats.org/drawingml/2006/main">
              <a:ext uri="{FF2B5EF4-FFF2-40B4-BE49-F238E27FC236}">
                <a16:creationId xmlns:a16="http://schemas.microsoft.com/office/drawing/2014/main" id="{3833C801-E3AC-4243-BA2F-0D3ED08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276225"/>
            <a:ext cx="86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25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BCCD15EB-DBB0-482D-97DC-FEA942E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"/>
            <a:ext cx="3143250" cy="552450"/>
          </a:xfrm>
          <a:custGeom xmlns:a="http://schemas.openxmlformats.org/drawingml/2006/main">
            <a:pathLst>
              <a:path w="3143250" h="552450">
                <a:moveTo>
                  <a:pt x="0" y="0"/>
                </a:moveTo>
                <a:lnTo>
                  <a:pt x="3143250" y="0"/>
                </a:lnTo>
                <a:lnTo>
                  <a:pt x="3143250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26" name="Aligned&#10;Syn.">
            <a:extLst xmlns:a="http://schemas.openxmlformats.org/drawingml/2006/main">
              <a:ext uri="{FF2B5EF4-FFF2-40B4-BE49-F238E27FC236}">
                <a16:creationId xmlns:a16="http://schemas.microsoft.com/office/drawing/2014/main" id="{5B1D383F-40CB-430D-9080-DC5857A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16192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</a:t>
            </a:r>
          </a:p>
        </p:txBody>
      </p:sp>
      <p:sp>
        <p:nvSpPr>
          <p:cNvPr id="2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DA653144-1CFA-49EA-ABA0-911E3F5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"/>
            <a:ext cx="628650" cy="323850"/>
          </a:xfrm>
          <a:custGeom xmlns:a="http://schemas.openxmlformats.org/drawingml/2006/main">
            <a:pathLst>
              <a:path w="628650" h="323850">
                <a:moveTo>
                  <a:pt x="0" y="0"/>
                </a:moveTo>
                <a:lnTo>
                  <a:pt x="628650" y="0"/>
                </a:lnTo>
                <a:lnTo>
                  <a:pt x="62865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JPEG">
            <a:extLst xmlns:a="http://schemas.openxmlformats.org/drawingml/2006/main">
              <a:ext uri="{FF2B5EF4-FFF2-40B4-BE49-F238E27FC236}">
                <a16:creationId xmlns:a16="http://schemas.microsoft.com/office/drawing/2014/main" id="{46F9C3AC-97A0-4EF7-AE91-A4F5DDA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3175" y="2762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2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3A454285-3F10-45AB-9203-58F1807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28600"/>
            <a:ext cx="647700" cy="323850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Dog">
            <a:extLst xmlns:a="http://schemas.openxmlformats.org/drawingml/2006/main">
              <a:ext uri="{FF2B5EF4-FFF2-40B4-BE49-F238E27FC236}">
                <a16:creationId xmlns:a16="http://schemas.microsoft.com/office/drawing/2014/main" id="{10A60801-AB29-40D9-B117-275FACA2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7075" y="2762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31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554EBAD9-69FE-4FE8-9109-5C5FA4E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28600"/>
            <a:ext cx="866775" cy="323850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256 x 512">
            <a:extLst xmlns:a="http://schemas.openxmlformats.org/drawingml/2006/main">
              <a:ext uri="{FF2B5EF4-FFF2-40B4-BE49-F238E27FC236}">
                <a16:creationId xmlns:a16="http://schemas.microsoft.com/office/drawing/2014/main" id="{46C6C21B-878A-4F05-A0CD-A7A981D7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9075" y="276225"/>
            <a:ext cx="86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33" name="Dataset descriptor header">
            <a:extLst xmlns:a="http://schemas.openxmlformats.org/drawingml/2006/main">
              <a:ext uri="{FF2B5EF4-FFF2-40B4-BE49-F238E27FC236}">
                <a16:creationId xmlns:a16="http://schemas.microsoft.com/office/drawing/2014/main" id="{6565B696-7952-4CB2-BD30-1B1C35F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14300"/>
            <a:ext cx="3048000" cy="552450"/>
          </a:xfrm>
          <a:custGeom xmlns:a="http://schemas.openxmlformats.org/drawingml/2006/main">
            <a:pathLst>
              <a:path w="3048000" h="552450">
                <a:moveTo>
                  <a:pt x="0" y="0"/>
                </a:moveTo>
                <a:lnTo>
                  <a:pt x="3048000" y="0"/>
                </a:lnTo>
                <a:lnTo>
                  <a:pt x="3048000" y="552450"/>
                </a:lnTo>
                <a:lnTo>
                  <a:pt x="0" y="552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34" name="Real">
            <a:extLst xmlns:a="http://schemas.openxmlformats.org/drawingml/2006/main">
              <a:ext uri="{FF2B5EF4-FFF2-40B4-BE49-F238E27FC236}">
                <a16:creationId xmlns:a16="http://schemas.microsoft.com/office/drawing/2014/main" id="{5892E66C-63C7-4497-8233-7982073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6825" y="161925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35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C1422E01-1018-4149-9546-ADEC050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28600"/>
            <a:ext cx="628650" cy="323850"/>
          </a:xfrm>
          <a:custGeom xmlns:a="http://schemas.openxmlformats.org/drawingml/2006/main">
            <a:pathLst>
              <a:path w="628650" h="323850">
                <a:moveTo>
                  <a:pt x="0" y="0"/>
                </a:moveTo>
                <a:lnTo>
                  <a:pt x="628650" y="0"/>
                </a:lnTo>
                <a:lnTo>
                  <a:pt x="62865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JPEG">
            <a:extLst xmlns:a="http://schemas.openxmlformats.org/drawingml/2006/main">
              <a:ext uri="{FF2B5EF4-FFF2-40B4-BE49-F238E27FC236}">
                <a16:creationId xmlns:a16="http://schemas.microsoft.com/office/drawing/2014/main" id="{53003145-68FD-459A-A66E-5A61447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375" y="2762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37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BD7B9494-CF75-45F7-995F-05C5603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228600"/>
            <a:ext cx="647700" cy="323850"/>
          </a:xfrm>
          <a:custGeom xmlns:a="http://schemas.openxmlformats.org/drawingml/2006/main">
            <a:pathLst>
              <a:path w="647700" h="323850">
                <a:moveTo>
                  <a:pt x="0" y="0"/>
                </a:moveTo>
                <a:lnTo>
                  <a:pt x="647700" y="0"/>
                </a:lnTo>
                <a:lnTo>
                  <a:pt x="647700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Dog">
            <a:extLst xmlns:a="http://schemas.openxmlformats.org/drawingml/2006/main">
              <a:ext uri="{FF2B5EF4-FFF2-40B4-BE49-F238E27FC236}">
                <a16:creationId xmlns:a16="http://schemas.microsoft.com/office/drawing/2014/main" id="{2679180B-C641-40F4-B1DD-E071442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1275" y="27622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39" name="Dataset attribute">
            <a:extLst xmlns:a="http://schemas.openxmlformats.org/drawingml/2006/main">
              <a:ext uri="{FF2B5EF4-FFF2-40B4-BE49-F238E27FC236}">
                <a16:creationId xmlns:a16="http://schemas.microsoft.com/office/drawing/2014/main" id="{0CC01F0D-8E05-414E-B10B-8A6A14FB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228600"/>
            <a:ext cx="866775" cy="323850"/>
          </a:xfrm>
          <a:custGeom xmlns:a="http://schemas.openxmlformats.org/drawingml/2006/main">
            <a:pathLst>
              <a:path w="866775" h="323850">
                <a:moveTo>
                  <a:pt x="0" y="0"/>
                </a:moveTo>
                <a:lnTo>
                  <a:pt x="866775" y="0"/>
                </a:lnTo>
                <a:lnTo>
                  <a:pt x="866775" y="3238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256 x 512">
            <a:extLst xmlns:a="http://schemas.openxmlformats.org/drawingml/2006/main">
              <a:ext uri="{FF2B5EF4-FFF2-40B4-BE49-F238E27FC236}">
                <a16:creationId xmlns:a16="http://schemas.microsoft.com/office/drawing/2014/main" id="{04077A62-27D3-449B-B1AC-7B6A9B8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3275" y="276225"/>
            <a:ext cx="86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41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7D812E2F-364A-46DE-B1E3-DE7F6FC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38200"/>
            <a:ext cx="191" cy="2581275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42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B080DDF2-7422-492F-B3BA-09014838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838200"/>
            <a:ext cx="191" cy="2581275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43" name="Panel separator">
            <a:extLst xmlns:a="http://schemas.openxmlformats.org/drawingml/2006/main">
              <a:ext uri="{FF2B5EF4-FFF2-40B4-BE49-F238E27FC236}">
                <a16:creationId xmlns:a16="http://schemas.microsoft.com/office/drawing/2014/main" id="{0A812E18-BB08-4560-BD1E-D098F1E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838200"/>
            <a:ext cx="191" cy="2581275"/>
          </a:xfrm>
          <a:custGeom xmlns:a="http://schemas.openxmlformats.org/drawingml/2006/main">
            <a:pathLst>
              <a:path w="191" h="2581275">
                <a:moveTo>
                  <a:pt x="0" y="0"/>
                </a:moveTo>
                <a:lnTo>
                  <a:pt x="0" y="2581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dash"/>
          </a:ln>
        </p:spPr>
      </p:sp>
      <p:sp>
        <p:nvSpPr>
          <p:cNvPr id="44" name="Synthetic sample 0">
            <a:extLst xmlns:a="http://schemas.openxmlformats.org/drawingml/2006/main">
              <a:ext uri="{FF2B5EF4-FFF2-40B4-BE49-F238E27FC236}">
                <a16:creationId xmlns:a16="http://schemas.microsoft.com/office/drawing/2014/main" id="{DAE3E536-5806-4639-AA1A-2EB8641C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300037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Synthetic sample 1">
            <a:extLst xmlns:a="http://schemas.openxmlformats.org/drawingml/2006/main">
              <a:ext uri="{FF2B5EF4-FFF2-40B4-BE49-F238E27FC236}">
                <a16:creationId xmlns:a16="http://schemas.microsoft.com/office/drawing/2014/main" id="{E4F47B80-D49F-424B-B720-4CDECEEC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0375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Synthetic sample 2">
            <a:extLst xmlns:a="http://schemas.openxmlformats.org/drawingml/2006/main">
              <a:ext uri="{FF2B5EF4-FFF2-40B4-BE49-F238E27FC236}">
                <a16:creationId xmlns:a16="http://schemas.microsoft.com/office/drawing/2014/main" id="{E1D037B1-F3E2-4C32-9638-FBF891C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03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Synthetic sample 3">
            <a:extLst xmlns:a="http://schemas.openxmlformats.org/drawingml/2006/main">
              <a:ext uri="{FF2B5EF4-FFF2-40B4-BE49-F238E27FC236}">
                <a16:creationId xmlns:a16="http://schemas.microsoft.com/office/drawing/2014/main" id="{CA5BA9B2-0BB4-4C91-9E85-010C42F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037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Synthetic sample 4">
            <a:extLst xmlns:a="http://schemas.openxmlformats.org/drawingml/2006/main">
              <a:ext uri="{FF2B5EF4-FFF2-40B4-BE49-F238E27FC236}">
                <a16:creationId xmlns:a16="http://schemas.microsoft.com/office/drawing/2014/main" id="{C5356E4F-8ECB-4195-A3FC-03C7650E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895600"/>
            <a:ext cx="76200" cy="85725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76200" y="38100"/>
                </a:lnTo>
                <a:lnTo>
                  <a:pt x="5715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Synthetic sample 5">
            <a:extLst xmlns:a="http://schemas.openxmlformats.org/drawingml/2006/main">
              <a:ext uri="{FF2B5EF4-FFF2-40B4-BE49-F238E27FC236}">
                <a16:creationId xmlns:a16="http://schemas.microsoft.com/office/drawing/2014/main" id="{080509EA-C4F7-4A46-A406-186698E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66675" cy="85725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0" name="Synthetic sample 6">
            <a:extLst xmlns:a="http://schemas.openxmlformats.org/drawingml/2006/main">
              <a:ext uri="{FF2B5EF4-FFF2-40B4-BE49-F238E27FC236}">
                <a16:creationId xmlns:a16="http://schemas.microsoft.com/office/drawing/2014/main" id="{57EF4B17-A6E9-4835-859F-B9CFA5C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19050" y="9525"/>
                </a:lnTo>
                <a:lnTo>
                  <a:pt x="0" y="28575"/>
                </a:lnTo>
                <a:lnTo>
                  <a:pt x="0" y="57150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1" name="Synthetic sample 7">
            <a:extLst xmlns:a="http://schemas.openxmlformats.org/drawingml/2006/main">
              <a:ext uri="{FF2B5EF4-FFF2-40B4-BE49-F238E27FC236}">
                <a16:creationId xmlns:a16="http://schemas.microsoft.com/office/drawing/2014/main" id="{DEF7E437-FC77-40FA-BBF1-550A7AB8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95600"/>
            <a:ext cx="76200" cy="85725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76200" y="38100"/>
                </a:lnTo>
                <a:lnTo>
                  <a:pt x="5715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Synthetic sample 8">
            <a:extLst xmlns:a="http://schemas.openxmlformats.org/drawingml/2006/main">
              <a:ext uri="{FF2B5EF4-FFF2-40B4-BE49-F238E27FC236}">
                <a16:creationId xmlns:a16="http://schemas.microsoft.com/office/drawing/2014/main" id="{55A80DB4-84FC-4F5A-9B54-AEFC694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8575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Synthetic sample 9">
            <a:extLst xmlns:a="http://schemas.openxmlformats.org/drawingml/2006/main">
              <a:ext uri="{FF2B5EF4-FFF2-40B4-BE49-F238E27FC236}">
                <a16:creationId xmlns:a16="http://schemas.microsoft.com/office/drawing/2014/main" id="{AED6732B-E0A5-46A6-80B8-5E0E191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57500"/>
            <a:ext cx="66675" cy="76200"/>
          </a:xfrm>
          <a:custGeom xmlns:a="http://schemas.openxmlformats.org/drawingml/2006/main">
            <a:pathLst>
              <a:path w="66675" h="76200">
                <a:moveTo>
                  <a:pt x="0" y="9525"/>
                </a:move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9525"/>
                </a:lnTo>
                <a:lnTo>
                  <a:pt x="47625" y="0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Synthetic sample 10">
            <a:extLst xmlns:a="http://schemas.openxmlformats.org/drawingml/2006/main">
              <a:ext uri="{FF2B5EF4-FFF2-40B4-BE49-F238E27FC236}">
                <a16:creationId xmlns:a16="http://schemas.microsoft.com/office/drawing/2014/main" id="{D8322FFB-C5E1-4DCC-8949-364ED9B8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Synthetic sample 11">
            <a:extLst xmlns:a="http://schemas.openxmlformats.org/drawingml/2006/main">
              <a:ext uri="{FF2B5EF4-FFF2-40B4-BE49-F238E27FC236}">
                <a16:creationId xmlns:a16="http://schemas.microsoft.com/office/drawing/2014/main" id="{784FCB74-573B-44C8-BE84-CAEC40E0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6" name="Synthetic sample 12">
            <a:extLst xmlns:a="http://schemas.openxmlformats.org/drawingml/2006/main">
              <a:ext uri="{FF2B5EF4-FFF2-40B4-BE49-F238E27FC236}">
                <a16:creationId xmlns:a16="http://schemas.microsoft.com/office/drawing/2014/main" id="{8C39BA33-2F30-412E-9FDF-0BF1F2CA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27622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Synthetic sample 13">
            <a:extLst xmlns:a="http://schemas.openxmlformats.org/drawingml/2006/main">
              <a:ext uri="{FF2B5EF4-FFF2-40B4-BE49-F238E27FC236}">
                <a16:creationId xmlns:a16="http://schemas.microsoft.com/office/drawing/2014/main" id="{489E2211-8CEF-46E0-88A1-22ECDE2C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622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Synthetic sample 14">
            <a:extLst xmlns:a="http://schemas.openxmlformats.org/drawingml/2006/main">
              <a:ext uri="{FF2B5EF4-FFF2-40B4-BE49-F238E27FC236}">
                <a16:creationId xmlns:a16="http://schemas.microsoft.com/office/drawing/2014/main" id="{E287EF08-6C7F-4448-B447-DA8375B2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622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Synthetic sample 15">
            <a:extLst xmlns:a="http://schemas.openxmlformats.org/drawingml/2006/main">
              <a:ext uri="{FF2B5EF4-FFF2-40B4-BE49-F238E27FC236}">
                <a16:creationId xmlns:a16="http://schemas.microsoft.com/office/drawing/2014/main" id="{67C16FF5-4856-4C06-B526-6193750A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9525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0" name="Synthetic sample 16">
            <a:extLst xmlns:a="http://schemas.openxmlformats.org/drawingml/2006/main">
              <a:ext uri="{FF2B5EF4-FFF2-40B4-BE49-F238E27FC236}">
                <a16:creationId xmlns:a16="http://schemas.microsoft.com/office/drawing/2014/main" id="{877AA015-78F5-45A3-AF99-5F981CCB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7432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Synthetic sample 17">
            <a:extLst xmlns:a="http://schemas.openxmlformats.org/drawingml/2006/main">
              <a:ext uri="{FF2B5EF4-FFF2-40B4-BE49-F238E27FC236}">
                <a16:creationId xmlns:a16="http://schemas.microsoft.com/office/drawing/2014/main" id="{52103979-52B7-47B3-9396-A8FB2AD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38100"/>
                </a:lnTo>
                <a:lnTo>
                  <a:pt x="9525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Synthetic sample 18">
            <a:extLst xmlns:a="http://schemas.openxmlformats.org/drawingml/2006/main">
              <a:ext uri="{FF2B5EF4-FFF2-40B4-BE49-F238E27FC236}">
                <a16:creationId xmlns:a16="http://schemas.microsoft.com/office/drawing/2014/main" id="{8510E1FA-F9DA-4DB3-AE6E-67AED06A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432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Synthetic sample 19">
            <a:extLst xmlns:a="http://schemas.openxmlformats.org/drawingml/2006/main">
              <a:ext uri="{FF2B5EF4-FFF2-40B4-BE49-F238E27FC236}">
                <a16:creationId xmlns:a16="http://schemas.microsoft.com/office/drawing/2014/main" id="{2D6BAFE4-ABF3-49EB-9B99-220A48D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320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Synthetic sample 20">
            <a:extLst xmlns:a="http://schemas.openxmlformats.org/drawingml/2006/main">
              <a:ext uri="{FF2B5EF4-FFF2-40B4-BE49-F238E27FC236}">
                <a16:creationId xmlns:a16="http://schemas.microsoft.com/office/drawing/2014/main" id="{EFDA319C-0714-4A86-BC3C-57C1D4D3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609850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Synthetic sample 21">
            <a:extLst xmlns:a="http://schemas.openxmlformats.org/drawingml/2006/main">
              <a:ext uri="{FF2B5EF4-FFF2-40B4-BE49-F238E27FC236}">
                <a16:creationId xmlns:a16="http://schemas.microsoft.com/office/drawing/2014/main" id="{1B093C7A-66AC-41CA-998B-F74AC193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Synthetic sample 22">
            <a:extLst xmlns:a="http://schemas.openxmlformats.org/drawingml/2006/main">
              <a:ext uri="{FF2B5EF4-FFF2-40B4-BE49-F238E27FC236}">
                <a16:creationId xmlns:a16="http://schemas.microsoft.com/office/drawing/2014/main" id="{401FE0FB-0C62-404B-AC93-A56D91B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Synthetic sample 23">
            <a:extLst xmlns:a="http://schemas.openxmlformats.org/drawingml/2006/main">
              <a:ext uri="{FF2B5EF4-FFF2-40B4-BE49-F238E27FC236}">
                <a16:creationId xmlns:a16="http://schemas.microsoft.com/office/drawing/2014/main" id="{D7534D0A-8CF4-4913-B12C-A19F309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9850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Synthetic sample 24">
            <a:extLst xmlns:a="http://schemas.openxmlformats.org/drawingml/2006/main">
              <a:ext uri="{FF2B5EF4-FFF2-40B4-BE49-F238E27FC236}">
                <a16:creationId xmlns:a16="http://schemas.microsoft.com/office/drawing/2014/main" id="{749446D9-4B42-4D76-BB53-8B84F7F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5431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Synthetic sample 25">
            <a:extLst xmlns:a="http://schemas.openxmlformats.org/drawingml/2006/main">
              <a:ext uri="{FF2B5EF4-FFF2-40B4-BE49-F238E27FC236}">
                <a16:creationId xmlns:a16="http://schemas.microsoft.com/office/drawing/2014/main" id="{F85A0942-7079-48AB-9655-9D82D88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543175"/>
            <a:ext cx="66675" cy="76200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0" name="Synthetic sample 26">
            <a:extLst xmlns:a="http://schemas.openxmlformats.org/drawingml/2006/main">
              <a:ext uri="{FF2B5EF4-FFF2-40B4-BE49-F238E27FC236}">
                <a16:creationId xmlns:a16="http://schemas.microsoft.com/office/drawing/2014/main" id="{8551CA28-44DC-41A8-9BBC-86D56DDD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43175"/>
            <a:ext cx="66675" cy="76200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Synthetic sample 27">
            <a:extLst xmlns:a="http://schemas.openxmlformats.org/drawingml/2006/main">
              <a:ext uri="{FF2B5EF4-FFF2-40B4-BE49-F238E27FC236}">
                <a16:creationId xmlns:a16="http://schemas.microsoft.com/office/drawing/2014/main" id="{25D7E1B7-690A-4F8D-A742-9053806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431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2" name="Synthetic sample 28">
            <a:extLst xmlns:a="http://schemas.openxmlformats.org/drawingml/2006/main">
              <a:ext uri="{FF2B5EF4-FFF2-40B4-BE49-F238E27FC236}">
                <a16:creationId xmlns:a16="http://schemas.microsoft.com/office/drawing/2014/main" id="{B3350CE5-B7F2-4D42-BC64-70096A1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66675" cy="76200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28575" y="76200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Synthetic sample 29">
            <a:extLst xmlns:a="http://schemas.openxmlformats.org/drawingml/2006/main">
              <a:ext uri="{FF2B5EF4-FFF2-40B4-BE49-F238E27FC236}">
                <a16:creationId xmlns:a16="http://schemas.microsoft.com/office/drawing/2014/main" id="{5A9EB846-0AA5-4AA8-B040-058366D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25241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19050" y="9525"/>
                </a:lnTo>
                <a:lnTo>
                  <a:pt x="0" y="38100"/>
                </a:lnTo>
                <a:lnTo>
                  <a:pt x="9525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4" name="Synthetic sample 30">
            <a:extLst xmlns:a="http://schemas.openxmlformats.org/drawingml/2006/main">
              <a:ext uri="{FF2B5EF4-FFF2-40B4-BE49-F238E27FC236}">
                <a16:creationId xmlns:a16="http://schemas.microsoft.com/office/drawing/2014/main" id="{66C80C7E-0692-4063-BD5E-202DD85C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Synthetic sample 31">
            <a:extLst xmlns:a="http://schemas.openxmlformats.org/drawingml/2006/main">
              <a:ext uri="{FF2B5EF4-FFF2-40B4-BE49-F238E27FC236}">
                <a16:creationId xmlns:a16="http://schemas.microsoft.com/office/drawing/2014/main" id="{0C8BA271-A47A-43D2-AEBF-B0BA047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241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19050" y="9525"/>
                </a:lnTo>
                <a:lnTo>
                  <a:pt x="0" y="38100"/>
                </a:lnTo>
                <a:lnTo>
                  <a:pt x="9525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76200" y="6667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6" name="Synthetic sample 32">
            <a:extLst xmlns:a="http://schemas.openxmlformats.org/drawingml/2006/main">
              <a:ext uri="{FF2B5EF4-FFF2-40B4-BE49-F238E27FC236}">
                <a16:creationId xmlns:a16="http://schemas.microsoft.com/office/drawing/2014/main" id="{ED02E02A-BA5F-437F-B953-FF29D0AB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2193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Synthetic sample 33">
            <a:extLst xmlns:a="http://schemas.openxmlformats.org/drawingml/2006/main">
              <a:ext uri="{FF2B5EF4-FFF2-40B4-BE49-F238E27FC236}">
                <a16:creationId xmlns:a16="http://schemas.microsoft.com/office/drawing/2014/main" id="{726BF04B-7154-400C-BCCB-1E2E8B8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193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Synthetic sample 34">
            <a:extLst xmlns:a="http://schemas.openxmlformats.org/drawingml/2006/main">
              <a:ext uri="{FF2B5EF4-FFF2-40B4-BE49-F238E27FC236}">
                <a16:creationId xmlns:a16="http://schemas.microsoft.com/office/drawing/2014/main" id="{B056126C-C605-498F-9673-7FDC85A1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1932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66675"/>
                </a:lnTo>
                <a:lnTo>
                  <a:pt x="47625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Synthetic sample 35">
            <a:extLst xmlns:a="http://schemas.openxmlformats.org/drawingml/2006/main">
              <a:ext uri="{FF2B5EF4-FFF2-40B4-BE49-F238E27FC236}">
                <a16:creationId xmlns:a16="http://schemas.microsoft.com/office/drawing/2014/main" id="{DAEAE8D7-F3B6-4651-A454-7866F3C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1932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0" name="Synthetic sample 36">
            <a:extLst xmlns:a="http://schemas.openxmlformats.org/drawingml/2006/main">
              <a:ext uri="{FF2B5EF4-FFF2-40B4-BE49-F238E27FC236}">
                <a16:creationId xmlns:a16="http://schemas.microsoft.com/office/drawing/2014/main" id="{F889E0F6-0F5D-4780-A463-03CE40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2143125"/>
            <a:ext cx="66675" cy="76200"/>
          </a:xfrm>
          <a:custGeom xmlns:a="http://schemas.openxmlformats.org/drawingml/2006/main">
            <a:pathLst>
              <a:path w="66675" h="76200">
                <a:moveTo>
                  <a:pt x="28575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Synthetic sample 37">
            <a:extLst xmlns:a="http://schemas.openxmlformats.org/drawingml/2006/main">
              <a:ext uri="{FF2B5EF4-FFF2-40B4-BE49-F238E27FC236}">
                <a16:creationId xmlns:a16="http://schemas.microsoft.com/office/drawing/2014/main" id="{098C6B40-423A-4B3A-8C0D-88D84EE5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Synthetic sample 38">
            <a:extLst xmlns:a="http://schemas.openxmlformats.org/drawingml/2006/main">
              <a:ext uri="{FF2B5EF4-FFF2-40B4-BE49-F238E27FC236}">
                <a16:creationId xmlns:a16="http://schemas.microsoft.com/office/drawing/2014/main" id="{1407AFF3-1CDD-4EBF-9409-F2589D6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43125"/>
            <a:ext cx="76200" cy="76200"/>
          </a:xfrm>
          <a:custGeom xmlns:a="http://schemas.openxmlformats.org/drawingml/2006/main">
            <a:pathLst>
              <a:path w="76200" h="76200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66675" y="47625"/>
                </a:lnTo>
                <a:lnTo>
                  <a:pt x="76200" y="3810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Synthetic sample 39">
            <a:extLst xmlns:a="http://schemas.openxmlformats.org/drawingml/2006/main">
              <a:ext uri="{FF2B5EF4-FFF2-40B4-BE49-F238E27FC236}">
                <a16:creationId xmlns:a16="http://schemas.microsoft.com/office/drawing/2014/main" id="{FCDD8626-45C2-40AE-9A55-E9E3A290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" cy="76200"/>
          </a:xfrm>
          <a:custGeom xmlns:a="http://schemas.openxmlformats.org/drawingml/2006/main">
            <a:pathLst>
              <a:path w="66675" h="76200">
                <a:moveTo>
                  <a:pt x="28575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Synthetic sample 40">
            <a:extLst xmlns:a="http://schemas.openxmlformats.org/drawingml/2006/main">
              <a:ext uri="{FF2B5EF4-FFF2-40B4-BE49-F238E27FC236}">
                <a16:creationId xmlns:a16="http://schemas.microsoft.com/office/drawing/2014/main" id="{02603A75-BD4F-48A4-95A5-C7169A48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9621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Synthetic sample 41">
            <a:extLst xmlns:a="http://schemas.openxmlformats.org/drawingml/2006/main">
              <a:ext uri="{FF2B5EF4-FFF2-40B4-BE49-F238E27FC236}">
                <a16:creationId xmlns:a16="http://schemas.microsoft.com/office/drawing/2014/main" id="{E1E3B912-79C7-4E94-A1CC-E4147608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Synthetic sample 42">
            <a:extLst xmlns:a="http://schemas.openxmlformats.org/drawingml/2006/main">
              <a:ext uri="{FF2B5EF4-FFF2-40B4-BE49-F238E27FC236}">
                <a16:creationId xmlns:a16="http://schemas.microsoft.com/office/drawing/2014/main" id="{486A3DC5-E884-4CD2-9FCA-803BC342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Synthetic sample 43">
            <a:extLst xmlns:a="http://schemas.openxmlformats.org/drawingml/2006/main">
              <a:ext uri="{FF2B5EF4-FFF2-40B4-BE49-F238E27FC236}">
                <a16:creationId xmlns:a16="http://schemas.microsoft.com/office/drawing/2014/main" id="{8BBF43CA-9A58-467F-80CE-6C26788D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Synthetic sample 44">
            <a:extLst xmlns:a="http://schemas.openxmlformats.org/drawingml/2006/main">
              <a:ext uri="{FF2B5EF4-FFF2-40B4-BE49-F238E27FC236}">
                <a16:creationId xmlns:a16="http://schemas.microsoft.com/office/drawing/2014/main" id="{2A885D1B-EA6C-4643-AED5-C156CF2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1924050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9" name="Synthetic sample 45">
            <a:extLst xmlns:a="http://schemas.openxmlformats.org/drawingml/2006/main">
              <a:ext uri="{FF2B5EF4-FFF2-40B4-BE49-F238E27FC236}">
                <a16:creationId xmlns:a16="http://schemas.microsoft.com/office/drawing/2014/main" id="{C5D3299E-F5DD-404B-B0BF-4945566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24050"/>
            <a:ext cx="66675" cy="85725"/>
          </a:xfrm>
          <a:custGeom xmlns:a="http://schemas.openxmlformats.org/drawingml/2006/main">
            <a:pathLst>
              <a:path w="66675" h="85725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76200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Synthetic sample 46">
            <a:extLst xmlns:a="http://schemas.openxmlformats.org/drawingml/2006/main">
              <a:ext uri="{FF2B5EF4-FFF2-40B4-BE49-F238E27FC236}">
                <a16:creationId xmlns:a16="http://schemas.microsoft.com/office/drawing/2014/main" id="{27938553-A11F-42C9-B611-8DA1F1E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24050"/>
            <a:ext cx="66675" cy="85725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19050" y="0"/>
                </a:lnTo>
                <a:lnTo>
                  <a:pt x="0" y="19050"/>
                </a:lnTo>
                <a:lnTo>
                  <a:pt x="0" y="66675"/>
                </a:lnTo>
                <a:lnTo>
                  <a:pt x="28575" y="85725"/>
                </a:lnTo>
                <a:lnTo>
                  <a:pt x="38100" y="76200"/>
                </a:lnTo>
                <a:lnTo>
                  <a:pt x="57150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1" name="Synthetic sample 47">
            <a:extLst xmlns:a="http://schemas.openxmlformats.org/drawingml/2006/main">
              <a:ext uri="{FF2B5EF4-FFF2-40B4-BE49-F238E27FC236}">
                <a16:creationId xmlns:a16="http://schemas.microsoft.com/office/drawing/2014/main" id="{DC75D716-DA31-4CCB-811C-3C0833E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2" name="Synthetic sample 48">
            <a:extLst xmlns:a="http://schemas.openxmlformats.org/drawingml/2006/main">
              <a:ext uri="{FF2B5EF4-FFF2-40B4-BE49-F238E27FC236}">
                <a16:creationId xmlns:a16="http://schemas.microsoft.com/office/drawing/2014/main" id="{4D8627CC-9145-41F6-8D59-03B26722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18478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3" name="Synthetic sample 49">
            <a:extLst xmlns:a="http://schemas.openxmlformats.org/drawingml/2006/main">
              <a:ext uri="{FF2B5EF4-FFF2-40B4-BE49-F238E27FC236}">
                <a16:creationId xmlns:a16="http://schemas.microsoft.com/office/drawing/2014/main" id="{1308A0DF-9352-4461-8954-0312C40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4" name="Synthetic sample 50">
            <a:extLst xmlns:a="http://schemas.openxmlformats.org/drawingml/2006/main">
              <a:ext uri="{FF2B5EF4-FFF2-40B4-BE49-F238E27FC236}">
                <a16:creationId xmlns:a16="http://schemas.microsoft.com/office/drawing/2014/main" id="{33F95607-2C90-4128-BFCF-17C765D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66675" cy="76200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5" name="Synthetic sample 51">
            <a:extLst xmlns:a="http://schemas.openxmlformats.org/drawingml/2006/main">
              <a:ext uri="{FF2B5EF4-FFF2-40B4-BE49-F238E27FC236}">
                <a16:creationId xmlns:a16="http://schemas.microsoft.com/office/drawing/2014/main" id="{DED6A6F5-7AAB-472F-BB7A-AF17A08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478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Synthetic sample 52">
            <a:extLst xmlns:a="http://schemas.openxmlformats.org/drawingml/2006/main">
              <a:ext uri="{FF2B5EF4-FFF2-40B4-BE49-F238E27FC236}">
                <a16:creationId xmlns:a16="http://schemas.microsoft.com/office/drawing/2014/main" id="{6EAB25AF-BC39-410A-879D-7B2BE996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80022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7" name="Synthetic sample 53">
            <a:extLst xmlns:a="http://schemas.openxmlformats.org/drawingml/2006/main">
              <a:ext uri="{FF2B5EF4-FFF2-40B4-BE49-F238E27FC236}">
                <a16:creationId xmlns:a16="http://schemas.microsoft.com/office/drawing/2014/main" id="{336B44B6-B2A1-4198-8CE7-5578CD4D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02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8" name="Synthetic sample 54">
            <a:extLst xmlns:a="http://schemas.openxmlformats.org/drawingml/2006/main">
              <a:ext uri="{FF2B5EF4-FFF2-40B4-BE49-F238E27FC236}">
                <a16:creationId xmlns:a16="http://schemas.microsoft.com/office/drawing/2014/main" id="{671570EC-95B5-467D-863A-5F05D5F4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0225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9525" y="28575"/>
                </a:lnTo>
                <a:lnTo>
                  <a:pt x="0" y="38100"/>
                </a:lnTo>
                <a:lnTo>
                  <a:pt x="9525" y="6667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9" name="Synthetic sample 55">
            <a:extLst xmlns:a="http://schemas.openxmlformats.org/drawingml/2006/main">
              <a:ext uri="{FF2B5EF4-FFF2-40B4-BE49-F238E27FC236}">
                <a16:creationId xmlns:a16="http://schemas.microsoft.com/office/drawing/2014/main" id="{3C6EBDEC-44D6-4879-8506-F8D0CCC0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0022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0" name="Synthetic sample 56">
            <a:extLst xmlns:a="http://schemas.openxmlformats.org/drawingml/2006/main">
              <a:ext uri="{FF2B5EF4-FFF2-40B4-BE49-F238E27FC236}">
                <a16:creationId xmlns:a16="http://schemas.microsoft.com/office/drawing/2014/main" id="{BE1938A7-F93B-4A62-A43E-0872176F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762125"/>
            <a:ext cx="66675" cy="85725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1" name="Synthetic sample 57">
            <a:extLst xmlns:a="http://schemas.openxmlformats.org/drawingml/2006/main">
              <a:ext uri="{FF2B5EF4-FFF2-40B4-BE49-F238E27FC236}">
                <a16:creationId xmlns:a16="http://schemas.microsoft.com/office/drawing/2014/main" id="{118FD0DF-3064-4260-A9FB-8DE9944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762125"/>
            <a:ext cx="66675" cy="85725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19050" y="8572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28575"/>
                </a:lnTo>
                <a:lnTo>
                  <a:pt x="57150" y="9525"/>
                </a:lnTo>
                <a:lnTo>
                  <a:pt x="38100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2" name="Synthetic sample 58">
            <a:extLst xmlns:a="http://schemas.openxmlformats.org/drawingml/2006/main">
              <a:ext uri="{FF2B5EF4-FFF2-40B4-BE49-F238E27FC236}">
                <a16:creationId xmlns:a16="http://schemas.microsoft.com/office/drawing/2014/main" id="{981F1E92-E857-4A43-A013-A4DE978D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212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0"/>
                </a:moveTo>
                <a:lnTo>
                  <a:pt x="0" y="28575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3" name="Synthetic sample 59">
            <a:extLst xmlns:a="http://schemas.openxmlformats.org/drawingml/2006/main">
              <a:ext uri="{FF2B5EF4-FFF2-40B4-BE49-F238E27FC236}">
                <a16:creationId xmlns:a16="http://schemas.microsoft.com/office/drawing/2014/main" id="{E5FA285C-AFD0-44BC-B74C-B6CE744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66675" cy="85725"/>
          </a:xfrm>
          <a:custGeom xmlns:a="http://schemas.openxmlformats.org/drawingml/2006/main">
            <a:pathLst>
              <a:path w="66675" h="85725">
                <a:moveTo>
                  <a:pt x="38100" y="0"/>
                </a:moveTo>
                <a:lnTo>
                  <a:pt x="28575" y="9525"/>
                </a:lnTo>
                <a:lnTo>
                  <a:pt x="9525" y="9525"/>
                </a:lnTo>
                <a:lnTo>
                  <a:pt x="0" y="28575"/>
                </a:lnTo>
                <a:lnTo>
                  <a:pt x="0" y="66675"/>
                </a:lnTo>
                <a:lnTo>
                  <a:pt x="28575" y="85725"/>
                </a:lnTo>
                <a:lnTo>
                  <a:pt x="47625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4" name="Synthetic sample 60">
            <a:extLst xmlns:a="http://schemas.openxmlformats.org/drawingml/2006/main">
              <a:ext uri="{FF2B5EF4-FFF2-40B4-BE49-F238E27FC236}">
                <a16:creationId xmlns:a16="http://schemas.microsoft.com/office/drawing/2014/main" id="{9BE1872A-64C2-42FC-9DDF-85CFEC7B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15049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5" name="Synthetic sample 61">
            <a:extLst xmlns:a="http://schemas.openxmlformats.org/drawingml/2006/main">
              <a:ext uri="{FF2B5EF4-FFF2-40B4-BE49-F238E27FC236}">
                <a16:creationId xmlns:a16="http://schemas.microsoft.com/office/drawing/2014/main" id="{1E89ABA9-9606-4B22-B220-612A6CDB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049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6" name="Synthetic sample 62">
            <a:extLst xmlns:a="http://schemas.openxmlformats.org/drawingml/2006/main">
              <a:ext uri="{FF2B5EF4-FFF2-40B4-BE49-F238E27FC236}">
                <a16:creationId xmlns:a16="http://schemas.microsoft.com/office/drawing/2014/main" id="{B334F8DF-69C0-4346-B04D-59D1D89B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7" name="Synthetic sample 63">
            <a:extLst xmlns:a="http://schemas.openxmlformats.org/drawingml/2006/main">
              <a:ext uri="{FF2B5EF4-FFF2-40B4-BE49-F238E27FC236}">
                <a16:creationId xmlns:a16="http://schemas.microsoft.com/office/drawing/2014/main" id="{288BC3C9-8051-4DE3-8F46-ACAF3F4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5049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8" name="Synthetic sample 64">
            <a:extLst xmlns:a="http://schemas.openxmlformats.org/drawingml/2006/main">
              <a:ext uri="{FF2B5EF4-FFF2-40B4-BE49-F238E27FC236}">
                <a16:creationId xmlns:a16="http://schemas.microsoft.com/office/drawing/2014/main" id="{41B9F637-F3E9-4B22-B3A9-A73FDA2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1428750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28575" y="85725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9" name="Synthetic sample 65">
            <a:extLst xmlns:a="http://schemas.openxmlformats.org/drawingml/2006/main">
              <a:ext uri="{FF2B5EF4-FFF2-40B4-BE49-F238E27FC236}">
                <a16:creationId xmlns:a16="http://schemas.microsoft.com/office/drawing/2014/main" id="{E03EEA15-5450-400F-87A8-B32B400D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8750"/>
            <a:ext cx="66675" cy="85725"/>
          </a:xfrm>
          <a:custGeom xmlns:a="http://schemas.openxmlformats.org/drawingml/2006/main">
            <a:pathLst>
              <a:path w="66675" h="85725">
                <a:moveTo>
                  <a:pt x="19050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0" name="Synthetic sample 66">
            <a:extLst xmlns:a="http://schemas.openxmlformats.org/drawingml/2006/main">
              <a:ext uri="{FF2B5EF4-FFF2-40B4-BE49-F238E27FC236}">
                <a16:creationId xmlns:a16="http://schemas.microsoft.com/office/drawing/2014/main" id="{67BE0409-DA7E-44CA-A08A-CE99F96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428750"/>
            <a:ext cx="76200" cy="85725"/>
          </a:xfrm>
          <a:custGeom xmlns:a="http://schemas.openxmlformats.org/drawingml/2006/main">
            <a:pathLst>
              <a:path w="76200" h="85725">
                <a:moveTo>
                  <a:pt x="28575" y="0"/>
                </a:moveTo>
                <a:lnTo>
                  <a:pt x="9525" y="19050"/>
                </a:lnTo>
                <a:lnTo>
                  <a:pt x="0" y="47625"/>
                </a:lnTo>
                <a:lnTo>
                  <a:pt x="19050" y="76200"/>
                </a:lnTo>
                <a:lnTo>
                  <a:pt x="47625" y="85725"/>
                </a:lnTo>
                <a:lnTo>
                  <a:pt x="66675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1" name="Synthetic sample 67">
            <a:extLst xmlns:a="http://schemas.openxmlformats.org/drawingml/2006/main">
              <a:ext uri="{FF2B5EF4-FFF2-40B4-BE49-F238E27FC236}">
                <a16:creationId xmlns:a16="http://schemas.microsoft.com/office/drawing/2014/main" id="{BA5D760A-A775-44C8-8357-6BC5F889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28750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57150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Synthetic sample 68">
            <a:extLst xmlns:a="http://schemas.openxmlformats.org/drawingml/2006/main">
              <a:ext uri="{FF2B5EF4-FFF2-40B4-BE49-F238E27FC236}">
                <a16:creationId xmlns:a16="http://schemas.microsoft.com/office/drawing/2014/main" id="{FE924589-4175-418B-B72B-1D84943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132397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3" name="Synthetic sample 69">
            <a:extLst xmlns:a="http://schemas.openxmlformats.org/drawingml/2006/main">
              <a:ext uri="{FF2B5EF4-FFF2-40B4-BE49-F238E27FC236}">
                <a16:creationId xmlns:a16="http://schemas.microsoft.com/office/drawing/2014/main" id="{CDCC600A-DBEF-4B2E-BF67-9F5F35AE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239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4" name="Synthetic sample 70">
            <a:extLst xmlns:a="http://schemas.openxmlformats.org/drawingml/2006/main">
              <a:ext uri="{FF2B5EF4-FFF2-40B4-BE49-F238E27FC236}">
                <a16:creationId xmlns:a16="http://schemas.microsoft.com/office/drawing/2014/main" id="{3CC57F95-49ED-4363-91E5-D15B2EDF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239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66675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5" name="Synthetic sample 71">
            <a:extLst xmlns:a="http://schemas.openxmlformats.org/drawingml/2006/main">
              <a:ext uri="{FF2B5EF4-FFF2-40B4-BE49-F238E27FC236}">
                <a16:creationId xmlns:a16="http://schemas.microsoft.com/office/drawing/2014/main" id="{6A5D63C9-90EF-4B0F-A409-1C002332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2397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6" name="Synthetic sample 72">
            <a:extLst xmlns:a="http://schemas.openxmlformats.org/drawingml/2006/main">
              <a:ext uri="{FF2B5EF4-FFF2-40B4-BE49-F238E27FC236}">
                <a16:creationId xmlns:a16="http://schemas.microsoft.com/office/drawing/2014/main" id="{0065B4C0-00DF-4BA0-A8F4-7AC64245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1285875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7" name="Synthetic sample 73">
            <a:extLst xmlns:a="http://schemas.openxmlformats.org/drawingml/2006/main">
              <a:ext uri="{FF2B5EF4-FFF2-40B4-BE49-F238E27FC236}">
                <a16:creationId xmlns:a16="http://schemas.microsoft.com/office/drawing/2014/main" id="{6E0AF33A-F6FF-4D82-A3CA-2437B89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285875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28575" y="76200"/>
                </a:lnTo>
                <a:lnTo>
                  <a:pt x="38100" y="85725"/>
                </a:lnTo>
                <a:lnTo>
                  <a:pt x="57150" y="76200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8" name="Synthetic sample 74">
            <a:extLst xmlns:a="http://schemas.openxmlformats.org/drawingml/2006/main">
              <a:ext uri="{FF2B5EF4-FFF2-40B4-BE49-F238E27FC236}">
                <a16:creationId xmlns:a16="http://schemas.microsoft.com/office/drawing/2014/main" id="{2E8CC975-B978-4D82-A257-05948CBC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285875"/>
            <a:ext cx="66675" cy="85725"/>
          </a:xfrm>
          <a:custGeom xmlns:a="http://schemas.openxmlformats.org/drawingml/2006/main">
            <a:pathLst>
              <a:path w="66675" h="85725">
                <a:moveTo>
                  <a:pt x="28575" y="0"/>
                </a:moveTo>
                <a:lnTo>
                  <a:pt x="0" y="19050"/>
                </a:lnTo>
                <a:lnTo>
                  <a:pt x="0" y="66675"/>
                </a:lnTo>
                <a:lnTo>
                  <a:pt x="38100" y="85725"/>
                </a:lnTo>
                <a:lnTo>
                  <a:pt x="66675" y="6667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9" name="Synthetic sample 75">
            <a:extLst xmlns:a="http://schemas.openxmlformats.org/drawingml/2006/main">
              <a:ext uri="{FF2B5EF4-FFF2-40B4-BE49-F238E27FC236}">
                <a16:creationId xmlns:a16="http://schemas.microsoft.com/office/drawing/2014/main" id="{D225A161-2A1A-493C-BDB2-B7577FA2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285875"/>
            <a:ext cx="76200" cy="85725"/>
          </a:xfrm>
          <a:custGeom xmlns:a="http://schemas.openxmlformats.org/drawingml/2006/main">
            <a:pathLst>
              <a:path w="76200" h="85725">
                <a:moveTo>
                  <a:pt x="47625" y="0"/>
                </a:moveTo>
                <a:lnTo>
                  <a:pt x="28575" y="0"/>
                </a:lnTo>
                <a:lnTo>
                  <a:pt x="0" y="38100"/>
                </a:lnTo>
                <a:lnTo>
                  <a:pt x="9525" y="66675"/>
                </a:lnTo>
                <a:lnTo>
                  <a:pt x="38100" y="85725"/>
                </a:lnTo>
                <a:lnTo>
                  <a:pt x="76200" y="57150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0" name="Synthetic sample 76">
            <a:extLst xmlns:a="http://schemas.openxmlformats.org/drawingml/2006/main">
              <a:ext uri="{FF2B5EF4-FFF2-40B4-BE49-F238E27FC236}">
                <a16:creationId xmlns:a16="http://schemas.microsoft.com/office/drawing/2014/main" id="{2B45FB20-DD2E-4CB0-B3AE-2DDB0F03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12096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1" name="Synthetic sample 77">
            <a:extLst xmlns:a="http://schemas.openxmlformats.org/drawingml/2006/main">
              <a:ext uri="{FF2B5EF4-FFF2-40B4-BE49-F238E27FC236}">
                <a16:creationId xmlns:a16="http://schemas.microsoft.com/office/drawing/2014/main" id="{15AE5306-355B-484D-ADBD-62B91FC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2096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66675" y="47625"/>
                </a:lnTo>
                <a:lnTo>
                  <a:pt x="76200" y="38100"/>
                </a:lnTo>
                <a:lnTo>
                  <a:pt x="66675" y="28575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2" name="Synthetic sample 78">
            <a:extLst xmlns:a="http://schemas.openxmlformats.org/drawingml/2006/main">
              <a:ext uri="{FF2B5EF4-FFF2-40B4-BE49-F238E27FC236}">
                <a16:creationId xmlns:a16="http://schemas.microsoft.com/office/drawing/2014/main" id="{AB51244F-51F0-4186-8624-36DFCA06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0967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19050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3" name="Synthetic sample 79">
            <a:extLst xmlns:a="http://schemas.openxmlformats.org/drawingml/2006/main">
              <a:ext uri="{FF2B5EF4-FFF2-40B4-BE49-F238E27FC236}">
                <a16:creationId xmlns:a16="http://schemas.microsoft.com/office/drawing/2014/main" id="{B0AD10AC-4F64-4A98-A3FA-472DF73F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096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4" name="Synthetic sample 80">
            <a:extLst xmlns:a="http://schemas.openxmlformats.org/drawingml/2006/main">
              <a:ext uri="{FF2B5EF4-FFF2-40B4-BE49-F238E27FC236}">
                <a16:creationId xmlns:a16="http://schemas.microsoft.com/office/drawing/2014/main" id="{76B34699-E4B4-49AA-85B5-67F95AC7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1162050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5" name="Synthetic sample 81">
            <a:extLst xmlns:a="http://schemas.openxmlformats.org/drawingml/2006/main">
              <a:ext uri="{FF2B5EF4-FFF2-40B4-BE49-F238E27FC236}">
                <a16:creationId xmlns:a16="http://schemas.microsoft.com/office/drawing/2014/main" id="{EBC6914D-848D-46FD-B211-C4B77DEE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1620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76200"/>
                </a:lnTo>
                <a:lnTo>
                  <a:pt x="57150" y="76200"/>
                </a:lnTo>
                <a:lnTo>
                  <a:pt x="66675" y="6667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6" name="Synthetic sample 82">
            <a:extLst xmlns:a="http://schemas.openxmlformats.org/drawingml/2006/main">
              <a:ext uri="{FF2B5EF4-FFF2-40B4-BE49-F238E27FC236}">
                <a16:creationId xmlns:a16="http://schemas.microsoft.com/office/drawing/2014/main" id="{DA5E1D34-2FB1-4E3F-B1E1-39B3FB85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162050"/>
            <a:ext cx="76200" cy="76200"/>
          </a:xfrm>
          <a:custGeom xmlns:a="http://schemas.openxmlformats.org/drawingml/2006/main">
            <a:pathLst>
              <a:path w="76200" h="76200">
                <a:moveTo>
                  <a:pt x="28575" y="0"/>
                </a:moveTo>
                <a:lnTo>
                  <a:pt x="9525" y="19050"/>
                </a:lnTo>
                <a:lnTo>
                  <a:pt x="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57150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7" name="Synthetic sample 83">
            <a:extLst xmlns:a="http://schemas.openxmlformats.org/drawingml/2006/main">
              <a:ext uri="{FF2B5EF4-FFF2-40B4-BE49-F238E27FC236}">
                <a16:creationId xmlns:a16="http://schemas.microsoft.com/office/drawing/2014/main" id="{504C0ADE-DF77-442A-8048-5E9290D8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162050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9525"/>
                </a:moveTo>
                <a:lnTo>
                  <a:pt x="0" y="28575"/>
                </a:lnTo>
                <a:lnTo>
                  <a:pt x="0" y="57150"/>
                </a:lnTo>
                <a:lnTo>
                  <a:pt x="19050" y="76200"/>
                </a:lnTo>
                <a:lnTo>
                  <a:pt x="57150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8" name="Synthetic sample 84">
            <a:extLst xmlns:a="http://schemas.openxmlformats.org/drawingml/2006/main">
              <a:ext uri="{FF2B5EF4-FFF2-40B4-BE49-F238E27FC236}">
                <a16:creationId xmlns:a16="http://schemas.microsoft.com/office/drawing/2014/main" id="{E6213CED-C1F1-4F33-9876-FE8D107D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1133475"/>
            <a:ext cx="76200" cy="76200"/>
          </a:xfrm>
          <a:custGeom xmlns:a="http://schemas.openxmlformats.org/drawingml/2006/main">
            <a:pathLst>
              <a:path w="76200" h="76200">
                <a:moveTo>
                  <a:pt x="9525" y="0"/>
                </a:move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9" name="Synthetic sample 85">
            <a:extLst xmlns:a="http://schemas.openxmlformats.org/drawingml/2006/main">
              <a:ext uri="{FF2B5EF4-FFF2-40B4-BE49-F238E27FC236}">
                <a16:creationId xmlns:a16="http://schemas.microsoft.com/office/drawing/2014/main" id="{2BEF1D07-68C2-4070-AEB1-1023730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133475"/>
            <a:ext cx="66675" cy="76200"/>
          </a:xfrm>
          <a:custGeom xmlns:a="http://schemas.openxmlformats.org/drawingml/2006/main">
            <a:pathLst>
              <a:path w="66675" h="76200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19050" y="7620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0" name="Synthetic sample 86">
            <a:extLst xmlns:a="http://schemas.openxmlformats.org/drawingml/2006/main">
              <a:ext uri="{FF2B5EF4-FFF2-40B4-BE49-F238E27FC236}">
                <a16:creationId xmlns:a16="http://schemas.microsoft.com/office/drawing/2014/main" id="{40D7E713-D20A-4F95-A740-1D977DE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1334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1" name="Synthetic sample 87">
            <a:extLst xmlns:a="http://schemas.openxmlformats.org/drawingml/2006/main">
              <a:ext uri="{FF2B5EF4-FFF2-40B4-BE49-F238E27FC236}">
                <a16:creationId xmlns:a16="http://schemas.microsoft.com/office/drawing/2014/main" id="{D6B009AA-C9FC-4FE0-92EF-069F8FF2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133475"/>
            <a:ext cx="76200" cy="76200"/>
          </a:xfrm>
          <a:custGeom xmlns:a="http://schemas.openxmlformats.org/drawingml/2006/main">
            <a:pathLst>
              <a:path w="76200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76200"/>
                </a:lnTo>
                <a:lnTo>
                  <a:pt x="47625" y="76200"/>
                </a:lnTo>
                <a:lnTo>
                  <a:pt x="66675" y="57150"/>
                </a:lnTo>
                <a:lnTo>
                  <a:pt x="76200" y="2857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2" name="Real sample 0">
            <a:extLst xmlns:a="http://schemas.openxmlformats.org/drawingml/2006/main">
              <a:ext uri="{FF2B5EF4-FFF2-40B4-BE49-F238E27FC236}">
                <a16:creationId xmlns:a16="http://schemas.microsoft.com/office/drawing/2014/main" id="{66551C60-4577-4B82-9C08-3D4344E4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2486025"/>
            <a:ext cx="76200" cy="76200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3" name="Real sample 1">
            <a:extLst xmlns:a="http://schemas.openxmlformats.org/drawingml/2006/main">
              <a:ext uri="{FF2B5EF4-FFF2-40B4-BE49-F238E27FC236}">
                <a16:creationId xmlns:a16="http://schemas.microsoft.com/office/drawing/2014/main" id="{29CC1D64-E5D9-4B62-AC5E-A6515FB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66675" cy="66675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4" name="Real sample 2">
            <a:extLst xmlns:a="http://schemas.openxmlformats.org/drawingml/2006/main">
              <a:ext uri="{FF2B5EF4-FFF2-40B4-BE49-F238E27FC236}">
                <a16:creationId xmlns:a16="http://schemas.microsoft.com/office/drawing/2014/main" id="{A5294307-830B-44BB-A73D-6D0143D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86025"/>
            <a:ext cx="800100" cy="295275"/>
          </a:xfrm>
          <a:custGeom xmlns:a="http://schemas.openxmlformats.org/drawingml/2006/main">
            <a:pathLst>
              <a:path w="800100" h="295275">
                <a:moveTo>
                  <a:pt x="0" y="0"/>
                </a:moveTo>
                <a:lnTo>
                  <a:pt x="0" y="295275"/>
                </a:lnTo>
                <a:lnTo>
                  <a:pt x="800100" y="295275"/>
                </a:lnTo>
                <a:lnTo>
                  <a:pt x="800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5" name="Real sample 3">
            <a:extLst xmlns:a="http://schemas.openxmlformats.org/drawingml/2006/main">
              <a:ext uri="{FF2B5EF4-FFF2-40B4-BE49-F238E27FC236}">
                <a16:creationId xmlns:a16="http://schemas.microsoft.com/office/drawing/2014/main" id="{0AD15980-078E-4449-B29F-60FEE0F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66675" cy="66675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9525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6" name="Real sample 4">
            <a:extLst xmlns:a="http://schemas.openxmlformats.org/drawingml/2006/main">
              <a:ext uri="{FF2B5EF4-FFF2-40B4-BE49-F238E27FC236}">
                <a16:creationId xmlns:a16="http://schemas.microsoft.com/office/drawing/2014/main" id="{C234B4EB-8CE2-48C1-AEA6-72ADC03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86025"/>
            <a:ext cx="76200" cy="76200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9525" y="28575"/>
                </a:lnTo>
                <a:lnTo>
                  <a:pt x="0" y="38100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7" name="Real sample 5">
            <a:extLst xmlns:a="http://schemas.openxmlformats.org/drawingml/2006/main">
              <a:ext uri="{FF2B5EF4-FFF2-40B4-BE49-F238E27FC236}">
                <a16:creationId xmlns:a16="http://schemas.microsoft.com/office/drawing/2014/main" id="{AF4588DB-8DCF-46A8-95E9-D6C29938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2333625"/>
            <a:ext cx="76200" cy="76200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8" name="Real sample 6">
            <a:extLst xmlns:a="http://schemas.openxmlformats.org/drawingml/2006/main">
              <a:ext uri="{FF2B5EF4-FFF2-40B4-BE49-F238E27FC236}">
                <a16:creationId xmlns:a16="http://schemas.microsoft.com/office/drawing/2014/main" id="{7B3F90AA-8594-4C26-A950-DDA3EAE2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336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2857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9" name="Real sample 7">
            <a:extLst xmlns:a="http://schemas.openxmlformats.org/drawingml/2006/main">
              <a:ext uri="{FF2B5EF4-FFF2-40B4-BE49-F238E27FC236}">
                <a16:creationId xmlns:a16="http://schemas.microsoft.com/office/drawing/2014/main" id="{FE5434D6-5E12-4E3D-BF85-88F1A68B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0" name="Real sample 8">
            <a:extLst xmlns:a="http://schemas.openxmlformats.org/drawingml/2006/main">
              <a:ext uri="{FF2B5EF4-FFF2-40B4-BE49-F238E27FC236}">
                <a16:creationId xmlns:a16="http://schemas.microsoft.com/office/drawing/2014/main" id="{EC70D231-94B7-45CC-867C-13532056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76200" cy="76200"/>
          </a:xfrm>
          <a:custGeom xmlns:a="http://schemas.openxmlformats.org/drawingml/2006/main">
            <a:pathLst>
              <a:path w="76200" h="76200">
                <a:moveTo>
                  <a:pt x="57150" y="0"/>
                </a:moveTo>
                <a:lnTo>
                  <a:pt x="28575" y="0"/>
                </a:lnTo>
                <a:lnTo>
                  <a:pt x="0" y="38100"/>
                </a:lnTo>
                <a:lnTo>
                  <a:pt x="9525" y="57150"/>
                </a:lnTo>
                <a:lnTo>
                  <a:pt x="38100" y="76200"/>
                </a:lnTo>
                <a:lnTo>
                  <a:pt x="76200" y="47625"/>
                </a:lnTo>
                <a:lnTo>
                  <a:pt x="76200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1" name="Real sample 9">
            <a:extLst xmlns:a="http://schemas.openxmlformats.org/drawingml/2006/main">
              <a:ext uri="{FF2B5EF4-FFF2-40B4-BE49-F238E27FC236}">
                <a16:creationId xmlns:a16="http://schemas.microsoft.com/office/drawing/2014/main" id="{D786726A-9E55-4C53-A943-9C80F0E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1812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2" name="Real sample 10">
            <a:extLst xmlns:a="http://schemas.openxmlformats.org/drawingml/2006/main">
              <a:ext uri="{FF2B5EF4-FFF2-40B4-BE49-F238E27FC236}">
                <a16:creationId xmlns:a16="http://schemas.microsoft.com/office/drawing/2014/main" id="{97758168-508D-46DF-947C-1905DBAA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812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57150" y="66675"/>
                </a:lnTo>
                <a:lnTo>
                  <a:pt x="66675" y="4762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3" name="Real sample 11">
            <a:extLst xmlns:a="http://schemas.openxmlformats.org/drawingml/2006/main">
              <a:ext uri="{FF2B5EF4-FFF2-40B4-BE49-F238E27FC236}">
                <a16:creationId xmlns:a16="http://schemas.microsoft.com/office/drawing/2014/main" id="{94FD17CA-A36B-4531-B1BC-5E5E2FF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81225"/>
            <a:ext cx="76200" cy="76200"/>
          </a:xfrm>
          <a:custGeom xmlns:a="http://schemas.openxmlformats.org/drawingml/2006/main">
            <a:pathLst>
              <a:path w="76200" h="76200">
                <a:moveTo>
                  <a:pt x="47625" y="0"/>
                </a:moveTo>
                <a:lnTo>
                  <a:pt x="28575" y="0"/>
                </a:lnTo>
                <a:lnTo>
                  <a:pt x="9525" y="9525"/>
                </a:ln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4" name="Real sample 12">
            <a:extLst xmlns:a="http://schemas.openxmlformats.org/drawingml/2006/main">
              <a:ext uri="{FF2B5EF4-FFF2-40B4-BE49-F238E27FC236}">
                <a16:creationId xmlns:a16="http://schemas.microsoft.com/office/drawing/2014/main" id="{70C42A53-0147-4ECC-8E99-A1A5BB87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81225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9525" y="66675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5" name="Real sample 13">
            <a:extLst xmlns:a="http://schemas.openxmlformats.org/drawingml/2006/main">
              <a:ext uri="{FF2B5EF4-FFF2-40B4-BE49-F238E27FC236}">
                <a16:creationId xmlns:a16="http://schemas.microsoft.com/office/drawing/2014/main" id="{DCF1D80E-BCAE-4ED5-ADC4-A43E7D0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2009775"/>
            <a:ext cx="76200" cy="66675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6" name="Real sample 14">
            <a:extLst xmlns:a="http://schemas.openxmlformats.org/drawingml/2006/main">
              <a:ext uri="{FF2B5EF4-FFF2-40B4-BE49-F238E27FC236}">
                <a16:creationId xmlns:a16="http://schemas.microsoft.com/office/drawing/2014/main" id="{CAFB0C8C-D297-48A1-AD4B-B31F13C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9775"/>
            <a:ext cx="66675" cy="66675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7" name="Real sample 15">
            <a:extLst xmlns:a="http://schemas.openxmlformats.org/drawingml/2006/main">
              <a:ext uri="{FF2B5EF4-FFF2-40B4-BE49-F238E27FC236}">
                <a16:creationId xmlns:a16="http://schemas.microsoft.com/office/drawing/2014/main" id="{F99FE7D8-4EE6-414C-8BA9-0FA71959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66675" cy="66675"/>
          </a:xfrm>
          <a:custGeom xmlns:a="http://schemas.openxmlformats.org/drawingml/2006/main">
            <a:pathLst>
              <a:path w="66675" h="66675">
                <a:moveTo>
                  <a:pt x="9525" y="0"/>
                </a:moveTo>
                <a:lnTo>
                  <a:pt x="0" y="9525"/>
                </a:lnTo>
                <a:lnTo>
                  <a:pt x="0" y="57150"/>
                </a:lnTo>
                <a:lnTo>
                  <a:pt x="9525" y="66675"/>
                </a:lnTo>
                <a:lnTo>
                  <a:pt x="47625" y="66675"/>
                </a:lnTo>
                <a:lnTo>
                  <a:pt x="66675" y="47625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8" name="Real sample 16">
            <a:extLst xmlns:a="http://schemas.openxmlformats.org/drawingml/2006/main">
              <a:ext uri="{FF2B5EF4-FFF2-40B4-BE49-F238E27FC236}">
                <a16:creationId xmlns:a16="http://schemas.microsoft.com/office/drawing/2014/main" id="{D5F5AA52-D56F-4A73-9A94-24106A4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9775"/>
            <a:ext cx="76200" cy="66675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9" name="Real sample 17">
            <a:extLst xmlns:a="http://schemas.openxmlformats.org/drawingml/2006/main">
              <a:ext uri="{FF2B5EF4-FFF2-40B4-BE49-F238E27FC236}">
                <a16:creationId xmlns:a16="http://schemas.microsoft.com/office/drawing/2014/main" id="{E87034B0-48E3-43DE-A4EF-CC8235F6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95475"/>
            <a:ext cx="66675" cy="66675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0" name="Real sample 18">
            <a:extLst xmlns:a="http://schemas.openxmlformats.org/drawingml/2006/main">
              <a:ext uri="{FF2B5EF4-FFF2-40B4-BE49-F238E27FC236}">
                <a16:creationId xmlns:a16="http://schemas.microsoft.com/office/drawing/2014/main" id="{E40B076C-626C-4C47-BDEC-76B0F80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95475"/>
            <a:ext cx="76200" cy="66675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28575"/>
                </a:lnTo>
                <a:lnTo>
                  <a:pt x="9525" y="57150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47625"/>
                </a:lnTo>
                <a:lnTo>
                  <a:pt x="76200" y="190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Real sample 19">
            <a:extLst xmlns:a="http://schemas.openxmlformats.org/drawingml/2006/main">
              <a:ext uri="{FF2B5EF4-FFF2-40B4-BE49-F238E27FC236}">
                <a16:creationId xmlns:a16="http://schemas.microsoft.com/office/drawing/2014/main" id="{38203248-E7A2-4E7A-966D-B4C5E79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95475"/>
            <a:ext cx="76200" cy="66675"/>
          </a:xfrm>
          <a:custGeom xmlns:a="http://schemas.openxmlformats.org/drawingml/2006/main">
            <a:pathLst>
              <a:path w="76200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76200" y="3810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2" name="Real sample 20">
            <a:extLst xmlns:a="http://schemas.openxmlformats.org/drawingml/2006/main">
              <a:ext uri="{FF2B5EF4-FFF2-40B4-BE49-F238E27FC236}">
                <a16:creationId xmlns:a16="http://schemas.microsoft.com/office/drawing/2014/main" id="{705EA894-770E-42A1-B864-A0BCCAAB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66675" cy="66675"/>
          </a:xfrm>
          <a:custGeom xmlns:a="http://schemas.openxmlformats.org/drawingml/2006/main">
            <a:pathLst>
              <a:path w="66675" h="66675">
                <a:moveTo>
                  <a:pt x="19050" y="0"/>
                </a:moveTo>
                <a:lnTo>
                  <a:pt x="0" y="19050"/>
                </a:lnTo>
                <a:lnTo>
                  <a:pt x="0" y="47625"/>
                </a:lnTo>
                <a:lnTo>
                  <a:pt x="19050" y="66675"/>
                </a:lnTo>
                <a:lnTo>
                  <a:pt x="57150" y="66675"/>
                </a:lnTo>
                <a:lnTo>
                  <a:pt x="66675" y="57150"/>
                </a:lnTo>
                <a:lnTo>
                  <a:pt x="66675" y="9525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3" name="Real sample 21">
            <a:extLst xmlns:a="http://schemas.openxmlformats.org/drawingml/2006/main">
              <a:ext uri="{FF2B5EF4-FFF2-40B4-BE49-F238E27FC236}">
                <a16:creationId xmlns:a16="http://schemas.microsoft.com/office/drawing/2014/main" id="{1D2BB917-7F85-404B-9446-62EB735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325" y="17716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38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4" name="Real sample 22">
            <a:extLst xmlns:a="http://schemas.openxmlformats.org/drawingml/2006/main">
              <a:ext uri="{FF2B5EF4-FFF2-40B4-BE49-F238E27FC236}">
                <a16:creationId xmlns:a16="http://schemas.microsoft.com/office/drawing/2014/main" id="{D13DEABA-A519-48DC-98E2-BCE7804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71650"/>
            <a:ext cx="76200" cy="76200"/>
          </a:xfrm>
          <a:custGeom xmlns:a="http://schemas.openxmlformats.org/drawingml/2006/main">
            <a:pathLst>
              <a:path w="76200" h="76200">
                <a:moveTo>
                  <a:pt x="28575" y="0"/>
                </a:moveTo>
                <a:lnTo>
                  <a:pt x="9525" y="9525"/>
                </a:lnTo>
                <a:lnTo>
                  <a:pt x="0" y="28575"/>
                </a:lnTo>
                <a:lnTo>
                  <a:pt x="0" y="47625"/>
                </a:lnTo>
                <a:lnTo>
                  <a:pt x="28575" y="76200"/>
                </a:lnTo>
                <a:lnTo>
                  <a:pt x="47625" y="76200"/>
                </a:lnTo>
                <a:lnTo>
                  <a:pt x="76200" y="47625"/>
                </a:lnTo>
                <a:lnTo>
                  <a:pt x="76200" y="28575"/>
                </a:lnTo>
                <a:lnTo>
                  <a:pt x="66675" y="95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Real sample 23">
            <a:extLst xmlns:a="http://schemas.openxmlformats.org/drawingml/2006/main">
              <a:ext uri="{FF2B5EF4-FFF2-40B4-BE49-F238E27FC236}">
                <a16:creationId xmlns:a16="http://schemas.microsoft.com/office/drawing/2014/main" id="{7B608A43-E829-4AB2-814B-1E6702DE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71650"/>
            <a:ext cx="66675" cy="76200"/>
          </a:xfrm>
          <a:custGeom xmlns:a="http://schemas.openxmlformats.org/drawingml/2006/main">
            <a:pathLst>
              <a:path w="66675" h="76200">
                <a:moveTo>
                  <a:pt x="47625" y="0"/>
                </a:moveTo>
                <a:lnTo>
                  <a:pt x="28575" y="0"/>
                </a:lnTo>
                <a:lnTo>
                  <a:pt x="0" y="19050"/>
                </a:lnTo>
                <a:lnTo>
                  <a:pt x="0" y="57150"/>
                </a:lnTo>
                <a:lnTo>
                  <a:pt x="28575" y="76200"/>
                </a:lnTo>
                <a:lnTo>
                  <a:pt x="66675" y="57150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6" name="Real sample 24">
            <a:extLst xmlns:a="http://schemas.openxmlformats.org/drawingml/2006/main">
              <a:ext uri="{FF2B5EF4-FFF2-40B4-BE49-F238E27FC236}">
                <a16:creationId xmlns:a16="http://schemas.microsoft.com/office/drawing/2014/main" id="{F2182A21-B765-4E4D-87B0-0C03CF81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71650"/>
            <a:ext cx="66675" cy="76200"/>
          </a:xfrm>
          <a:custGeom xmlns:a="http://schemas.openxmlformats.org/drawingml/2006/main">
            <a:pathLst>
              <a:path w="66675" h="76200">
                <a:moveTo>
                  <a:pt x="19050" y="0"/>
                </a:moveTo>
                <a:lnTo>
                  <a:pt x="0" y="19050"/>
                </a:lnTo>
                <a:lnTo>
                  <a:pt x="0" y="57150"/>
                </a:lnTo>
                <a:lnTo>
                  <a:pt x="38100" y="76200"/>
                </a:lnTo>
                <a:lnTo>
                  <a:pt x="66675" y="57150"/>
                </a:lnTo>
                <a:lnTo>
                  <a:pt x="66675" y="19050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7" name="Real sample 25">
            <a:extLst xmlns:a="http://schemas.openxmlformats.org/drawingml/2006/main">
              <a:ext uri="{FF2B5EF4-FFF2-40B4-BE49-F238E27FC236}">
                <a16:creationId xmlns:a16="http://schemas.microsoft.com/office/drawing/2014/main" id="{1198A547-02B7-4DCF-B738-1AA789DD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57300"/>
            <a:ext cx="800100" cy="285750"/>
          </a:xfrm>
          <a:custGeom xmlns:a="http://schemas.openxmlformats.org/drawingml/2006/main">
            <a:pathLst>
              <a:path w="800100" h="285750">
                <a:moveTo>
                  <a:pt x="0" y="0"/>
                </a:moveTo>
                <a:lnTo>
                  <a:pt x="0" y="285750"/>
                </a:lnTo>
                <a:lnTo>
                  <a:pt x="800100" y="285750"/>
                </a:lnTo>
                <a:lnTo>
                  <a:pt x="800100" y="0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8" name="Aligned sample and boundary 0">
            <a:extLst xmlns:a="http://schemas.openxmlformats.org/drawingml/2006/main">
              <a:ext uri="{FF2B5EF4-FFF2-40B4-BE49-F238E27FC236}">
                <a16:creationId xmlns:a16="http://schemas.microsoft.com/office/drawing/2014/main" id="{41638CEB-0210-4640-81AE-7498772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5622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47625" y="0"/>
                </a:moveTo>
                <a:lnTo>
                  <a:pt x="28575" y="38100"/>
                </a:lnTo>
                <a:lnTo>
                  <a:pt x="28575" y="57150"/>
                </a:lnTo>
                <a:lnTo>
                  <a:pt x="9525" y="85725"/>
                </a:lnTo>
                <a:lnTo>
                  <a:pt x="9525" y="104775"/>
                </a:lnTo>
                <a:lnTo>
                  <a:pt x="0" y="123825"/>
                </a:lnTo>
                <a:lnTo>
                  <a:pt x="123825" y="123825"/>
                </a:lnTo>
                <a:lnTo>
                  <a:pt x="95250" y="66675"/>
                </a:lnTo>
                <a:lnTo>
                  <a:pt x="76200" y="47625"/>
                </a:lnTo>
                <a:lnTo>
                  <a:pt x="66675" y="1905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9" name="Aligned sample and boundary 1">
            <a:extLst xmlns:a="http://schemas.openxmlformats.org/drawingml/2006/main">
              <a:ext uri="{FF2B5EF4-FFF2-40B4-BE49-F238E27FC236}">
                <a16:creationId xmlns:a16="http://schemas.microsoft.com/office/drawing/2014/main" id="{BE6C0B4B-7FDB-4504-B558-C7256F2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23241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66675" y="0"/>
                </a:moveTo>
                <a:lnTo>
                  <a:pt x="0" y="123825"/>
                </a:lnTo>
                <a:lnTo>
                  <a:pt x="123825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0" name="Aligned sample and boundary 2">
            <a:extLst xmlns:a="http://schemas.openxmlformats.org/drawingml/2006/main">
              <a:ext uri="{FF2B5EF4-FFF2-40B4-BE49-F238E27FC236}">
                <a16:creationId xmlns:a16="http://schemas.microsoft.com/office/drawing/2014/main" id="{96DC10D6-32E8-40A0-A54F-A88D8068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06692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57150" y="0"/>
                </a:moveTo>
                <a:lnTo>
                  <a:pt x="0" y="123825"/>
                </a:lnTo>
                <a:lnTo>
                  <a:pt x="123825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Aligned sample and boundary 3">
            <a:extLst xmlns:a="http://schemas.openxmlformats.org/drawingml/2006/main">
              <a:ext uri="{FF2B5EF4-FFF2-40B4-BE49-F238E27FC236}">
                <a16:creationId xmlns:a16="http://schemas.microsoft.com/office/drawing/2014/main" id="{BA723B03-495F-4CE7-8741-6D5E2B12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1828800"/>
            <a:ext cx="133350" cy="123825"/>
          </a:xfrm>
          <a:custGeom xmlns:a="http://schemas.openxmlformats.org/drawingml/2006/main">
            <a:pathLst>
              <a:path w="133350" h="123825">
                <a:moveTo>
                  <a:pt x="66675" y="0"/>
                </a:moveTo>
                <a:lnTo>
                  <a:pt x="0" y="123825"/>
                </a:lnTo>
                <a:lnTo>
                  <a:pt x="133350" y="123825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2" name="Aligned sample and boundary 4">
            <a:extLst xmlns:a="http://schemas.openxmlformats.org/drawingml/2006/main">
              <a:ext uri="{FF2B5EF4-FFF2-40B4-BE49-F238E27FC236}">
                <a16:creationId xmlns:a16="http://schemas.microsoft.com/office/drawing/2014/main" id="{3B4F7673-7DDB-45B9-997C-3BE68D7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16192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57150" y="0"/>
                </a:moveTo>
                <a:lnTo>
                  <a:pt x="0" y="123825"/>
                </a:lnTo>
                <a:lnTo>
                  <a:pt x="123825" y="12382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Aligned sample and boundary 5">
            <a:extLst xmlns:a="http://schemas.openxmlformats.org/drawingml/2006/main">
              <a:ext uri="{FF2B5EF4-FFF2-40B4-BE49-F238E27FC236}">
                <a16:creationId xmlns:a16="http://schemas.microsoft.com/office/drawing/2014/main" id="{B6324E1F-FE9F-4135-B88C-68051FB3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1438275"/>
            <a:ext cx="123825" cy="133350"/>
          </a:xfrm>
          <a:custGeom xmlns:a="http://schemas.openxmlformats.org/drawingml/2006/main">
            <a:pathLst>
              <a:path w="123825" h="133350">
                <a:moveTo>
                  <a:pt x="66675" y="0"/>
                </a:moveTo>
                <a:lnTo>
                  <a:pt x="0" y="133350"/>
                </a:lnTo>
                <a:lnTo>
                  <a:pt x="123825" y="133350"/>
                </a:lnTo>
                <a:lnTo>
                  <a:pt x="123825" y="114300"/>
                </a:lnTo>
                <a:close/>
              </a:path>
            </a:pathLst>
          </a:custGeom>
          <a:solidFill xmlns:a="http://schemas.openxmlformats.org/drawingml/2006/main">
            <a:srgbClr val="FFBE0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4" name="Format decision boundary">
            <a:extLst xmlns:a="http://schemas.openxmlformats.org/drawingml/2006/main">
              <a:ext uri="{FF2B5EF4-FFF2-40B4-BE49-F238E27FC236}">
                <a16:creationId xmlns:a16="http://schemas.microsoft.com/office/drawing/2014/main" id="{55BA7E42-A8AA-4D6D-9B20-D91C5EF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2447925" cy="2381250"/>
          </a:xfrm>
          <a:custGeom xmlns:a="http://schemas.openxmlformats.org/drawingml/2006/main">
            <a:pathLst>
              <a:path w="2447925" h="2381250">
                <a:moveTo>
                  <a:pt x="95250" y="2381250"/>
                </a:moveTo>
                <a:cubicBezTo>
                  <a:pt x="0" y="1371600"/>
                  <a:pt x="228600" y="1323975"/>
                  <a:pt x="1143000" y="1104900"/>
                </a:cubicBezTo>
                <a:cubicBezTo>
                  <a:pt x="1733550" y="971550"/>
                  <a:pt x="2447925" y="904875"/>
                  <a:pt x="2324100" y="533400"/>
                </a:cubicBezTo>
                <a:cubicBezTo>
                  <a:pt x="2266950" y="333375"/>
                  <a:pt x="2114550" y="133350"/>
                  <a:pt x="2076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3BFD9"/>
            </a:solidFill>
            <a:prstDash val="solid"/>
          </a:ln>
        </p:spPr>
      </p:sp>
      <p:sp>
        <p:nvSpPr>
          <p:cNvPr id="165" name="Content decision boundary">
            <a:extLst xmlns:a="http://schemas.openxmlformats.org/drawingml/2006/main">
              <a:ext uri="{FF2B5EF4-FFF2-40B4-BE49-F238E27FC236}">
                <a16:creationId xmlns:a16="http://schemas.microsoft.com/office/drawing/2014/main" id="{672B9046-1D3E-4AF1-A8CF-8DA19C6A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904875"/>
            <a:ext cx="2324100" cy="1209675"/>
          </a:xfrm>
          <a:custGeom xmlns:a="http://schemas.openxmlformats.org/drawingml/2006/main">
            <a:pathLst>
              <a:path w="2324100" h="1209675">
                <a:moveTo>
                  <a:pt x="0" y="171450"/>
                </a:moveTo>
                <a:cubicBezTo>
                  <a:pt x="238125" y="333375"/>
                  <a:pt x="1028700" y="857250"/>
                  <a:pt x="1552575" y="1028700"/>
                </a:cubicBezTo>
                <a:cubicBezTo>
                  <a:pt x="1971675" y="1209675"/>
                  <a:pt x="2095500" y="752475"/>
                  <a:pt x="23241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0CBD4"/>
            </a:solidFill>
            <a:prstDash val="solid"/>
          </a:ln>
        </p:spPr>
      </p:sp>
      <p:sp>
        <p:nvSpPr>
          <p:cNvPr id="166" name="Resolution decision boundary">
            <a:extLst xmlns:a="http://schemas.openxmlformats.org/drawingml/2006/main">
              <a:ext uri="{FF2B5EF4-FFF2-40B4-BE49-F238E27FC236}">
                <a16:creationId xmlns:a16="http://schemas.microsoft.com/office/drawing/2014/main" id="{BAC8F205-2E5A-4513-8369-5FA2728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162050"/>
            <a:ext cx="3286125" cy="2162175"/>
          </a:xfrm>
          <a:custGeom xmlns:a="http://schemas.openxmlformats.org/drawingml/2006/main">
            <a:pathLst>
              <a:path w="3286125" h="2162175">
                <a:moveTo>
                  <a:pt x="0" y="161925"/>
                </a:moveTo>
                <a:cubicBezTo>
                  <a:pt x="676275" y="85725"/>
                  <a:pt x="1238250" y="0"/>
                  <a:pt x="1514475" y="304800"/>
                </a:cubicBezTo>
                <a:cubicBezTo>
                  <a:pt x="1762125" y="561975"/>
                  <a:pt x="1666875" y="1419225"/>
                  <a:pt x="2009775" y="1771650"/>
                </a:cubicBezTo>
                <a:cubicBezTo>
                  <a:pt x="2228850" y="2009775"/>
                  <a:pt x="2819400" y="2105025"/>
                  <a:pt x="3286125" y="2162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93493"/>
            </a:solidFill>
            <a:prstDash val="solid"/>
          </a:ln>
        </p:spPr>
      </p:sp>
      <p:sp>
        <p:nvSpPr>
          <p:cNvPr id="167" name="Aligned decision boundary">
            <a:extLst xmlns:a="http://schemas.openxmlformats.org/drawingml/2006/main">
              <a:ext uri="{FF2B5EF4-FFF2-40B4-BE49-F238E27FC236}">
                <a16:creationId xmlns:a16="http://schemas.microsoft.com/office/drawing/2014/main" id="{625F0A96-D95A-44CD-838A-67186CC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1381125"/>
            <a:ext cx="1143000" cy="1590675"/>
          </a:xfrm>
          <a:custGeom xmlns:a="http://schemas.openxmlformats.org/drawingml/2006/main">
            <a:pathLst>
              <a:path w="1143000" h="1590675">
                <a:moveTo>
                  <a:pt x="933450" y="0"/>
                </a:moveTo>
                <a:cubicBezTo>
                  <a:pt x="228600" y="247650"/>
                  <a:pt x="0" y="514350"/>
                  <a:pt x="85725" y="1057275"/>
                </a:cubicBezTo>
                <a:cubicBezTo>
                  <a:pt x="142875" y="1485900"/>
                  <a:pt x="942975" y="1590675"/>
                  <a:pt x="1143000" y="1457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BE00"/>
            </a:solidFill>
            <a:prstDash val="solid"/>
          </a:ln>
        </p:spPr>
      </p:sp>
      <p:sp>
        <p:nvSpPr>
          <p:cNvPr id="168" name="In-panel attribute PNG">
            <a:extLst xmlns:a="http://schemas.openxmlformats.org/drawingml/2006/main">
              <a:ext uri="{FF2B5EF4-FFF2-40B4-BE49-F238E27FC236}">
                <a16:creationId xmlns:a16="http://schemas.microsoft.com/office/drawing/2014/main" id="{499D37AA-D950-42D7-87A5-E92D8658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95350"/>
            <a:ext cx="647700" cy="304800"/>
          </a:xfrm>
          <a:custGeom xmlns:a="http://schemas.openxmlformats.org/drawingml/2006/main">
            <a:pathLst>
              <a:path w="647700" h="304800">
                <a:moveTo>
                  <a:pt x="0" y="0"/>
                </a:moveTo>
                <a:lnTo>
                  <a:pt x="647700" y="0"/>
                </a:lnTo>
                <a:lnTo>
                  <a:pt x="6477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PNG">
            <a:extLst xmlns:a="http://schemas.openxmlformats.org/drawingml/2006/main">
              <a:ext uri="{FF2B5EF4-FFF2-40B4-BE49-F238E27FC236}">
                <a16:creationId xmlns:a16="http://schemas.microsoft.com/office/drawing/2014/main" id="{AB25BB13-9ED0-4C48-A5BC-06320C5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9429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  <p:sp>
        <p:nvSpPr>
          <p:cNvPr id="170" name="In-panel attribute JPEG">
            <a:extLst xmlns:a="http://schemas.openxmlformats.org/drawingml/2006/main">
              <a:ext uri="{FF2B5EF4-FFF2-40B4-BE49-F238E27FC236}">
                <a16:creationId xmlns:a16="http://schemas.microsoft.com/office/drawing/2014/main" id="{4D6A4906-5239-4FE9-8938-D455E5D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143125"/>
            <a:ext cx="647700" cy="314325"/>
          </a:xfrm>
          <a:custGeom xmlns:a="http://schemas.openxmlformats.org/drawingml/2006/main">
            <a:pathLst>
              <a:path w="647700" h="314325">
                <a:moveTo>
                  <a:pt x="0" y="0"/>
                </a:moveTo>
                <a:lnTo>
                  <a:pt x="647700" y="0"/>
                </a:lnTo>
                <a:lnTo>
                  <a:pt x="647700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3BF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1" name="JPEG">
            <a:extLst xmlns:a="http://schemas.openxmlformats.org/drawingml/2006/main">
              <a:ext uri="{FF2B5EF4-FFF2-40B4-BE49-F238E27FC236}">
                <a16:creationId xmlns:a16="http://schemas.microsoft.com/office/drawing/2014/main" id="{A0501AB0-37E9-45EC-8E91-2633199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1907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JPEG</a:t>
            </a:r>
          </a:p>
        </p:txBody>
      </p:sp>
      <p:sp>
        <p:nvSpPr>
          <p:cNvPr id="172" name="In-panel attribute Cat">
            <a:extLst xmlns:a="http://schemas.openxmlformats.org/drawingml/2006/main">
              <a:ext uri="{FF2B5EF4-FFF2-40B4-BE49-F238E27FC236}">
                <a16:creationId xmlns:a16="http://schemas.microsoft.com/office/drawing/2014/main" id="{29A2700A-4949-4837-B03C-01433E01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09625"/>
            <a:ext cx="657225" cy="304800"/>
          </a:xfrm>
          <a:custGeom xmlns:a="http://schemas.openxmlformats.org/drawingml/2006/main">
            <a:pathLst>
              <a:path w="657225" h="304800">
                <a:moveTo>
                  <a:pt x="0" y="0"/>
                </a:moveTo>
                <a:lnTo>
                  <a:pt x="657225" y="0"/>
                </a:lnTo>
                <a:lnTo>
                  <a:pt x="65722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Cat">
            <a:extLst xmlns:a="http://schemas.openxmlformats.org/drawingml/2006/main">
              <a:ext uri="{FF2B5EF4-FFF2-40B4-BE49-F238E27FC236}">
                <a16:creationId xmlns:a16="http://schemas.microsoft.com/office/drawing/2014/main" id="{8C5B81E9-C205-4650-A7FF-535FD783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857250"/>
            <a:ext cx="657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</a:t>
            </a:r>
          </a:p>
        </p:txBody>
      </p:sp>
      <p:sp>
        <p:nvSpPr>
          <p:cNvPr id="174" name="In-panel attribute Dog">
            <a:extLst xmlns:a="http://schemas.openxmlformats.org/drawingml/2006/main">
              <a:ext uri="{FF2B5EF4-FFF2-40B4-BE49-F238E27FC236}">
                <a16:creationId xmlns:a16="http://schemas.microsoft.com/office/drawing/2014/main" id="{2473343F-BA9C-4C9A-ABF6-FE1E33B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24075"/>
            <a:ext cx="657225" cy="314325"/>
          </a:xfrm>
          <a:custGeom xmlns:a="http://schemas.openxmlformats.org/drawingml/2006/main">
            <a:pathLst>
              <a:path w="657225" h="314325">
                <a:moveTo>
                  <a:pt x="0" y="0"/>
                </a:moveTo>
                <a:lnTo>
                  <a:pt x="657225" y="0"/>
                </a:lnTo>
                <a:lnTo>
                  <a:pt x="657225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C8D6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5" name="Dog">
            <a:extLst xmlns:a="http://schemas.openxmlformats.org/drawingml/2006/main">
              <a:ext uri="{FF2B5EF4-FFF2-40B4-BE49-F238E27FC236}">
                <a16:creationId xmlns:a16="http://schemas.microsoft.com/office/drawing/2014/main" id="{953A0E5D-CE09-43F7-B393-40E5F35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675" y="217170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Dog</a:t>
            </a:r>
          </a:p>
        </p:txBody>
      </p:sp>
      <p:sp>
        <p:nvSpPr>
          <p:cNvPr id="176" name="In-panel attribute 512 x 512">
            <a:extLst xmlns:a="http://schemas.openxmlformats.org/drawingml/2006/main">
              <a:ext uri="{FF2B5EF4-FFF2-40B4-BE49-F238E27FC236}">
                <a16:creationId xmlns:a16="http://schemas.microsoft.com/office/drawing/2014/main" id="{60835E7E-D7AD-4E96-936D-BBA731DD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828675" cy="314325"/>
          </a:xfrm>
          <a:custGeom xmlns:a="http://schemas.openxmlformats.org/drawingml/2006/main">
            <a:pathLst>
              <a:path w="828675" h="314325">
                <a:moveTo>
                  <a:pt x="0" y="0"/>
                </a:moveTo>
                <a:lnTo>
                  <a:pt x="828675" y="0"/>
                </a:lnTo>
                <a:lnTo>
                  <a:pt x="828675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7" name="512 x 512">
            <a:extLst xmlns:a="http://schemas.openxmlformats.org/drawingml/2006/main">
              <a:ext uri="{FF2B5EF4-FFF2-40B4-BE49-F238E27FC236}">
                <a16:creationId xmlns:a16="http://schemas.microsoft.com/office/drawing/2014/main" id="{ECBBB42B-8106-4592-B0AD-EAD7C79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533650"/>
            <a:ext cx="82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512 x 512</a:t>
            </a:r>
          </a:p>
        </p:txBody>
      </p:sp>
      <p:sp>
        <p:nvSpPr>
          <p:cNvPr id="178" name="In-panel attribute 256 x 512">
            <a:extLst xmlns:a="http://schemas.openxmlformats.org/drawingml/2006/main">
              <a:ext uri="{FF2B5EF4-FFF2-40B4-BE49-F238E27FC236}">
                <a16:creationId xmlns:a16="http://schemas.microsoft.com/office/drawing/2014/main" id="{95ED0A56-9ECB-497A-9A22-09646BF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247775"/>
            <a:ext cx="838200" cy="314325"/>
          </a:xfrm>
          <a:custGeom xmlns:a="http://schemas.openxmlformats.org/drawingml/2006/main">
            <a:pathLst>
              <a:path w="838200" h="314325">
                <a:moveTo>
                  <a:pt x="0" y="0"/>
                </a:moveTo>
                <a:lnTo>
                  <a:pt x="838200" y="0"/>
                </a:lnTo>
                <a:lnTo>
                  <a:pt x="838200" y="314325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2934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9" name="256 x 512">
            <a:extLst xmlns:a="http://schemas.openxmlformats.org/drawingml/2006/main">
              <a:ext uri="{FF2B5EF4-FFF2-40B4-BE49-F238E27FC236}">
                <a16:creationId xmlns:a16="http://schemas.microsoft.com/office/drawing/2014/main" id="{AFF42B91-A929-4D05-B503-990AFB25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12954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256 x 512</a:t>
            </a:r>
          </a:p>
        </p:txBody>
      </p:sp>
      <p:sp>
        <p:nvSpPr>
          <p:cNvPr id="180" name="Syn. 1">
            <a:extLst xmlns:a="http://schemas.openxmlformats.org/drawingml/2006/main">
              <a:ext uri="{FF2B5EF4-FFF2-40B4-BE49-F238E27FC236}">
                <a16:creationId xmlns:a16="http://schemas.microsoft.com/office/drawing/2014/main" id="{2EBED856-F8AB-434C-9DB0-0D0884D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42875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1" name="Syn. 2">
            <a:extLst xmlns:a="http://schemas.openxmlformats.org/drawingml/2006/main">
              <a:ext uri="{FF2B5EF4-FFF2-40B4-BE49-F238E27FC236}">
                <a16:creationId xmlns:a16="http://schemas.microsoft.com/office/drawing/2014/main" id="{87D1507A-01E9-4E5A-BE00-E99445A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8096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82" name="Syn. 3">
            <a:extLst xmlns:a="http://schemas.openxmlformats.org/drawingml/2006/main">
              <a:ext uri="{FF2B5EF4-FFF2-40B4-BE49-F238E27FC236}">
                <a16:creationId xmlns:a16="http://schemas.microsoft.com/office/drawing/2014/main" id="{8ECC02A8-868C-40EA-8439-BF92C766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31146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83" name="Real">
            <a:extLst xmlns:a="http://schemas.openxmlformats.org/drawingml/2006/main">
              <a:ext uri="{FF2B5EF4-FFF2-40B4-BE49-F238E27FC236}">
                <a16:creationId xmlns:a16="http://schemas.microsoft.com/office/drawing/2014/main" id="{481654F5-1725-4A79-8793-FEF4803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207645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84" name="Syn. 1">
            <a:extLst xmlns:a="http://schemas.openxmlformats.org/drawingml/2006/main">
              <a:ext uri="{FF2B5EF4-FFF2-40B4-BE49-F238E27FC236}">
                <a16:creationId xmlns:a16="http://schemas.microsoft.com/office/drawing/2014/main" id="{89FB0D07-13AF-4075-A5DD-DE7C4514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42875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5" name="Syn. 2">
            <a:extLst xmlns:a="http://schemas.openxmlformats.org/drawingml/2006/main">
              <a:ext uri="{FF2B5EF4-FFF2-40B4-BE49-F238E27FC236}">
                <a16:creationId xmlns:a16="http://schemas.microsoft.com/office/drawing/2014/main" id="{225E28D7-D82F-4BEE-AE52-6BEAA99A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8096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86" name="Syn. 3">
            <a:extLst xmlns:a="http://schemas.openxmlformats.org/drawingml/2006/main">
              <a:ext uri="{FF2B5EF4-FFF2-40B4-BE49-F238E27FC236}">
                <a16:creationId xmlns:a16="http://schemas.microsoft.com/office/drawing/2014/main" id="{C9F3974D-4647-4488-A1F6-D81C067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1146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87" name="Real">
            <a:extLst xmlns:a="http://schemas.openxmlformats.org/drawingml/2006/main">
              <a:ext uri="{FF2B5EF4-FFF2-40B4-BE49-F238E27FC236}">
                <a16:creationId xmlns:a16="http://schemas.microsoft.com/office/drawing/2014/main" id="{5777EFE4-63AF-4162-88F6-2201D143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20859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88" name="Syn. 1">
            <a:extLst xmlns:a="http://schemas.openxmlformats.org/drawingml/2006/main">
              <a:ext uri="{FF2B5EF4-FFF2-40B4-BE49-F238E27FC236}">
                <a16:creationId xmlns:a16="http://schemas.microsoft.com/office/drawing/2014/main" id="{A69B516F-1A8C-48F6-B6E2-D134AB25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4192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89" name="Syn. 2">
            <a:extLst xmlns:a="http://schemas.openxmlformats.org/drawingml/2006/main">
              <a:ext uri="{FF2B5EF4-FFF2-40B4-BE49-F238E27FC236}">
                <a16:creationId xmlns:a16="http://schemas.microsoft.com/office/drawing/2014/main" id="{C060D59E-F7B1-4B87-80F8-F9B0734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8096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90" name="Syn. 3">
            <a:extLst xmlns:a="http://schemas.openxmlformats.org/drawingml/2006/main">
              <a:ext uri="{FF2B5EF4-FFF2-40B4-BE49-F238E27FC236}">
                <a16:creationId xmlns:a16="http://schemas.microsoft.com/office/drawing/2014/main" id="{DA479B1B-E7C6-4D7A-9701-0D48E557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31146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91" name="Real">
            <a:extLst xmlns:a="http://schemas.openxmlformats.org/drawingml/2006/main">
              <a:ext uri="{FF2B5EF4-FFF2-40B4-BE49-F238E27FC236}">
                <a16:creationId xmlns:a16="http://schemas.microsoft.com/office/drawing/2014/main" id="{71C356D8-D76B-47D6-9772-7509B469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0859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92" name="Syn. 1">
            <a:extLst xmlns:a="http://schemas.openxmlformats.org/drawingml/2006/main">
              <a:ext uri="{FF2B5EF4-FFF2-40B4-BE49-F238E27FC236}">
                <a16:creationId xmlns:a16="http://schemas.microsoft.com/office/drawing/2014/main" id="{75122238-62F5-44CF-9205-18C01A54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5325" y="14192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1</a:t>
            </a:r>
          </a:p>
        </p:txBody>
      </p:sp>
      <p:sp>
        <p:nvSpPr>
          <p:cNvPr id="193" name="Syn. 2">
            <a:extLst xmlns:a="http://schemas.openxmlformats.org/drawingml/2006/main">
              <a:ext uri="{FF2B5EF4-FFF2-40B4-BE49-F238E27FC236}">
                <a16:creationId xmlns:a16="http://schemas.microsoft.com/office/drawing/2014/main" id="{AD38CEF1-1F89-4B10-BC6C-B3A2D076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8096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2</a:t>
            </a:r>
          </a:p>
        </p:txBody>
      </p:sp>
      <p:sp>
        <p:nvSpPr>
          <p:cNvPr id="194" name="Syn. 3">
            <a:extLst xmlns:a="http://schemas.openxmlformats.org/drawingml/2006/main">
              <a:ext uri="{FF2B5EF4-FFF2-40B4-BE49-F238E27FC236}">
                <a16:creationId xmlns:a16="http://schemas.microsoft.com/office/drawing/2014/main" id="{80C115F9-4B93-4820-A491-C018F73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1650" y="31146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 3</a:t>
            </a:r>
          </a:p>
        </p:txBody>
      </p:sp>
      <p:sp>
        <p:nvSpPr>
          <p:cNvPr id="195" name="Real">
            <a:extLst xmlns:a="http://schemas.openxmlformats.org/drawingml/2006/main">
              <a:ext uri="{FF2B5EF4-FFF2-40B4-BE49-F238E27FC236}">
                <a16:creationId xmlns:a16="http://schemas.microsoft.com/office/drawing/2014/main" id="{9C071CEF-8A33-4C28-9832-DE04F82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20859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96" name="Aligned">
            <a:extLst xmlns:a="http://schemas.openxmlformats.org/drawingml/2006/main">
              <a:ext uri="{FF2B5EF4-FFF2-40B4-BE49-F238E27FC236}">
                <a16:creationId xmlns:a16="http://schemas.microsoft.com/office/drawing/2014/main" id="{3EEE3423-4377-49A2-AA15-E093094C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925" y="181927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97" name="Syn.">
            <a:extLst xmlns:a="http://schemas.openxmlformats.org/drawingml/2006/main">
              <a:ext uri="{FF2B5EF4-FFF2-40B4-BE49-F238E27FC236}">
                <a16:creationId xmlns:a16="http://schemas.microsoft.com/office/drawing/2014/main" id="{308DD99D-DB74-4578-B639-6DC3C68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2038350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Syn.</a:t>
            </a:r>
          </a:p>
        </p:txBody>
      </p:sp>
      <p:sp>
        <p:nvSpPr>
          <p:cNvPr id="198" name="Decision Boundary Trained on Syn. 1">
            <a:extLst xmlns:a="http://schemas.openxmlformats.org/drawingml/2006/main">
              <a:ext uri="{FF2B5EF4-FFF2-40B4-BE49-F238E27FC236}">
                <a16:creationId xmlns:a16="http://schemas.microsoft.com/office/drawing/2014/main" id="{B05D7A0B-E0D8-4BA9-AEDE-C6E5FA8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44805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 1</a:t>
            </a:r>
          </a:p>
        </p:txBody>
      </p:sp>
      <p:sp>
        <p:nvSpPr>
          <p:cNvPr id="199" name="Format Bias">
            <a:extLst xmlns:a="http://schemas.openxmlformats.org/drawingml/2006/main">
              <a:ext uri="{FF2B5EF4-FFF2-40B4-BE49-F238E27FC236}">
                <a16:creationId xmlns:a16="http://schemas.microsoft.com/office/drawing/2014/main" id="{88E22961-0895-41BE-AADD-978308E6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657600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 Bias</a:t>
            </a:r>
          </a:p>
        </p:txBody>
      </p:sp>
      <p:sp>
        <p:nvSpPr>
          <p:cNvPr id="200" name="Decision Boundary Trained on Syn.2">
            <a:extLst xmlns:a="http://schemas.openxmlformats.org/drawingml/2006/main">
              <a:ext uri="{FF2B5EF4-FFF2-40B4-BE49-F238E27FC236}">
                <a16:creationId xmlns:a16="http://schemas.microsoft.com/office/drawing/2014/main" id="{449C4AFF-E5B8-4529-8CEE-25C054F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3448050"/>
            <a:ext cx="2914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Syn.2</a:t>
            </a:r>
          </a:p>
        </p:txBody>
      </p:sp>
      <p:sp>
        <p:nvSpPr>
          <p:cNvPr id="201" name="Content Bias">
            <a:extLst xmlns:a="http://schemas.openxmlformats.org/drawingml/2006/main">
              <a:ext uri="{FF2B5EF4-FFF2-40B4-BE49-F238E27FC236}">
                <a16:creationId xmlns:a16="http://schemas.microsoft.com/office/drawing/2014/main" id="{CF33372B-5964-4996-B73C-7CA09C1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3657600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 Bias</a:t>
            </a:r>
          </a:p>
        </p:txBody>
      </p:sp>
      <p:sp>
        <p:nvSpPr>
          <p:cNvPr id="202" name="Decision Boundary Trained on Syn. 3">
            <a:extLst xmlns:a="http://schemas.openxmlformats.org/drawingml/2006/main">
              <a:ext uri="{FF2B5EF4-FFF2-40B4-BE49-F238E27FC236}">
                <a16:creationId xmlns:a16="http://schemas.microsoft.com/office/drawing/2014/main" id="{A7A8DA6D-D947-485B-A058-D464292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448050"/>
            <a:ext cx="3152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Syn. 3</a:t>
            </a:r>
          </a:p>
        </p:txBody>
      </p:sp>
      <p:sp>
        <p:nvSpPr>
          <p:cNvPr id="203" name="Resolution Bias">
            <a:extLst xmlns:a="http://schemas.openxmlformats.org/drawingml/2006/main">
              <a:ext uri="{FF2B5EF4-FFF2-40B4-BE49-F238E27FC236}">
                <a16:creationId xmlns:a16="http://schemas.microsoft.com/office/drawing/2014/main" id="{67B56CDD-6B06-44B1-BCFB-BFCA9D0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657600"/>
            <a:ext cx="3152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Bias</a:t>
            </a:r>
          </a:p>
        </p:txBody>
      </p:sp>
      <p:sp>
        <p:nvSpPr>
          <p:cNvPr id="204" name="Decision Boundary Trained on Aligned Syn.">
            <a:extLst xmlns:a="http://schemas.openxmlformats.org/drawingml/2006/main">
              <a:ext uri="{FF2B5EF4-FFF2-40B4-BE49-F238E27FC236}">
                <a16:creationId xmlns:a16="http://schemas.microsoft.com/office/drawing/2014/main" id="{4A564C5C-2127-4615-B507-C25F9BB2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675" y="3448050"/>
            <a:ext cx="3629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Boundary Trained on Aligned Syn.</a:t>
            </a:r>
          </a:p>
        </p:txBody>
      </p:sp>
      <p:sp>
        <p:nvSpPr>
          <p:cNvPr id="205" name="No Bias">
            <a:extLst xmlns:a="http://schemas.openxmlformats.org/drawingml/2006/main">
              <a:ext uri="{FF2B5EF4-FFF2-40B4-BE49-F238E27FC236}">
                <a16:creationId xmlns:a16="http://schemas.microsoft.com/office/drawing/2014/main" id="{FC625BD1-BD07-4FE6-AAB4-600AB6C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675" y="3657600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Bias</a:t>
            </a:r>
          </a:p>
        </p:txBody>
      </p:sp>
    </p:spTree>
    <p:extLst>
      <p:ext uri="{BB962C8B-B14F-4D97-AF65-F5344CB8AC3E}">
        <p14:creationId xmlns:p14="http://schemas.microsoft.com/office/powerpoint/2010/main" val="45858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2026-10-14T11:53:01.4490000Z</dcterms:created>
  <dcterms:modified xsi:type="dcterms:W3CDTF">2026-10-14T11:53:01.4490000Z</dcterms:modified>
</coreProperties>
</file>