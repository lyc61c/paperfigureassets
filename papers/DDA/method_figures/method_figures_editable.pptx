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0bdaf032ea4f98" /><Relationship Type="http://schemas.openxmlformats.org/officeDocument/2006/relationships/extended-properties" Target="/docProps/app.xml" Id="Rb461cf6663db4c78" /><Relationship Type="http://schemas.openxmlformats.org/officeDocument/2006/relationships/officeDocument" Target="/ppt/presentation.xml" Id="R391cd12b9fc444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dbdeae56a34704"/>
  </p:sldMasterIdLst>
  <p:notesMasterIdLst>
    <p:notesMasterId xmlns:r="http://schemas.openxmlformats.org/officeDocument/2006/relationships" r:id="R286b61157fd34ff9"/>
  </p:notesMasterIdLst>
  <p:sldIdLst>
    <p:sldId xmlns:r="http://schemas.openxmlformats.org/officeDocument/2006/relationships" id="256" r:id="Rdd16177faf404086"/>
    <p:sldId xmlns:r="http://schemas.openxmlformats.org/officeDocument/2006/relationships" id="257" r:id="R24bd545da7524eeb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b4113454874496" /><Relationship Type="http://schemas.openxmlformats.org/officeDocument/2006/relationships/slideMaster" Target="/ppt/slideMasters/slideMaster1.xml" Id="R11dbdeae56a34704" /><Relationship Type="http://schemas.openxmlformats.org/officeDocument/2006/relationships/notesMaster" Target="/ppt/notesMasters/notesMaster1.xml" Id="R286b61157fd34ff9" /><Relationship Type="http://schemas.openxmlformats.org/officeDocument/2006/relationships/presProps" Target="/ppt/presProps.xml" Id="R421610d5e16e47fe" /><Relationship Type="http://schemas.openxmlformats.org/officeDocument/2006/relationships/tableStyles" Target="/ppt/tableStyles.xml" Id="R4fbb6724de8e4f40" /><Relationship Type="http://schemas.openxmlformats.org/officeDocument/2006/relationships/slide" Target="/ppt/slides/slide1.xml" Id="Rdd16177faf404086" /><Relationship Type="http://schemas.openxmlformats.org/officeDocument/2006/relationships/slide" Target="/ppt/slides/slide2.xml" Id="R24bd545da7524e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d6a41ff96742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85b9b76c094540" /><Relationship Type="http://schemas.openxmlformats.org/officeDocument/2006/relationships/notesMaster" Target="/ppt/notesMasters/notesMaster1.xml" Id="R583a1147d33f42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2b750fd4ad4403" /><Relationship Type="http://schemas.openxmlformats.org/officeDocument/2006/relationships/notesMaster" Target="/ppt/notesMasters/notesMaster1.xml" Id="Rce83583177fa42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Dataset Biases in AI-generated Image Detection</a:t>
            </a:r>
          </a:p>
          <a:p xmlns:a="http://schemas.openxmlformats.org/drawingml/2006/main">
            <a:r>
              <a:t>Source: https://arxiv.org/abs/2505.14359</a:t>
            </a:r>
          </a:p>
          <a:p xmlns:a="http://schemas.openxmlformats.org/drawingml/2006/main">
            <a:r>
              <a:t>Approved image: image1.png; SHA-256: 676f5d63077d24624b63251b740dcdbe8b993104c23c05c38c9ad20275871388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(5), whose internal pixels are not editable.</a:t>
            </a:r>
          </a:p>
          <a:p xmlns:a="http://schemas.openxmlformats.org/drawingml/2006/main">
            <a:r>
              <a:t>Font substitution: source PDF families mapped to Arial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Decision Boundaries under Dual Data Alignment</a:t>
            </a:r>
          </a:p>
          <a:p xmlns:a="http://schemas.openxmlformats.org/drawingml/2006/main">
            <a:r>
              <a:t>Source: https://arxiv.org/abs/2505.14359</a:t>
            </a:r>
          </a:p>
          <a:p xmlns:a="http://schemas.openxmlformats.org/drawingml/2006/main">
            <a:r>
              <a:t>Approved image: image2.png; SHA-256: 093bccb09cccd82d9399bce06442438098ebbe448f8febbd3c94aec5c393b55f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(0), whose internal pixels are not editable.</a:t>
            </a:r>
          </a:p>
          <a:p xmlns:a="http://schemas.openxmlformats.org/drawingml/2006/main">
            <a:r>
              <a:t>Font substitution: source PDF families mapped to Arial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e85b8ecf824ec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cd522988d1439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8fac9f2e814c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49054eb1e14a5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7af52b213044d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d466c0979846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C1B018-7DAE-4BF1-93CA-E557A005EF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C84124D-3EEB-4995-A55C-AAFBB8E4E01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332B3E9-BB9B-4101-A860-8350802304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4999C0-0181-49E4-9AC5-1278C602A4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CA73E09-CE36-43A2-A139-D21CEBA61D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D5C8318-AC28-46AE-8D9E-8BE5FBA33B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B2BA00-7701-4C7E-AF8E-14BAF20A07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38C1BD8-AC6B-4840-BD4C-5875B561F16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2994CD-295D-47AB-A3EC-779A905CC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58818C-66A0-448F-8501-0F55F6FEC0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2efd0289b84c86" /><Relationship Type="http://schemas.openxmlformats.org/officeDocument/2006/relationships/slideLayout" Target="/ppt/slideLayouts/slideLayout1.xml" Id="Rf915db49ba3b4a3b" /><Relationship Type="http://schemas.openxmlformats.org/officeDocument/2006/relationships/slideLayout" Target="/ppt/slideLayouts/slideLayout2.xml" Id="Rdd249e9f575645b5" /><Relationship Type="http://schemas.openxmlformats.org/officeDocument/2006/relationships/slideLayout" Target="/ppt/slideLayouts/slideLayout3.xml" Id="R17983aec37c74533" /><Relationship Type="http://schemas.openxmlformats.org/officeDocument/2006/relationships/slideLayout" Target="/ppt/slideLayouts/slideLayout4.xml" Id="R95d019ca5b38434f" /><Relationship Type="http://schemas.openxmlformats.org/officeDocument/2006/relationships/slideLayout" Target="/ppt/slideLayouts/slideLayout5.xml" Id="R15b5761c664b458b" /><Relationship Type="http://schemas.openxmlformats.org/officeDocument/2006/relationships/slideLayout" Target="/ppt/slideLayouts/slideLayout6.xml" Id="R819363349d0841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15db49ba3b4a3b"/>
    <p:sldLayoutId xmlns:r="http://schemas.openxmlformats.org/officeDocument/2006/relationships" id="2147483650" r:id="Rdd249e9f575645b5"/>
    <p:sldLayoutId xmlns:r="http://schemas.openxmlformats.org/officeDocument/2006/relationships" id="2147483651" r:id="R17983aec37c74533"/>
    <p:sldLayoutId xmlns:r="http://schemas.openxmlformats.org/officeDocument/2006/relationships" id="2147483652" r:id="R95d019ca5b38434f"/>
    <p:sldLayoutId xmlns:r="http://schemas.openxmlformats.org/officeDocument/2006/relationships" id="2147483653" r:id="R15b5761c664b458b"/>
    <p:sldLayoutId xmlns:r="http://schemas.openxmlformats.org/officeDocument/2006/relationships" id="2147483654" r:id="R819363349d0841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775f0ade19462d" /><Relationship Type="http://schemas.openxmlformats.org/officeDocument/2006/relationships/image" Target="/ppt/media/image.png" Id="R2707ddfb138944ae" /><Relationship Type="http://schemas.openxmlformats.org/officeDocument/2006/relationships/image" Target="/ppt/media/image2.png" Id="R3a5bf5336a644796" /><Relationship Type="http://schemas.openxmlformats.org/officeDocument/2006/relationships/image" Target="/ppt/media/image3.png" Id="R84085cb94fcf416c" /><Relationship Type="http://schemas.openxmlformats.org/officeDocument/2006/relationships/image" Target="/ppt/media/image4.png" Id="R6c1863929d264cfd" /><Relationship Type="http://schemas.openxmlformats.org/officeDocument/2006/relationships/image" Target="/ppt/media/image5.png" Id="R9dcb68192fbc4e1b" /><Relationship Type="http://schemas.openxmlformats.org/officeDocument/2006/relationships/notesSlide" Target="/ppt/notesSlides/notesSlide1.xml" Id="Rcf3af1e92a1640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8e6cf727a1471d" /><Relationship Type="http://schemas.openxmlformats.org/officeDocument/2006/relationships/notesSlide" Target="/ppt/notesSlides/notesSlide2.xml" Id="R659af0ffc4e346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eal image panel">
            <a:extLst xmlns:a="http://schemas.openxmlformats.org/drawingml/2006/main">
              <a:ext uri="{FF2B5EF4-FFF2-40B4-BE49-F238E27FC236}">
                <a16:creationId xmlns:a16="http://schemas.microsoft.com/office/drawing/2014/main" id="{9FD69330-783D-4F09-9E8A-87CBC14A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562" y="160279"/>
            <a:ext cx="6178028" cy="4269251"/>
          </a:xfrm>
          <a:custGeom xmlns:a="http://schemas.openxmlformats.org/drawingml/2006/main">
            <a:pathLst>
              <a:path w="4038600" h="2790825">
                <a:moveTo>
                  <a:pt x="133350" y="0"/>
                </a:moveTo>
                <a:lnTo>
                  <a:pt x="3905250" y="0"/>
                </a:lnTo>
                <a:cubicBezTo>
                  <a:pt x="3978897" y="0"/>
                  <a:pt x="4038600" y="59703"/>
                  <a:pt x="4038600" y="133350"/>
                </a:cubicBezTo>
                <a:lnTo>
                  <a:pt x="4038600" y="2657475"/>
                </a:lnTo>
                <a:cubicBezTo>
                  <a:pt x="4038600" y="2731122"/>
                  <a:pt x="3978897" y="2790825"/>
                  <a:pt x="3905250" y="2790825"/>
                </a:cubicBezTo>
                <a:lnTo>
                  <a:pt x="133350" y="2790825"/>
                </a:lnTo>
                <a:cubicBezTo>
                  <a:pt x="59703" y="2790825"/>
                  <a:pt x="0" y="2731122"/>
                  <a:pt x="0" y="26574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72854">
            <a:solidFill>
              <a:srgbClr val="ADC6D5"/>
            </a:solidFill>
            <a:prstDash val="dash"/>
          </a:ln>
        </p:spPr>
      </p:sp>
      <p:sp>
        <p:nvSpPr>
          <p:cNvPr id="2" name="Synthetic image panel">
            <a:extLst xmlns:a="http://schemas.openxmlformats.org/drawingml/2006/main">
              <a:ext uri="{FF2B5EF4-FFF2-40B4-BE49-F238E27FC236}">
                <a16:creationId xmlns:a16="http://schemas.microsoft.com/office/drawing/2014/main" id="{2690EDC9-83B5-41DD-A622-1232E2AE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693" y="160279"/>
            <a:ext cx="6236312" cy="4269251"/>
          </a:xfrm>
          <a:custGeom xmlns:a="http://schemas.openxmlformats.org/drawingml/2006/main">
            <a:pathLst>
              <a:path w="4076700" h="2790825">
                <a:moveTo>
                  <a:pt x="133350" y="0"/>
                </a:moveTo>
                <a:lnTo>
                  <a:pt x="3943350" y="0"/>
                </a:lnTo>
                <a:cubicBezTo>
                  <a:pt x="4016997" y="0"/>
                  <a:pt x="4076700" y="59703"/>
                  <a:pt x="4076700" y="133350"/>
                </a:cubicBezTo>
                <a:lnTo>
                  <a:pt x="4076700" y="2657475"/>
                </a:lnTo>
                <a:cubicBezTo>
                  <a:pt x="4076700" y="2731122"/>
                  <a:pt x="4016997" y="2790825"/>
                  <a:pt x="3943350" y="2790825"/>
                </a:cubicBezTo>
                <a:lnTo>
                  <a:pt x="133350" y="2790825"/>
                </a:lnTo>
                <a:cubicBezTo>
                  <a:pt x="59703" y="2790825"/>
                  <a:pt x="0" y="2731122"/>
                  <a:pt x="0" y="26574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72854">
            <a:solidFill>
              <a:srgbClr val="ADC6D5"/>
            </a:solidFill>
            <a:prstDash val="dash"/>
          </a:ln>
        </p:spPr>
      </p:sp>
      <p:sp>
        <p:nvSpPr>
          <p:cNvPr id="3" name="Comparison continuation">
            <a:extLst xmlns:a="http://schemas.openxmlformats.org/drawingml/2006/main">
              <a:ext uri="{FF2B5EF4-FFF2-40B4-BE49-F238E27FC236}">
                <a16:creationId xmlns:a16="http://schemas.microsoft.com/office/drawing/2014/main" id="{91037958-9C77-401B-9959-0EAF03E7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562" y="4516955"/>
            <a:ext cx="6178028" cy="1092812"/>
          </a:xfrm>
          <a:custGeom xmlns:a="http://schemas.openxmlformats.org/drawingml/2006/main">
            <a:pathLst>
              <a:path w="4038600" h="714375">
                <a:moveTo>
                  <a:pt x="114300" y="0"/>
                </a:moveTo>
                <a:lnTo>
                  <a:pt x="3924300" y="0"/>
                </a:lnTo>
                <a:cubicBezTo>
                  <a:pt x="3987426" y="0"/>
                  <a:pt x="4038600" y="51174"/>
                  <a:pt x="4038600" y="114300"/>
                </a:cubicBezTo>
                <a:lnTo>
                  <a:pt x="4038600" y="600075"/>
                </a:lnTo>
                <a:cubicBezTo>
                  <a:pt x="4038600" y="663201"/>
                  <a:pt x="3987426" y="714375"/>
                  <a:pt x="3924300" y="714375"/>
                </a:cubicBezTo>
                <a:lnTo>
                  <a:pt x="114300" y="714375"/>
                </a:lnTo>
                <a:cubicBezTo>
                  <a:pt x="51174" y="714375"/>
                  <a:pt x="0" y="663201"/>
                  <a:pt x="0" y="6000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FAFBFC"/>
          </a:solidFill>
          <a:ln xmlns:a="http://schemas.openxmlformats.org/drawingml/2006/main" w="72854">
            <a:solidFill>
              <a:srgbClr val="E1EBF0"/>
            </a:solidFill>
            <a:prstDash val="dash"/>
          </a:ln>
        </p:spPr>
      </p:sp>
      <p:sp>
        <p:nvSpPr>
          <p:cNvPr id="4" name="Synthetic continuation">
            <a:extLst xmlns:a="http://schemas.openxmlformats.org/drawingml/2006/main">
              <a:ext uri="{FF2B5EF4-FFF2-40B4-BE49-F238E27FC236}">
                <a16:creationId xmlns:a16="http://schemas.microsoft.com/office/drawing/2014/main" id="{320BB89B-B10B-4C6D-8028-BA22F0FB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693" y="4516955"/>
            <a:ext cx="6236312" cy="1092812"/>
          </a:xfrm>
          <a:custGeom xmlns:a="http://schemas.openxmlformats.org/drawingml/2006/main">
            <a:pathLst>
              <a:path w="4076700" h="714375">
                <a:moveTo>
                  <a:pt x="114300" y="0"/>
                </a:moveTo>
                <a:lnTo>
                  <a:pt x="3962400" y="0"/>
                </a:lnTo>
                <a:cubicBezTo>
                  <a:pt x="4025526" y="0"/>
                  <a:pt x="4076700" y="51174"/>
                  <a:pt x="4076700" y="114300"/>
                </a:cubicBezTo>
                <a:lnTo>
                  <a:pt x="4076700" y="600075"/>
                </a:lnTo>
                <a:cubicBezTo>
                  <a:pt x="4076700" y="663201"/>
                  <a:pt x="4025526" y="714375"/>
                  <a:pt x="3962400" y="714375"/>
                </a:cubicBezTo>
                <a:lnTo>
                  <a:pt x="114300" y="714375"/>
                </a:lnTo>
                <a:cubicBezTo>
                  <a:pt x="51174" y="714375"/>
                  <a:pt x="0" y="663201"/>
                  <a:pt x="0" y="6000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FAFBFC"/>
          </a:solidFill>
          <a:ln xmlns:a="http://schemas.openxmlformats.org/drawingml/2006/main" w="72854">
            <a:solidFill>
              <a:srgbClr val="E1EBF0"/>
            </a:solidFill>
            <a:prstDash val="dash"/>
          </a:ln>
        </p:spPr>
      </p:sp>
      <p:sp>
        <p:nvSpPr>
          <p:cNvPr id="5" name="Bias examples panel">
            <a:extLst xmlns:a="http://schemas.openxmlformats.org/drawingml/2006/main">
              <a:ext uri="{FF2B5EF4-FFF2-40B4-BE49-F238E27FC236}">
                <a16:creationId xmlns:a16="http://schemas.microsoft.com/office/drawing/2014/main" id="{81A6B6F1-17BC-40C0-943E-7553E85F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991" y="5566054"/>
            <a:ext cx="13361443" cy="4487813"/>
          </a:xfrm>
          <a:custGeom xmlns:a="http://schemas.openxmlformats.org/drawingml/2006/main">
            <a:pathLst>
              <a:path w="8734425" h="2933700">
                <a:moveTo>
                  <a:pt x="190500" y="0"/>
                </a:moveTo>
                <a:lnTo>
                  <a:pt x="8543925" y="0"/>
                </a:lnTo>
                <a:cubicBezTo>
                  <a:pt x="8649135" y="0"/>
                  <a:pt x="8734425" y="85290"/>
                  <a:pt x="8734425" y="190500"/>
                </a:cubicBezTo>
                <a:lnTo>
                  <a:pt x="8734425" y="2743200"/>
                </a:lnTo>
                <a:cubicBezTo>
                  <a:pt x="8734425" y="2848410"/>
                  <a:pt x="8649135" y="2933700"/>
                  <a:pt x="8543925" y="2933700"/>
                </a:cubicBezTo>
                <a:lnTo>
                  <a:pt x="190500" y="2933700"/>
                </a:lnTo>
                <a:cubicBezTo>
                  <a:pt x="85290" y="2933700"/>
                  <a:pt x="0" y="2848410"/>
                  <a:pt x="0" y="27432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F8E8E1"/>
          </a:solidFill>
          <a:ln xmlns:a="http://schemas.openxmlformats.org/drawingml/2006/main" w="58283">
            <a:solidFill>
              <a:srgbClr val="BABABA"/>
            </a:solidFill>
            <a:prstDash val="dash"/>
          </a:ln>
        </p:spPr>
      </p:sp>
      <p:sp>
        <p:nvSpPr>
          <p:cNvPr id="6" name="Real Image">
            <a:extLst xmlns:a="http://schemas.openxmlformats.org/drawingml/2006/main">
              <a:ext uri="{FF2B5EF4-FFF2-40B4-BE49-F238E27FC236}">
                <a16:creationId xmlns:a16="http://schemas.microsoft.com/office/drawing/2014/main" id="{151B1442-F3F1-43F1-A816-C6897A1D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4052" y="451695"/>
            <a:ext cx="2768456" cy="61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4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4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4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 Image</a:t>
            </a:r>
          </a:p>
        </p:txBody>
      </p:sp>
      <p:sp>
        <p:nvSpPr>
          <p:cNvPr id="7" name="Synthetic Image">
            <a:extLst xmlns:a="http://schemas.openxmlformats.org/drawingml/2006/main">
              <a:ext uri="{FF2B5EF4-FFF2-40B4-BE49-F238E27FC236}">
                <a16:creationId xmlns:a16="http://schemas.microsoft.com/office/drawing/2014/main" id="{B2A4F17D-DA9F-4B14-A429-B3040A58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03775" y="582833"/>
            <a:ext cx="3715559" cy="61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4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4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4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Synthetic Image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506F2-3246-4069-8F00-5B9A48F878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7ddfb138944ae"/>
          <a:stretch xmlns:a="http://schemas.openxmlformats.org/drawingml/2006/main"/>
        </p:blipFill>
        <p:spPr>
          <a:xfrm xmlns:a="http://schemas.openxmlformats.org/drawingml/2006/main">
            <a:off x="3454094" y="1092812"/>
            <a:ext cx="2287619" cy="2972448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2FD0A-35EA-4ADB-A2AF-4A563E5089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bf5336a644796"/>
          <a:stretch xmlns:a="http://schemas.openxmlformats.org/drawingml/2006/main"/>
        </p:blipFill>
        <p:spPr>
          <a:xfrm xmlns:a="http://schemas.openxmlformats.org/drawingml/2006/main">
            <a:off x="10477230" y="1471653"/>
            <a:ext cx="2506181" cy="2506181"/>
          </a:xfrm>
          <a:prstGeom xmlns:a="http://schemas.openxmlformats.org/drawingml/2006/main" prst="rect">
            <a:avLst/>
          </a:prstGeom>
        </p:spPr>
      </p:pic>
      <p:sp>
        <p:nvSpPr>
          <p:cNvPr id="10" name="Real format">
            <a:extLst xmlns:a="http://schemas.openxmlformats.org/drawingml/2006/main">
              <a:ext uri="{FF2B5EF4-FFF2-40B4-BE49-F238E27FC236}">
                <a16:creationId xmlns:a16="http://schemas.microsoft.com/office/drawing/2014/main" id="{DFB499FD-280A-4266-B38A-C5E4DE09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413" y="1209378"/>
            <a:ext cx="1690215" cy="801395"/>
          </a:xfrm>
          <a:custGeom xmlns:a="http://schemas.openxmlformats.org/drawingml/2006/main">
            <a:pathLst>
              <a:path w="1104900" h="523875">
                <a:moveTo>
                  <a:pt x="0" y="0"/>
                </a:moveTo>
                <a:lnTo>
                  <a:pt x="1104900" y="0"/>
                </a:lnTo>
                <a:lnTo>
                  <a:pt x="1104900" y="523875"/>
                </a:lnTo>
                <a:lnTo>
                  <a:pt x="0" y="523875"/>
                </a:lnTo>
                <a:close/>
              </a:path>
            </a:pathLst>
          </a:custGeom>
          <a:solidFill xmlns:a="http://schemas.openxmlformats.org/drawingml/2006/main">
            <a:srgbClr val="93BFD9"/>
          </a:solidFill>
          <a:ln xmlns:a="http://schemas.openxmlformats.org/drawingml/2006/main" w="14571">
            <a:noFill/>
            <a:prstDash val="solid"/>
          </a:ln>
        </p:spPr>
      </p:sp>
      <p:sp>
        <p:nvSpPr>
          <p:cNvPr id="11" name="JPEG">
            <a:extLst xmlns:a="http://schemas.openxmlformats.org/drawingml/2006/main">
              <a:ext uri="{FF2B5EF4-FFF2-40B4-BE49-F238E27FC236}">
                <a16:creationId xmlns:a16="http://schemas.microsoft.com/office/drawing/2014/main" id="{740781AD-4D27-41AA-AE41-94A9A04D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0555" y="1384228"/>
            <a:ext cx="1631932" cy="626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54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754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54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JPEG</a:t>
            </a:r>
          </a:p>
        </p:txBody>
      </p:sp>
      <p:sp>
        <p:nvSpPr>
          <p:cNvPr id="12" name="Real semantics">
            <a:extLst xmlns:a="http://schemas.openxmlformats.org/drawingml/2006/main">
              <a:ext uri="{FF2B5EF4-FFF2-40B4-BE49-F238E27FC236}">
                <a16:creationId xmlns:a16="http://schemas.microsoft.com/office/drawing/2014/main" id="{0E114AAC-5C95-45D4-8D8F-F0CFAC7C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413" y="2185623"/>
            <a:ext cx="1690215" cy="815966"/>
          </a:xfrm>
          <a:custGeom xmlns:a="http://schemas.openxmlformats.org/drawingml/2006/main">
            <a:pathLst>
              <a:path w="1104900" h="533400">
                <a:moveTo>
                  <a:pt x="0" y="0"/>
                </a:moveTo>
                <a:lnTo>
                  <a:pt x="1104900" y="0"/>
                </a:lnTo>
                <a:lnTo>
                  <a:pt x="1104900" y="533400"/>
                </a:lnTo>
                <a:lnTo>
                  <a:pt x="0" y="533400"/>
                </a:lnTo>
                <a:close/>
              </a:path>
            </a:pathLst>
          </a:custGeom>
          <a:solidFill xmlns:a="http://schemas.openxmlformats.org/drawingml/2006/main">
            <a:srgbClr val="C8D6EB"/>
          </a:solidFill>
          <a:ln xmlns:a="http://schemas.openxmlformats.org/drawingml/2006/main" w="14571">
            <a:noFill/>
            <a:prstDash val="solid"/>
          </a:ln>
        </p:spPr>
      </p:sp>
      <p:sp>
        <p:nvSpPr>
          <p:cNvPr id="13" name="Dog">
            <a:extLst xmlns:a="http://schemas.openxmlformats.org/drawingml/2006/main">
              <a:ext uri="{FF2B5EF4-FFF2-40B4-BE49-F238E27FC236}">
                <a16:creationId xmlns:a16="http://schemas.microsoft.com/office/drawing/2014/main" id="{87D3EBF2-C351-4DD7-9EF7-64A082A9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0555" y="2360473"/>
            <a:ext cx="1631932" cy="641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54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754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54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Dog</a:t>
            </a:r>
          </a:p>
        </p:txBody>
      </p:sp>
      <p:sp>
        <p:nvSpPr>
          <p:cNvPr id="14" name="Real resolution">
            <a:extLst xmlns:a="http://schemas.openxmlformats.org/drawingml/2006/main">
              <a:ext uri="{FF2B5EF4-FFF2-40B4-BE49-F238E27FC236}">
                <a16:creationId xmlns:a16="http://schemas.microsoft.com/office/drawing/2014/main" id="{41A0EF33-2086-4E72-8B2B-49083982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413" y="3176439"/>
            <a:ext cx="1704786" cy="801395"/>
          </a:xfrm>
          <a:custGeom xmlns:a="http://schemas.openxmlformats.org/drawingml/2006/main">
            <a:pathLst>
              <a:path w="1114425" h="523875">
                <a:moveTo>
                  <a:pt x="0" y="0"/>
                </a:moveTo>
                <a:lnTo>
                  <a:pt x="1114425" y="0"/>
                </a:lnTo>
                <a:lnTo>
                  <a:pt x="1114425" y="523875"/>
                </a:lnTo>
                <a:lnTo>
                  <a:pt x="0" y="523875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4571">
            <a:noFill/>
            <a:prstDash val="solid"/>
          </a:ln>
        </p:spPr>
      </p:sp>
      <p:sp>
        <p:nvSpPr>
          <p:cNvPr id="15" name="256 x 512">
            <a:extLst xmlns:a="http://schemas.openxmlformats.org/drawingml/2006/main">
              <a:ext uri="{FF2B5EF4-FFF2-40B4-BE49-F238E27FC236}">
                <a16:creationId xmlns:a16="http://schemas.microsoft.com/office/drawing/2014/main" id="{D9D778F8-1984-45EA-AB0F-341BBB0B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0555" y="3351289"/>
            <a:ext cx="1646503" cy="626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54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754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54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256 x 512</a:t>
            </a:r>
          </a:p>
        </p:txBody>
      </p:sp>
      <p:sp>
        <p:nvSpPr>
          <p:cNvPr id="16" name="Synthetic format">
            <a:extLst xmlns:a="http://schemas.openxmlformats.org/drawingml/2006/main">
              <a:ext uri="{FF2B5EF4-FFF2-40B4-BE49-F238E27FC236}">
                <a16:creationId xmlns:a16="http://schemas.microsoft.com/office/drawing/2014/main" id="{28FCB1E5-D4EE-4E8C-9EAD-B0D544C5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2253" y="1355086"/>
            <a:ext cx="1704786" cy="801395"/>
          </a:xfrm>
          <a:custGeom xmlns:a="http://schemas.openxmlformats.org/drawingml/2006/main">
            <a:pathLst>
              <a:path w="1114425" h="523875">
                <a:moveTo>
                  <a:pt x="0" y="0"/>
                </a:moveTo>
                <a:lnTo>
                  <a:pt x="1114425" y="0"/>
                </a:lnTo>
                <a:lnTo>
                  <a:pt x="1114425" y="523875"/>
                </a:lnTo>
                <a:lnTo>
                  <a:pt x="0" y="523875"/>
                </a:lnTo>
                <a:close/>
              </a:path>
            </a:pathLst>
          </a:custGeom>
          <a:solidFill xmlns:a="http://schemas.openxmlformats.org/drawingml/2006/main">
            <a:srgbClr val="93BFD9"/>
          </a:solidFill>
          <a:ln xmlns:a="http://schemas.openxmlformats.org/drawingml/2006/main" w="14571">
            <a:noFill/>
            <a:prstDash val="solid"/>
          </a:ln>
        </p:spPr>
      </p:sp>
      <p:sp>
        <p:nvSpPr>
          <p:cNvPr id="17" name="PNG">
            <a:extLst xmlns:a="http://schemas.openxmlformats.org/drawingml/2006/main">
              <a:ext uri="{FF2B5EF4-FFF2-40B4-BE49-F238E27FC236}">
                <a16:creationId xmlns:a16="http://schemas.microsoft.com/office/drawing/2014/main" id="{EA951DF5-F065-4A02-B449-CDDA6010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91394" y="1529936"/>
            <a:ext cx="1646503" cy="626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54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754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54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PNG</a:t>
            </a:r>
          </a:p>
        </p:txBody>
      </p:sp>
      <p:sp>
        <p:nvSpPr>
          <p:cNvPr id="18" name="Synthetic semantics">
            <a:extLst xmlns:a="http://schemas.openxmlformats.org/drawingml/2006/main">
              <a:ext uri="{FF2B5EF4-FFF2-40B4-BE49-F238E27FC236}">
                <a16:creationId xmlns:a16="http://schemas.microsoft.com/office/drawing/2014/main" id="{F9ABDE22-172A-48B0-8B5B-F99EB931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2253" y="2316761"/>
            <a:ext cx="1704786" cy="801395"/>
          </a:xfrm>
          <a:custGeom xmlns:a="http://schemas.openxmlformats.org/drawingml/2006/main">
            <a:pathLst>
              <a:path w="1114425" h="523875">
                <a:moveTo>
                  <a:pt x="0" y="0"/>
                </a:moveTo>
                <a:lnTo>
                  <a:pt x="1114425" y="0"/>
                </a:lnTo>
                <a:lnTo>
                  <a:pt x="1114425" y="523875"/>
                </a:lnTo>
                <a:lnTo>
                  <a:pt x="0" y="523875"/>
                </a:lnTo>
                <a:close/>
              </a:path>
            </a:pathLst>
          </a:custGeom>
          <a:solidFill xmlns:a="http://schemas.openxmlformats.org/drawingml/2006/main">
            <a:srgbClr val="C8D6EB"/>
          </a:solidFill>
          <a:ln xmlns:a="http://schemas.openxmlformats.org/drawingml/2006/main" w="14571">
            <a:noFill/>
            <a:prstDash val="solid"/>
          </a:ln>
        </p:spPr>
      </p:sp>
      <p:sp>
        <p:nvSpPr>
          <p:cNvPr id="19" name="Cat">
            <a:extLst xmlns:a="http://schemas.openxmlformats.org/drawingml/2006/main">
              <a:ext uri="{FF2B5EF4-FFF2-40B4-BE49-F238E27FC236}">
                <a16:creationId xmlns:a16="http://schemas.microsoft.com/office/drawing/2014/main" id="{79D1DFD0-04C7-4662-A987-C4A6490D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91394" y="2491610"/>
            <a:ext cx="1646503" cy="626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54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754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54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Cat</a:t>
            </a:r>
          </a:p>
        </p:txBody>
      </p:sp>
      <p:sp>
        <p:nvSpPr>
          <p:cNvPr id="20" name="Synthetic resolution">
            <a:extLst xmlns:a="http://schemas.openxmlformats.org/drawingml/2006/main">
              <a:ext uri="{FF2B5EF4-FFF2-40B4-BE49-F238E27FC236}">
                <a16:creationId xmlns:a16="http://schemas.microsoft.com/office/drawing/2014/main" id="{DAA72656-6477-4007-B9CF-DA15DF3E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2253" y="3307576"/>
            <a:ext cx="1704786" cy="801395"/>
          </a:xfrm>
          <a:custGeom xmlns:a="http://schemas.openxmlformats.org/drawingml/2006/main">
            <a:pathLst>
              <a:path w="1114425" h="523875">
                <a:moveTo>
                  <a:pt x="0" y="0"/>
                </a:moveTo>
                <a:lnTo>
                  <a:pt x="1114425" y="0"/>
                </a:lnTo>
                <a:lnTo>
                  <a:pt x="1114425" y="523875"/>
                </a:lnTo>
                <a:lnTo>
                  <a:pt x="0" y="523875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4571">
            <a:noFill/>
            <a:prstDash val="solid"/>
          </a:ln>
        </p:spPr>
      </p:sp>
      <p:sp>
        <p:nvSpPr>
          <p:cNvPr id="21" name="512 x 512">
            <a:extLst xmlns:a="http://schemas.openxmlformats.org/drawingml/2006/main">
              <a:ext uri="{FF2B5EF4-FFF2-40B4-BE49-F238E27FC236}">
                <a16:creationId xmlns:a16="http://schemas.microsoft.com/office/drawing/2014/main" id="{26309A38-4D47-4CA7-A1F2-EC10F608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91394" y="3482426"/>
            <a:ext cx="1646503" cy="626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54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754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54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512 x 512</a:t>
            </a:r>
          </a:p>
        </p:txBody>
      </p:sp>
      <p:sp>
        <p:nvSpPr>
          <p:cNvPr id="22" name="Bias downward dashed stem">
            <a:extLst xmlns:a="http://schemas.openxmlformats.org/drawingml/2006/main">
              <a:ext uri="{FF2B5EF4-FFF2-40B4-BE49-F238E27FC236}">
                <a16:creationId xmlns:a16="http://schemas.microsoft.com/office/drawing/2014/main" id="{E5A39831-F02D-47D2-9EA5-08198F94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181" y="4983221"/>
            <a:ext cx="191" cy="874249"/>
          </a:xfrm>
          <a:custGeom xmlns:a="http://schemas.openxmlformats.org/drawingml/2006/main">
            <a:pathLst>
              <a:path w="191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 xmlns:a="http://schemas.openxmlformats.org/drawingml/2006/main"/>
          <a:ln xmlns:a="http://schemas.openxmlformats.org/drawingml/2006/main" w="72854">
            <a:solidFill>
              <a:srgbClr val="000000"/>
            </a:solidFill>
            <a:prstDash val="dash"/>
          </a:ln>
        </p:spPr>
      </p:sp>
      <p:sp>
        <p:nvSpPr>
          <p:cNvPr id="23" name="Bias arrowhead">
            <a:extLst xmlns:a="http://schemas.openxmlformats.org/drawingml/2006/main">
              <a:ext uri="{FF2B5EF4-FFF2-40B4-BE49-F238E27FC236}">
                <a16:creationId xmlns:a16="http://schemas.microsoft.com/office/drawing/2014/main" id="{3EC40D67-9D72-420D-B2EC-9F4C60BD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043" y="5857470"/>
            <a:ext cx="262275" cy="262275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85725" y="171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571">
            <a:noFill/>
            <a:prstDash val="solid"/>
          </a:ln>
        </p:spPr>
      </p:sp>
      <p:sp>
        <p:nvSpPr>
          <p:cNvPr id="24" name="Bias downward dashed stem">
            <a:extLst xmlns:a="http://schemas.openxmlformats.org/drawingml/2006/main">
              <a:ext uri="{FF2B5EF4-FFF2-40B4-BE49-F238E27FC236}">
                <a16:creationId xmlns:a16="http://schemas.microsoft.com/office/drawing/2014/main" id="{20EC67A8-9F37-4F10-9A11-9F0CF3BE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427" y="4983221"/>
            <a:ext cx="191" cy="874249"/>
          </a:xfrm>
          <a:custGeom xmlns:a="http://schemas.openxmlformats.org/drawingml/2006/main">
            <a:pathLst>
              <a:path w="191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 xmlns:a="http://schemas.openxmlformats.org/drawingml/2006/main"/>
          <a:ln xmlns:a="http://schemas.openxmlformats.org/drawingml/2006/main" w="72854">
            <a:solidFill>
              <a:srgbClr val="000000"/>
            </a:solidFill>
            <a:prstDash val="dash"/>
          </a:ln>
        </p:spPr>
      </p:sp>
      <p:sp>
        <p:nvSpPr>
          <p:cNvPr id="25" name="Bias arrowhead">
            <a:extLst xmlns:a="http://schemas.openxmlformats.org/drawingml/2006/main">
              <a:ext uri="{FF2B5EF4-FFF2-40B4-BE49-F238E27FC236}">
                <a16:creationId xmlns:a16="http://schemas.microsoft.com/office/drawing/2014/main" id="{4C34FA27-0440-4429-A545-59F99FFC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90" y="5857470"/>
            <a:ext cx="262275" cy="262275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85725" y="171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571">
            <a:noFill/>
            <a:prstDash val="solid"/>
          </a:ln>
        </p:spPr>
      </p:sp>
      <p:sp>
        <p:nvSpPr>
          <p:cNvPr id="26" name="Bias downward dashed stem">
            <a:extLst xmlns:a="http://schemas.openxmlformats.org/drawingml/2006/main">
              <a:ext uri="{FF2B5EF4-FFF2-40B4-BE49-F238E27FC236}">
                <a16:creationId xmlns:a16="http://schemas.microsoft.com/office/drawing/2014/main" id="{F9297492-6427-4B44-8D64-08888AE0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6244" y="4983221"/>
            <a:ext cx="191" cy="874249"/>
          </a:xfrm>
          <a:custGeom xmlns:a="http://schemas.openxmlformats.org/drawingml/2006/main">
            <a:pathLst>
              <a:path w="191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 xmlns:a="http://schemas.openxmlformats.org/drawingml/2006/main"/>
          <a:ln xmlns:a="http://schemas.openxmlformats.org/drawingml/2006/main" w="72854">
            <a:solidFill>
              <a:srgbClr val="000000"/>
            </a:solidFill>
            <a:prstDash val="dash"/>
          </a:ln>
        </p:spPr>
      </p:sp>
      <p:sp>
        <p:nvSpPr>
          <p:cNvPr id="27" name="Bias arrowhead">
            <a:extLst xmlns:a="http://schemas.openxmlformats.org/drawingml/2006/main">
              <a:ext uri="{FF2B5EF4-FFF2-40B4-BE49-F238E27FC236}">
                <a16:creationId xmlns:a16="http://schemas.microsoft.com/office/drawing/2014/main" id="{F88BECB5-0CF7-403F-80EF-3816917D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5107" y="5857470"/>
            <a:ext cx="262275" cy="262275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85725" y="171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571">
            <a:noFill/>
            <a:prstDash val="solid"/>
          </a:ln>
        </p:spPr>
      </p:sp>
      <p:sp>
        <p:nvSpPr>
          <p:cNvPr id="28" name="Format Bias">
            <a:extLst xmlns:a="http://schemas.openxmlformats.org/drawingml/2006/main">
              <a:ext uri="{FF2B5EF4-FFF2-40B4-BE49-F238E27FC236}">
                <a16:creationId xmlns:a16="http://schemas.microsoft.com/office/drawing/2014/main" id="{8829BB92-544B-45FA-A62D-1363E621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8944" y="6148887"/>
            <a:ext cx="2637319" cy="61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4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Format Bias</a:t>
            </a:r>
          </a:p>
        </p:txBody>
      </p:sp>
      <p:sp>
        <p:nvSpPr>
          <p:cNvPr id="29" name="Semantic Bias">
            <a:extLst xmlns:a="http://schemas.openxmlformats.org/drawingml/2006/main">
              <a:ext uri="{FF2B5EF4-FFF2-40B4-BE49-F238E27FC236}">
                <a16:creationId xmlns:a16="http://schemas.microsoft.com/office/drawing/2014/main" id="{E0575F94-A9A1-443E-BA30-B2858D2F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6199" y="6148887"/>
            <a:ext cx="2987018" cy="61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4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Semantic Bias</a:t>
            </a:r>
          </a:p>
        </p:txBody>
      </p:sp>
      <p:sp>
        <p:nvSpPr>
          <p:cNvPr id="30" name="Size Bias">
            <a:extLst xmlns:a="http://schemas.openxmlformats.org/drawingml/2006/main">
              <a:ext uri="{FF2B5EF4-FFF2-40B4-BE49-F238E27FC236}">
                <a16:creationId xmlns:a16="http://schemas.microsoft.com/office/drawing/2014/main" id="{9610F3C1-08ED-4490-9F37-752CAA57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77424" y="6148887"/>
            <a:ext cx="2069057" cy="61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4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Size Bias</a:t>
            </a:r>
          </a:p>
        </p:txBody>
      </p:sp>
      <p:sp>
        <p:nvSpPr>
          <p:cNvPr id="31" name="Format bias example">
            <a:extLst xmlns:a="http://schemas.openxmlformats.org/drawingml/2006/main">
              <a:ext uri="{FF2B5EF4-FFF2-40B4-BE49-F238E27FC236}">
                <a16:creationId xmlns:a16="http://schemas.microsoft.com/office/drawing/2014/main" id="{2395F684-3F29-4D7D-8892-ACB6B424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978" y="6760861"/>
            <a:ext cx="3992405" cy="2433327"/>
          </a:xfrm>
          <a:custGeom xmlns:a="http://schemas.openxmlformats.org/drawingml/2006/main">
            <a:pathLst>
              <a:path w="2609850" h="1590675">
                <a:moveTo>
                  <a:pt x="0" y="0"/>
                </a:moveTo>
                <a:lnTo>
                  <a:pt x="2609850" y="0"/>
                </a:lnTo>
                <a:lnTo>
                  <a:pt x="2609850" y="1590675"/>
                </a:lnTo>
                <a:lnTo>
                  <a:pt x="0" y="1590675"/>
                </a:lnTo>
                <a:close/>
              </a:path>
            </a:pathLst>
          </a:custGeom>
          <a:solidFill xmlns:a="http://schemas.openxmlformats.org/drawingml/2006/main">
            <a:srgbClr val="C9D6DF"/>
          </a:solidFill>
          <a:ln xmlns:a="http://schemas.openxmlformats.org/drawingml/2006/main" w="29142">
            <a:solidFill>
              <a:srgbClr val="BD8FC9"/>
            </a:solidFill>
            <a:prstDash val="solid"/>
          </a:ln>
        </p:spPr>
      </p:sp>
      <p:sp>
        <p:nvSpPr>
          <p:cNvPr id="32" name="Semantic bias example">
            <a:extLst xmlns:a="http://schemas.openxmlformats.org/drawingml/2006/main">
              <a:ext uri="{FF2B5EF4-FFF2-40B4-BE49-F238E27FC236}">
                <a16:creationId xmlns:a16="http://schemas.microsoft.com/office/drawing/2014/main" id="{EAEC09BA-83A9-41CE-AD48-AC31B735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4225" y="6760861"/>
            <a:ext cx="4006976" cy="2433327"/>
          </a:xfrm>
          <a:custGeom xmlns:a="http://schemas.openxmlformats.org/drawingml/2006/main">
            <a:pathLst>
              <a:path w="2619375" h="1590675">
                <a:moveTo>
                  <a:pt x="0" y="0"/>
                </a:moveTo>
                <a:lnTo>
                  <a:pt x="2619375" y="0"/>
                </a:lnTo>
                <a:lnTo>
                  <a:pt x="2619375" y="1590675"/>
                </a:lnTo>
                <a:lnTo>
                  <a:pt x="0" y="1590675"/>
                </a:lnTo>
                <a:close/>
              </a:path>
            </a:pathLst>
          </a:custGeom>
          <a:solidFill xmlns:a="http://schemas.openxmlformats.org/drawingml/2006/main">
            <a:srgbClr val="DEDDE6"/>
          </a:solidFill>
          <a:ln xmlns:a="http://schemas.openxmlformats.org/drawingml/2006/main" w="29142">
            <a:solidFill>
              <a:srgbClr val="CDDAD4"/>
            </a:solidFill>
            <a:prstDash val="solid"/>
          </a:ln>
        </p:spPr>
      </p:sp>
      <p:sp>
        <p:nvSpPr>
          <p:cNvPr id="33" name="Size bias example">
            <a:extLst xmlns:a="http://schemas.openxmlformats.org/drawingml/2006/main">
              <a:ext uri="{FF2B5EF4-FFF2-40B4-BE49-F238E27FC236}">
                <a16:creationId xmlns:a16="http://schemas.microsoft.com/office/drawing/2014/main" id="{0D356B46-6EF6-4733-8908-7E98E30E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0042" y="6746290"/>
            <a:ext cx="4006976" cy="2433327"/>
          </a:xfrm>
          <a:custGeom xmlns:a="http://schemas.openxmlformats.org/drawingml/2006/main">
            <a:pathLst>
              <a:path w="2619375" h="1590675">
                <a:moveTo>
                  <a:pt x="0" y="0"/>
                </a:moveTo>
                <a:lnTo>
                  <a:pt x="2619375" y="0"/>
                </a:lnTo>
                <a:lnTo>
                  <a:pt x="2619375" y="1590675"/>
                </a:lnTo>
                <a:lnTo>
                  <a:pt x="0" y="1590675"/>
                </a:lnTo>
                <a:close/>
              </a:path>
            </a:pathLst>
          </a:custGeom>
          <a:solidFill xmlns:a="http://schemas.openxmlformats.org/drawingml/2006/main">
            <a:srgbClr val="928BB6"/>
          </a:solidFill>
          <a:ln xmlns:a="http://schemas.openxmlformats.org/drawingml/2006/main" w="29142">
            <a:solidFill>
              <a:srgbClr val="BA80CB"/>
            </a:solidFill>
            <a:prstDash val="solid"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72A511-0B4E-477D-95EB-21A208341B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085cb94fcf416c"/>
          <a:stretch xmlns:a="http://schemas.openxmlformats.org/drawingml/2006/main"/>
        </p:blipFill>
        <p:spPr>
          <a:xfrm xmlns:a="http://schemas.openxmlformats.org/drawingml/2006/main">
            <a:off x="3016970" y="7168844"/>
            <a:ext cx="1573649" cy="1588220"/>
          </a:xfrm>
          <a:prstGeom xmlns:a="http://schemas.openxmlformats.org/drawingml/2006/main" prst="rect">
            <a:avLst/>
          </a:prstGeom>
        </p:spPr>
      </p:pic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CEBC80-8046-489F-9A46-FAF2A2323A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863929d264cfd"/>
          <a:stretch xmlns:a="http://schemas.openxmlformats.org/drawingml/2006/main"/>
        </p:blipFill>
        <p:spPr>
          <a:xfrm xmlns:a="http://schemas.openxmlformats.org/drawingml/2006/main">
            <a:off x="7475641" y="7183415"/>
            <a:ext cx="1573649" cy="1588220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247042-4EE6-4874-9102-2550DAF1B0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b68192fbc4e1b"/>
          <a:stretch xmlns:a="http://schemas.openxmlformats.org/drawingml/2006/main"/>
        </p:blipFill>
        <p:spPr>
          <a:xfrm xmlns:a="http://schemas.openxmlformats.org/drawingml/2006/main">
            <a:off x="11832317" y="7052278"/>
            <a:ext cx="1457082" cy="1923348"/>
          </a:xfrm>
          <a:prstGeom xmlns:a="http://schemas.openxmlformats.org/drawingml/2006/main" prst="rect">
            <a:avLst/>
          </a:prstGeom>
        </p:spPr>
      </p:pic>
      <p:sp>
        <p:nvSpPr>
          <p:cNvPr id="37" name="Format label">
            <a:extLst xmlns:a="http://schemas.openxmlformats.org/drawingml/2006/main">
              <a:ext uri="{FF2B5EF4-FFF2-40B4-BE49-F238E27FC236}">
                <a16:creationId xmlns:a16="http://schemas.microsoft.com/office/drawing/2014/main" id="{A8C51659-A2F9-455E-8722-4DD976A5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035" y="7562256"/>
            <a:ext cx="1675644" cy="801395"/>
          </a:xfrm>
          <a:custGeom xmlns:a="http://schemas.openxmlformats.org/drawingml/2006/main">
            <a:pathLst>
              <a:path w="1095375" h="523875">
                <a:moveTo>
                  <a:pt x="0" y="0"/>
                </a:moveTo>
                <a:lnTo>
                  <a:pt x="1095375" y="0"/>
                </a:lnTo>
                <a:lnTo>
                  <a:pt x="1095375" y="523875"/>
                </a:lnTo>
                <a:lnTo>
                  <a:pt x="0" y="523875"/>
                </a:lnTo>
                <a:close/>
              </a:path>
            </a:pathLst>
          </a:custGeom>
          <a:solidFill xmlns:a="http://schemas.openxmlformats.org/drawingml/2006/main">
            <a:srgbClr val="93BFD9"/>
          </a:solidFill>
          <a:ln xmlns:a="http://schemas.openxmlformats.org/drawingml/2006/main" w="14571">
            <a:noFill/>
            <a:prstDash val="solid"/>
          </a:ln>
        </p:spPr>
      </p:sp>
      <p:sp>
        <p:nvSpPr>
          <p:cNvPr id="38" name="JPEG">
            <a:extLst xmlns:a="http://schemas.openxmlformats.org/drawingml/2006/main">
              <a:ext uri="{FF2B5EF4-FFF2-40B4-BE49-F238E27FC236}">
                <a16:creationId xmlns:a16="http://schemas.microsoft.com/office/drawing/2014/main" id="{A420F9F7-BF6B-4581-AD74-EE0CB21D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1176" y="7737106"/>
            <a:ext cx="1617361" cy="626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54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754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54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JPEG</a:t>
            </a:r>
          </a:p>
        </p:txBody>
      </p:sp>
      <p:sp>
        <p:nvSpPr>
          <p:cNvPr id="39" name="Semantic label">
            <a:extLst xmlns:a="http://schemas.openxmlformats.org/drawingml/2006/main">
              <a:ext uri="{FF2B5EF4-FFF2-40B4-BE49-F238E27FC236}">
                <a16:creationId xmlns:a16="http://schemas.microsoft.com/office/drawing/2014/main" id="{97FB7DC2-73B8-4BFA-82DA-1AC96894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564" y="7576827"/>
            <a:ext cx="1675644" cy="786824"/>
          </a:xfrm>
          <a:custGeom xmlns:a="http://schemas.openxmlformats.org/drawingml/2006/main">
            <a:pathLst>
              <a:path w="1095375" h="514350">
                <a:moveTo>
                  <a:pt x="0" y="0"/>
                </a:moveTo>
                <a:lnTo>
                  <a:pt x="1095375" y="0"/>
                </a:lnTo>
                <a:lnTo>
                  <a:pt x="1095375" y="514350"/>
                </a:lnTo>
                <a:lnTo>
                  <a:pt x="0" y="514350"/>
                </a:lnTo>
                <a:close/>
              </a:path>
            </a:pathLst>
          </a:custGeom>
          <a:solidFill xmlns:a="http://schemas.openxmlformats.org/drawingml/2006/main">
            <a:srgbClr val="C8D6EB"/>
          </a:solidFill>
          <a:ln xmlns:a="http://schemas.openxmlformats.org/drawingml/2006/main" w="14571">
            <a:noFill/>
            <a:prstDash val="solid"/>
          </a:ln>
        </p:spPr>
      </p:sp>
      <p:sp>
        <p:nvSpPr>
          <p:cNvPr id="40" name="Dog">
            <a:extLst xmlns:a="http://schemas.openxmlformats.org/drawingml/2006/main">
              <a:ext uri="{FF2B5EF4-FFF2-40B4-BE49-F238E27FC236}">
                <a16:creationId xmlns:a16="http://schemas.microsoft.com/office/drawing/2014/main" id="{D78752E9-54DD-463D-806C-9BA270E0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0706" y="7751677"/>
            <a:ext cx="1617361" cy="61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54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754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54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Dog</a:t>
            </a:r>
          </a:p>
        </p:txBody>
      </p:sp>
      <p:sp>
        <p:nvSpPr>
          <p:cNvPr id="41" name="Size label">
            <a:extLst xmlns:a="http://schemas.openxmlformats.org/drawingml/2006/main">
              <a:ext uri="{FF2B5EF4-FFF2-40B4-BE49-F238E27FC236}">
                <a16:creationId xmlns:a16="http://schemas.microsoft.com/office/drawing/2014/main" id="{EEA893B6-3C7C-4471-AB12-3FF63352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28" y="7562256"/>
            <a:ext cx="1690215" cy="801395"/>
          </a:xfrm>
          <a:custGeom xmlns:a="http://schemas.openxmlformats.org/drawingml/2006/main">
            <a:pathLst>
              <a:path w="1104900" h="523875">
                <a:moveTo>
                  <a:pt x="0" y="0"/>
                </a:moveTo>
                <a:lnTo>
                  <a:pt x="1104900" y="0"/>
                </a:lnTo>
                <a:lnTo>
                  <a:pt x="1104900" y="523875"/>
                </a:lnTo>
                <a:lnTo>
                  <a:pt x="0" y="523875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4571">
            <a:noFill/>
            <a:prstDash val="solid"/>
          </a:ln>
        </p:spPr>
      </p:sp>
      <p:sp>
        <p:nvSpPr>
          <p:cNvPr id="42" name="256 x 512">
            <a:extLst xmlns:a="http://schemas.openxmlformats.org/drawingml/2006/main">
              <a:ext uri="{FF2B5EF4-FFF2-40B4-BE49-F238E27FC236}">
                <a16:creationId xmlns:a16="http://schemas.microsoft.com/office/drawing/2014/main" id="{2C7DA8D8-6CE6-4276-B7CB-B4B90213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3669" y="7737106"/>
            <a:ext cx="1631932" cy="626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54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754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54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256 x 512</a:t>
            </a:r>
          </a:p>
        </p:txBody>
      </p:sp>
      <p:sp>
        <p:nvSpPr>
          <p:cNvPr id="43" name="All synthetic images are mistakenly classified as REAL">
            <a:extLst xmlns:a="http://schemas.openxmlformats.org/drawingml/2006/main">
              <a:ext uri="{FF2B5EF4-FFF2-40B4-BE49-F238E27FC236}">
                <a16:creationId xmlns:a16="http://schemas.microsoft.com/office/drawing/2014/main" id="{9AD88DDE-B09E-44B4-9160-618EF1C4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1798" y="9369038"/>
            <a:ext cx="10461850" cy="599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7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 synthetic images are mistakenly classified as REAL</a:t>
            </a:r>
          </a:p>
        </p:txBody>
      </p:sp>
      <p:sp>
        <p:nvSpPr>
          <p:cNvPr id="44" name="Misclassification red cross">
            <a:extLst xmlns:a="http://schemas.openxmlformats.org/drawingml/2006/main">
              <a:ext uri="{FF2B5EF4-FFF2-40B4-BE49-F238E27FC236}">
                <a16:creationId xmlns:a16="http://schemas.microsoft.com/office/drawing/2014/main" id="{9850051F-3D70-44E5-919C-D5B8516E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8219" y="9412751"/>
            <a:ext cx="349700" cy="3497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228600"/>
                </a:lnTo>
                <a:moveTo>
                  <a:pt x="22860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87425">
            <a:solidFill>
              <a:srgbClr val="F000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265592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6" name="Dataset descriptor header">
            <a:extLst xmlns:a="http://schemas.openxmlformats.org/drawingml/2006/main">
              <a:ext uri="{FF2B5EF4-FFF2-40B4-BE49-F238E27FC236}">
                <a16:creationId xmlns:a16="http://schemas.microsoft.com/office/drawing/2014/main" id="{6568BDA1-A054-4114-B021-31CB3E10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11" y="2959776"/>
            <a:ext cx="3549243" cy="641296"/>
          </a:xfrm>
          <a:custGeom xmlns:a="http://schemas.openxmlformats.org/drawingml/2006/main">
            <a:pathLst>
              <a:path w="3057525" h="552450">
                <a:moveTo>
                  <a:pt x="0" y="0"/>
                </a:moveTo>
                <a:lnTo>
                  <a:pt x="3057525" y="0"/>
                </a:lnTo>
                <a:lnTo>
                  <a:pt x="3057525" y="552450"/>
                </a:lnTo>
                <a:lnTo>
                  <a:pt x="0" y="5524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114">
            <a:solidFill>
              <a:srgbClr val="000000"/>
            </a:solidFill>
            <a:prstDash val="dash"/>
          </a:ln>
        </p:spPr>
      </p:sp>
      <p:sp>
        <p:nvSpPr>
          <p:cNvPr id="2" name="Syn.1">
            <a:extLst xmlns:a="http://schemas.openxmlformats.org/drawingml/2006/main">
              <a:ext uri="{FF2B5EF4-FFF2-40B4-BE49-F238E27FC236}">
                <a16:creationId xmlns:a16="http://schemas.microsoft.com/office/drawing/2014/main" id="{440AAB21-F046-44AA-B934-A430BDDA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796" y="3015060"/>
            <a:ext cx="685524" cy="497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Syn.1</a:t>
            </a:r>
          </a:p>
        </p:txBody>
      </p:sp>
      <p:sp>
        <p:nvSpPr>
          <p:cNvPr id="3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97302FF7-5B43-4CCB-A3FF-CC1CAA22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19" y="3092458"/>
            <a:ext cx="740808" cy="375932"/>
          </a:xfrm>
          <a:custGeom xmlns:a="http://schemas.openxmlformats.org/drawingml/2006/main">
            <a:pathLst>
              <a:path w="638175" h="323850">
                <a:moveTo>
                  <a:pt x="0" y="0"/>
                </a:moveTo>
                <a:lnTo>
                  <a:pt x="638175" y="0"/>
                </a:lnTo>
                <a:lnTo>
                  <a:pt x="638175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93BFD9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4" name="PNG">
            <a:extLst xmlns:a="http://schemas.openxmlformats.org/drawingml/2006/main">
              <a:ext uri="{FF2B5EF4-FFF2-40B4-BE49-F238E27FC236}">
                <a16:creationId xmlns:a16="http://schemas.microsoft.com/office/drawing/2014/main" id="{64506F73-DBFB-478A-AFC8-4133F6F7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319" y="3147742"/>
            <a:ext cx="740808" cy="32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6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PNG</a:t>
            </a:r>
          </a:p>
        </p:txBody>
      </p:sp>
      <p:sp>
        <p:nvSpPr>
          <p:cNvPr id="5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C5FC701E-5C2A-4AA1-9C9F-93855425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95" y="3092458"/>
            <a:ext cx="751865" cy="375932"/>
          </a:xfrm>
          <a:custGeom xmlns:a="http://schemas.openxmlformats.org/drawingml/2006/main">
            <a:pathLst>
              <a:path w="647700" h="323850">
                <a:moveTo>
                  <a:pt x="0" y="0"/>
                </a:moveTo>
                <a:lnTo>
                  <a:pt x="647700" y="0"/>
                </a:lnTo>
                <a:lnTo>
                  <a:pt x="647700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C8D6EB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6" name="Dog">
            <a:extLst xmlns:a="http://schemas.openxmlformats.org/drawingml/2006/main">
              <a:ext uri="{FF2B5EF4-FFF2-40B4-BE49-F238E27FC236}">
                <a16:creationId xmlns:a16="http://schemas.microsoft.com/office/drawing/2014/main" id="{ECDFD6FB-F704-406B-84E5-E50EC10E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1695" y="3147742"/>
            <a:ext cx="751865" cy="32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6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Dog</a:t>
            </a:r>
          </a:p>
        </p:txBody>
      </p:sp>
      <p:sp>
        <p:nvSpPr>
          <p:cNvPr id="7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C08FE474-C272-422C-907F-2BD8BB6C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242" y="3092458"/>
            <a:ext cx="1006172" cy="375932"/>
          </a:xfrm>
          <a:custGeom xmlns:a="http://schemas.openxmlformats.org/drawingml/2006/main">
            <a:pathLst>
              <a:path w="866775" h="323850">
                <a:moveTo>
                  <a:pt x="0" y="0"/>
                </a:moveTo>
                <a:lnTo>
                  <a:pt x="866775" y="0"/>
                </a:lnTo>
                <a:lnTo>
                  <a:pt x="866775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8" name="512 x 512">
            <a:extLst xmlns:a="http://schemas.openxmlformats.org/drawingml/2006/main">
              <a:ext uri="{FF2B5EF4-FFF2-40B4-BE49-F238E27FC236}">
                <a16:creationId xmlns:a16="http://schemas.microsoft.com/office/drawing/2014/main" id="{461E2589-53DC-4254-9BB2-68DF394A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6242" y="3147742"/>
            <a:ext cx="1006172" cy="32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6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512 x 512</a:t>
            </a:r>
          </a:p>
        </p:txBody>
      </p:sp>
      <p:sp>
        <p:nvSpPr>
          <p:cNvPr id="9" name="Dataset descriptor header">
            <a:extLst xmlns:a="http://schemas.openxmlformats.org/drawingml/2006/main">
              <a:ext uri="{FF2B5EF4-FFF2-40B4-BE49-F238E27FC236}">
                <a16:creationId xmlns:a16="http://schemas.microsoft.com/office/drawing/2014/main" id="{76529DCD-D914-4B1D-9EA8-602C7A2B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152" y="2959776"/>
            <a:ext cx="3505016" cy="641296"/>
          </a:xfrm>
          <a:custGeom xmlns:a="http://schemas.openxmlformats.org/drawingml/2006/main">
            <a:pathLst>
              <a:path w="3019425" h="552450">
                <a:moveTo>
                  <a:pt x="0" y="0"/>
                </a:moveTo>
                <a:lnTo>
                  <a:pt x="3019425" y="0"/>
                </a:lnTo>
                <a:lnTo>
                  <a:pt x="3019425" y="552450"/>
                </a:lnTo>
                <a:lnTo>
                  <a:pt x="0" y="5524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114">
            <a:solidFill>
              <a:srgbClr val="000000"/>
            </a:solidFill>
            <a:prstDash val="dash"/>
          </a:ln>
        </p:spPr>
      </p:sp>
      <p:sp>
        <p:nvSpPr>
          <p:cNvPr id="10" name="Syn.2">
            <a:extLst xmlns:a="http://schemas.openxmlformats.org/drawingml/2006/main">
              <a:ext uri="{FF2B5EF4-FFF2-40B4-BE49-F238E27FC236}">
                <a16:creationId xmlns:a16="http://schemas.microsoft.com/office/drawing/2014/main" id="{C9659EC6-B19E-4E5A-BE5F-5D2826BA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1437" y="3015060"/>
            <a:ext cx="685524" cy="497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Syn.2</a:t>
            </a:r>
          </a:p>
        </p:txBody>
      </p:sp>
      <p:sp>
        <p:nvSpPr>
          <p:cNvPr id="11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A9C52326-F750-4A94-9C40-7E1A20A9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960" y="3092458"/>
            <a:ext cx="696580" cy="375932"/>
          </a:xfrm>
          <a:custGeom xmlns:a="http://schemas.openxmlformats.org/drawingml/2006/main">
            <a:pathLst>
              <a:path w="600075" h="323850">
                <a:moveTo>
                  <a:pt x="0" y="0"/>
                </a:moveTo>
                <a:lnTo>
                  <a:pt x="600075" y="0"/>
                </a:lnTo>
                <a:lnTo>
                  <a:pt x="600075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93BFD9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2" name="JPEG">
            <a:extLst xmlns:a="http://schemas.openxmlformats.org/drawingml/2006/main">
              <a:ext uri="{FF2B5EF4-FFF2-40B4-BE49-F238E27FC236}">
                <a16:creationId xmlns:a16="http://schemas.microsoft.com/office/drawing/2014/main" id="{E52830AD-B471-4FEE-BA73-4F75F8FF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6960" y="3147742"/>
            <a:ext cx="696580" cy="32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6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JPEG</a:t>
            </a:r>
          </a:p>
        </p:txBody>
      </p:sp>
      <p:sp>
        <p:nvSpPr>
          <p:cNvPr id="13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8A254CE1-0A46-4CE0-AF77-9C23DF4D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4109" y="3092458"/>
            <a:ext cx="751865" cy="375932"/>
          </a:xfrm>
          <a:custGeom xmlns:a="http://schemas.openxmlformats.org/drawingml/2006/main">
            <a:pathLst>
              <a:path w="647700" h="323850">
                <a:moveTo>
                  <a:pt x="0" y="0"/>
                </a:moveTo>
                <a:lnTo>
                  <a:pt x="647700" y="0"/>
                </a:lnTo>
                <a:lnTo>
                  <a:pt x="647700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C8D6EB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4" name="Cat">
            <a:extLst xmlns:a="http://schemas.openxmlformats.org/drawingml/2006/main">
              <a:ext uri="{FF2B5EF4-FFF2-40B4-BE49-F238E27FC236}">
                <a16:creationId xmlns:a16="http://schemas.microsoft.com/office/drawing/2014/main" id="{B85015C4-6F97-4E3C-9A16-B24A5E80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4109" y="3147742"/>
            <a:ext cx="751865" cy="32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6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Cat</a:t>
            </a:r>
          </a:p>
        </p:txBody>
      </p:sp>
      <p:sp>
        <p:nvSpPr>
          <p:cNvPr id="15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5C838F3E-68B0-496F-8274-1277BABD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8655" y="3092458"/>
            <a:ext cx="1006172" cy="375932"/>
          </a:xfrm>
          <a:custGeom xmlns:a="http://schemas.openxmlformats.org/drawingml/2006/main">
            <a:pathLst>
              <a:path w="866775" h="323850">
                <a:moveTo>
                  <a:pt x="0" y="0"/>
                </a:moveTo>
                <a:lnTo>
                  <a:pt x="866775" y="0"/>
                </a:lnTo>
                <a:lnTo>
                  <a:pt x="866775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6" name="256 x 512">
            <a:extLst xmlns:a="http://schemas.openxmlformats.org/drawingml/2006/main">
              <a:ext uri="{FF2B5EF4-FFF2-40B4-BE49-F238E27FC236}">
                <a16:creationId xmlns:a16="http://schemas.microsoft.com/office/drawing/2014/main" id="{8687366F-AE8D-45BF-846E-E093A7D0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8655" y="3147742"/>
            <a:ext cx="1006172" cy="32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6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256 x 512</a:t>
            </a:r>
          </a:p>
        </p:txBody>
      </p:sp>
      <p:sp>
        <p:nvSpPr>
          <p:cNvPr id="17" name="Dataset descriptor header">
            <a:extLst xmlns:a="http://schemas.openxmlformats.org/drawingml/2006/main">
              <a:ext uri="{FF2B5EF4-FFF2-40B4-BE49-F238E27FC236}">
                <a16:creationId xmlns:a16="http://schemas.microsoft.com/office/drawing/2014/main" id="{9E55E3B2-E89B-44D8-9B7E-A5E98F37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0680" y="2959776"/>
            <a:ext cx="3505016" cy="641296"/>
          </a:xfrm>
          <a:custGeom xmlns:a="http://schemas.openxmlformats.org/drawingml/2006/main">
            <a:pathLst>
              <a:path w="3019425" h="552450">
                <a:moveTo>
                  <a:pt x="0" y="0"/>
                </a:moveTo>
                <a:lnTo>
                  <a:pt x="3019425" y="0"/>
                </a:lnTo>
                <a:lnTo>
                  <a:pt x="3019425" y="552450"/>
                </a:lnTo>
                <a:lnTo>
                  <a:pt x="0" y="5524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114">
            <a:solidFill>
              <a:srgbClr val="000000"/>
            </a:solidFill>
            <a:prstDash val="dash"/>
          </a:ln>
        </p:spPr>
      </p:sp>
      <p:sp>
        <p:nvSpPr>
          <p:cNvPr id="18" name="Syn.3">
            <a:extLst xmlns:a="http://schemas.openxmlformats.org/drawingml/2006/main">
              <a:ext uri="{FF2B5EF4-FFF2-40B4-BE49-F238E27FC236}">
                <a16:creationId xmlns:a16="http://schemas.microsoft.com/office/drawing/2014/main" id="{5840B221-8F47-49DE-9D4F-445CFD35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5964" y="3015060"/>
            <a:ext cx="685524" cy="497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Syn.3</a:t>
            </a:r>
          </a:p>
        </p:txBody>
      </p:sp>
      <p:sp>
        <p:nvSpPr>
          <p:cNvPr id="19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AF3EDEE0-3978-4807-A6A3-5A216635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1487" y="3092458"/>
            <a:ext cx="696580" cy="375932"/>
          </a:xfrm>
          <a:custGeom xmlns:a="http://schemas.openxmlformats.org/drawingml/2006/main">
            <a:pathLst>
              <a:path w="600075" h="323850">
                <a:moveTo>
                  <a:pt x="0" y="0"/>
                </a:moveTo>
                <a:lnTo>
                  <a:pt x="600075" y="0"/>
                </a:lnTo>
                <a:lnTo>
                  <a:pt x="600075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93BFD9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20" name="PNG">
            <a:extLst xmlns:a="http://schemas.openxmlformats.org/drawingml/2006/main">
              <a:ext uri="{FF2B5EF4-FFF2-40B4-BE49-F238E27FC236}">
                <a16:creationId xmlns:a16="http://schemas.microsoft.com/office/drawing/2014/main" id="{8D8D01C4-8989-4A79-83FD-959B63EA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1487" y="3147742"/>
            <a:ext cx="696580" cy="32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6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PNG</a:t>
            </a:r>
          </a:p>
        </p:txBody>
      </p:sp>
      <p:sp>
        <p:nvSpPr>
          <p:cNvPr id="21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CAD9D191-1EB0-4EF0-B942-21082E5F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8636" y="3092458"/>
            <a:ext cx="751865" cy="375932"/>
          </a:xfrm>
          <a:custGeom xmlns:a="http://schemas.openxmlformats.org/drawingml/2006/main">
            <a:pathLst>
              <a:path w="647700" h="323850">
                <a:moveTo>
                  <a:pt x="0" y="0"/>
                </a:moveTo>
                <a:lnTo>
                  <a:pt x="647700" y="0"/>
                </a:lnTo>
                <a:lnTo>
                  <a:pt x="647700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C8D6EB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22" name="Dog">
            <a:extLst xmlns:a="http://schemas.openxmlformats.org/drawingml/2006/main">
              <a:ext uri="{FF2B5EF4-FFF2-40B4-BE49-F238E27FC236}">
                <a16:creationId xmlns:a16="http://schemas.microsoft.com/office/drawing/2014/main" id="{763C763F-8C6E-4E09-BCB9-723ECC52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8636" y="3147742"/>
            <a:ext cx="751865" cy="32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6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Dog</a:t>
            </a:r>
          </a:p>
        </p:txBody>
      </p:sp>
      <p:sp>
        <p:nvSpPr>
          <p:cNvPr id="23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FC865ABF-DAA7-4F6F-A19A-E30A72C9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83" y="3092458"/>
            <a:ext cx="1006172" cy="375932"/>
          </a:xfrm>
          <a:custGeom xmlns:a="http://schemas.openxmlformats.org/drawingml/2006/main">
            <a:pathLst>
              <a:path w="866775" h="323850">
                <a:moveTo>
                  <a:pt x="0" y="0"/>
                </a:moveTo>
                <a:lnTo>
                  <a:pt x="866775" y="0"/>
                </a:lnTo>
                <a:lnTo>
                  <a:pt x="866775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24" name="512 x 512">
            <a:extLst xmlns:a="http://schemas.openxmlformats.org/drawingml/2006/main">
              <a:ext uri="{FF2B5EF4-FFF2-40B4-BE49-F238E27FC236}">
                <a16:creationId xmlns:a16="http://schemas.microsoft.com/office/drawing/2014/main" id="{A3D0C97E-147C-4564-AA19-A8173836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3183" y="3147742"/>
            <a:ext cx="1006172" cy="32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6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512 x 512</a:t>
            </a:r>
          </a:p>
        </p:txBody>
      </p:sp>
      <p:sp>
        <p:nvSpPr>
          <p:cNvPr id="25" name="Dataset descriptor header">
            <a:extLst xmlns:a="http://schemas.openxmlformats.org/drawingml/2006/main">
              <a:ext uri="{FF2B5EF4-FFF2-40B4-BE49-F238E27FC236}">
                <a16:creationId xmlns:a16="http://schemas.microsoft.com/office/drawing/2014/main" id="{D48D96C7-406D-4D11-9CBF-765F0C80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6264" y="2959776"/>
            <a:ext cx="3648755" cy="641296"/>
          </a:xfrm>
          <a:custGeom xmlns:a="http://schemas.openxmlformats.org/drawingml/2006/main">
            <a:pathLst>
              <a:path w="3143250" h="552450">
                <a:moveTo>
                  <a:pt x="0" y="0"/>
                </a:moveTo>
                <a:lnTo>
                  <a:pt x="3143250" y="0"/>
                </a:lnTo>
                <a:lnTo>
                  <a:pt x="3143250" y="552450"/>
                </a:lnTo>
                <a:lnTo>
                  <a:pt x="0" y="5524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114">
            <a:solidFill>
              <a:srgbClr val="000000"/>
            </a:solidFill>
            <a:prstDash val="dash"/>
          </a:ln>
        </p:spPr>
      </p:sp>
      <p:sp>
        <p:nvSpPr>
          <p:cNvPr id="26" name="Aligned&#10;Syn.">
            <a:extLst xmlns:a="http://schemas.openxmlformats.org/drawingml/2006/main">
              <a:ext uri="{FF2B5EF4-FFF2-40B4-BE49-F238E27FC236}">
                <a16:creationId xmlns:a16="http://schemas.microsoft.com/office/drawing/2014/main" id="{D5216951-6497-4DA3-ADA8-D0D35821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01548" y="3015060"/>
            <a:ext cx="796092" cy="497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Aligned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4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</a:t>
            </a:r>
          </a:p>
        </p:txBody>
      </p:sp>
      <p:sp>
        <p:nvSpPr>
          <p:cNvPr id="27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8786F73C-E8D5-4221-97E5-069CA95B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7640" y="3092458"/>
            <a:ext cx="729751" cy="375932"/>
          </a:xfrm>
          <a:custGeom xmlns:a="http://schemas.openxmlformats.org/drawingml/2006/main">
            <a:pathLst>
              <a:path w="628650" h="323850">
                <a:moveTo>
                  <a:pt x="0" y="0"/>
                </a:moveTo>
                <a:lnTo>
                  <a:pt x="628650" y="0"/>
                </a:lnTo>
                <a:lnTo>
                  <a:pt x="628650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93BFD9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28" name="JPEG">
            <a:extLst xmlns:a="http://schemas.openxmlformats.org/drawingml/2006/main">
              <a:ext uri="{FF2B5EF4-FFF2-40B4-BE49-F238E27FC236}">
                <a16:creationId xmlns:a16="http://schemas.microsoft.com/office/drawing/2014/main" id="{FBCFA4A9-47C5-4D05-B1E0-F6AC6F71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7640" y="3147742"/>
            <a:ext cx="729751" cy="32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6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JPEG</a:t>
            </a:r>
          </a:p>
        </p:txBody>
      </p:sp>
      <p:sp>
        <p:nvSpPr>
          <p:cNvPr id="29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A19AE8CE-2D8F-4DB0-9C67-96623DE2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7959" y="3092458"/>
            <a:ext cx="751865" cy="375932"/>
          </a:xfrm>
          <a:custGeom xmlns:a="http://schemas.openxmlformats.org/drawingml/2006/main">
            <a:pathLst>
              <a:path w="647700" h="323850">
                <a:moveTo>
                  <a:pt x="0" y="0"/>
                </a:moveTo>
                <a:lnTo>
                  <a:pt x="647700" y="0"/>
                </a:lnTo>
                <a:lnTo>
                  <a:pt x="647700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C8D6EB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30" name="Dog">
            <a:extLst xmlns:a="http://schemas.openxmlformats.org/drawingml/2006/main">
              <a:ext uri="{FF2B5EF4-FFF2-40B4-BE49-F238E27FC236}">
                <a16:creationId xmlns:a16="http://schemas.microsoft.com/office/drawing/2014/main" id="{E25F6FFF-585A-4C22-BBC6-D85B0BEF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37959" y="3147742"/>
            <a:ext cx="751865" cy="32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6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Dog</a:t>
            </a:r>
          </a:p>
        </p:txBody>
      </p:sp>
      <p:sp>
        <p:nvSpPr>
          <p:cNvPr id="31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ED522F52-3DC4-467F-AD14-B2FB240D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2505" y="3092458"/>
            <a:ext cx="1006172" cy="375932"/>
          </a:xfrm>
          <a:custGeom xmlns:a="http://schemas.openxmlformats.org/drawingml/2006/main">
            <a:pathLst>
              <a:path w="866775" h="323850">
                <a:moveTo>
                  <a:pt x="0" y="0"/>
                </a:moveTo>
                <a:lnTo>
                  <a:pt x="866775" y="0"/>
                </a:lnTo>
                <a:lnTo>
                  <a:pt x="866775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32" name="256 x 512">
            <a:extLst xmlns:a="http://schemas.openxmlformats.org/drawingml/2006/main">
              <a:ext uri="{FF2B5EF4-FFF2-40B4-BE49-F238E27FC236}">
                <a16:creationId xmlns:a16="http://schemas.microsoft.com/office/drawing/2014/main" id="{98C1527C-77C1-4BEE-8F95-283C5975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2505" y="3147742"/>
            <a:ext cx="1006172" cy="32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6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256 x 512</a:t>
            </a:r>
          </a:p>
        </p:txBody>
      </p:sp>
      <p:sp>
        <p:nvSpPr>
          <p:cNvPr id="33" name="Dataset descriptor header">
            <a:extLst xmlns:a="http://schemas.openxmlformats.org/drawingml/2006/main">
              <a:ext uri="{FF2B5EF4-FFF2-40B4-BE49-F238E27FC236}">
                <a16:creationId xmlns:a16="http://schemas.microsoft.com/office/drawing/2014/main" id="{678B33F6-2F11-4CF5-8D40-36EFF9A4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3473" y="2959776"/>
            <a:ext cx="3538186" cy="641296"/>
          </a:xfrm>
          <a:custGeom xmlns:a="http://schemas.openxmlformats.org/drawingml/2006/main">
            <a:pathLst>
              <a:path w="3048000" h="552450">
                <a:moveTo>
                  <a:pt x="0" y="0"/>
                </a:moveTo>
                <a:lnTo>
                  <a:pt x="3048000" y="0"/>
                </a:lnTo>
                <a:lnTo>
                  <a:pt x="3048000" y="552450"/>
                </a:lnTo>
                <a:lnTo>
                  <a:pt x="0" y="5524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114">
            <a:solidFill>
              <a:srgbClr val="000000"/>
            </a:solidFill>
            <a:prstDash val="dash"/>
          </a:ln>
        </p:spPr>
      </p:sp>
      <p:sp>
        <p:nvSpPr>
          <p:cNvPr id="34" name="Real">
            <a:extLst xmlns:a="http://schemas.openxmlformats.org/drawingml/2006/main">
              <a:ext uri="{FF2B5EF4-FFF2-40B4-BE49-F238E27FC236}">
                <a16:creationId xmlns:a16="http://schemas.microsoft.com/office/drawing/2014/main" id="{133F9BA9-D57F-430F-85C0-D4B8559F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38757" y="3015060"/>
            <a:ext cx="685524" cy="497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</a:t>
            </a:r>
          </a:p>
        </p:txBody>
      </p:sp>
      <p:sp>
        <p:nvSpPr>
          <p:cNvPr id="35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153F690E-7478-46CD-AD0E-88DC39D6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281" y="3092458"/>
            <a:ext cx="729751" cy="375932"/>
          </a:xfrm>
          <a:custGeom xmlns:a="http://schemas.openxmlformats.org/drawingml/2006/main">
            <a:pathLst>
              <a:path w="628650" h="323850">
                <a:moveTo>
                  <a:pt x="0" y="0"/>
                </a:moveTo>
                <a:lnTo>
                  <a:pt x="628650" y="0"/>
                </a:lnTo>
                <a:lnTo>
                  <a:pt x="628650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93BFD9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36" name="JPEG">
            <a:extLst xmlns:a="http://schemas.openxmlformats.org/drawingml/2006/main">
              <a:ext uri="{FF2B5EF4-FFF2-40B4-BE49-F238E27FC236}">
                <a16:creationId xmlns:a16="http://schemas.microsoft.com/office/drawing/2014/main" id="{782F4779-54D5-4F5F-A820-990E46F2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24281" y="3147742"/>
            <a:ext cx="729751" cy="32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6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JPEG</a:t>
            </a:r>
          </a:p>
        </p:txBody>
      </p:sp>
      <p:sp>
        <p:nvSpPr>
          <p:cNvPr id="37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4AAB4743-452D-463E-B8C7-30E9322F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4600" y="3092458"/>
            <a:ext cx="751865" cy="375932"/>
          </a:xfrm>
          <a:custGeom xmlns:a="http://schemas.openxmlformats.org/drawingml/2006/main">
            <a:pathLst>
              <a:path w="647700" h="323850">
                <a:moveTo>
                  <a:pt x="0" y="0"/>
                </a:moveTo>
                <a:lnTo>
                  <a:pt x="647700" y="0"/>
                </a:lnTo>
                <a:lnTo>
                  <a:pt x="647700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C8D6EB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38" name="Dog">
            <a:extLst xmlns:a="http://schemas.openxmlformats.org/drawingml/2006/main">
              <a:ext uri="{FF2B5EF4-FFF2-40B4-BE49-F238E27FC236}">
                <a16:creationId xmlns:a16="http://schemas.microsoft.com/office/drawing/2014/main" id="{FF5AA532-38EA-423A-99B6-C55C08A6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64600" y="3147742"/>
            <a:ext cx="751865" cy="32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6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Dog</a:t>
            </a:r>
          </a:p>
        </p:txBody>
      </p:sp>
      <p:sp>
        <p:nvSpPr>
          <p:cNvPr id="39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8342A843-ED03-44A8-A69C-B9FCD10D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9146" y="3092458"/>
            <a:ext cx="1006172" cy="375932"/>
          </a:xfrm>
          <a:custGeom xmlns:a="http://schemas.openxmlformats.org/drawingml/2006/main">
            <a:pathLst>
              <a:path w="866775" h="323850">
                <a:moveTo>
                  <a:pt x="0" y="0"/>
                </a:moveTo>
                <a:lnTo>
                  <a:pt x="866775" y="0"/>
                </a:lnTo>
                <a:lnTo>
                  <a:pt x="866775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40" name="256 x 512">
            <a:extLst xmlns:a="http://schemas.openxmlformats.org/drawingml/2006/main">
              <a:ext uri="{FF2B5EF4-FFF2-40B4-BE49-F238E27FC236}">
                <a16:creationId xmlns:a16="http://schemas.microsoft.com/office/drawing/2014/main" id="{4D641C43-4095-40FA-858B-F25E3E72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9146" y="3147742"/>
            <a:ext cx="1006172" cy="32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6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256 x 512</a:t>
            </a:r>
          </a:p>
        </p:txBody>
      </p:sp>
      <p:sp>
        <p:nvSpPr>
          <p:cNvPr id="41" name="Panel separator">
            <a:extLst xmlns:a="http://schemas.openxmlformats.org/drawingml/2006/main">
              <a:ext uri="{FF2B5EF4-FFF2-40B4-BE49-F238E27FC236}">
                <a16:creationId xmlns:a16="http://schemas.microsoft.com/office/drawing/2014/main" id="{448CFEDE-3B5D-4ACF-AEA8-500A1F20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960" y="3800095"/>
            <a:ext cx="191" cy="2996401"/>
          </a:xfrm>
          <a:custGeom xmlns:a="http://schemas.openxmlformats.org/drawingml/2006/main">
            <a:pathLst>
              <a:path w="191" h="2581275">
                <a:moveTo>
                  <a:pt x="0" y="0"/>
                </a:moveTo>
                <a:lnTo>
                  <a:pt x="0" y="2581275"/>
                </a:lnTo>
              </a:path>
            </a:pathLst>
          </a:custGeom>
          <a:noFill xmlns:a="http://schemas.openxmlformats.org/drawingml/2006/main"/>
          <a:ln xmlns:a="http://schemas.openxmlformats.org/drawingml/2006/main" w="22114">
            <a:solidFill>
              <a:srgbClr val="000000"/>
            </a:solidFill>
            <a:prstDash val="dash"/>
          </a:ln>
        </p:spPr>
      </p:sp>
      <p:sp>
        <p:nvSpPr>
          <p:cNvPr id="42" name="Panel separator">
            <a:extLst xmlns:a="http://schemas.openxmlformats.org/drawingml/2006/main">
              <a:ext uri="{FF2B5EF4-FFF2-40B4-BE49-F238E27FC236}">
                <a16:creationId xmlns:a16="http://schemas.microsoft.com/office/drawing/2014/main" id="{E13B464D-4D5A-44D5-B445-D9A3D649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4977" y="3800095"/>
            <a:ext cx="191" cy="2996401"/>
          </a:xfrm>
          <a:custGeom xmlns:a="http://schemas.openxmlformats.org/drawingml/2006/main">
            <a:pathLst>
              <a:path w="191" h="2581275">
                <a:moveTo>
                  <a:pt x="0" y="0"/>
                </a:moveTo>
                <a:lnTo>
                  <a:pt x="0" y="2581275"/>
                </a:lnTo>
              </a:path>
            </a:pathLst>
          </a:custGeom>
          <a:noFill xmlns:a="http://schemas.openxmlformats.org/drawingml/2006/main"/>
          <a:ln xmlns:a="http://schemas.openxmlformats.org/drawingml/2006/main" w="22114">
            <a:solidFill>
              <a:srgbClr val="000000"/>
            </a:solidFill>
            <a:prstDash val="dash"/>
          </a:ln>
        </p:spPr>
      </p:sp>
      <p:sp>
        <p:nvSpPr>
          <p:cNvPr id="43" name="Panel separator">
            <a:extLst xmlns:a="http://schemas.openxmlformats.org/drawingml/2006/main">
              <a:ext uri="{FF2B5EF4-FFF2-40B4-BE49-F238E27FC236}">
                <a16:creationId xmlns:a16="http://schemas.microsoft.com/office/drawing/2014/main" id="{7CFAB03C-A70C-4ABE-BF17-FCDF8D2C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6164" y="3800095"/>
            <a:ext cx="191" cy="2996401"/>
          </a:xfrm>
          <a:custGeom xmlns:a="http://schemas.openxmlformats.org/drawingml/2006/main">
            <a:pathLst>
              <a:path w="191" h="2581275">
                <a:moveTo>
                  <a:pt x="0" y="0"/>
                </a:moveTo>
                <a:lnTo>
                  <a:pt x="0" y="2581275"/>
                </a:lnTo>
              </a:path>
            </a:pathLst>
          </a:custGeom>
          <a:noFill xmlns:a="http://schemas.openxmlformats.org/drawingml/2006/main"/>
          <a:ln xmlns:a="http://schemas.openxmlformats.org/drawingml/2006/main" w="22114">
            <a:solidFill>
              <a:srgbClr val="000000"/>
            </a:solidFill>
            <a:prstDash val="dash"/>
          </a:ln>
        </p:spPr>
      </p:sp>
      <p:sp>
        <p:nvSpPr>
          <p:cNvPr id="44" name="Synthetic sample 0">
            <a:extLst xmlns:a="http://schemas.openxmlformats.org/drawingml/2006/main">
              <a:ext uri="{FF2B5EF4-FFF2-40B4-BE49-F238E27FC236}">
                <a16:creationId xmlns:a16="http://schemas.microsoft.com/office/drawing/2014/main" id="{39C555F5-53A7-4FFC-A704-375ED43A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0622" y="6309996"/>
            <a:ext cx="77398" cy="88455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66675"/>
                </a:lnTo>
                <a:lnTo>
                  <a:pt x="9525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45" name="Synthetic sample 1">
            <a:extLst xmlns:a="http://schemas.openxmlformats.org/drawingml/2006/main">
              <a:ext uri="{FF2B5EF4-FFF2-40B4-BE49-F238E27FC236}">
                <a16:creationId xmlns:a16="http://schemas.microsoft.com/office/drawing/2014/main" id="{FB344B8A-E2A5-4B2D-88E8-0E4D545D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923" y="6309996"/>
            <a:ext cx="88455" cy="88455"/>
          </a:xfrm>
          <a:custGeom xmlns:a="http://schemas.openxmlformats.org/drawingml/2006/main">
            <a:pathLst>
              <a:path w="76200" h="76200">
                <a:moveTo>
                  <a:pt x="9525" y="9525"/>
                </a:moveTo>
                <a:lnTo>
                  <a:pt x="0" y="28575"/>
                </a:lnTo>
                <a:lnTo>
                  <a:pt x="0" y="57150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47625"/>
                </a:lnTo>
                <a:lnTo>
                  <a:pt x="76200" y="28575"/>
                </a:lnTo>
                <a:lnTo>
                  <a:pt x="66675" y="9525"/>
                </a:lnTo>
                <a:lnTo>
                  <a:pt x="47625" y="0"/>
                </a:lnTo>
                <a:lnTo>
                  <a:pt x="2857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46" name="Synthetic sample 2">
            <a:extLst xmlns:a="http://schemas.openxmlformats.org/drawingml/2006/main">
              <a:ext uri="{FF2B5EF4-FFF2-40B4-BE49-F238E27FC236}">
                <a16:creationId xmlns:a16="http://schemas.microsoft.com/office/drawing/2014/main" id="{8B9717E9-8FF6-4D48-82AF-EA3A6065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0849" y="6309996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3810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47" name="Synthetic sample 3">
            <a:extLst xmlns:a="http://schemas.openxmlformats.org/drawingml/2006/main">
              <a:ext uri="{FF2B5EF4-FFF2-40B4-BE49-F238E27FC236}">
                <a16:creationId xmlns:a16="http://schemas.microsoft.com/office/drawing/2014/main" id="{30A65CCA-B992-4F60-A80E-939FD338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775" y="6309996"/>
            <a:ext cx="77398" cy="88455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66675"/>
                </a:lnTo>
                <a:lnTo>
                  <a:pt x="9525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48" name="Synthetic sample 4">
            <a:extLst xmlns:a="http://schemas.openxmlformats.org/drawingml/2006/main">
              <a:ext uri="{FF2B5EF4-FFF2-40B4-BE49-F238E27FC236}">
                <a16:creationId xmlns:a16="http://schemas.microsoft.com/office/drawing/2014/main" id="{D79293BD-0DF1-41E5-BC3C-0DC77331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883" y="6188371"/>
            <a:ext cx="88455" cy="99511"/>
          </a:xfrm>
          <a:custGeom xmlns:a="http://schemas.openxmlformats.org/drawingml/2006/main">
            <a:pathLst>
              <a:path w="76200" h="85725">
                <a:moveTo>
                  <a:pt x="28575" y="0"/>
                </a:moveTo>
                <a:lnTo>
                  <a:pt x="9525" y="9525"/>
                </a:lnTo>
                <a:lnTo>
                  <a:pt x="0" y="28575"/>
                </a:lnTo>
                <a:lnTo>
                  <a:pt x="0" y="57150"/>
                </a:lnTo>
                <a:lnTo>
                  <a:pt x="9525" y="76200"/>
                </a:lnTo>
                <a:lnTo>
                  <a:pt x="38100" y="85725"/>
                </a:lnTo>
                <a:lnTo>
                  <a:pt x="66675" y="66675"/>
                </a:lnTo>
                <a:lnTo>
                  <a:pt x="76200" y="38100"/>
                </a:lnTo>
                <a:lnTo>
                  <a:pt x="57150" y="952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49" name="Synthetic sample 5">
            <a:extLst xmlns:a="http://schemas.openxmlformats.org/drawingml/2006/main">
              <a:ext uri="{FF2B5EF4-FFF2-40B4-BE49-F238E27FC236}">
                <a16:creationId xmlns:a16="http://schemas.microsoft.com/office/drawing/2014/main" id="{FDE4FACF-4595-48EB-92FC-43D55B47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7241" y="6188371"/>
            <a:ext cx="77398" cy="99511"/>
          </a:xfrm>
          <a:custGeom xmlns:a="http://schemas.openxmlformats.org/drawingml/2006/main">
            <a:pathLst>
              <a:path w="66675" h="85725">
                <a:moveTo>
                  <a:pt x="28575" y="0"/>
                </a:moveTo>
                <a:lnTo>
                  <a:pt x="0" y="19050"/>
                </a:lnTo>
                <a:lnTo>
                  <a:pt x="0" y="66675"/>
                </a:lnTo>
                <a:lnTo>
                  <a:pt x="38100" y="85725"/>
                </a:lnTo>
                <a:lnTo>
                  <a:pt x="66675" y="66675"/>
                </a:lnTo>
                <a:lnTo>
                  <a:pt x="66675" y="1905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50" name="Synthetic sample 6">
            <a:extLst xmlns:a="http://schemas.openxmlformats.org/drawingml/2006/main">
              <a:ext uri="{FF2B5EF4-FFF2-40B4-BE49-F238E27FC236}">
                <a16:creationId xmlns:a16="http://schemas.microsoft.com/office/drawing/2014/main" id="{D8D10B24-491D-40B7-9F1F-E396E7D5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110" y="6188371"/>
            <a:ext cx="88455" cy="99511"/>
          </a:xfrm>
          <a:custGeom xmlns:a="http://schemas.openxmlformats.org/drawingml/2006/main">
            <a:pathLst>
              <a:path w="76200" h="85725">
                <a:moveTo>
                  <a:pt x="47625" y="0"/>
                </a:moveTo>
                <a:lnTo>
                  <a:pt x="19050" y="9525"/>
                </a:lnTo>
                <a:lnTo>
                  <a:pt x="0" y="28575"/>
                </a:lnTo>
                <a:lnTo>
                  <a:pt x="0" y="57150"/>
                </a:lnTo>
                <a:lnTo>
                  <a:pt x="28575" y="85725"/>
                </a:lnTo>
                <a:lnTo>
                  <a:pt x="47625" y="85725"/>
                </a:lnTo>
                <a:lnTo>
                  <a:pt x="76200" y="57150"/>
                </a:lnTo>
                <a:lnTo>
                  <a:pt x="76200" y="28575"/>
                </a:lnTo>
                <a:lnTo>
                  <a:pt x="66675" y="952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51" name="Synthetic sample 7">
            <a:extLst xmlns:a="http://schemas.openxmlformats.org/drawingml/2006/main">
              <a:ext uri="{FF2B5EF4-FFF2-40B4-BE49-F238E27FC236}">
                <a16:creationId xmlns:a16="http://schemas.microsoft.com/office/drawing/2014/main" id="{EC4425EA-C096-4284-8455-B14CB01D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036" y="6188371"/>
            <a:ext cx="88455" cy="99511"/>
          </a:xfrm>
          <a:custGeom xmlns:a="http://schemas.openxmlformats.org/drawingml/2006/main">
            <a:pathLst>
              <a:path w="76200" h="85725">
                <a:moveTo>
                  <a:pt x="28575" y="0"/>
                </a:moveTo>
                <a:lnTo>
                  <a:pt x="9525" y="9525"/>
                </a:lnTo>
                <a:lnTo>
                  <a:pt x="0" y="28575"/>
                </a:lnTo>
                <a:lnTo>
                  <a:pt x="0" y="57150"/>
                </a:lnTo>
                <a:lnTo>
                  <a:pt x="9525" y="76200"/>
                </a:lnTo>
                <a:lnTo>
                  <a:pt x="38100" y="85725"/>
                </a:lnTo>
                <a:lnTo>
                  <a:pt x="66675" y="66675"/>
                </a:lnTo>
                <a:lnTo>
                  <a:pt x="76200" y="38100"/>
                </a:lnTo>
                <a:lnTo>
                  <a:pt x="57150" y="952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52" name="Synthetic sample 8">
            <a:extLst xmlns:a="http://schemas.openxmlformats.org/drawingml/2006/main">
              <a:ext uri="{FF2B5EF4-FFF2-40B4-BE49-F238E27FC236}">
                <a16:creationId xmlns:a16="http://schemas.microsoft.com/office/drawing/2014/main" id="{7317F66C-A624-4A49-AC14-333388D1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4849" y="6144143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66675"/>
                </a:lnTo>
                <a:lnTo>
                  <a:pt x="76200" y="47625"/>
                </a:lnTo>
                <a:lnTo>
                  <a:pt x="76200" y="2857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53" name="Synthetic sample 9">
            <a:extLst xmlns:a="http://schemas.openxmlformats.org/drawingml/2006/main">
              <a:ext uri="{FF2B5EF4-FFF2-40B4-BE49-F238E27FC236}">
                <a16:creationId xmlns:a16="http://schemas.microsoft.com/office/drawing/2014/main" id="{7FBE001D-C314-44F5-B38E-137B4017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5207" y="6144143"/>
            <a:ext cx="77398" cy="88455"/>
          </a:xfrm>
          <a:custGeom xmlns:a="http://schemas.openxmlformats.org/drawingml/2006/main">
            <a:pathLst>
              <a:path w="66675" h="76200">
                <a:moveTo>
                  <a:pt x="0" y="9525"/>
                </a:move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9525"/>
                </a:lnTo>
                <a:lnTo>
                  <a:pt x="47625" y="0"/>
                </a:lnTo>
                <a:lnTo>
                  <a:pt x="190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54" name="Synthetic sample 10">
            <a:extLst xmlns:a="http://schemas.openxmlformats.org/drawingml/2006/main">
              <a:ext uri="{FF2B5EF4-FFF2-40B4-BE49-F238E27FC236}">
                <a16:creationId xmlns:a16="http://schemas.microsoft.com/office/drawing/2014/main" id="{CFD3FCA5-A04B-4243-974B-BD560468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076" y="6144143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28575"/>
                </a:lnTo>
                <a:lnTo>
                  <a:pt x="0" y="47625"/>
                </a:lnTo>
                <a:lnTo>
                  <a:pt x="9525" y="66675"/>
                </a:lnTo>
                <a:lnTo>
                  <a:pt x="28575" y="76200"/>
                </a:lnTo>
                <a:lnTo>
                  <a:pt x="57150" y="76200"/>
                </a:lnTo>
                <a:lnTo>
                  <a:pt x="76200" y="57150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55" name="Synthetic sample 11">
            <a:extLst xmlns:a="http://schemas.openxmlformats.org/drawingml/2006/main">
              <a:ext uri="{FF2B5EF4-FFF2-40B4-BE49-F238E27FC236}">
                <a16:creationId xmlns:a16="http://schemas.microsoft.com/office/drawing/2014/main" id="{A7F2A511-D442-4D2F-98D1-F5DED5F2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002" y="6144143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66675"/>
                </a:lnTo>
                <a:lnTo>
                  <a:pt x="76200" y="47625"/>
                </a:lnTo>
                <a:lnTo>
                  <a:pt x="76200" y="2857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56" name="Synthetic sample 12">
            <a:extLst xmlns:a="http://schemas.openxmlformats.org/drawingml/2006/main">
              <a:ext uri="{FF2B5EF4-FFF2-40B4-BE49-F238E27FC236}">
                <a16:creationId xmlns:a16="http://schemas.microsoft.com/office/drawing/2014/main" id="{4CDF5B70-0BE3-4E8B-A7B8-10DB4736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9644" y="6033575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28575"/>
                </a:lnTo>
                <a:lnTo>
                  <a:pt x="0" y="47625"/>
                </a:lnTo>
                <a:lnTo>
                  <a:pt x="9525" y="66675"/>
                </a:lnTo>
                <a:lnTo>
                  <a:pt x="28575" y="76200"/>
                </a:lnTo>
                <a:lnTo>
                  <a:pt x="57150" y="76200"/>
                </a:lnTo>
                <a:lnTo>
                  <a:pt x="76200" y="57150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57" name="Synthetic sample 13">
            <a:extLst xmlns:a="http://schemas.openxmlformats.org/drawingml/2006/main">
              <a:ext uri="{FF2B5EF4-FFF2-40B4-BE49-F238E27FC236}">
                <a16:creationId xmlns:a16="http://schemas.microsoft.com/office/drawing/2014/main" id="{4942915C-2102-4FF5-9698-0686F72E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002" y="6033575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47625"/>
                </a:lnTo>
                <a:lnTo>
                  <a:pt x="76200" y="2857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58" name="Synthetic sample 14">
            <a:extLst xmlns:a="http://schemas.openxmlformats.org/drawingml/2006/main">
              <a:ext uri="{FF2B5EF4-FFF2-40B4-BE49-F238E27FC236}">
                <a16:creationId xmlns:a16="http://schemas.microsoft.com/office/drawing/2014/main" id="{B7818C56-5CAC-4BE1-95EF-38049304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929" y="6033575"/>
            <a:ext cx="77398" cy="88455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59" name="Synthetic sample 15">
            <a:extLst xmlns:a="http://schemas.openxmlformats.org/drawingml/2006/main">
              <a:ext uri="{FF2B5EF4-FFF2-40B4-BE49-F238E27FC236}">
                <a16:creationId xmlns:a16="http://schemas.microsoft.com/office/drawing/2014/main" id="{AA439AA7-7F37-4BF9-B2DE-6D22B5FB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798" y="6033575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28575"/>
                </a:lnTo>
                <a:lnTo>
                  <a:pt x="9525" y="47625"/>
                </a:lnTo>
                <a:lnTo>
                  <a:pt x="9525" y="66675"/>
                </a:lnTo>
                <a:lnTo>
                  <a:pt x="28575" y="76200"/>
                </a:lnTo>
                <a:lnTo>
                  <a:pt x="57150" y="76200"/>
                </a:lnTo>
                <a:lnTo>
                  <a:pt x="76200" y="57150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60" name="Synthetic sample 16">
            <a:extLst xmlns:a="http://schemas.openxmlformats.org/drawingml/2006/main">
              <a:ext uri="{FF2B5EF4-FFF2-40B4-BE49-F238E27FC236}">
                <a16:creationId xmlns:a16="http://schemas.microsoft.com/office/drawing/2014/main" id="{F8B8C967-92E7-4A77-A883-2DE7935D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2167" y="6011461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76200" y="38100"/>
                </a:lnTo>
                <a:lnTo>
                  <a:pt x="66675" y="28575"/>
                </a:lnTo>
                <a:lnTo>
                  <a:pt x="66675" y="95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61" name="Synthetic sample 17">
            <a:extLst xmlns:a="http://schemas.openxmlformats.org/drawingml/2006/main">
              <a:ext uri="{FF2B5EF4-FFF2-40B4-BE49-F238E27FC236}">
                <a16:creationId xmlns:a16="http://schemas.microsoft.com/office/drawing/2014/main" id="{638F1DAA-1B3E-4CEC-BB4F-334EC8D1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468" y="6011461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38100"/>
                </a:lnTo>
                <a:lnTo>
                  <a:pt x="9525" y="47625"/>
                </a:lnTo>
                <a:lnTo>
                  <a:pt x="9525" y="66675"/>
                </a:lnTo>
                <a:lnTo>
                  <a:pt x="28575" y="76200"/>
                </a:lnTo>
                <a:lnTo>
                  <a:pt x="57150" y="76200"/>
                </a:lnTo>
                <a:lnTo>
                  <a:pt x="76200" y="57150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62" name="Synthetic sample 18">
            <a:extLst xmlns:a="http://schemas.openxmlformats.org/drawingml/2006/main">
              <a:ext uri="{FF2B5EF4-FFF2-40B4-BE49-F238E27FC236}">
                <a16:creationId xmlns:a16="http://schemas.microsoft.com/office/drawing/2014/main" id="{71D1E500-C62A-4A7D-A742-BCC686B6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394" y="6011461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28575"/>
                </a:lnTo>
                <a:lnTo>
                  <a:pt x="0" y="47625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66675"/>
                </a:lnTo>
                <a:lnTo>
                  <a:pt x="76200" y="47625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63" name="Synthetic sample 19">
            <a:extLst xmlns:a="http://schemas.openxmlformats.org/drawingml/2006/main">
              <a:ext uri="{FF2B5EF4-FFF2-40B4-BE49-F238E27FC236}">
                <a16:creationId xmlns:a16="http://schemas.microsoft.com/office/drawing/2014/main" id="{D6D60D17-C71B-40B5-8900-ADD0F3D7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320" y="6011461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76200" y="38100"/>
                </a:lnTo>
                <a:lnTo>
                  <a:pt x="66675" y="28575"/>
                </a:lnTo>
                <a:lnTo>
                  <a:pt x="66675" y="95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64" name="Synthetic sample 20">
            <a:extLst xmlns:a="http://schemas.openxmlformats.org/drawingml/2006/main">
              <a:ext uri="{FF2B5EF4-FFF2-40B4-BE49-F238E27FC236}">
                <a16:creationId xmlns:a16="http://schemas.microsoft.com/office/drawing/2014/main" id="{E6DCA7C9-707E-4628-8724-CC47E253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4929" y="5856666"/>
            <a:ext cx="88455" cy="88455"/>
          </a:xfrm>
          <a:custGeom xmlns:a="http://schemas.openxmlformats.org/drawingml/2006/main">
            <a:pathLst>
              <a:path w="76200" h="76200">
                <a:moveTo>
                  <a:pt x="9525" y="9525"/>
                </a:moveTo>
                <a:lnTo>
                  <a:pt x="0" y="28575"/>
                </a:lnTo>
                <a:lnTo>
                  <a:pt x="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57150"/>
                </a:lnTo>
                <a:lnTo>
                  <a:pt x="76200" y="28575"/>
                </a:lnTo>
                <a:lnTo>
                  <a:pt x="57150" y="0"/>
                </a:lnTo>
                <a:lnTo>
                  <a:pt x="2857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65" name="Synthetic sample 21">
            <a:extLst xmlns:a="http://schemas.openxmlformats.org/drawingml/2006/main">
              <a:ext uri="{FF2B5EF4-FFF2-40B4-BE49-F238E27FC236}">
                <a16:creationId xmlns:a16="http://schemas.microsoft.com/office/drawing/2014/main" id="{112FC166-0470-4E8A-960B-AFFD7FAF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5287" y="5856666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3810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66" name="Synthetic sample 22">
            <a:extLst xmlns:a="http://schemas.openxmlformats.org/drawingml/2006/main">
              <a:ext uri="{FF2B5EF4-FFF2-40B4-BE49-F238E27FC236}">
                <a16:creationId xmlns:a16="http://schemas.microsoft.com/office/drawing/2014/main" id="{35997378-D1D6-4B5C-B278-C1581156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213" y="5856666"/>
            <a:ext cx="77398" cy="88455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66675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67" name="Synthetic sample 23">
            <a:extLst xmlns:a="http://schemas.openxmlformats.org/drawingml/2006/main">
              <a:ext uri="{FF2B5EF4-FFF2-40B4-BE49-F238E27FC236}">
                <a16:creationId xmlns:a16="http://schemas.microsoft.com/office/drawing/2014/main" id="{CD308576-D937-429C-B205-A0918F8F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082" y="5856666"/>
            <a:ext cx="88455" cy="88455"/>
          </a:xfrm>
          <a:custGeom xmlns:a="http://schemas.openxmlformats.org/drawingml/2006/main">
            <a:pathLst>
              <a:path w="76200" h="76200">
                <a:moveTo>
                  <a:pt x="9525" y="9525"/>
                </a:moveTo>
                <a:lnTo>
                  <a:pt x="0" y="28575"/>
                </a:lnTo>
                <a:lnTo>
                  <a:pt x="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57150"/>
                </a:lnTo>
                <a:lnTo>
                  <a:pt x="76200" y="19050"/>
                </a:lnTo>
                <a:lnTo>
                  <a:pt x="57150" y="0"/>
                </a:lnTo>
                <a:lnTo>
                  <a:pt x="2857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68" name="Synthetic sample 24">
            <a:extLst xmlns:a="http://schemas.openxmlformats.org/drawingml/2006/main">
              <a:ext uri="{FF2B5EF4-FFF2-40B4-BE49-F238E27FC236}">
                <a16:creationId xmlns:a16="http://schemas.microsoft.com/office/drawing/2014/main" id="{0A245978-9C8D-4A33-9A8D-E5F3B80D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4849" y="5779268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47625"/>
                </a:lnTo>
                <a:lnTo>
                  <a:pt x="9525" y="66675"/>
                </a:lnTo>
                <a:lnTo>
                  <a:pt x="28575" y="76200"/>
                </a:lnTo>
                <a:lnTo>
                  <a:pt x="47625" y="76200"/>
                </a:lnTo>
                <a:lnTo>
                  <a:pt x="66675" y="66675"/>
                </a:lnTo>
                <a:lnTo>
                  <a:pt x="76200" y="47625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69" name="Synthetic sample 25">
            <a:extLst xmlns:a="http://schemas.openxmlformats.org/drawingml/2006/main">
              <a:ext uri="{FF2B5EF4-FFF2-40B4-BE49-F238E27FC236}">
                <a16:creationId xmlns:a16="http://schemas.microsoft.com/office/drawing/2014/main" id="{1EF20F9D-0CD4-4D6E-914F-19B7D4B0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5207" y="5779268"/>
            <a:ext cx="77398" cy="88455"/>
          </a:xfrm>
          <a:custGeom xmlns:a="http://schemas.openxmlformats.org/drawingml/2006/main">
            <a:pathLst>
              <a:path w="66675" h="76200">
                <a:moveTo>
                  <a:pt x="9525" y="0"/>
                </a:moveTo>
                <a:lnTo>
                  <a:pt x="0" y="19050"/>
                </a:lnTo>
                <a:lnTo>
                  <a:pt x="0" y="57150"/>
                </a:lnTo>
                <a:lnTo>
                  <a:pt x="28575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95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70" name="Synthetic sample 26">
            <a:extLst xmlns:a="http://schemas.openxmlformats.org/drawingml/2006/main">
              <a:ext uri="{FF2B5EF4-FFF2-40B4-BE49-F238E27FC236}">
                <a16:creationId xmlns:a16="http://schemas.microsoft.com/office/drawing/2014/main" id="{47491F11-A606-4518-9622-662A021E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133" y="5779268"/>
            <a:ext cx="77398" cy="88455"/>
          </a:xfrm>
          <a:custGeom xmlns:a="http://schemas.openxmlformats.org/drawingml/2006/main">
            <a:pathLst>
              <a:path w="66675" h="76200">
                <a:moveTo>
                  <a:pt x="9525" y="0"/>
                </a:moveTo>
                <a:lnTo>
                  <a:pt x="0" y="9525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71" name="Synthetic sample 27">
            <a:extLst xmlns:a="http://schemas.openxmlformats.org/drawingml/2006/main">
              <a:ext uri="{FF2B5EF4-FFF2-40B4-BE49-F238E27FC236}">
                <a16:creationId xmlns:a16="http://schemas.microsoft.com/office/drawing/2014/main" id="{AFDE2146-580B-488F-9214-56B3C408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002" y="5779268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47625"/>
                </a:lnTo>
                <a:lnTo>
                  <a:pt x="9525" y="66675"/>
                </a:lnTo>
                <a:lnTo>
                  <a:pt x="28575" y="76200"/>
                </a:lnTo>
                <a:lnTo>
                  <a:pt x="47625" y="76200"/>
                </a:lnTo>
                <a:lnTo>
                  <a:pt x="66675" y="66675"/>
                </a:lnTo>
                <a:lnTo>
                  <a:pt x="76200" y="47625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72" name="Synthetic sample 28">
            <a:extLst xmlns:a="http://schemas.openxmlformats.org/drawingml/2006/main">
              <a:ext uri="{FF2B5EF4-FFF2-40B4-BE49-F238E27FC236}">
                <a16:creationId xmlns:a16="http://schemas.microsoft.com/office/drawing/2014/main" id="{C2063E9F-E73A-4C1D-B608-72D79553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224" y="5768211"/>
            <a:ext cx="77398" cy="88455"/>
          </a:xfrm>
          <a:custGeom xmlns:a="http://schemas.openxmlformats.org/drawingml/2006/main">
            <a:pathLst>
              <a:path w="66675" h="76200">
                <a:moveTo>
                  <a:pt x="9525" y="0"/>
                </a:moveTo>
                <a:lnTo>
                  <a:pt x="0" y="9525"/>
                </a:lnTo>
                <a:lnTo>
                  <a:pt x="0" y="57150"/>
                </a:lnTo>
                <a:lnTo>
                  <a:pt x="28575" y="76200"/>
                </a:lnTo>
                <a:lnTo>
                  <a:pt x="57150" y="66675"/>
                </a:lnTo>
                <a:lnTo>
                  <a:pt x="66675" y="57150"/>
                </a:lnTo>
                <a:lnTo>
                  <a:pt x="66675" y="95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73" name="Synthetic sample 29">
            <a:extLst xmlns:a="http://schemas.openxmlformats.org/drawingml/2006/main">
              <a:ext uri="{FF2B5EF4-FFF2-40B4-BE49-F238E27FC236}">
                <a16:creationId xmlns:a16="http://schemas.microsoft.com/office/drawing/2014/main" id="{365DF003-94F4-40D4-AE38-43626A35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7940" y="5757154"/>
            <a:ext cx="88455" cy="99511"/>
          </a:xfrm>
          <a:custGeom xmlns:a="http://schemas.openxmlformats.org/drawingml/2006/main">
            <a:pathLst>
              <a:path w="76200" h="85725">
                <a:moveTo>
                  <a:pt x="38100" y="0"/>
                </a:moveTo>
                <a:lnTo>
                  <a:pt x="19050" y="9525"/>
                </a:lnTo>
                <a:lnTo>
                  <a:pt x="0" y="38100"/>
                </a:lnTo>
                <a:lnTo>
                  <a:pt x="9525" y="66675"/>
                </a:lnTo>
                <a:lnTo>
                  <a:pt x="28575" y="85725"/>
                </a:lnTo>
                <a:lnTo>
                  <a:pt x="47625" y="85725"/>
                </a:lnTo>
                <a:lnTo>
                  <a:pt x="66675" y="76200"/>
                </a:lnTo>
                <a:lnTo>
                  <a:pt x="76200" y="57150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74" name="Synthetic sample 30">
            <a:extLst xmlns:a="http://schemas.openxmlformats.org/drawingml/2006/main">
              <a:ext uri="{FF2B5EF4-FFF2-40B4-BE49-F238E27FC236}">
                <a16:creationId xmlns:a16="http://schemas.microsoft.com/office/drawing/2014/main" id="{68B0C761-6DE0-4FAA-BB7F-7FD90909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8297" y="5757154"/>
            <a:ext cx="88455" cy="99511"/>
          </a:xfrm>
          <a:custGeom xmlns:a="http://schemas.openxmlformats.org/drawingml/2006/main">
            <a:pathLst>
              <a:path w="76200" h="85725">
                <a:moveTo>
                  <a:pt x="38100" y="0"/>
                </a:moveTo>
                <a:lnTo>
                  <a:pt x="28575" y="9525"/>
                </a:lnTo>
                <a:lnTo>
                  <a:pt x="9525" y="9525"/>
                </a:lnTo>
                <a:lnTo>
                  <a:pt x="0" y="28575"/>
                </a:lnTo>
                <a:lnTo>
                  <a:pt x="0" y="57150"/>
                </a:lnTo>
                <a:lnTo>
                  <a:pt x="9525" y="76200"/>
                </a:lnTo>
                <a:lnTo>
                  <a:pt x="28575" y="85725"/>
                </a:lnTo>
                <a:lnTo>
                  <a:pt x="47625" y="85725"/>
                </a:lnTo>
                <a:lnTo>
                  <a:pt x="76200" y="47625"/>
                </a:lnTo>
                <a:lnTo>
                  <a:pt x="66675" y="1905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75" name="Synthetic sample 31">
            <a:extLst xmlns:a="http://schemas.openxmlformats.org/drawingml/2006/main">
              <a:ext uri="{FF2B5EF4-FFF2-40B4-BE49-F238E27FC236}">
                <a16:creationId xmlns:a16="http://schemas.microsoft.com/office/drawing/2014/main" id="{CB32BC4D-DF00-41C4-BDE8-5DE7B104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093" y="5757154"/>
            <a:ext cx="88455" cy="99511"/>
          </a:xfrm>
          <a:custGeom xmlns:a="http://schemas.openxmlformats.org/drawingml/2006/main">
            <a:pathLst>
              <a:path w="76200" h="85725">
                <a:moveTo>
                  <a:pt x="38100" y="0"/>
                </a:moveTo>
                <a:lnTo>
                  <a:pt x="19050" y="9525"/>
                </a:lnTo>
                <a:lnTo>
                  <a:pt x="0" y="38100"/>
                </a:lnTo>
                <a:lnTo>
                  <a:pt x="9525" y="66675"/>
                </a:lnTo>
                <a:lnTo>
                  <a:pt x="28575" y="85725"/>
                </a:lnTo>
                <a:lnTo>
                  <a:pt x="47625" y="85725"/>
                </a:lnTo>
                <a:lnTo>
                  <a:pt x="76200" y="66675"/>
                </a:lnTo>
                <a:lnTo>
                  <a:pt x="76200" y="28575"/>
                </a:lnTo>
                <a:lnTo>
                  <a:pt x="66675" y="9525"/>
                </a:lnTo>
                <a:lnTo>
                  <a:pt x="47625" y="952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76" name="Synthetic sample 32">
            <a:extLst xmlns:a="http://schemas.openxmlformats.org/drawingml/2006/main">
              <a:ext uri="{FF2B5EF4-FFF2-40B4-BE49-F238E27FC236}">
                <a16:creationId xmlns:a16="http://schemas.microsoft.com/office/drawing/2014/main" id="{C4D104B6-FB1B-40E4-A410-11A86B54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9654" y="5403336"/>
            <a:ext cx="77398" cy="88455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47625"/>
                </a:lnTo>
                <a:lnTo>
                  <a:pt x="9525" y="66675"/>
                </a:lnTo>
                <a:lnTo>
                  <a:pt x="38100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77" name="Synthetic sample 33">
            <a:extLst xmlns:a="http://schemas.openxmlformats.org/drawingml/2006/main">
              <a:ext uri="{FF2B5EF4-FFF2-40B4-BE49-F238E27FC236}">
                <a16:creationId xmlns:a16="http://schemas.microsoft.com/office/drawing/2014/main" id="{68FC808E-C10B-4515-8346-0CCAE72B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012" y="5403336"/>
            <a:ext cx="77398" cy="88455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38100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78" name="Synthetic sample 34">
            <a:extLst xmlns:a="http://schemas.openxmlformats.org/drawingml/2006/main">
              <a:ext uri="{FF2B5EF4-FFF2-40B4-BE49-F238E27FC236}">
                <a16:creationId xmlns:a16="http://schemas.microsoft.com/office/drawing/2014/main" id="{DA54C229-B7BF-4891-AFE3-07E42949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881" y="5403336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28575"/>
                </a:lnTo>
                <a:lnTo>
                  <a:pt x="0" y="47625"/>
                </a:lnTo>
                <a:lnTo>
                  <a:pt x="19050" y="66675"/>
                </a:lnTo>
                <a:lnTo>
                  <a:pt x="47625" y="76200"/>
                </a:lnTo>
                <a:lnTo>
                  <a:pt x="76200" y="47625"/>
                </a:lnTo>
                <a:lnTo>
                  <a:pt x="76200" y="2857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79" name="Synthetic sample 35">
            <a:extLst xmlns:a="http://schemas.openxmlformats.org/drawingml/2006/main">
              <a:ext uri="{FF2B5EF4-FFF2-40B4-BE49-F238E27FC236}">
                <a16:creationId xmlns:a16="http://schemas.microsoft.com/office/drawing/2014/main" id="{4CDEDD33-7D15-4B2A-AFB2-C7F442E0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808" y="5403336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47625"/>
                </a:lnTo>
                <a:lnTo>
                  <a:pt x="9525" y="66675"/>
                </a:lnTo>
                <a:lnTo>
                  <a:pt x="38100" y="76200"/>
                </a:lnTo>
                <a:lnTo>
                  <a:pt x="57150" y="66675"/>
                </a:lnTo>
                <a:lnTo>
                  <a:pt x="76200" y="38100"/>
                </a:lnTo>
                <a:lnTo>
                  <a:pt x="66675" y="28575"/>
                </a:lnTo>
                <a:lnTo>
                  <a:pt x="66675" y="9525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80" name="Synthetic sample 36">
            <a:extLst xmlns:a="http://schemas.openxmlformats.org/drawingml/2006/main">
              <a:ext uri="{FF2B5EF4-FFF2-40B4-BE49-F238E27FC236}">
                <a16:creationId xmlns:a16="http://schemas.microsoft.com/office/drawing/2014/main" id="{0BB9D83C-4839-4C74-AB3F-C32819C5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5507" y="5314881"/>
            <a:ext cx="77398" cy="88455"/>
          </a:xfrm>
          <a:custGeom xmlns:a="http://schemas.openxmlformats.org/drawingml/2006/main">
            <a:pathLst>
              <a:path w="66675" h="76200">
                <a:moveTo>
                  <a:pt x="28575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81" name="Synthetic sample 37">
            <a:extLst xmlns:a="http://schemas.openxmlformats.org/drawingml/2006/main">
              <a:ext uri="{FF2B5EF4-FFF2-40B4-BE49-F238E27FC236}">
                <a16:creationId xmlns:a16="http://schemas.microsoft.com/office/drawing/2014/main" id="{6620BB86-7B52-4C66-89E4-E489E6D9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4808" y="5314881"/>
            <a:ext cx="88455" cy="88455"/>
          </a:xfrm>
          <a:custGeom xmlns:a="http://schemas.openxmlformats.org/drawingml/2006/main">
            <a:pathLst>
              <a:path w="76200" h="76200">
                <a:moveTo>
                  <a:pt x="38100" y="0"/>
                </a:moveTo>
                <a:lnTo>
                  <a:pt x="0" y="28575"/>
                </a:lnTo>
                <a:lnTo>
                  <a:pt x="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47625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82" name="Synthetic sample 38">
            <a:extLst xmlns:a="http://schemas.openxmlformats.org/drawingml/2006/main">
              <a:ext uri="{FF2B5EF4-FFF2-40B4-BE49-F238E27FC236}">
                <a16:creationId xmlns:a16="http://schemas.microsoft.com/office/drawing/2014/main" id="{E1801072-F8C5-4E3B-A0E7-2F2F31D0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734" y="5314881"/>
            <a:ext cx="88455" cy="88455"/>
          </a:xfrm>
          <a:custGeom xmlns:a="http://schemas.openxmlformats.org/drawingml/2006/main">
            <a:pathLst>
              <a:path w="76200" h="76200">
                <a:moveTo>
                  <a:pt x="38100" y="0"/>
                </a:moveTo>
                <a:lnTo>
                  <a:pt x="28575" y="9525"/>
                </a:lnTo>
                <a:lnTo>
                  <a:pt x="9525" y="9525"/>
                </a:lnTo>
                <a:lnTo>
                  <a:pt x="0" y="28575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66675"/>
                </a:lnTo>
                <a:lnTo>
                  <a:pt x="66675" y="47625"/>
                </a:lnTo>
                <a:lnTo>
                  <a:pt x="76200" y="38100"/>
                </a:lnTo>
                <a:lnTo>
                  <a:pt x="66675" y="1905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83" name="Synthetic sample 39">
            <a:extLst xmlns:a="http://schemas.openxmlformats.org/drawingml/2006/main">
              <a:ext uri="{FF2B5EF4-FFF2-40B4-BE49-F238E27FC236}">
                <a16:creationId xmlns:a16="http://schemas.microsoft.com/office/drawing/2014/main" id="{3A993F81-B9F7-4C32-9121-92BC7D7D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660" y="5314881"/>
            <a:ext cx="77398" cy="88455"/>
          </a:xfrm>
          <a:custGeom xmlns:a="http://schemas.openxmlformats.org/drawingml/2006/main">
            <a:pathLst>
              <a:path w="66675" h="76200">
                <a:moveTo>
                  <a:pt x="28575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84" name="Synthetic sample 40">
            <a:extLst xmlns:a="http://schemas.openxmlformats.org/drawingml/2006/main">
              <a:ext uri="{FF2B5EF4-FFF2-40B4-BE49-F238E27FC236}">
                <a16:creationId xmlns:a16="http://schemas.microsoft.com/office/drawing/2014/main" id="{5F2391BA-B4F4-4FAF-8E6C-426AA592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7052" y="5104801"/>
            <a:ext cx="77398" cy="88455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66675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85" name="Synthetic sample 41">
            <a:extLst xmlns:a="http://schemas.openxmlformats.org/drawingml/2006/main">
              <a:ext uri="{FF2B5EF4-FFF2-40B4-BE49-F238E27FC236}">
                <a16:creationId xmlns:a16="http://schemas.microsoft.com/office/drawing/2014/main" id="{34DFBF1D-E09D-4DFB-AA9B-D76F957A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353" y="5104801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28575"/>
                </a:lnTo>
                <a:lnTo>
                  <a:pt x="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47625"/>
                </a:lnTo>
                <a:lnTo>
                  <a:pt x="76200" y="2857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86" name="Synthetic sample 42">
            <a:extLst xmlns:a="http://schemas.openxmlformats.org/drawingml/2006/main">
              <a:ext uri="{FF2B5EF4-FFF2-40B4-BE49-F238E27FC236}">
                <a16:creationId xmlns:a16="http://schemas.microsoft.com/office/drawing/2014/main" id="{ACEDF15A-8BC7-4D78-8699-E7A87601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7279" y="5104801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38100"/>
                </a:lnTo>
                <a:lnTo>
                  <a:pt x="66675" y="28575"/>
                </a:lnTo>
                <a:lnTo>
                  <a:pt x="66675" y="9525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87" name="Synthetic sample 43">
            <a:extLst xmlns:a="http://schemas.openxmlformats.org/drawingml/2006/main">
              <a:ext uri="{FF2B5EF4-FFF2-40B4-BE49-F238E27FC236}">
                <a16:creationId xmlns:a16="http://schemas.microsoft.com/office/drawing/2014/main" id="{C4DAD14A-8A6D-4833-BF77-C22E09D7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206" y="5104801"/>
            <a:ext cx="77398" cy="88455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88" name="Synthetic sample 44">
            <a:extLst xmlns:a="http://schemas.openxmlformats.org/drawingml/2006/main">
              <a:ext uri="{FF2B5EF4-FFF2-40B4-BE49-F238E27FC236}">
                <a16:creationId xmlns:a16="http://schemas.microsoft.com/office/drawing/2014/main" id="{1243D71E-988A-435F-8691-C0BA3984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3961" y="5060574"/>
            <a:ext cx="88455" cy="99511"/>
          </a:xfrm>
          <a:custGeom xmlns:a="http://schemas.openxmlformats.org/drawingml/2006/main">
            <a:pathLst>
              <a:path w="76200" h="85725">
                <a:moveTo>
                  <a:pt x="47625" y="0"/>
                </a:moveTo>
                <a:lnTo>
                  <a:pt x="28575" y="0"/>
                </a:lnTo>
                <a:lnTo>
                  <a:pt x="9525" y="9525"/>
                </a:lnTo>
                <a:lnTo>
                  <a:pt x="0" y="28575"/>
                </a:lnTo>
                <a:lnTo>
                  <a:pt x="0" y="57150"/>
                </a:lnTo>
                <a:lnTo>
                  <a:pt x="38100" y="85725"/>
                </a:lnTo>
                <a:lnTo>
                  <a:pt x="76200" y="57150"/>
                </a:lnTo>
                <a:lnTo>
                  <a:pt x="76200" y="28575"/>
                </a:lnTo>
                <a:lnTo>
                  <a:pt x="66675" y="952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89" name="Synthetic sample 45">
            <a:extLst xmlns:a="http://schemas.openxmlformats.org/drawingml/2006/main">
              <a:ext uri="{FF2B5EF4-FFF2-40B4-BE49-F238E27FC236}">
                <a16:creationId xmlns:a16="http://schemas.microsoft.com/office/drawing/2014/main" id="{10CE8983-FB14-452A-8063-577F0EB2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4319" y="5060574"/>
            <a:ext cx="77398" cy="99511"/>
          </a:xfrm>
          <a:custGeom xmlns:a="http://schemas.openxmlformats.org/drawingml/2006/main">
            <a:pathLst>
              <a:path w="66675" h="85725">
                <a:moveTo>
                  <a:pt x="47625" y="0"/>
                </a:moveTo>
                <a:lnTo>
                  <a:pt x="28575" y="0"/>
                </a:lnTo>
                <a:lnTo>
                  <a:pt x="0" y="19050"/>
                </a:lnTo>
                <a:lnTo>
                  <a:pt x="0" y="57150"/>
                </a:lnTo>
                <a:lnTo>
                  <a:pt x="9525" y="76200"/>
                </a:lnTo>
                <a:lnTo>
                  <a:pt x="28575" y="76200"/>
                </a:lnTo>
                <a:lnTo>
                  <a:pt x="38100" y="85725"/>
                </a:lnTo>
                <a:lnTo>
                  <a:pt x="66675" y="66675"/>
                </a:lnTo>
                <a:lnTo>
                  <a:pt x="66675" y="1905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90" name="Synthetic sample 46">
            <a:extLst xmlns:a="http://schemas.openxmlformats.org/drawingml/2006/main">
              <a:ext uri="{FF2B5EF4-FFF2-40B4-BE49-F238E27FC236}">
                <a16:creationId xmlns:a16="http://schemas.microsoft.com/office/drawing/2014/main" id="{40BCB53F-BC4A-4B6E-9C0C-C58D4BDF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245" y="5060574"/>
            <a:ext cx="77398" cy="99511"/>
          </a:xfrm>
          <a:custGeom xmlns:a="http://schemas.openxmlformats.org/drawingml/2006/main">
            <a:pathLst>
              <a:path w="66675" h="85725">
                <a:moveTo>
                  <a:pt x="38100" y="0"/>
                </a:moveTo>
                <a:lnTo>
                  <a:pt x="19050" y="0"/>
                </a:lnTo>
                <a:lnTo>
                  <a:pt x="0" y="19050"/>
                </a:lnTo>
                <a:lnTo>
                  <a:pt x="0" y="66675"/>
                </a:lnTo>
                <a:lnTo>
                  <a:pt x="28575" y="85725"/>
                </a:lnTo>
                <a:lnTo>
                  <a:pt x="38100" y="76200"/>
                </a:lnTo>
                <a:lnTo>
                  <a:pt x="57150" y="76200"/>
                </a:lnTo>
                <a:lnTo>
                  <a:pt x="66675" y="57150"/>
                </a:lnTo>
                <a:lnTo>
                  <a:pt x="66675" y="1905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91" name="Synthetic sample 47">
            <a:extLst xmlns:a="http://schemas.openxmlformats.org/drawingml/2006/main">
              <a:ext uri="{FF2B5EF4-FFF2-40B4-BE49-F238E27FC236}">
                <a16:creationId xmlns:a16="http://schemas.microsoft.com/office/drawing/2014/main" id="{9C226CE3-711A-4268-A883-757F6299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115" y="5060574"/>
            <a:ext cx="88455" cy="99511"/>
          </a:xfrm>
          <a:custGeom xmlns:a="http://schemas.openxmlformats.org/drawingml/2006/main">
            <a:pathLst>
              <a:path w="76200" h="85725">
                <a:moveTo>
                  <a:pt x="47625" y="0"/>
                </a:moveTo>
                <a:lnTo>
                  <a:pt x="28575" y="0"/>
                </a:lnTo>
                <a:lnTo>
                  <a:pt x="0" y="28575"/>
                </a:lnTo>
                <a:lnTo>
                  <a:pt x="0" y="57150"/>
                </a:lnTo>
                <a:lnTo>
                  <a:pt x="38100" y="85725"/>
                </a:lnTo>
                <a:lnTo>
                  <a:pt x="76200" y="57150"/>
                </a:lnTo>
                <a:lnTo>
                  <a:pt x="76200" y="28575"/>
                </a:lnTo>
                <a:lnTo>
                  <a:pt x="66675" y="952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92" name="Synthetic sample 48">
            <a:extLst xmlns:a="http://schemas.openxmlformats.org/drawingml/2006/main">
              <a:ext uri="{FF2B5EF4-FFF2-40B4-BE49-F238E27FC236}">
                <a16:creationId xmlns:a16="http://schemas.microsoft.com/office/drawing/2014/main" id="{2D446C4B-6AD5-4C3B-9232-2F1EAC94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5427" y="4972119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28575"/>
                </a:lnTo>
                <a:lnTo>
                  <a:pt x="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47625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93" name="Synthetic sample 49">
            <a:extLst xmlns:a="http://schemas.openxmlformats.org/drawingml/2006/main">
              <a:ext uri="{FF2B5EF4-FFF2-40B4-BE49-F238E27FC236}">
                <a16:creationId xmlns:a16="http://schemas.microsoft.com/office/drawing/2014/main" id="{CF23A6F4-F513-4626-B7EB-773C2B60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785" y="4972119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76200" y="38100"/>
                </a:lnTo>
                <a:lnTo>
                  <a:pt x="66675" y="28575"/>
                </a:lnTo>
                <a:lnTo>
                  <a:pt x="66675" y="95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94" name="Synthetic sample 50">
            <a:extLst xmlns:a="http://schemas.openxmlformats.org/drawingml/2006/main">
              <a:ext uri="{FF2B5EF4-FFF2-40B4-BE49-F238E27FC236}">
                <a16:creationId xmlns:a16="http://schemas.microsoft.com/office/drawing/2014/main" id="{3DBC23A2-DC9E-42BF-94D6-E892D208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711" y="4972119"/>
            <a:ext cx="77398" cy="88455"/>
          </a:xfrm>
          <a:custGeom xmlns:a="http://schemas.openxmlformats.org/drawingml/2006/main">
            <a:pathLst>
              <a:path w="66675" h="76200">
                <a:moveTo>
                  <a:pt x="9525" y="0"/>
                </a:moveTo>
                <a:lnTo>
                  <a:pt x="0" y="9525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95" name="Synthetic sample 51">
            <a:extLst xmlns:a="http://schemas.openxmlformats.org/drawingml/2006/main">
              <a:ext uri="{FF2B5EF4-FFF2-40B4-BE49-F238E27FC236}">
                <a16:creationId xmlns:a16="http://schemas.microsoft.com/office/drawing/2014/main" id="{F081C748-6F8D-4850-877D-31495ACD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80" y="4972119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28575"/>
                </a:lnTo>
                <a:lnTo>
                  <a:pt x="0" y="47625"/>
                </a:lnTo>
                <a:lnTo>
                  <a:pt x="9525" y="66675"/>
                </a:lnTo>
                <a:lnTo>
                  <a:pt x="28575" y="76200"/>
                </a:lnTo>
                <a:lnTo>
                  <a:pt x="57150" y="76200"/>
                </a:lnTo>
                <a:lnTo>
                  <a:pt x="76200" y="57150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96" name="Synthetic sample 52">
            <a:extLst xmlns:a="http://schemas.openxmlformats.org/drawingml/2006/main">
              <a:ext uri="{FF2B5EF4-FFF2-40B4-BE49-F238E27FC236}">
                <a16:creationId xmlns:a16="http://schemas.microsoft.com/office/drawing/2014/main" id="{F48525EF-DC88-4564-9883-6DAD43F2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2336" y="4916835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47625"/>
                </a:lnTo>
                <a:lnTo>
                  <a:pt x="76200" y="28575"/>
                </a:lnTo>
                <a:lnTo>
                  <a:pt x="66675" y="9525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97" name="Synthetic sample 53">
            <a:extLst xmlns:a="http://schemas.openxmlformats.org/drawingml/2006/main">
              <a:ext uri="{FF2B5EF4-FFF2-40B4-BE49-F238E27FC236}">
                <a16:creationId xmlns:a16="http://schemas.microsoft.com/office/drawing/2014/main" id="{2C7189B0-2E54-405C-8085-19D6320A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2694" y="4916835"/>
            <a:ext cx="77398" cy="88455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9525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98" name="Synthetic sample 54">
            <a:extLst xmlns:a="http://schemas.openxmlformats.org/drawingml/2006/main">
              <a:ext uri="{FF2B5EF4-FFF2-40B4-BE49-F238E27FC236}">
                <a16:creationId xmlns:a16="http://schemas.microsoft.com/office/drawing/2014/main" id="{5B05B165-BF32-440C-8461-F70C07DB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63" y="4916835"/>
            <a:ext cx="88455" cy="88455"/>
          </a:xfrm>
          <a:custGeom xmlns:a="http://schemas.openxmlformats.org/drawingml/2006/main">
            <a:pathLst>
              <a:path w="76200" h="76200">
                <a:moveTo>
                  <a:pt x="9525" y="9525"/>
                </a:moveTo>
                <a:lnTo>
                  <a:pt x="9525" y="28575"/>
                </a:lnTo>
                <a:lnTo>
                  <a:pt x="0" y="38100"/>
                </a:lnTo>
                <a:lnTo>
                  <a:pt x="9525" y="66675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57150"/>
                </a:lnTo>
                <a:lnTo>
                  <a:pt x="76200" y="19050"/>
                </a:lnTo>
                <a:lnTo>
                  <a:pt x="57150" y="0"/>
                </a:lnTo>
                <a:lnTo>
                  <a:pt x="2857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99" name="Synthetic sample 55">
            <a:extLst xmlns:a="http://schemas.openxmlformats.org/drawingml/2006/main">
              <a:ext uri="{FF2B5EF4-FFF2-40B4-BE49-F238E27FC236}">
                <a16:creationId xmlns:a16="http://schemas.microsoft.com/office/drawing/2014/main" id="{4C5919F4-1A4B-4739-A66D-37A7D787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90" y="4916835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28575"/>
                </a:lnTo>
                <a:lnTo>
                  <a:pt x="0" y="57150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47625"/>
                </a:lnTo>
                <a:lnTo>
                  <a:pt x="76200" y="28575"/>
                </a:lnTo>
                <a:lnTo>
                  <a:pt x="66675" y="9525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00" name="Synthetic sample 56">
            <a:extLst xmlns:a="http://schemas.openxmlformats.org/drawingml/2006/main">
              <a:ext uri="{FF2B5EF4-FFF2-40B4-BE49-F238E27FC236}">
                <a16:creationId xmlns:a16="http://schemas.microsoft.com/office/drawing/2014/main" id="{7455C575-5F96-4FEC-BCD7-558C8D79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2416" y="4872608"/>
            <a:ext cx="77398" cy="99511"/>
          </a:xfrm>
          <a:custGeom xmlns:a="http://schemas.openxmlformats.org/drawingml/2006/main">
            <a:pathLst>
              <a:path w="66675" h="85725">
                <a:moveTo>
                  <a:pt x="38100" y="0"/>
                </a:moveTo>
                <a:lnTo>
                  <a:pt x="28575" y="9525"/>
                </a:lnTo>
                <a:lnTo>
                  <a:pt x="9525" y="9525"/>
                </a:lnTo>
                <a:lnTo>
                  <a:pt x="0" y="28575"/>
                </a:lnTo>
                <a:lnTo>
                  <a:pt x="0" y="66675"/>
                </a:lnTo>
                <a:lnTo>
                  <a:pt x="28575" y="85725"/>
                </a:lnTo>
                <a:lnTo>
                  <a:pt x="47625" y="85725"/>
                </a:lnTo>
                <a:lnTo>
                  <a:pt x="66675" y="66675"/>
                </a:lnTo>
                <a:lnTo>
                  <a:pt x="66675" y="1905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01" name="Synthetic sample 57">
            <a:extLst xmlns:a="http://schemas.openxmlformats.org/drawingml/2006/main">
              <a:ext uri="{FF2B5EF4-FFF2-40B4-BE49-F238E27FC236}">
                <a16:creationId xmlns:a16="http://schemas.microsoft.com/office/drawing/2014/main" id="{809C3A40-ACA5-4974-8DF4-16C19865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774" y="4872608"/>
            <a:ext cx="77398" cy="99511"/>
          </a:xfrm>
          <a:custGeom xmlns:a="http://schemas.openxmlformats.org/drawingml/2006/main">
            <a:pathLst>
              <a:path w="66675" h="85725">
                <a:moveTo>
                  <a:pt x="28575" y="0"/>
                </a:moveTo>
                <a:lnTo>
                  <a:pt x="0" y="19050"/>
                </a:lnTo>
                <a:lnTo>
                  <a:pt x="0" y="66675"/>
                </a:lnTo>
                <a:lnTo>
                  <a:pt x="19050" y="85725"/>
                </a:lnTo>
                <a:lnTo>
                  <a:pt x="38100" y="85725"/>
                </a:lnTo>
                <a:lnTo>
                  <a:pt x="66675" y="66675"/>
                </a:lnTo>
                <a:lnTo>
                  <a:pt x="66675" y="28575"/>
                </a:lnTo>
                <a:lnTo>
                  <a:pt x="57150" y="9525"/>
                </a:lnTo>
                <a:lnTo>
                  <a:pt x="38100" y="952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02" name="Synthetic sample 58">
            <a:extLst xmlns:a="http://schemas.openxmlformats.org/drawingml/2006/main">
              <a:ext uri="{FF2B5EF4-FFF2-40B4-BE49-F238E27FC236}">
                <a16:creationId xmlns:a16="http://schemas.microsoft.com/office/drawing/2014/main" id="{42AFD85C-35C5-4D0C-B354-66124D5E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643" y="4872608"/>
            <a:ext cx="88455" cy="99511"/>
          </a:xfrm>
          <a:custGeom xmlns:a="http://schemas.openxmlformats.org/drawingml/2006/main">
            <a:pathLst>
              <a:path w="76200" h="85725">
                <a:moveTo>
                  <a:pt x="38100" y="0"/>
                </a:moveTo>
                <a:lnTo>
                  <a:pt x="0" y="28575"/>
                </a:lnTo>
                <a:lnTo>
                  <a:pt x="0" y="57150"/>
                </a:lnTo>
                <a:lnTo>
                  <a:pt x="9525" y="76200"/>
                </a:lnTo>
                <a:lnTo>
                  <a:pt x="28575" y="85725"/>
                </a:lnTo>
                <a:lnTo>
                  <a:pt x="47625" y="85725"/>
                </a:lnTo>
                <a:lnTo>
                  <a:pt x="66675" y="76200"/>
                </a:lnTo>
                <a:lnTo>
                  <a:pt x="76200" y="57150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03" name="Synthetic sample 59">
            <a:extLst xmlns:a="http://schemas.openxmlformats.org/drawingml/2006/main">
              <a:ext uri="{FF2B5EF4-FFF2-40B4-BE49-F238E27FC236}">
                <a16:creationId xmlns:a16="http://schemas.microsoft.com/office/drawing/2014/main" id="{6777544F-8F5E-49A3-8D65-7B97DEDB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70" y="4872608"/>
            <a:ext cx="77398" cy="99511"/>
          </a:xfrm>
          <a:custGeom xmlns:a="http://schemas.openxmlformats.org/drawingml/2006/main">
            <a:pathLst>
              <a:path w="66675" h="85725">
                <a:moveTo>
                  <a:pt x="38100" y="0"/>
                </a:moveTo>
                <a:lnTo>
                  <a:pt x="28575" y="9525"/>
                </a:lnTo>
                <a:lnTo>
                  <a:pt x="9525" y="9525"/>
                </a:lnTo>
                <a:lnTo>
                  <a:pt x="0" y="28575"/>
                </a:lnTo>
                <a:lnTo>
                  <a:pt x="0" y="66675"/>
                </a:lnTo>
                <a:lnTo>
                  <a:pt x="28575" y="85725"/>
                </a:lnTo>
                <a:lnTo>
                  <a:pt x="47625" y="85725"/>
                </a:lnTo>
                <a:lnTo>
                  <a:pt x="66675" y="66675"/>
                </a:lnTo>
                <a:lnTo>
                  <a:pt x="66675" y="1905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04" name="Synthetic sample 60">
            <a:extLst xmlns:a="http://schemas.openxmlformats.org/drawingml/2006/main">
              <a:ext uri="{FF2B5EF4-FFF2-40B4-BE49-F238E27FC236}">
                <a16:creationId xmlns:a16="http://schemas.microsoft.com/office/drawing/2014/main" id="{90B91EA7-7797-46D9-8BEC-D25688A2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2895" y="4574073"/>
            <a:ext cx="77398" cy="88455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05" name="Synthetic sample 61">
            <a:extLst xmlns:a="http://schemas.openxmlformats.org/drawingml/2006/main">
              <a:ext uri="{FF2B5EF4-FFF2-40B4-BE49-F238E27FC236}">
                <a16:creationId xmlns:a16="http://schemas.microsoft.com/office/drawing/2014/main" id="{9ED99369-7A39-47FE-ADAE-73029D54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2196" y="4574073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28575"/>
                </a:lnTo>
                <a:lnTo>
                  <a:pt x="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57150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06" name="Synthetic sample 62">
            <a:extLst xmlns:a="http://schemas.openxmlformats.org/drawingml/2006/main">
              <a:ext uri="{FF2B5EF4-FFF2-40B4-BE49-F238E27FC236}">
                <a16:creationId xmlns:a16="http://schemas.microsoft.com/office/drawing/2014/main" id="{0CA6DDCC-EA5C-4A36-AA54-8049262A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3122" y="4574073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47625"/>
                </a:lnTo>
                <a:lnTo>
                  <a:pt x="76200" y="2857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07" name="Synthetic sample 63">
            <a:extLst xmlns:a="http://schemas.openxmlformats.org/drawingml/2006/main">
              <a:ext uri="{FF2B5EF4-FFF2-40B4-BE49-F238E27FC236}">
                <a16:creationId xmlns:a16="http://schemas.microsoft.com/office/drawing/2014/main" id="{35ED5583-6568-443D-8F75-C882D87E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048" y="4574073"/>
            <a:ext cx="77398" cy="88455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08" name="Synthetic sample 64">
            <a:extLst xmlns:a="http://schemas.openxmlformats.org/drawingml/2006/main">
              <a:ext uri="{FF2B5EF4-FFF2-40B4-BE49-F238E27FC236}">
                <a16:creationId xmlns:a16="http://schemas.microsoft.com/office/drawing/2014/main" id="{45A38ED2-9967-4728-8CD0-9B390BEE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4929" y="4485619"/>
            <a:ext cx="88455" cy="99511"/>
          </a:xfrm>
          <a:custGeom xmlns:a="http://schemas.openxmlformats.org/drawingml/2006/main">
            <a:pathLst>
              <a:path w="76200" h="85725">
                <a:moveTo>
                  <a:pt x="47625" y="0"/>
                </a:moveTo>
                <a:lnTo>
                  <a:pt x="28575" y="0"/>
                </a:lnTo>
                <a:lnTo>
                  <a:pt x="9525" y="9525"/>
                </a:lnTo>
                <a:lnTo>
                  <a:pt x="0" y="28575"/>
                </a:lnTo>
                <a:lnTo>
                  <a:pt x="0" y="57150"/>
                </a:lnTo>
                <a:lnTo>
                  <a:pt x="28575" y="85725"/>
                </a:lnTo>
                <a:lnTo>
                  <a:pt x="57150" y="76200"/>
                </a:lnTo>
                <a:lnTo>
                  <a:pt x="76200" y="57150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09" name="Synthetic sample 65">
            <a:extLst xmlns:a="http://schemas.openxmlformats.org/drawingml/2006/main">
              <a:ext uri="{FF2B5EF4-FFF2-40B4-BE49-F238E27FC236}">
                <a16:creationId xmlns:a16="http://schemas.microsoft.com/office/drawing/2014/main" id="{E366B07B-7A23-4477-8E01-5505A820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5287" y="4485619"/>
            <a:ext cx="77398" cy="99511"/>
          </a:xfrm>
          <a:custGeom xmlns:a="http://schemas.openxmlformats.org/drawingml/2006/main">
            <a:pathLst>
              <a:path w="66675" h="85725">
                <a:moveTo>
                  <a:pt x="19050" y="0"/>
                </a:moveTo>
                <a:lnTo>
                  <a:pt x="0" y="19050"/>
                </a:lnTo>
                <a:lnTo>
                  <a:pt x="0" y="66675"/>
                </a:lnTo>
                <a:lnTo>
                  <a:pt x="38100" y="85725"/>
                </a:lnTo>
                <a:lnTo>
                  <a:pt x="66675" y="66675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10" name="Synthetic sample 66">
            <a:extLst xmlns:a="http://schemas.openxmlformats.org/drawingml/2006/main">
              <a:ext uri="{FF2B5EF4-FFF2-40B4-BE49-F238E27FC236}">
                <a16:creationId xmlns:a16="http://schemas.microsoft.com/office/drawing/2014/main" id="{854931EE-87F9-4D35-BB62-087381B0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156" y="4485619"/>
            <a:ext cx="88455" cy="99511"/>
          </a:xfrm>
          <a:custGeom xmlns:a="http://schemas.openxmlformats.org/drawingml/2006/main">
            <a:pathLst>
              <a:path w="76200" h="85725">
                <a:moveTo>
                  <a:pt x="28575" y="0"/>
                </a:moveTo>
                <a:lnTo>
                  <a:pt x="9525" y="19050"/>
                </a:lnTo>
                <a:lnTo>
                  <a:pt x="0" y="47625"/>
                </a:lnTo>
                <a:lnTo>
                  <a:pt x="19050" y="76200"/>
                </a:lnTo>
                <a:lnTo>
                  <a:pt x="47625" y="85725"/>
                </a:lnTo>
                <a:lnTo>
                  <a:pt x="66675" y="76200"/>
                </a:lnTo>
                <a:lnTo>
                  <a:pt x="76200" y="57150"/>
                </a:lnTo>
                <a:lnTo>
                  <a:pt x="76200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11" name="Synthetic sample 67">
            <a:extLst xmlns:a="http://schemas.openxmlformats.org/drawingml/2006/main">
              <a:ext uri="{FF2B5EF4-FFF2-40B4-BE49-F238E27FC236}">
                <a16:creationId xmlns:a16="http://schemas.microsoft.com/office/drawing/2014/main" id="{9419FD24-CE3D-4746-A473-DA969470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082" y="4485619"/>
            <a:ext cx="88455" cy="99511"/>
          </a:xfrm>
          <a:custGeom xmlns:a="http://schemas.openxmlformats.org/drawingml/2006/main">
            <a:pathLst>
              <a:path w="76200" h="85725">
                <a:moveTo>
                  <a:pt x="47625" y="0"/>
                </a:moveTo>
                <a:lnTo>
                  <a:pt x="28575" y="0"/>
                </a:lnTo>
                <a:lnTo>
                  <a:pt x="9525" y="9525"/>
                </a:lnTo>
                <a:lnTo>
                  <a:pt x="0" y="28575"/>
                </a:lnTo>
                <a:lnTo>
                  <a:pt x="0" y="57150"/>
                </a:lnTo>
                <a:lnTo>
                  <a:pt x="38100" y="85725"/>
                </a:lnTo>
                <a:lnTo>
                  <a:pt x="76200" y="57150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12" name="Synthetic sample 68">
            <a:extLst xmlns:a="http://schemas.openxmlformats.org/drawingml/2006/main">
              <a:ext uri="{FF2B5EF4-FFF2-40B4-BE49-F238E27FC236}">
                <a16:creationId xmlns:a16="http://schemas.microsoft.com/office/drawing/2014/main" id="{427FEA27-1029-46E0-BAB6-15A6E8AE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4440" y="4363993"/>
            <a:ext cx="77398" cy="88455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13" name="Synthetic sample 69">
            <a:extLst xmlns:a="http://schemas.openxmlformats.org/drawingml/2006/main">
              <a:ext uri="{FF2B5EF4-FFF2-40B4-BE49-F238E27FC236}">
                <a16:creationId xmlns:a16="http://schemas.microsoft.com/office/drawing/2014/main" id="{FBB8704B-A720-4684-ADA8-DC8392F3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3741" y="4363993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28575"/>
                </a:lnTo>
                <a:lnTo>
                  <a:pt x="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57150"/>
                </a:lnTo>
                <a:lnTo>
                  <a:pt x="76200" y="2857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14" name="Synthetic sample 70">
            <a:extLst xmlns:a="http://schemas.openxmlformats.org/drawingml/2006/main">
              <a:ext uri="{FF2B5EF4-FFF2-40B4-BE49-F238E27FC236}">
                <a16:creationId xmlns:a16="http://schemas.microsoft.com/office/drawing/2014/main" id="{8B062591-A010-420A-89B5-6C009A97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4667" y="4363993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47625"/>
                </a:lnTo>
                <a:lnTo>
                  <a:pt x="66675" y="28575"/>
                </a:lnTo>
                <a:lnTo>
                  <a:pt x="66675" y="9525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15" name="Synthetic sample 71">
            <a:extLst xmlns:a="http://schemas.openxmlformats.org/drawingml/2006/main">
              <a:ext uri="{FF2B5EF4-FFF2-40B4-BE49-F238E27FC236}">
                <a16:creationId xmlns:a16="http://schemas.microsoft.com/office/drawing/2014/main" id="{445BD711-674F-46E3-8BEB-28F39537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5594" y="4363993"/>
            <a:ext cx="77398" cy="88455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16" name="Synthetic sample 72">
            <a:extLst xmlns:a="http://schemas.openxmlformats.org/drawingml/2006/main">
              <a:ext uri="{FF2B5EF4-FFF2-40B4-BE49-F238E27FC236}">
                <a16:creationId xmlns:a16="http://schemas.microsoft.com/office/drawing/2014/main" id="{C44FC316-1B53-455E-93E8-255E8E4C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349" y="4319766"/>
            <a:ext cx="88455" cy="99511"/>
          </a:xfrm>
          <a:custGeom xmlns:a="http://schemas.openxmlformats.org/drawingml/2006/main">
            <a:pathLst>
              <a:path w="76200" h="85725">
                <a:moveTo>
                  <a:pt x="47625" y="0"/>
                </a:moveTo>
                <a:lnTo>
                  <a:pt x="28575" y="0"/>
                </a:lnTo>
                <a:lnTo>
                  <a:pt x="0" y="28575"/>
                </a:lnTo>
                <a:lnTo>
                  <a:pt x="0" y="47625"/>
                </a:lnTo>
                <a:lnTo>
                  <a:pt x="9525" y="66675"/>
                </a:lnTo>
                <a:lnTo>
                  <a:pt x="38100" y="85725"/>
                </a:lnTo>
                <a:lnTo>
                  <a:pt x="76200" y="57150"/>
                </a:lnTo>
                <a:lnTo>
                  <a:pt x="76200" y="28575"/>
                </a:lnTo>
                <a:lnTo>
                  <a:pt x="66675" y="952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17" name="Synthetic sample 73">
            <a:extLst xmlns:a="http://schemas.openxmlformats.org/drawingml/2006/main">
              <a:ext uri="{FF2B5EF4-FFF2-40B4-BE49-F238E27FC236}">
                <a16:creationId xmlns:a16="http://schemas.microsoft.com/office/drawing/2014/main" id="{D3E41FE1-EE8D-4810-AC60-BF599FF0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1707" y="4319766"/>
            <a:ext cx="88455" cy="99511"/>
          </a:xfrm>
          <a:custGeom xmlns:a="http://schemas.openxmlformats.org/drawingml/2006/main">
            <a:pathLst>
              <a:path w="76200" h="85725">
                <a:moveTo>
                  <a:pt x="47625" y="0"/>
                </a:moveTo>
                <a:lnTo>
                  <a:pt x="28575" y="0"/>
                </a:lnTo>
                <a:lnTo>
                  <a:pt x="0" y="19050"/>
                </a:lnTo>
                <a:lnTo>
                  <a:pt x="0" y="57150"/>
                </a:lnTo>
                <a:lnTo>
                  <a:pt x="9525" y="76200"/>
                </a:lnTo>
                <a:lnTo>
                  <a:pt x="28575" y="76200"/>
                </a:lnTo>
                <a:lnTo>
                  <a:pt x="38100" y="85725"/>
                </a:lnTo>
                <a:lnTo>
                  <a:pt x="57150" y="76200"/>
                </a:lnTo>
                <a:lnTo>
                  <a:pt x="76200" y="47625"/>
                </a:lnTo>
                <a:lnTo>
                  <a:pt x="66675" y="1905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18" name="Synthetic sample 74">
            <a:extLst xmlns:a="http://schemas.openxmlformats.org/drawingml/2006/main">
              <a:ext uri="{FF2B5EF4-FFF2-40B4-BE49-F238E27FC236}">
                <a16:creationId xmlns:a16="http://schemas.microsoft.com/office/drawing/2014/main" id="{520E7CDC-0B66-470E-AF4E-DD617E86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634" y="4319766"/>
            <a:ext cx="77398" cy="99511"/>
          </a:xfrm>
          <a:custGeom xmlns:a="http://schemas.openxmlformats.org/drawingml/2006/main">
            <a:pathLst>
              <a:path w="66675" h="85725">
                <a:moveTo>
                  <a:pt x="28575" y="0"/>
                </a:moveTo>
                <a:lnTo>
                  <a:pt x="0" y="19050"/>
                </a:lnTo>
                <a:lnTo>
                  <a:pt x="0" y="66675"/>
                </a:lnTo>
                <a:lnTo>
                  <a:pt x="38100" y="85725"/>
                </a:lnTo>
                <a:lnTo>
                  <a:pt x="66675" y="66675"/>
                </a:lnTo>
                <a:lnTo>
                  <a:pt x="66675" y="1905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19" name="Synthetic sample 75">
            <a:extLst xmlns:a="http://schemas.openxmlformats.org/drawingml/2006/main">
              <a:ext uri="{FF2B5EF4-FFF2-40B4-BE49-F238E27FC236}">
                <a16:creationId xmlns:a16="http://schemas.microsoft.com/office/drawing/2014/main" id="{87EC6570-711E-4E4C-B68E-519AF207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503" y="4319766"/>
            <a:ext cx="88455" cy="99511"/>
          </a:xfrm>
          <a:custGeom xmlns:a="http://schemas.openxmlformats.org/drawingml/2006/main">
            <a:pathLst>
              <a:path w="76200" h="85725">
                <a:moveTo>
                  <a:pt x="47625" y="0"/>
                </a:moveTo>
                <a:lnTo>
                  <a:pt x="28575" y="0"/>
                </a:lnTo>
                <a:lnTo>
                  <a:pt x="0" y="38100"/>
                </a:lnTo>
                <a:lnTo>
                  <a:pt x="9525" y="66675"/>
                </a:lnTo>
                <a:lnTo>
                  <a:pt x="38100" y="85725"/>
                </a:lnTo>
                <a:lnTo>
                  <a:pt x="76200" y="57150"/>
                </a:lnTo>
                <a:lnTo>
                  <a:pt x="76200" y="28575"/>
                </a:lnTo>
                <a:lnTo>
                  <a:pt x="66675" y="952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20" name="Synthetic sample 76">
            <a:extLst xmlns:a="http://schemas.openxmlformats.org/drawingml/2006/main">
              <a:ext uri="{FF2B5EF4-FFF2-40B4-BE49-F238E27FC236}">
                <a16:creationId xmlns:a16="http://schemas.microsoft.com/office/drawing/2014/main" id="{41D6DDCF-5EF7-4A83-8338-FCB00BAE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2815" y="4231311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28575"/>
                </a:lnTo>
                <a:lnTo>
                  <a:pt x="0" y="47625"/>
                </a:lnTo>
                <a:lnTo>
                  <a:pt x="9525" y="66675"/>
                </a:lnTo>
                <a:lnTo>
                  <a:pt x="28575" y="76200"/>
                </a:lnTo>
                <a:lnTo>
                  <a:pt x="57150" y="76200"/>
                </a:lnTo>
                <a:lnTo>
                  <a:pt x="76200" y="57150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21" name="Synthetic sample 77">
            <a:extLst xmlns:a="http://schemas.openxmlformats.org/drawingml/2006/main">
              <a:ext uri="{FF2B5EF4-FFF2-40B4-BE49-F238E27FC236}">
                <a16:creationId xmlns:a16="http://schemas.microsoft.com/office/drawing/2014/main" id="{A3E5AD6E-9FDD-46C4-88EF-00A7B489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3173" y="4231311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66675"/>
                </a:lnTo>
                <a:lnTo>
                  <a:pt x="66675" y="47625"/>
                </a:lnTo>
                <a:lnTo>
                  <a:pt x="76200" y="38100"/>
                </a:lnTo>
                <a:lnTo>
                  <a:pt x="66675" y="28575"/>
                </a:lnTo>
                <a:lnTo>
                  <a:pt x="66675" y="95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22" name="Synthetic sample 78">
            <a:extLst xmlns:a="http://schemas.openxmlformats.org/drawingml/2006/main">
              <a:ext uri="{FF2B5EF4-FFF2-40B4-BE49-F238E27FC236}">
                <a16:creationId xmlns:a16="http://schemas.microsoft.com/office/drawing/2014/main" id="{35C7D9E8-14ED-43D6-BAAA-1CF62066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099" y="4231311"/>
            <a:ext cx="77398" cy="88455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23" name="Synthetic sample 79">
            <a:extLst xmlns:a="http://schemas.openxmlformats.org/drawingml/2006/main">
              <a:ext uri="{FF2B5EF4-FFF2-40B4-BE49-F238E27FC236}">
                <a16:creationId xmlns:a16="http://schemas.microsoft.com/office/drawing/2014/main" id="{7E31E16F-899D-4694-BE6D-D37D4B6C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969" y="4231311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28575"/>
                </a:lnTo>
                <a:lnTo>
                  <a:pt x="0" y="47625"/>
                </a:lnTo>
                <a:lnTo>
                  <a:pt x="9525" y="66675"/>
                </a:lnTo>
                <a:lnTo>
                  <a:pt x="28575" y="76200"/>
                </a:lnTo>
                <a:lnTo>
                  <a:pt x="57150" y="76200"/>
                </a:lnTo>
                <a:lnTo>
                  <a:pt x="76200" y="57150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24" name="Synthetic sample 80">
            <a:extLst xmlns:a="http://schemas.openxmlformats.org/drawingml/2006/main">
              <a:ext uri="{FF2B5EF4-FFF2-40B4-BE49-F238E27FC236}">
                <a16:creationId xmlns:a16="http://schemas.microsoft.com/office/drawing/2014/main" id="{AFFBBCA5-FDAC-48BA-BA2E-B3F2B5F9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9724" y="4176027"/>
            <a:ext cx="88455" cy="88455"/>
          </a:xfrm>
          <a:custGeom xmlns:a="http://schemas.openxmlformats.org/drawingml/2006/main">
            <a:pathLst>
              <a:path w="76200" h="76200">
                <a:moveTo>
                  <a:pt x="9525" y="9525"/>
                </a:moveTo>
                <a:lnTo>
                  <a:pt x="0" y="28575"/>
                </a:lnTo>
                <a:lnTo>
                  <a:pt x="0" y="57150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47625"/>
                </a:lnTo>
                <a:lnTo>
                  <a:pt x="76200" y="28575"/>
                </a:lnTo>
                <a:lnTo>
                  <a:pt x="66675" y="9525"/>
                </a:lnTo>
                <a:lnTo>
                  <a:pt x="47625" y="0"/>
                </a:lnTo>
                <a:lnTo>
                  <a:pt x="2857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25" name="Synthetic sample 81">
            <a:extLst xmlns:a="http://schemas.openxmlformats.org/drawingml/2006/main">
              <a:ext uri="{FF2B5EF4-FFF2-40B4-BE49-F238E27FC236}">
                <a16:creationId xmlns:a16="http://schemas.microsoft.com/office/drawing/2014/main" id="{52A1F9EB-A6AC-4D6E-9B1A-C7BF8D23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082" y="4176027"/>
            <a:ext cx="77398" cy="88455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9525" y="76200"/>
                </a:lnTo>
                <a:lnTo>
                  <a:pt x="57150" y="76200"/>
                </a:lnTo>
                <a:lnTo>
                  <a:pt x="66675" y="66675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26" name="Synthetic sample 82">
            <a:extLst xmlns:a="http://schemas.openxmlformats.org/drawingml/2006/main">
              <a:ext uri="{FF2B5EF4-FFF2-40B4-BE49-F238E27FC236}">
                <a16:creationId xmlns:a16="http://schemas.microsoft.com/office/drawing/2014/main" id="{37C55031-BA69-4D51-9B5B-BE1684B8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952" y="4176027"/>
            <a:ext cx="88455" cy="88455"/>
          </a:xfrm>
          <a:custGeom xmlns:a="http://schemas.openxmlformats.org/drawingml/2006/main">
            <a:pathLst>
              <a:path w="76200" h="76200">
                <a:moveTo>
                  <a:pt x="28575" y="0"/>
                </a:moveTo>
                <a:lnTo>
                  <a:pt x="9525" y="19050"/>
                </a:lnTo>
                <a:lnTo>
                  <a:pt x="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57150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27" name="Synthetic sample 83">
            <a:extLst xmlns:a="http://schemas.openxmlformats.org/drawingml/2006/main">
              <a:ext uri="{FF2B5EF4-FFF2-40B4-BE49-F238E27FC236}">
                <a16:creationId xmlns:a16="http://schemas.microsoft.com/office/drawing/2014/main" id="{BE893826-D95B-49AE-8989-F9DFBEF5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878" y="4176027"/>
            <a:ext cx="88455" cy="88455"/>
          </a:xfrm>
          <a:custGeom xmlns:a="http://schemas.openxmlformats.org/drawingml/2006/main">
            <a:pathLst>
              <a:path w="76200" h="76200">
                <a:moveTo>
                  <a:pt x="9525" y="9525"/>
                </a:moveTo>
                <a:lnTo>
                  <a:pt x="0" y="28575"/>
                </a:lnTo>
                <a:lnTo>
                  <a:pt x="0" y="57150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47625"/>
                </a:lnTo>
                <a:lnTo>
                  <a:pt x="76200" y="28575"/>
                </a:lnTo>
                <a:lnTo>
                  <a:pt x="66675" y="9525"/>
                </a:lnTo>
                <a:lnTo>
                  <a:pt x="47625" y="0"/>
                </a:lnTo>
                <a:lnTo>
                  <a:pt x="2857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28" name="Synthetic sample 84">
            <a:extLst xmlns:a="http://schemas.openxmlformats.org/drawingml/2006/main">
              <a:ext uri="{FF2B5EF4-FFF2-40B4-BE49-F238E27FC236}">
                <a16:creationId xmlns:a16="http://schemas.microsoft.com/office/drawing/2014/main" id="{7DDF9D45-8EE5-4ACB-8187-70F92C0D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9804" y="4142857"/>
            <a:ext cx="88455" cy="88455"/>
          </a:xfrm>
          <a:custGeom xmlns:a="http://schemas.openxmlformats.org/drawingml/2006/main">
            <a:pathLst>
              <a:path w="76200" h="76200">
                <a:moveTo>
                  <a:pt x="9525" y="0"/>
                </a:moveTo>
                <a:lnTo>
                  <a:pt x="0" y="19050"/>
                </a:lnTo>
                <a:lnTo>
                  <a:pt x="0" y="57150"/>
                </a:lnTo>
                <a:lnTo>
                  <a:pt x="28575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76200" y="2857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29" name="Synthetic sample 85">
            <a:extLst xmlns:a="http://schemas.openxmlformats.org/drawingml/2006/main">
              <a:ext uri="{FF2B5EF4-FFF2-40B4-BE49-F238E27FC236}">
                <a16:creationId xmlns:a16="http://schemas.microsoft.com/office/drawing/2014/main" id="{D3157229-340D-4342-9D04-340E2AF0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0162" y="4142857"/>
            <a:ext cx="77398" cy="88455"/>
          </a:xfrm>
          <a:custGeom xmlns:a="http://schemas.openxmlformats.org/drawingml/2006/main">
            <a:pathLst>
              <a:path w="66675" h="76200">
                <a:moveTo>
                  <a:pt x="9525" y="0"/>
                </a:moveTo>
                <a:lnTo>
                  <a:pt x="0" y="9525"/>
                </a:lnTo>
                <a:lnTo>
                  <a:pt x="0" y="57150"/>
                </a:lnTo>
                <a:lnTo>
                  <a:pt x="19050" y="76200"/>
                </a:lnTo>
                <a:lnTo>
                  <a:pt x="38100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30" name="Synthetic sample 86">
            <a:extLst xmlns:a="http://schemas.openxmlformats.org/drawingml/2006/main">
              <a:ext uri="{FF2B5EF4-FFF2-40B4-BE49-F238E27FC236}">
                <a16:creationId xmlns:a16="http://schemas.microsoft.com/office/drawing/2014/main" id="{934ED4F7-4AF8-44EC-B594-BD819064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031" y="4142857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28575"/>
                </a:lnTo>
                <a:lnTo>
                  <a:pt x="0" y="47625"/>
                </a:lnTo>
                <a:lnTo>
                  <a:pt x="28575" y="76200"/>
                </a:lnTo>
                <a:lnTo>
                  <a:pt x="47625" y="76200"/>
                </a:lnTo>
                <a:lnTo>
                  <a:pt x="66675" y="66675"/>
                </a:lnTo>
                <a:lnTo>
                  <a:pt x="76200" y="47625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31" name="Synthetic sample 87">
            <a:extLst xmlns:a="http://schemas.openxmlformats.org/drawingml/2006/main">
              <a:ext uri="{FF2B5EF4-FFF2-40B4-BE49-F238E27FC236}">
                <a16:creationId xmlns:a16="http://schemas.microsoft.com/office/drawing/2014/main" id="{B757AD80-1541-4682-A678-AFB5809F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958" y="4142857"/>
            <a:ext cx="88455" cy="88455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47625"/>
                </a:lnTo>
                <a:lnTo>
                  <a:pt x="9525" y="66675"/>
                </a:lnTo>
                <a:lnTo>
                  <a:pt x="28575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76200" y="2857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32" name="Real sample 0">
            <a:extLst xmlns:a="http://schemas.openxmlformats.org/drawingml/2006/main">
              <a:ext uri="{FF2B5EF4-FFF2-40B4-BE49-F238E27FC236}">
                <a16:creationId xmlns:a16="http://schemas.microsoft.com/office/drawing/2014/main" id="{29A4EADF-BCB9-4126-8450-FC5E4890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8498" y="5712927"/>
            <a:ext cx="88455" cy="88455"/>
          </a:xfrm>
          <a:custGeom xmlns:a="http://schemas.openxmlformats.org/drawingml/2006/main">
            <a:pathLst>
              <a:path w="76200" h="76200">
                <a:moveTo>
                  <a:pt x="57150" y="0"/>
                </a:moveTo>
                <a:lnTo>
                  <a:pt x="28575" y="0"/>
                </a:lnTo>
                <a:lnTo>
                  <a:pt x="9525" y="9525"/>
                </a:lnTo>
                <a:lnTo>
                  <a:pt x="0" y="28575"/>
                </a:lnTo>
                <a:lnTo>
                  <a:pt x="9525" y="57150"/>
                </a:lnTo>
                <a:lnTo>
                  <a:pt x="38100" y="76200"/>
                </a:lnTo>
                <a:lnTo>
                  <a:pt x="76200" y="47625"/>
                </a:lnTo>
                <a:lnTo>
                  <a:pt x="76200" y="1905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33" name="Real sample 1">
            <a:extLst xmlns:a="http://schemas.openxmlformats.org/drawingml/2006/main">
              <a:ext uri="{FF2B5EF4-FFF2-40B4-BE49-F238E27FC236}">
                <a16:creationId xmlns:a16="http://schemas.microsoft.com/office/drawing/2014/main" id="{3F6E708C-874F-458A-8B16-FF163960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8856" y="5712927"/>
            <a:ext cx="77398" cy="77398"/>
          </a:xfrm>
          <a:custGeom xmlns:a="http://schemas.openxmlformats.org/drawingml/2006/main">
            <a:pathLst>
              <a:path w="66675" h="66675">
                <a:moveTo>
                  <a:pt x="19050" y="0"/>
                </a:moveTo>
                <a:lnTo>
                  <a:pt x="0" y="19050"/>
                </a:lnTo>
                <a:lnTo>
                  <a:pt x="0" y="47625"/>
                </a:lnTo>
                <a:lnTo>
                  <a:pt x="9525" y="66675"/>
                </a:lnTo>
                <a:lnTo>
                  <a:pt x="57150" y="66675"/>
                </a:lnTo>
                <a:lnTo>
                  <a:pt x="66675" y="57150"/>
                </a:lnTo>
                <a:lnTo>
                  <a:pt x="66675" y="9525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34" name="Real sample 2">
            <a:extLst xmlns:a="http://schemas.openxmlformats.org/drawingml/2006/main">
              <a:ext uri="{FF2B5EF4-FFF2-40B4-BE49-F238E27FC236}">
                <a16:creationId xmlns:a16="http://schemas.microsoft.com/office/drawing/2014/main" id="{F44A3061-99F1-4205-B39A-5AF926BF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387" y="5712927"/>
            <a:ext cx="928774" cy="342762"/>
          </a:xfrm>
          <a:custGeom xmlns:a="http://schemas.openxmlformats.org/drawingml/2006/main">
            <a:pathLst>
              <a:path w="800100" h="295275">
                <a:moveTo>
                  <a:pt x="0" y="0"/>
                </a:moveTo>
                <a:lnTo>
                  <a:pt x="0" y="295275"/>
                </a:lnTo>
                <a:lnTo>
                  <a:pt x="800100" y="295275"/>
                </a:lnTo>
                <a:lnTo>
                  <a:pt x="800100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35" name="Real sample 3">
            <a:extLst xmlns:a="http://schemas.openxmlformats.org/drawingml/2006/main">
              <a:ext uri="{FF2B5EF4-FFF2-40B4-BE49-F238E27FC236}">
                <a16:creationId xmlns:a16="http://schemas.microsoft.com/office/drawing/2014/main" id="{D8BA5293-909E-424A-B631-97B72CD1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782" y="5712927"/>
            <a:ext cx="77398" cy="77398"/>
          </a:xfrm>
          <a:custGeom xmlns:a="http://schemas.openxmlformats.org/drawingml/2006/main">
            <a:pathLst>
              <a:path w="66675" h="66675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9525" y="66675"/>
                </a:lnTo>
                <a:lnTo>
                  <a:pt x="57150" y="66675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36" name="Real sample 4">
            <a:extLst xmlns:a="http://schemas.openxmlformats.org/drawingml/2006/main">
              <a:ext uri="{FF2B5EF4-FFF2-40B4-BE49-F238E27FC236}">
                <a16:creationId xmlns:a16="http://schemas.microsoft.com/office/drawing/2014/main" id="{A207B3C4-06FC-4429-AC81-39835AAF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9652" y="5712927"/>
            <a:ext cx="88455" cy="88455"/>
          </a:xfrm>
          <a:custGeom xmlns:a="http://schemas.openxmlformats.org/drawingml/2006/main">
            <a:pathLst>
              <a:path w="76200" h="76200">
                <a:moveTo>
                  <a:pt x="57150" y="0"/>
                </a:moveTo>
                <a:lnTo>
                  <a:pt x="28575" y="0"/>
                </a:lnTo>
                <a:lnTo>
                  <a:pt x="9525" y="9525"/>
                </a:lnTo>
                <a:lnTo>
                  <a:pt x="9525" y="28575"/>
                </a:lnTo>
                <a:lnTo>
                  <a:pt x="0" y="38100"/>
                </a:lnTo>
                <a:lnTo>
                  <a:pt x="9525" y="57150"/>
                </a:lnTo>
                <a:lnTo>
                  <a:pt x="38100" y="76200"/>
                </a:lnTo>
                <a:lnTo>
                  <a:pt x="76200" y="47625"/>
                </a:lnTo>
                <a:lnTo>
                  <a:pt x="76200" y="1905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37" name="Real sample 5">
            <a:extLst xmlns:a="http://schemas.openxmlformats.org/drawingml/2006/main">
              <a:ext uri="{FF2B5EF4-FFF2-40B4-BE49-F238E27FC236}">
                <a16:creationId xmlns:a16="http://schemas.microsoft.com/office/drawing/2014/main" id="{77ED11FF-6CE2-4525-BEA6-8B1D47F7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0612" y="5536018"/>
            <a:ext cx="88455" cy="88455"/>
          </a:xfrm>
          <a:custGeom xmlns:a="http://schemas.openxmlformats.org/drawingml/2006/main">
            <a:pathLst>
              <a:path w="76200" h="76200">
                <a:moveTo>
                  <a:pt x="57150" y="0"/>
                </a:moveTo>
                <a:lnTo>
                  <a:pt x="28575" y="0"/>
                </a:lnTo>
                <a:lnTo>
                  <a:pt x="9525" y="9525"/>
                </a:lnTo>
                <a:lnTo>
                  <a:pt x="0" y="28575"/>
                </a:lnTo>
                <a:lnTo>
                  <a:pt x="9525" y="57150"/>
                </a:lnTo>
                <a:lnTo>
                  <a:pt x="38100" y="76200"/>
                </a:lnTo>
                <a:lnTo>
                  <a:pt x="76200" y="47625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38" name="Real sample 6">
            <a:extLst xmlns:a="http://schemas.openxmlformats.org/drawingml/2006/main">
              <a:ext uri="{FF2B5EF4-FFF2-40B4-BE49-F238E27FC236}">
                <a16:creationId xmlns:a16="http://schemas.microsoft.com/office/drawing/2014/main" id="{D10B18E7-FAB1-4CEF-BEAE-AE7A2690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0970" y="5536018"/>
            <a:ext cx="77398" cy="88455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47625"/>
                </a:lnTo>
                <a:lnTo>
                  <a:pt x="9525" y="66675"/>
                </a:lnTo>
                <a:lnTo>
                  <a:pt x="28575" y="66675"/>
                </a:lnTo>
                <a:lnTo>
                  <a:pt x="38100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39" name="Real sample 7">
            <a:extLst xmlns:a="http://schemas.openxmlformats.org/drawingml/2006/main">
              <a:ext uri="{FF2B5EF4-FFF2-40B4-BE49-F238E27FC236}">
                <a16:creationId xmlns:a16="http://schemas.microsoft.com/office/drawing/2014/main" id="{0755EB73-61E8-4903-BA03-FD3D084E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1896" y="5536018"/>
            <a:ext cx="77398" cy="88455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38100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40" name="Real sample 8">
            <a:extLst xmlns:a="http://schemas.openxmlformats.org/drawingml/2006/main">
              <a:ext uri="{FF2B5EF4-FFF2-40B4-BE49-F238E27FC236}">
                <a16:creationId xmlns:a16="http://schemas.microsoft.com/office/drawing/2014/main" id="{1C23D852-C0D8-4233-BB8F-4F87D2E4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765" y="5536018"/>
            <a:ext cx="88455" cy="88455"/>
          </a:xfrm>
          <a:custGeom xmlns:a="http://schemas.openxmlformats.org/drawingml/2006/main">
            <a:pathLst>
              <a:path w="76200" h="76200">
                <a:moveTo>
                  <a:pt x="57150" y="0"/>
                </a:moveTo>
                <a:lnTo>
                  <a:pt x="28575" y="0"/>
                </a:lnTo>
                <a:lnTo>
                  <a:pt x="0" y="38100"/>
                </a:lnTo>
                <a:lnTo>
                  <a:pt x="9525" y="57150"/>
                </a:lnTo>
                <a:lnTo>
                  <a:pt x="38100" y="76200"/>
                </a:lnTo>
                <a:lnTo>
                  <a:pt x="76200" y="47625"/>
                </a:lnTo>
                <a:lnTo>
                  <a:pt x="76200" y="1905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41" name="Real sample 9">
            <a:extLst xmlns:a="http://schemas.openxmlformats.org/drawingml/2006/main">
              <a:ext uri="{FF2B5EF4-FFF2-40B4-BE49-F238E27FC236}">
                <a16:creationId xmlns:a16="http://schemas.microsoft.com/office/drawing/2014/main" id="{70968369-C0FA-4503-94AE-827086BC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6385" y="5359108"/>
            <a:ext cx="77398" cy="88455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38100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42" name="Real sample 10">
            <a:extLst xmlns:a="http://schemas.openxmlformats.org/drawingml/2006/main">
              <a:ext uri="{FF2B5EF4-FFF2-40B4-BE49-F238E27FC236}">
                <a16:creationId xmlns:a16="http://schemas.microsoft.com/office/drawing/2014/main" id="{90592BF7-F812-4BDB-B9EE-30AAC90F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6742" y="5359108"/>
            <a:ext cx="77398" cy="88455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38100" y="76200"/>
                </a:lnTo>
                <a:lnTo>
                  <a:pt x="57150" y="66675"/>
                </a:lnTo>
                <a:lnTo>
                  <a:pt x="66675" y="47625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43" name="Real sample 11">
            <a:extLst xmlns:a="http://schemas.openxmlformats.org/drawingml/2006/main">
              <a:ext uri="{FF2B5EF4-FFF2-40B4-BE49-F238E27FC236}">
                <a16:creationId xmlns:a16="http://schemas.microsoft.com/office/drawing/2014/main" id="{02FDE178-451E-4DFC-B9C1-6817E30C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6612" y="5359108"/>
            <a:ext cx="88455" cy="88455"/>
          </a:xfrm>
          <a:custGeom xmlns:a="http://schemas.openxmlformats.org/drawingml/2006/main">
            <a:pathLst>
              <a:path w="76200" h="76200">
                <a:moveTo>
                  <a:pt x="47625" y="0"/>
                </a:moveTo>
                <a:lnTo>
                  <a:pt x="28575" y="0"/>
                </a:lnTo>
                <a:lnTo>
                  <a:pt x="9525" y="9525"/>
                </a:lnTo>
                <a:lnTo>
                  <a:pt x="0" y="28575"/>
                </a:lnTo>
                <a:lnTo>
                  <a:pt x="0" y="47625"/>
                </a:lnTo>
                <a:lnTo>
                  <a:pt x="28575" y="76200"/>
                </a:lnTo>
                <a:lnTo>
                  <a:pt x="57150" y="66675"/>
                </a:lnTo>
                <a:lnTo>
                  <a:pt x="76200" y="47625"/>
                </a:lnTo>
                <a:lnTo>
                  <a:pt x="76200" y="28575"/>
                </a:lnTo>
                <a:lnTo>
                  <a:pt x="66675" y="9525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44" name="Real sample 12">
            <a:extLst xmlns:a="http://schemas.openxmlformats.org/drawingml/2006/main">
              <a:ext uri="{FF2B5EF4-FFF2-40B4-BE49-F238E27FC236}">
                <a16:creationId xmlns:a16="http://schemas.microsoft.com/office/drawing/2014/main" id="{9CCFD797-3E69-483D-B6D5-02D5B14B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538" y="5359108"/>
            <a:ext cx="77398" cy="88455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47625"/>
                </a:lnTo>
                <a:lnTo>
                  <a:pt x="9525" y="66675"/>
                </a:lnTo>
                <a:lnTo>
                  <a:pt x="38100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45" name="Real sample 13">
            <a:extLst xmlns:a="http://schemas.openxmlformats.org/drawingml/2006/main">
              <a:ext uri="{FF2B5EF4-FFF2-40B4-BE49-F238E27FC236}">
                <a16:creationId xmlns:a16="http://schemas.microsoft.com/office/drawing/2014/main" id="{7EA51736-40A1-4946-9081-77784FA9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2726" y="5160085"/>
            <a:ext cx="88455" cy="77398"/>
          </a:xfrm>
          <a:custGeom xmlns:a="http://schemas.openxmlformats.org/drawingml/2006/main">
            <a:pathLst>
              <a:path w="76200" h="66675">
                <a:moveTo>
                  <a:pt x="19050" y="0"/>
                </a:moveTo>
                <a:lnTo>
                  <a:pt x="0" y="28575"/>
                </a:lnTo>
                <a:lnTo>
                  <a:pt x="9525" y="57150"/>
                </a:lnTo>
                <a:lnTo>
                  <a:pt x="19050" y="66675"/>
                </a:lnTo>
                <a:lnTo>
                  <a:pt x="57150" y="66675"/>
                </a:lnTo>
                <a:lnTo>
                  <a:pt x="76200" y="38100"/>
                </a:lnTo>
                <a:lnTo>
                  <a:pt x="66675" y="95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46" name="Real sample 14">
            <a:extLst xmlns:a="http://schemas.openxmlformats.org/drawingml/2006/main">
              <a:ext uri="{FF2B5EF4-FFF2-40B4-BE49-F238E27FC236}">
                <a16:creationId xmlns:a16="http://schemas.microsoft.com/office/drawing/2014/main" id="{FA29E6AB-4984-494F-9578-CB856482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3083" y="5160085"/>
            <a:ext cx="77398" cy="77398"/>
          </a:xfrm>
          <a:custGeom xmlns:a="http://schemas.openxmlformats.org/drawingml/2006/main">
            <a:pathLst>
              <a:path w="66675" h="66675">
                <a:moveTo>
                  <a:pt x="19050" y="0"/>
                </a:moveTo>
                <a:lnTo>
                  <a:pt x="0" y="19050"/>
                </a:lnTo>
                <a:lnTo>
                  <a:pt x="0" y="47625"/>
                </a:lnTo>
                <a:lnTo>
                  <a:pt x="19050" y="66675"/>
                </a:lnTo>
                <a:lnTo>
                  <a:pt x="57150" y="66675"/>
                </a:lnTo>
                <a:lnTo>
                  <a:pt x="66675" y="57150"/>
                </a:lnTo>
                <a:lnTo>
                  <a:pt x="66675" y="95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47" name="Real sample 15">
            <a:extLst xmlns:a="http://schemas.openxmlformats.org/drawingml/2006/main">
              <a:ext uri="{FF2B5EF4-FFF2-40B4-BE49-F238E27FC236}">
                <a16:creationId xmlns:a16="http://schemas.microsoft.com/office/drawing/2014/main" id="{8BFF0F29-D821-4B9E-86EB-D23C28EE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010" y="5160085"/>
            <a:ext cx="77398" cy="77398"/>
          </a:xfrm>
          <a:custGeom xmlns:a="http://schemas.openxmlformats.org/drawingml/2006/main">
            <a:pathLst>
              <a:path w="66675" h="66675">
                <a:moveTo>
                  <a:pt x="9525" y="0"/>
                </a:moveTo>
                <a:lnTo>
                  <a:pt x="0" y="9525"/>
                </a:lnTo>
                <a:lnTo>
                  <a:pt x="0" y="57150"/>
                </a:lnTo>
                <a:lnTo>
                  <a:pt x="9525" y="66675"/>
                </a:lnTo>
                <a:lnTo>
                  <a:pt x="47625" y="66675"/>
                </a:lnTo>
                <a:lnTo>
                  <a:pt x="66675" y="47625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48" name="Real sample 16">
            <a:extLst xmlns:a="http://schemas.openxmlformats.org/drawingml/2006/main">
              <a:ext uri="{FF2B5EF4-FFF2-40B4-BE49-F238E27FC236}">
                <a16:creationId xmlns:a16="http://schemas.microsoft.com/office/drawing/2014/main" id="{0FEF94B2-86E8-4F81-852B-529F2603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3879" y="5160085"/>
            <a:ext cx="88455" cy="77398"/>
          </a:xfrm>
          <a:custGeom xmlns:a="http://schemas.openxmlformats.org/drawingml/2006/main">
            <a:pathLst>
              <a:path w="76200" h="66675">
                <a:moveTo>
                  <a:pt x="19050" y="0"/>
                </a:moveTo>
                <a:lnTo>
                  <a:pt x="0" y="28575"/>
                </a:lnTo>
                <a:lnTo>
                  <a:pt x="9525" y="57150"/>
                </a:lnTo>
                <a:lnTo>
                  <a:pt x="19050" y="66675"/>
                </a:lnTo>
                <a:lnTo>
                  <a:pt x="57150" y="66675"/>
                </a:lnTo>
                <a:lnTo>
                  <a:pt x="76200" y="47625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49" name="Real sample 17">
            <a:extLst xmlns:a="http://schemas.openxmlformats.org/drawingml/2006/main">
              <a:ext uri="{FF2B5EF4-FFF2-40B4-BE49-F238E27FC236}">
                <a16:creationId xmlns:a16="http://schemas.microsoft.com/office/drawing/2014/main" id="{78A21265-9AC6-4C03-9FC0-7F613916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4351" y="5027403"/>
            <a:ext cx="77398" cy="77398"/>
          </a:xfrm>
          <a:custGeom xmlns:a="http://schemas.openxmlformats.org/drawingml/2006/main">
            <a:pathLst>
              <a:path w="66675" h="66675">
                <a:moveTo>
                  <a:pt x="19050" y="0"/>
                </a:moveTo>
                <a:lnTo>
                  <a:pt x="0" y="19050"/>
                </a:lnTo>
                <a:lnTo>
                  <a:pt x="0" y="47625"/>
                </a:lnTo>
                <a:lnTo>
                  <a:pt x="19050" y="66675"/>
                </a:lnTo>
                <a:lnTo>
                  <a:pt x="57150" y="66675"/>
                </a:lnTo>
                <a:lnTo>
                  <a:pt x="66675" y="57150"/>
                </a:lnTo>
                <a:lnTo>
                  <a:pt x="66675" y="95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50" name="Real sample 18">
            <a:extLst xmlns:a="http://schemas.openxmlformats.org/drawingml/2006/main">
              <a:ext uri="{FF2B5EF4-FFF2-40B4-BE49-F238E27FC236}">
                <a16:creationId xmlns:a16="http://schemas.microsoft.com/office/drawing/2014/main" id="{FEBBA396-E15D-4047-B56D-8346B179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3652" y="5027403"/>
            <a:ext cx="88455" cy="77398"/>
          </a:xfrm>
          <a:custGeom xmlns:a="http://schemas.openxmlformats.org/drawingml/2006/main">
            <a:pathLst>
              <a:path w="76200" h="66675">
                <a:moveTo>
                  <a:pt x="19050" y="0"/>
                </a:moveTo>
                <a:lnTo>
                  <a:pt x="0" y="28575"/>
                </a:lnTo>
                <a:lnTo>
                  <a:pt x="9525" y="57150"/>
                </a:lnTo>
                <a:lnTo>
                  <a:pt x="19050" y="66675"/>
                </a:lnTo>
                <a:lnTo>
                  <a:pt x="57150" y="66675"/>
                </a:lnTo>
                <a:lnTo>
                  <a:pt x="76200" y="47625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51" name="Real sample 19">
            <a:extLst xmlns:a="http://schemas.openxmlformats.org/drawingml/2006/main">
              <a:ext uri="{FF2B5EF4-FFF2-40B4-BE49-F238E27FC236}">
                <a16:creationId xmlns:a16="http://schemas.microsoft.com/office/drawing/2014/main" id="{E7228FFB-482E-4F3D-BBF3-A405BEDE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578" y="5027403"/>
            <a:ext cx="88455" cy="77398"/>
          </a:xfrm>
          <a:custGeom xmlns:a="http://schemas.openxmlformats.org/drawingml/2006/main">
            <a:pathLst>
              <a:path w="76200" h="66675">
                <a:moveTo>
                  <a:pt x="19050" y="0"/>
                </a:moveTo>
                <a:lnTo>
                  <a:pt x="0" y="19050"/>
                </a:lnTo>
                <a:lnTo>
                  <a:pt x="0" y="47625"/>
                </a:lnTo>
                <a:lnTo>
                  <a:pt x="19050" y="66675"/>
                </a:lnTo>
                <a:lnTo>
                  <a:pt x="57150" y="66675"/>
                </a:lnTo>
                <a:lnTo>
                  <a:pt x="76200" y="38100"/>
                </a:lnTo>
                <a:lnTo>
                  <a:pt x="66675" y="95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52" name="Real sample 20">
            <a:extLst xmlns:a="http://schemas.openxmlformats.org/drawingml/2006/main">
              <a:ext uri="{FF2B5EF4-FFF2-40B4-BE49-F238E27FC236}">
                <a16:creationId xmlns:a16="http://schemas.microsoft.com/office/drawing/2014/main" id="{D214E298-0863-43B7-8445-A5D3F336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504" y="5027403"/>
            <a:ext cx="77398" cy="77398"/>
          </a:xfrm>
          <a:custGeom xmlns:a="http://schemas.openxmlformats.org/drawingml/2006/main">
            <a:pathLst>
              <a:path w="66675" h="66675">
                <a:moveTo>
                  <a:pt x="19050" y="0"/>
                </a:moveTo>
                <a:lnTo>
                  <a:pt x="0" y="19050"/>
                </a:lnTo>
                <a:lnTo>
                  <a:pt x="0" y="47625"/>
                </a:lnTo>
                <a:lnTo>
                  <a:pt x="19050" y="66675"/>
                </a:lnTo>
                <a:lnTo>
                  <a:pt x="57150" y="66675"/>
                </a:lnTo>
                <a:lnTo>
                  <a:pt x="66675" y="57150"/>
                </a:lnTo>
                <a:lnTo>
                  <a:pt x="66675" y="95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53" name="Real sample 21">
            <a:extLst xmlns:a="http://schemas.openxmlformats.org/drawingml/2006/main">
              <a:ext uri="{FF2B5EF4-FFF2-40B4-BE49-F238E27FC236}">
                <a16:creationId xmlns:a16="http://schemas.microsoft.com/office/drawing/2014/main" id="{69E13281-2E3A-40FD-834F-249B66A6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1260" y="4883664"/>
            <a:ext cx="77398" cy="88455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38100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38100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54" name="Real sample 22">
            <a:extLst xmlns:a="http://schemas.openxmlformats.org/drawingml/2006/main">
              <a:ext uri="{FF2B5EF4-FFF2-40B4-BE49-F238E27FC236}">
                <a16:creationId xmlns:a16="http://schemas.microsoft.com/office/drawing/2014/main" id="{0EBC81D6-709D-43F0-A6FF-ECEE9EA9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0561" y="4883664"/>
            <a:ext cx="88455" cy="88455"/>
          </a:xfrm>
          <a:custGeom xmlns:a="http://schemas.openxmlformats.org/drawingml/2006/main">
            <a:pathLst>
              <a:path w="76200" h="76200">
                <a:moveTo>
                  <a:pt x="28575" y="0"/>
                </a:moveTo>
                <a:lnTo>
                  <a:pt x="9525" y="9525"/>
                </a:lnTo>
                <a:lnTo>
                  <a:pt x="0" y="28575"/>
                </a:lnTo>
                <a:lnTo>
                  <a:pt x="0" y="47625"/>
                </a:lnTo>
                <a:lnTo>
                  <a:pt x="28575" y="76200"/>
                </a:lnTo>
                <a:lnTo>
                  <a:pt x="47625" y="76200"/>
                </a:lnTo>
                <a:lnTo>
                  <a:pt x="76200" y="47625"/>
                </a:lnTo>
                <a:lnTo>
                  <a:pt x="76200" y="28575"/>
                </a:lnTo>
                <a:lnTo>
                  <a:pt x="66675" y="9525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55" name="Real sample 23">
            <a:extLst xmlns:a="http://schemas.openxmlformats.org/drawingml/2006/main">
              <a:ext uri="{FF2B5EF4-FFF2-40B4-BE49-F238E27FC236}">
                <a16:creationId xmlns:a16="http://schemas.microsoft.com/office/drawing/2014/main" id="{D15C076A-0F26-42F0-8D4A-F87B9EB8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1487" y="4883664"/>
            <a:ext cx="77398" cy="88455"/>
          </a:xfrm>
          <a:custGeom xmlns:a="http://schemas.openxmlformats.org/drawingml/2006/main">
            <a:pathLst>
              <a:path w="66675" h="76200">
                <a:moveTo>
                  <a:pt x="47625" y="0"/>
                </a:moveTo>
                <a:lnTo>
                  <a:pt x="28575" y="0"/>
                </a:lnTo>
                <a:lnTo>
                  <a:pt x="0" y="19050"/>
                </a:lnTo>
                <a:lnTo>
                  <a:pt x="0" y="57150"/>
                </a:lnTo>
                <a:lnTo>
                  <a:pt x="28575" y="76200"/>
                </a:lnTo>
                <a:lnTo>
                  <a:pt x="66675" y="57150"/>
                </a:lnTo>
                <a:lnTo>
                  <a:pt x="66675" y="1905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56" name="Real sample 24">
            <a:extLst xmlns:a="http://schemas.openxmlformats.org/drawingml/2006/main">
              <a:ext uri="{FF2B5EF4-FFF2-40B4-BE49-F238E27FC236}">
                <a16:creationId xmlns:a16="http://schemas.microsoft.com/office/drawing/2014/main" id="{0E53F0EF-F2BE-43E3-92B5-CAAE0BA7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414" y="4883664"/>
            <a:ext cx="77398" cy="88455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38100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57" name="Real sample 25">
            <a:extLst xmlns:a="http://schemas.openxmlformats.org/drawingml/2006/main">
              <a:ext uri="{FF2B5EF4-FFF2-40B4-BE49-F238E27FC236}">
                <a16:creationId xmlns:a16="http://schemas.microsoft.com/office/drawing/2014/main" id="{56DDBD58-24F5-435C-8F54-4E767EDB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1378" y="4286596"/>
            <a:ext cx="928774" cy="331705"/>
          </a:xfrm>
          <a:custGeom xmlns:a="http://schemas.openxmlformats.org/drawingml/2006/main">
            <a:pathLst>
              <a:path w="800100" h="285750">
                <a:moveTo>
                  <a:pt x="0" y="0"/>
                </a:moveTo>
                <a:lnTo>
                  <a:pt x="0" y="285750"/>
                </a:lnTo>
                <a:lnTo>
                  <a:pt x="800100" y="285750"/>
                </a:lnTo>
                <a:lnTo>
                  <a:pt x="800100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58" name="Aligned sample and boundary 0">
            <a:extLst xmlns:a="http://schemas.openxmlformats.org/drawingml/2006/main">
              <a:ext uri="{FF2B5EF4-FFF2-40B4-BE49-F238E27FC236}">
                <a16:creationId xmlns:a16="http://schemas.microsoft.com/office/drawing/2014/main" id="{84980E9D-FCA5-4858-B738-996FF950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2077" y="5801381"/>
            <a:ext cx="143739" cy="143739"/>
          </a:xfrm>
          <a:custGeom xmlns:a="http://schemas.openxmlformats.org/drawingml/2006/main">
            <a:pathLst>
              <a:path w="123825" h="123825">
                <a:moveTo>
                  <a:pt x="47625" y="0"/>
                </a:moveTo>
                <a:lnTo>
                  <a:pt x="28575" y="38100"/>
                </a:lnTo>
                <a:lnTo>
                  <a:pt x="28575" y="57150"/>
                </a:lnTo>
                <a:lnTo>
                  <a:pt x="9525" y="85725"/>
                </a:lnTo>
                <a:lnTo>
                  <a:pt x="9525" y="104775"/>
                </a:lnTo>
                <a:lnTo>
                  <a:pt x="0" y="123825"/>
                </a:lnTo>
                <a:lnTo>
                  <a:pt x="123825" y="123825"/>
                </a:lnTo>
                <a:lnTo>
                  <a:pt x="95250" y="66675"/>
                </a:lnTo>
                <a:lnTo>
                  <a:pt x="76200" y="47625"/>
                </a:lnTo>
                <a:lnTo>
                  <a:pt x="66675" y="19050"/>
                </a:lnTo>
                <a:close/>
              </a:path>
            </a:pathLst>
          </a:custGeom>
          <a:solidFill xmlns:a="http://schemas.openxmlformats.org/drawingml/2006/main">
            <a:srgbClr val="FFBE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59" name="Aligned sample and boundary 1">
            <a:extLst xmlns:a="http://schemas.openxmlformats.org/drawingml/2006/main">
              <a:ext uri="{FF2B5EF4-FFF2-40B4-BE49-F238E27FC236}">
                <a16:creationId xmlns:a16="http://schemas.microsoft.com/office/drawing/2014/main" id="{32F811BE-8BD7-4364-A7DF-8131B99D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452" y="5524961"/>
            <a:ext cx="143739" cy="143739"/>
          </a:xfrm>
          <a:custGeom xmlns:a="http://schemas.openxmlformats.org/drawingml/2006/main">
            <a:pathLst>
              <a:path w="123825" h="123825">
                <a:moveTo>
                  <a:pt x="66675" y="0"/>
                </a:moveTo>
                <a:lnTo>
                  <a:pt x="0" y="123825"/>
                </a:lnTo>
                <a:lnTo>
                  <a:pt x="123825" y="123825"/>
                </a:lnTo>
                <a:close/>
              </a:path>
            </a:pathLst>
          </a:custGeom>
          <a:solidFill xmlns:a="http://schemas.openxmlformats.org/drawingml/2006/main">
            <a:srgbClr val="FFBE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60" name="Aligned sample and boundary 2">
            <a:extLst xmlns:a="http://schemas.openxmlformats.org/drawingml/2006/main">
              <a:ext uri="{FF2B5EF4-FFF2-40B4-BE49-F238E27FC236}">
                <a16:creationId xmlns:a16="http://schemas.microsoft.com/office/drawing/2014/main" id="{CF114A5D-7D3F-4D45-8007-CC3190EF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566" y="5226426"/>
            <a:ext cx="143739" cy="143739"/>
          </a:xfrm>
          <a:custGeom xmlns:a="http://schemas.openxmlformats.org/drawingml/2006/main">
            <a:pathLst>
              <a:path w="123825" h="123825">
                <a:moveTo>
                  <a:pt x="57150" y="0"/>
                </a:moveTo>
                <a:lnTo>
                  <a:pt x="0" y="123825"/>
                </a:lnTo>
                <a:lnTo>
                  <a:pt x="123825" y="123825"/>
                </a:lnTo>
                <a:close/>
              </a:path>
            </a:pathLst>
          </a:custGeom>
          <a:solidFill xmlns:a="http://schemas.openxmlformats.org/drawingml/2006/main">
            <a:srgbClr val="FFBE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61" name="Aligned sample and boundary 3">
            <a:extLst xmlns:a="http://schemas.openxmlformats.org/drawingml/2006/main">
              <a:ext uri="{FF2B5EF4-FFF2-40B4-BE49-F238E27FC236}">
                <a16:creationId xmlns:a16="http://schemas.microsoft.com/office/drawing/2014/main" id="{E37AB76E-27EE-47EC-A836-DC386E9F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6793" y="4950005"/>
            <a:ext cx="154796" cy="143739"/>
          </a:xfrm>
          <a:custGeom xmlns:a="http://schemas.openxmlformats.org/drawingml/2006/main">
            <a:pathLst>
              <a:path w="133350" h="123825">
                <a:moveTo>
                  <a:pt x="66675" y="0"/>
                </a:moveTo>
                <a:lnTo>
                  <a:pt x="0" y="123825"/>
                </a:lnTo>
                <a:lnTo>
                  <a:pt x="133350" y="123825"/>
                </a:lnTo>
                <a:close/>
              </a:path>
            </a:pathLst>
          </a:custGeom>
          <a:solidFill xmlns:a="http://schemas.openxmlformats.org/drawingml/2006/main">
            <a:srgbClr val="FFBE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62" name="Aligned sample and boundary 4">
            <a:extLst xmlns:a="http://schemas.openxmlformats.org/drawingml/2006/main">
              <a:ext uri="{FF2B5EF4-FFF2-40B4-BE49-F238E27FC236}">
                <a16:creationId xmlns:a16="http://schemas.microsoft.com/office/drawing/2014/main" id="{8240BF80-1B15-4997-9E62-3AC8F528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9475" y="4706755"/>
            <a:ext cx="143739" cy="143739"/>
          </a:xfrm>
          <a:custGeom xmlns:a="http://schemas.openxmlformats.org/drawingml/2006/main">
            <a:pathLst>
              <a:path w="123825" h="123825">
                <a:moveTo>
                  <a:pt x="57150" y="0"/>
                </a:moveTo>
                <a:lnTo>
                  <a:pt x="0" y="123825"/>
                </a:lnTo>
                <a:lnTo>
                  <a:pt x="123825" y="12382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FFBE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63" name="Aligned sample and boundary 5">
            <a:extLst xmlns:a="http://schemas.openxmlformats.org/drawingml/2006/main">
              <a:ext uri="{FF2B5EF4-FFF2-40B4-BE49-F238E27FC236}">
                <a16:creationId xmlns:a16="http://schemas.microsoft.com/office/drawing/2014/main" id="{BB77E500-1F94-4C26-9D20-050E969E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2157" y="4496675"/>
            <a:ext cx="143739" cy="154796"/>
          </a:xfrm>
          <a:custGeom xmlns:a="http://schemas.openxmlformats.org/drawingml/2006/main">
            <a:pathLst>
              <a:path w="123825" h="133350">
                <a:moveTo>
                  <a:pt x="66675" y="0"/>
                </a:moveTo>
                <a:lnTo>
                  <a:pt x="0" y="133350"/>
                </a:lnTo>
                <a:lnTo>
                  <a:pt x="123825" y="133350"/>
                </a:lnTo>
                <a:lnTo>
                  <a:pt x="123825" y="114300"/>
                </a:lnTo>
                <a:close/>
              </a:path>
            </a:pathLst>
          </a:custGeom>
          <a:solidFill xmlns:a="http://schemas.openxmlformats.org/drawingml/2006/main">
            <a:srgbClr val="FFBE00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64" name="Format decision boundary">
            <a:extLst xmlns:a="http://schemas.openxmlformats.org/drawingml/2006/main">
              <a:ext uri="{FF2B5EF4-FFF2-40B4-BE49-F238E27FC236}">
                <a16:creationId xmlns:a16="http://schemas.microsoft.com/office/drawing/2014/main" id="{BECF7917-C03B-4948-9A46-6C5CEBB3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96" y="3877493"/>
            <a:ext cx="2841606" cy="2764208"/>
          </a:xfrm>
          <a:custGeom xmlns:a="http://schemas.openxmlformats.org/drawingml/2006/main">
            <a:pathLst>
              <a:path w="2447925" h="2381250">
                <a:moveTo>
                  <a:pt x="95250" y="2381250"/>
                </a:moveTo>
                <a:cubicBezTo>
                  <a:pt x="0" y="1371600"/>
                  <a:pt x="228600" y="1323975"/>
                  <a:pt x="1143000" y="1104900"/>
                </a:cubicBezTo>
                <a:cubicBezTo>
                  <a:pt x="1733550" y="971550"/>
                  <a:pt x="2447925" y="904875"/>
                  <a:pt x="2324100" y="533400"/>
                </a:cubicBezTo>
                <a:cubicBezTo>
                  <a:pt x="2266950" y="333375"/>
                  <a:pt x="2114550" y="133350"/>
                  <a:pt x="2076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7642">
            <a:solidFill>
              <a:srgbClr val="93BFD9"/>
            </a:solidFill>
            <a:prstDash val="solid"/>
          </a:ln>
        </p:spPr>
      </p:sp>
      <p:sp>
        <p:nvSpPr>
          <p:cNvPr id="165" name="Content decision boundary">
            <a:extLst xmlns:a="http://schemas.openxmlformats.org/drawingml/2006/main">
              <a:ext uri="{FF2B5EF4-FFF2-40B4-BE49-F238E27FC236}">
                <a16:creationId xmlns:a16="http://schemas.microsoft.com/office/drawing/2014/main" id="{91AB6579-05D4-4D13-8A9A-94251DF7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859" y="3877493"/>
            <a:ext cx="2697867" cy="1404218"/>
          </a:xfrm>
          <a:custGeom xmlns:a="http://schemas.openxmlformats.org/drawingml/2006/main">
            <a:pathLst>
              <a:path w="2324100" h="1209675">
                <a:moveTo>
                  <a:pt x="0" y="171450"/>
                </a:moveTo>
                <a:cubicBezTo>
                  <a:pt x="238125" y="333375"/>
                  <a:pt x="1028700" y="857250"/>
                  <a:pt x="1552575" y="1028700"/>
                </a:cubicBezTo>
                <a:cubicBezTo>
                  <a:pt x="1971675" y="1209675"/>
                  <a:pt x="2095500" y="752475"/>
                  <a:pt x="23241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7642">
            <a:solidFill>
              <a:srgbClr val="C0CBD4"/>
            </a:solidFill>
            <a:prstDash val="solid"/>
          </a:ln>
        </p:spPr>
      </p:sp>
      <p:sp>
        <p:nvSpPr>
          <p:cNvPr id="166" name="Resolution decision boundary">
            <a:extLst xmlns:a="http://schemas.openxmlformats.org/drawingml/2006/main">
              <a:ext uri="{FF2B5EF4-FFF2-40B4-BE49-F238E27FC236}">
                <a16:creationId xmlns:a16="http://schemas.microsoft.com/office/drawing/2014/main" id="{5AF50D50-AAAB-449A-8EA9-DAC4ADA4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6682" y="4176027"/>
            <a:ext cx="3814607" cy="2509901"/>
          </a:xfrm>
          <a:custGeom xmlns:a="http://schemas.openxmlformats.org/drawingml/2006/main">
            <a:pathLst>
              <a:path w="3286125" h="2162175">
                <a:moveTo>
                  <a:pt x="0" y="161925"/>
                </a:moveTo>
                <a:cubicBezTo>
                  <a:pt x="676275" y="85725"/>
                  <a:pt x="1238250" y="0"/>
                  <a:pt x="1514475" y="304800"/>
                </a:cubicBezTo>
                <a:cubicBezTo>
                  <a:pt x="1762125" y="561975"/>
                  <a:pt x="1666875" y="1419225"/>
                  <a:pt x="2009775" y="1771650"/>
                </a:cubicBezTo>
                <a:cubicBezTo>
                  <a:pt x="2228850" y="2009775"/>
                  <a:pt x="2819400" y="2105025"/>
                  <a:pt x="3286125" y="216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7642">
            <a:solidFill>
              <a:srgbClr val="293493"/>
            </a:solidFill>
            <a:prstDash val="solid"/>
          </a:ln>
        </p:spPr>
      </p:sp>
      <p:sp>
        <p:nvSpPr>
          <p:cNvPr id="167" name="Aligned decision boundary">
            <a:extLst xmlns:a="http://schemas.openxmlformats.org/drawingml/2006/main">
              <a:ext uri="{FF2B5EF4-FFF2-40B4-BE49-F238E27FC236}">
                <a16:creationId xmlns:a16="http://schemas.microsoft.com/office/drawing/2014/main" id="{54369D98-EFBC-44FB-97A2-8F418477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4191" y="4430334"/>
            <a:ext cx="1326820" cy="1846491"/>
          </a:xfrm>
          <a:custGeom xmlns:a="http://schemas.openxmlformats.org/drawingml/2006/main">
            <a:pathLst>
              <a:path w="1143000" h="1590675">
                <a:moveTo>
                  <a:pt x="933450" y="0"/>
                </a:moveTo>
                <a:cubicBezTo>
                  <a:pt x="228600" y="247650"/>
                  <a:pt x="0" y="514350"/>
                  <a:pt x="85725" y="1057275"/>
                </a:cubicBezTo>
                <a:cubicBezTo>
                  <a:pt x="142875" y="1485900"/>
                  <a:pt x="942975" y="1590675"/>
                  <a:pt x="1143000" y="14573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7642">
            <a:solidFill>
              <a:srgbClr val="FFBE00"/>
            </a:solidFill>
            <a:prstDash val="solid"/>
          </a:ln>
        </p:spPr>
      </p:sp>
      <p:sp>
        <p:nvSpPr>
          <p:cNvPr id="168" name="In-panel attribute PNG">
            <a:extLst xmlns:a="http://schemas.openxmlformats.org/drawingml/2006/main">
              <a:ext uri="{FF2B5EF4-FFF2-40B4-BE49-F238E27FC236}">
                <a16:creationId xmlns:a16="http://schemas.microsoft.com/office/drawing/2014/main" id="{C933E07E-203F-48F0-9C16-E3FD77F5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17" y="3866436"/>
            <a:ext cx="751865" cy="353819"/>
          </a:xfrm>
          <a:custGeom xmlns:a="http://schemas.openxmlformats.org/drawingml/2006/main">
            <a:pathLst>
              <a:path w="647700" h="304800">
                <a:moveTo>
                  <a:pt x="0" y="0"/>
                </a:moveTo>
                <a:lnTo>
                  <a:pt x="647700" y="0"/>
                </a:lnTo>
                <a:lnTo>
                  <a:pt x="647700" y="304800"/>
                </a:ln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rgbClr val="93BFD9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69" name="PNG">
            <a:extLst xmlns:a="http://schemas.openxmlformats.org/drawingml/2006/main">
              <a:ext uri="{FF2B5EF4-FFF2-40B4-BE49-F238E27FC236}">
                <a16:creationId xmlns:a16="http://schemas.microsoft.com/office/drawing/2014/main" id="{923E0DC8-A120-4E22-B3EF-6EF210E6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717" y="3921720"/>
            <a:ext cx="751865" cy="298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6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PNG</a:t>
            </a:r>
          </a:p>
        </p:txBody>
      </p:sp>
      <p:sp>
        <p:nvSpPr>
          <p:cNvPr id="170" name="In-panel attribute JPEG">
            <a:extLst xmlns:a="http://schemas.openxmlformats.org/drawingml/2006/main">
              <a:ext uri="{FF2B5EF4-FFF2-40B4-BE49-F238E27FC236}">
                <a16:creationId xmlns:a16="http://schemas.microsoft.com/office/drawing/2014/main" id="{5DE6FA5A-A5D1-4025-9374-1709CDDF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423" y="5314881"/>
            <a:ext cx="751865" cy="364875"/>
          </a:xfrm>
          <a:custGeom xmlns:a="http://schemas.openxmlformats.org/drawingml/2006/main">
            <a:pathLst>
              <a:path w="647700" h="314325">
                <a:moveTo>
                  <a:pt x="0" y="0"/>
                </a:moveTo>
                <a:lnTo>
                  <a:pt x="647700" y="0"/>
                </a:lnTo>
                <a:lnTo>
                  <a:pt x="647700" y="314325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93BFD9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71" name="JPEG">
            <a:extLst xmlns:a="http://schemas.openxmlformats.org/drawingml/2006/main">
              <a:ext uri="{FF2B5EF4-FFF2-40B4-BE49-F238E27FC236}">
                <a16:creationId xmlns:a16="http://schemas.microsoft.com/office/drawing/2014/main" id="{2E18FCC9-1DD2-4258-B693-79F23132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2423" y="5370165"/>
            <a:ext cx="751865" cy="309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6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JPEG</a:t>
            </a:r>
          </a:p>
        </p:txBody>
      </p:sp>
      <p:sp>
        <p:nvSpPr>
          <p:cNvPr id="172" name="In-panel attribute Cat">
            <a:extLst xmlns:a="http://schemas.openxmlformats.org/drawingml/2006/main">
              <a:ext uri="{FF2B5EF4-FFF2-40B4-BE49-F238E27FC236}">
                <a16:creationId xmlns:a16="http://schemas.microsoft.com/office/drawing/2014/main" id="{1D7A2E15-B86C-4315-BB71-47F1611D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302" y="3766924"/>
            <a:ext cx="762921" cy="353819"/>
          </a:xfrm>
          <a:custGeom xmlns:a="http://schemas.openxmlformats.org/drawingml/2006/main">
            <a:pathLst>
              <a:path w="657225" h="304800">
                <a:moveTo>
                  <a:pt x="0" y="0"/>
                </a:moveTo>
                <a:lnTo>
                  <a:pt x="657225" y="0"/>
                </a:lnTo>
                <a:lnTo>
                  <a:pt x="657225" y="304800"/>
                </a:ln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rgbClr val="C8D6EB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73" name="Cat">
            <a:extLst xmlns:a="http://schemas.openxmlformats.org/drawingml/2006/main">
              <a:ext uri="{FF2B5EF4-FFF2-40B4-BE49-F238E27FC236}">
                <a16:creationId xmlns:a16="http://schemas.microsoft.com/office/drawing/2014/main" id="{BF45EC6C-C607-47B6-ACB3-F53F69CB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6302" y="3822209"/>
            <a:ext cx="762921" cy="298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6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Cat</a:t>
            </a:r>
          </a:p>
        </p:txBody>
      </p:sp>
      <p:sp>
        <p:nvSpPr>
          <p:cNvPr id="174" name="In-panel attribute Dog">
            <a:extLst xmlns:a="http://schemas.openxmlformats.org/drawingml/2006/main">
              <a:ext uri="{FF2B5EF4-FFF2-40B4-BE49-F238E27FC236}">
                <a16:creationId xmlns:a16="http://schemas.microsoft.com/office/drawing/2014/main" id="{B23A542D-07B1-4ED7-B43F-8DCAB516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497" y="5292767"/>
            <a:ext cx="762921" cy="364875"/>
          </a:xfrm>
          <a:custGeom xmlns:a="http://schemas.openxmlformats.org/drawingml/2006/main">
            <a:pathLst>
              <a:path w="657225" h="314325">
                <a:moveTo>
                  <a:pt x="0" y="0"/>
                </a:moveTo>
                <a:lnTo>
                  <a:pt x="657225" y="0"/>
                </a:lnTo>
                <a:lnTo>
                  <a:pt x="657225" y="314325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C8D6EB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75" name="Dog">
            <a:extLst xmlns:a="http://schemas.openxmlformats.org/drawingml/2006/main">
              <a:ext uri="{FF2B5EF4-FFF2-40B4-BE49-F238E27FC236}">
                <a16:creationId xmlns:a16="http://schemas.microsoft.com/office/drawing/2014/main" id="{DFCBFD82-9BA2-4BAE-96EB-893CBD22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1497" y="5348051"/>
            <a:ext cx="762921" cy="309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6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Dog</a:t>
            </a:r>
          </a:p>
        </p:txBody>
      </p:sp>
      <p:sp>
        <p:nvSpPr>
          <p:cNvPr id="176" name="In-panel attribute 512 x 512">
            <a:extLst xmlns:a="http://schemas.openxmlformats.org/drawingml/2006/main">
              <a:ext uri="{FF2B5EF4-FFF2-40B4-BE49-F238E27FC236}">
                <a16:creationId xmlns:a16="http://schemas.microsoft.com/office/drawing/2014/main" id="{EBEA4718-5F06-4F22-9F14-53494ADB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330" y="5712927"/>
            <a:ext cx="961944" cy="364875"/>
          </a:xfrm>
          <a:custGeom xmlns:a="http://schemas.openxmlformats.org/drawingml/2006/main">
            <a:pathLst>
              <a:path w="828675" h="314325">
                <a:moveTo>
                  <a:pt x="0" y="0"/>
                </a:moveTo>
                <a:lnTo>
                  <a:pt x="828675" y="0"/>
                </a:lnTo>
                <a:lnTo>
                  <a:pt x="828675" y="314325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77" name="512 x 512">
            <a:extLst xmlns:a="http://schemas.openxmlformats.org/drawingml/2006/main">
              <a:ext uri="{FF2B5EF4-FFF2-40B4-BE49-F238E27FC236}">
                <a16:creationId xmlns:a16="http://schemas.microsoft.com/office/drawing/2014/main" id="{630F6375-93E5-4C00-8551-AEFDB807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7330" y="5768211"/>
            <a:ext cx="961944" cy="309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6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512 x 512</a:t>
            </a:r>
          </a:p>
        </p:txBody>
      </p:sp>
      <p:sp>
        <p:nvSpPr>
          <p:cNvPr id="178" name="In-panel attribute 256 x 512">
            <a:extLst xmlns:a="http://schemas.openxmlformats.org/drawingml/2006/main">
              <a:ext uri="{FF2B5EF4-FFF2-40B4-BE49-F238E27FC236}">
                <a16:creationId xmlns:a16="http://schemas.microsoft.com/office/drawing/2014/main" id="{80C7296F-4B5B-40BA-ABA3-751478A1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0322" y="4275539"/>
            <a:ext cx="973001" cy="364875"/>
          </a:xfrm>
          <a:custGeom xmlns:a="http://schemas.openxmlformats.org/drawingml/2006/main">
            <a:pathLst>
              <a:path w="838200" h="314325">
                <a:moveTo>
                  <a:pt x="0" y="0"/>
                </a:moveTo>
                <a:lnTo>
                  <a:pt x="838200" y="0"/>
                </a:lnTo>
                <a:lnTo>
                  <a:pt x="838200" y="314325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11057">
            <a:noFill/>
            <a:prstDash val="solid"/>
          </a:ln>
        </p:spPr>
      </p:sp>
      <p:sp>
        <p:nvSpPr>
          <p:cNvPr id="179" name="256 x 512">
            <a:extLst xmlns:a="http://schemas.openxmlformats.org/drawingml/2006/main">
              <a:ext uri="{FF2B5EF4-FFF2-40B4-BE49-F238E27FC236}">
                <a16:creationId xmlns:a16="http://schemas.microsoft.com/office/drawing/2014/main" id="{9204825F-8BAE-4308-980A-D464DFA6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30322" y="4330823"/>
            <a:ext cx="973001" cy="309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6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6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256 x 512</a:t>
            </a:r>
          </a:p>
        </p:txBody>
      </p:sp>
      <p:sp>
        <p:nvSpPr>
          <p:cNvPr id="180" name="Syn. 1">
            <a:extLst xmlns:a="http://schemas.openxmlformats.org/drawingml/2006/main">
              <a:ext uri="{FF2B5EF4-FFF2-40B4-BE49-F238E27FC236}">
                <a16:creationId xmlns:a16="http://schemas.microsoft.com/office/drawing/2014/main" id="{3BECEA38-04A3-4193-90D4-D4C55A41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501" y="4485619"/>
            <a:ext cx="1050399" cy="342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 1</a:t>
            </a:r>
          </a:p>
        </p:txBody>
      </p:sp>
      <p:sp>
        <p:nvSpPr>
          <p:cNvPr id="181" name="Syn. 2">
            <a:extLst xmlns:a="http://schemas.openxmlformats.org/drawingml/2006/main">
              <a:ext uri="{FF2B5EF4-FFF2-40B4-BE49-F238E27FC236}">
                <a16:creationId xmlns:a16="http://schemas.microsoft.com/office/drawing/2014/main" id="{238E53B1-558B-4E35-B84F-2369D9AC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1287" y="3766924"/>
            <a:ext cx="1050399" cy="342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 2</a:t>
            </a:r>
          </a:p>
        </p:txBody>
      </p:sp>
      <p:sp>
        <p:nvSpPr>
          <p:cNvPr id="182" name="Syn. 3">
            <a:extLst xmlns:a="http://schemas.openxmlformats.org/drawingml/2006/main">
              <a:ext uri="{FF2B5EF4-FFF2-40B4-BE49-F238E27FC236}">
                <a16:creationId xmlns:a16="http://schemas.microsoft.com/office/drawing/2014/main" id="{F1A2B601-7F2C-420A-A94C-776CA567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5923" y="6442678"/>
            <a:ext cx="1050399" cy="342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 3</a:t>
            </a:r>
          </a:p>
        </p:txBody>
      </p:sp>
      <p:sp>
        <p:nvSpPr>
          <p:cNvPr id="183" name="Real">
            <a:extLst xmlns:a="http://schemas.openxmlformats.org/drawingml/2006/main">
              <a:ext uri="{FF2B5EF4-FFF2-40B4-BE49-F238E27FC236}">
                <a16:creationId xmlns:a16="http://schemas.microsoft.com/office/drawing/2014/main" id="{40F7202E-16E8-4DBD-BF5F-50907931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2902" y="5237483"/>
            <a:ext cx="1050399" cy="342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</a:t>
            </a:r>
          </a:p>
        </p:txBody>
      </p:sp>
      <p:sp>
        <p:nvSpPr>
          <p:cNvPr id="184" name="Syn. 1">
            <a:extLst xmlns:a="http://schemas.openxmlformats.org/drawingml/2006/main">
              <a:ext uri="{FF2B5EF4-FFF2-40B4-BE49-F238E27FC236}">
                <a16:creationId xmlns:a16="http://schemas.microsoft.com/office/drawing/2014/main" id="{E7E658AA-4EE4-4948-915A-4DF85D95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5574" y="4485619"/>
            <a:ext cx="1050399" cy="342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 1</a:t>
            </a:r>
          </a:p>
        </p:txBody>
      </p:sp>
      <p:sp>
        <p:nvSpPr>
          <p:cNvPr id="185" name="Syn. 2">
            <a:extLst xmlns:a="http://schemas.openxmlformats.org/drawingml/2006/main">
              <a:ext uri="{FF2B5EF4-FFF2-40B4-BE49-F238E27FC236}">
                <a16:creationId xmlns:a16="http://schemas.microsoft.com/office/drawing/2014/main" id="{F1CA8E34-362D-4410-BF2C-FD649133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0360" y="3766924"/>
            <a:ext cx="1050399" cy="342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 2</a:t>
            </a:r>
          </a:p>
        </p:txBody>
      </p:sp>
      <p:sp>
        <p:nvSpPr>
          <p:cNvPr id="186" name="Syn. 3">
            <a:extLst xmlns:a="http://schemas.openxmlformats.org/drawingml/2006/main">
              <a:ext uri="{FF2B5EF4-FFF2-40B4-BE49-F238E27FC236}">
                <a16:creationId xmlns:a16="http://schemas.microsoft.com/office/drawing/2014/main" id="{12725691-B55F-4D75-AA85-0D6E93D2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3940" y="6442678"/>
            <a:ext cx="1050399" cy="342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 3</a:t>
            </a:r>
          </a:p>
        </p:txBody>
      </p:sp>
      <p:sp>
        <p:nvSpPr>
          <p:cNvPr id="187" name="Real">
            <a:extLst xmlns:a="http://schemas.openxmlformats.org/drawingml/2006/main">
              <a:ext uri="{FF2B5EF4-FFF2-40B4-BE49-F238E27FC236}">
                <a16:creationId xmlns:a16="http://schemas.microsoft.com/office/drawing/2014/main" id="{1B3543A9-A5C5-45CD-B83C-FA2192D0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3033" y="5248540"/>
            <a:ext cx="1050399" cy="342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</a:t>
            </a:r>
          </a:p>
        </p:txBody>
      </p:sp>
      <p:sp>
        <p:nvSpPr>
          <p:cNvPr id="188" name="Syn. 1">
            <a:extLst xmlns:a="http://schemas.openxmlformats.org/drawingml/2006/main">
              <a:ext uri="{FF2B5EF4-FFF2-40B4-BE49-F238E27FC236}">
                <a16:creationId xmlns:a16="http://schemas.microsoft.com/office/drawing/2014/main" id="{3531E6C4-829A-4EDA-B873-0E9ABDC5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6762" y="4474562"/>
            <a:ext cx="1050399" cy="342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 1</a:t>
            </a:r>
          </a:p>
        </p:txBody>
      </p:sp>
      <p:sp>
        <p:nvSpPr>
          <p:cNvPr id="189" name="Syn. 2">
            <a:extLst xmlns:a="http://schemas.openxmlformats.org/drawingml/2006/main">
              <a:ext uri="{FF2B5EF4-FFF2-40B4-BE49-F238E27FC236}">
                <a16:creationId xmlns:a16="http://schemas.microsoft.com/office/drawing/2014/main" id="{D7E87824-D8D1-4113-BCCC-6EA6DAC0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8377" y="3766924"/>
            <a:ext cx="1050399" cy="342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 2</a:t>
            </a:r>
          </a:p>
        </p:txBody>
      </p:sp>
      <p:sp>
        <p:nvSpPr>
          <p:cNvPr id="190" name="Syn. 3">
            <a:extLst xmlns:a="http://schemas.openxmlformats.org/drawingml/2006/main">
              <a:ext uri="{FF2B5EF4-FFF2-40B4-BE49-F238E27FC236}">
                <a16:creationId xmlns:a16="http://schemas.microsoft.com/office/drawing/2014/main" id="{DE74223F-553B-4F61-9389-2FD3225E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6184" y="6442678"/>
            <a:ext cx="1050399" cy="342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 3</a:t>
            </a:r>
          </a:p>
        </p:txBody>
      </p:sp>
      <p:sp>
        <p:nvSpPr>
          <p:cNvPr id="191" name="Real">
            <a:extLst xmlns:a="http://schemas.openxmlformats.org/drawingml/2006/main">
              <a:ext uri="{FF2B5EF4-FFF2-40B4-BE49-F238E27FC236}">
                <a16:creationId xmlns:a16="http://schemas.microsoft.com/office/drawing/2014/main" id="{00852DC2-F277-4703-858D-3EA07F21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61050" y="5248540"/>
            <a:ext cx="1050399" cy="342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</a:t>
            </a:r>
          </a:p>
        </p:txBody>
      </p:sp>
      <p:sp>
        <p:nvSpPr>
          <p:cNvPr id="192" name="Syn. 1">
            <a:extLst xmlns:a="http://schemas.openxmlformats.org/drawingml/2006/main">
              <a:ext uri="{FF2B5EF4-FFF2-40B4-BE49-F238E27FC236}">
                <a16:creationId xmlns:a16="http://schemas.microsoft.com/office/drawing/2014/main" id="{5CCEFC10-0D42-498C-87C0-803AF030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5347" y="4474562"/>
            <a:ext cx="1050399" cy="342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 1</a:t>
            </a:r>
          </a:p>
        </p:txBody>
      </p:sp>
      <p:sp>
        <p:nvSpPr>
          <p:cNvPr id="193" name="Syn. 2">
            <a:extLst xmlns:a="http://schemas.openxmlformats.org/drawingml/2006/main">
              <a:ext uri="{FF2B5EF4-FFF2-40B4-BE49-F238E27FC236}">
                <a16:creationId xmlns:a16="http://schemas.microsoft.com/office/drawing/2014/main" id="{F94FDE7E-CCA7-4D42-9448-F599D823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90133" y="3766924"/>
            <a:ext cx="1050399" cy="342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 2</a:t>
            </a:r>
          </a:p>
        </p:txBody>
      </p:sp>
      <p:sp>
        <p:nvSpPr>
          <p:cNvPr id="194" name="Syn. 3">
            <a:extLst xmlns:a="http://schemas.openxmlformats.org/drawingml/2006/main">
              <a:ext uri="{FF2B5EF4-FFF2-40B4-BE49-F238E27FC236}">
                <a16:creationId xmlns:a16="http://schemas.microsoft.com/office/drawing/2014/main" id="{3FFD695E-7D3B-4A18-AEA5-38C06CB4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24769" y="6442678"/>
            <a:ext cx="1050399" cy="342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 3</a:t>
            </a:r>
          </a:p>
        </p:txBody>
      </p:sp>
      <p:sp>
        <p:nvSpPr>
          <p:cNvPr id="195" name="Real">
            <a:extLst xmlns:a="http://schemas.openxmlformats.org/drawingml/2006/main">
              <a:ext uri="{FF2B5EF4-FFF2-40B4-BE49-F238E27FC236}">
                <a16:creationId xmlns:a16="http://schemas.microsoft.com/office/drawing/2014/main" id="{5C57CC19-6C7F-4005-8FA9-99E2ED66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60692" y="5248540"/>
            <a:ext cx="1050399" cy="342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</a:t>
            </a:r>
          </a:p>
        </p:txBody>
      </p:sp>
      <p:sp>
        <p:nvSpPr>
          <p:cNvPr id="196" name="Aligned">
            <a:extLst xmlns:a="http://schemas.openxmlformats.org/drawingml/2006/main">
              <a:ext uri="{FF2B5EF4-FFF2-40B4-BE49-F238E27FC236}">
                <a16:creationId xmlns:a16="http://schemas.microsoft.com/office/drawing/2014/main" id="{0B85CFE0-0EF1-4D50-9CB7-3DF58B8D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67531" y="4938949"/>
            <a:ext cx="1050399" cy="342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Aligned</a:t>
            </a:r>
          </a:p>
        </p:txBody>
      </p:sp>
      <p:sp>
        <p:nvSpPr>
          <p:cNvPr id="197" name="Syn.">
            <a:extLst xmlns:a="http://schemas.openxmlformats.org/drawingml/2006/main">
              <a:ext uri="{FF2B5EF4-FFF2-40B4-BE49-F238E27FC236}">
                <a16:creationId xmlns:a16="http://schemas.microsoft.com/office/drawing/2014/main" id="{AE1883DC-C262-4FC3-AECB-65D93547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55497" y="5193256"/>
            <a:ext cx="1050399" cy="342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</a:t>
            </a:r>
          </a:p>
        </p:txBody>
      </p:sp>
      <p:sp>
        <p:nvSpPr>
          <p:cNvPr id="198" name="Decision Boundary Trained on Syn. 1">
            <a:extLst xmlns:a="http://schemas.openxmlformats.org/drawingml/2006/main">
              <a:ext uri="{FF2B5EF4-FFF2-40B4-BE49-F238E27FC236}">
                <a16:creationId xmlns:a16="http://schemas.microsoft.com/office/drawing/2014/main" id="{B698B30F-4C9B-407F-9476-41AD5A4A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501" y="6829667"/>
            <a:ext cx="3383391" cy="32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Decision Boundary Trained on Syn. 1</a:t>
            </a:r>
          </a:p>
        </p:txBody>
      </p:sp>
      <p:sp>
        <p:nvSpPr>
          <p:cNvPr id="199" name="Format Bias">
            <a:extLst xmlns:a="http://schemas.openxmlformats.org/drawingml/2006/main">
              <a:ext uri="{FF2B5EF4-FFF2-40B4-BE49-F238E27FC236}">
                <a16:creationId xmlns:a16="http://schemas.microsoft.com/office/drawing/2014/main" id="{279BB7D5-D41A-4A81-BCB8-9DDA5AA8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501" y="7072917"/>
            <a:ext cx="3383391" cy="36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67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67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7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Format Bias</a:t>
            </a:r>
          </a:p>
        </p:txBody>
      </p:sp>
      <p:sp>
        <p:nvSpPr>
          <p:cNvPr id="200" name="Decision Boundary Trained on Syn.2">
            <a:extLst xmlns:a="http://schemas.openxmlformats.org/drawingml/2006/main">
              <a:ext uri="{FF2B5EF4-FFF2-40B4-BE49-F238E27FC236}">
                <a16:creationId xmlns:a16="http://schemas.microsoft.com/office/drawing/2014/main" id="{1D447F6E-4621-42CF-819E-EF3EAB32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8745" y="6829667"/>
            <a:ext cx="3383391" cy="32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Decision Boundary Trained on Syn.2</a:t>
            </a:r>
          </a:p>
        </p:txBody>
      </p:sp>
      <p:sp>
        <p:nvSpPr>
          <p:cNvPr id="201" name="Content Bias">
            <a:extLst xmlns:a="http://schemas.openxmlformats.org/drawingml/2006/main">
              <a:ext uri="{FF2B5EF4-FFF2-40B4-BE49-F238E27FC236}">
                <a16:creationId xmlns:a16="http://schemas.microsoft.com/office/drawing/2014/main" id="{DAB42C22-539C-41C4-975B-B0D36E9A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8745" y="7072917"/>
            <a:ext cx="3383391" cy="36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67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67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7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Content Bias</a:t>
            </a:r>
          </a:p>
        </p:txBody>
      </p:sp>
      <p:sp>
        <p:nvSpPr>
          <p:cNvPr id="202" name="Decision Boundary Trained on Syn. 3">
            <a:extLst xmlns:a="http://schemas.openxmlformats.org/drawingml/2006/main">
              <a:ext uri="{FF2B5EF4-FFF2-40B4-BE49-F238E27FC236}">
                <a16:creationId xmlns:a16="http://schemas.microsoft.com/office/drawing/2014/main" id="{A07FBD33-51BC-4B53-820E-9061C085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4648" y="6829667"/>
            <a:ext cx="3659811" cy="32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Decision Boundary Trained on Syn. 3</a:t>
            </a:r>
          </a:p>
        </p:txBody>
      </p:sp>
      <p:sp>
        <p:nvSpPr>
          <p:cNvPr id="203" name="Resolution Bias">
            <a:extLst xmlns:a="http://schemas.openxmlformats.org/drawingml/2006/main">
              <a:ext uri="{FF2B5EF4-FFF2-40B4-BE49-F238E27FC236}">
                <a16:creationId xmlns:a16="http://schemas.microsoft.com/office/drawing/2014/main" id="{EEF19AB3-13C3-47AF-9EC8-17E3E685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4648" y="7072917"/>
            <a:ext cx="3659811" cy="36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67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67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7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Resolution Bias</a:t>
            </a:r>
          </a:p>
        </p:txBody>
      </p:sp>
      <p:sp>
        <p:nvSpPr>
          <p:cNvPr id="204" name="Decision Boundary Trained on Aligned Syn.">
            <a:extLst xmlns:a="http://schemas.openxmlformats.org/drawingml/2006/main">
              <a:ext uri="{FF2B5EF4-FFF2-40B4-BE49-F238E27FC236}">
                <a16:creationId xmlns:a16="http://schemas.microsoft.com/office/drawing/2014/main" id="{47365324-9B16-4C92-B4FD-14A4B158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87869" y="6829667"/>
            <a:ext cx="4212653" cy="32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Decision Boundary Trained on Aligned Syn.</a:t>
            </a:r>
          </a:p>
        </p:txBody>
      </p:sp>
      <p:sp>
        <p:nvSpPr>
          <p:cNvPr id="205" name="No Bias">
            <a:extLst xmlns:a="http://schemas.openxmlformats.org/drawingml/2006/main">
              <a:ext uri="{FF2B5EF4-FFF2-40B4-BE49-F238E27FC236}">
                <a16:creationId xmlns:a16="http://schemas.microsoft.com/office/drawing/2014/main" id="{3E0BDF51-8836-4EC1-BC73-EE4F993A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87869" y="7072917"/>
            <a:ext cx="4212653" cy="36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67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67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7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 Bias</a:t>
            </a:r>
          </a:p>
        </p:txBody>
      </p:sp>
    </p:spTree>
    <p:extLst>
      <p:ext uri="{BB962C8B-B14F-4D97-AF65-F5344CB8AC3E}">
        <p14:creationId xmlns:p14="http://schemas.microsoft.com/office/powerpoint/2010/main" val="9945219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2026-10-14T12:36:48.0240000Z</dcterms:created>
  <dcterms:modified xsi:type="dcterms:W3CDTF">2026-10-14T12:36:48.0240000Z</dcterms:modified>
</coreProperties>
</file>