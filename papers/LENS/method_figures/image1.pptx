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c618294e3c4ff1" /><Relationship Type="http://schemas.openxmlformats.org/officeDocument/2006/relationships/extended-properties" Target="/docProps/app.xml" Id="R765ee6fb5bb64f68" /><Relationship Type="http://schemas.openxmlformats.org/officeDocument/2006/relationships/officeDocument" Target="/ppt/presentation.xml" Id="Reee1e84b48a443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685b1e65d54886"/>
  </p:sldMasterIdLst>
  <p:notesMasterIdLst>
    <p:notesMasterId xmlns:r="http://schemas.openxmlformats.org/officeDocument/2006/relationships" r:id="R62d1064821f241f1"/>
  </p:notesMasterIdLst>
  <p:sldIdLst>
    <p:sldId xmlns:r="http://schemas.openxmlformats.org/officeDocument/2006/relationships" id="256" r:id="Raf18b05c70004838"/>
  </p:sldIdLst>
  <p:sldSz cx="12715875" cy="67341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5594624f1e4031" /><Relationship Type="http://schemas.openxmlformats.org/officeDocument/2006/relationships/slideMaster" Target="/ppt/slideMasters/slideMaster1.xml" Id="R50685b1e65d54886" /><Relationship Type="http://schemas.openxmlformats.org/officeDocument/2006/relationships/notesMaster" Target="/ppt/notesMasters/notesMaster1.xml" Id="R62d1064821f241f1" /><Relationship Type="http://schemas.openxmlformats.org/officeDocument/2006/relationships/presProps" Target="/ppt/presProps.xml" Id="R5361a432afa74dfa" /><Relationship Type="http://schemas.openxmlformats.org/officeDocument/2006/relationships/tableStyles" Target="/ppt/tableStyles.xml" Id="Rf4379e9a2def4811" /><Relationship Type="http://schemas.openxmlformats.org/officeDocument/2006/relationships/slide" Target="/ppt/slides/slide1.xml" Id="Raf18b05c700048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2e34c942d142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1e33a6d4544345" /><Relationship Type="http://schemas.openxmlformats.org/officeDocument/2006/relationships/notesMaster" Target="/ppt/notesMasters/notesMaster1.xml" Id="R4b77f1e835c64a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LENS Multi-level Task Taxonomy</a:t>
            </a:r>
          </a:p>
          <a:p xmlns:a="http://schemas.openxmlformats.org/drawingml/2006/main">
            <a:r>
              <a:t>Source: https://arxiv.org/abs/2505.15616</a:t>
            </a:r>
          </a:p>
          <a:p xmlns:a="http://schemas.openxmlformats.org/drawingml/2006/main">
            <a:r>
              <a:t>Approved image: image1.png; SHA-256: 89a2989ca49faa50cf4bd7fb32eac537d693b3f07de4ee435ef691821c7a2e31</a:t>
            </a:r>
          </a:p>
          <a:p xmlns:a="http://schemas.openxmlformats.org/drawingml/2006/main">
            <a:r>
              <a:t>Text and vector paths are native editable PowerPoint objects. Arrow paths are not endpoint-bound connectors; plot paths are not data-bound charts. Photos/screenshots remain independent raster objects (34).</a:t>
            </a:r>
          </a:p>
          <a:p xmlns:a="http://schemas.openxmlformats.org/drawingml/2006/main">
            <a:r>
              <a:t>Font substitution: source PDF families mapped to Comic Sans MS (installed Windows fonts); equations may use Cambria Math.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cb57e8569447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07938300f041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c5b55e4c1a43e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24c09bd41d41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075c2b0792435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3c2c527d7641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26BBE0-AF89-48B2-8D21-E8757BA9F8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71588" y="2544022"/>
            <a:ext cx="10172700" cy="972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48EC63F-147C-4975-BFB5-E4A3A3AF2C5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07381" y="3703796"/>
            <a:ext cx="8901113" cy="748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06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0F6F1C6-178E-4627-9B0A-2F35A1972F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71588" y="2805906"/>
            <a:ext cx="10172700" cy="1122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1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2E82F2-5789-436B-8284-12C6659194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5268" y="523769"/>
            <a:ext cx="11285339" cy="823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207E4C2-5BF3-40B8-BF49-C7AFCC8342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5268" y="1870604"/>
            <a:ext cx="11285339" cy="4190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4473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1pPr>
            <a:lvl2pPr marL="523769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2pPr>
            <a:lvl3pPr marL="823066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3pPr>
            <a:lvl4pPr marL="1122363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4pPr>
            <a:lvl5pPr marL="1421659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5pPr>
            <a:lvl6pPr marL="1720956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6pPr>
            <a:lvl7pPr marL="2020253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7pPr>
            <a:lvl8pPr marL="2319549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8pPr>
            <a:lvl9pPr marL="2618846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3D85F56-48DD-4AF2-9D6C-C1D4BA7B9D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5268" y="523769"/>
            <a:ext cx="11285339" cy="823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DCF547-14A9-4419-B075-0EABE12A68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5268" y="1870604"/>
            <a:ext cx="5245298" cy="4190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6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4473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1pPr>
            <a:lvl2pPr marL="523769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2pPr>
            <a:lvl3pPr marL="823066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3pPr>
            <a:lvl4pPr marL="1122363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4pPr>
            <a:lvl5pPr marL="1421659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5pPr>
            <a:lvl6pPr marL="1720956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6pPr>
            <a:lvl7pPr marL="2020253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7pPr>
            <a:lvl8pPr marL="2319549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8pPr>
            <a:lvl9pPr marL="2618846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9BAE493-DB9B-4496-961B-7870618248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55309" y="1870604"/>
            <a:ext cx="5245298" cy="4190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6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4473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1pPr>
            <a:lvl2pPr marL="523769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2pPr>
            <a:lvl3pPr marL="823066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3pPr>
            <a:lvl4pPr marL="1122363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4pPr>
            <a:lvl5pPr marL="1421659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5pPr>
            <a:lvl6pPr marL="1720956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6pPr>
            <a:lvl7pPr marL="2020253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7pPr>
            <a:lvl8pPr marL="2319549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8pPr>
            <a:lvl9pPr marL="2618846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810DC7-B326-4C29-AA5D-EEFB77BEB6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5268" y="523769"/>
            <a:ext cx="11285339" cy="823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B82E4C-69C6-4F68-8D86-9A0AECEE00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5268" y="1870604"/>
            <a:ext cx="5245298" cy="4190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4473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1pPr>
            <a:lvl2pPr marL="523769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2pPr>
            <a:lvl3pPr marL="823066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3pPr>
            <a:lvl4pPr marL="1122363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4pPr>
            <a:lvl5pPr marL="1421659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5pPr>
            <a:lvl6pPr marL="1720956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6pPr>
            <a:lvl7pPr marL="2020253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7pPr>
            <a:lvl8pPr marL="2319549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8pPr>
            <a:lvl9pPr marL="2618846" indent="-224472">
              <a:lnSpc>
                <a:spcPct val="110000"/>
              </a:lnSpc>
              <a:spcBef>
                <a:spcPts val="0"/>
              </a:spcBef>
              <a:spcAft>
                <a:spcPts val="117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be4605eaab4ed3" /><Relationship Type="http://schemas.openxmlformats.org/officeDocument/2006/relationships/slideLayout" Target="/ppt/slideLayouts/slideLayout1.xml" Id="Rb11ee8f449474c17" /><Relationship Type="http://schemas.openxmlformats.org/officeDocument/2006/relationships/slideLayout" Target="/ppt/slideLayouts/slideLayout2.xml" Id="Ra3551200dd33472a" /><Relationship Type="http://schemas.openxmlformats.org/officeDocument/2006/relationships/slideLayout" Target="/ppt/slideLayouts/slideLayout3.xml" Id="R2163bf7946fc4b67" /><Relationship Type="http://schemas.openxmlformats.org/officeDocument/2006/relationships/slideLayout" Target="/ppt/slideLayouts/slideLayout4.xml" Id="R457ccdd1d40a4d88" /><Relationship Type="http://schemas.openxmlformats.org/officeDocument/2006/relationships/slideLayout" Target="/ppt/slideLayouts/slideLayout5.xml" Id="Rbe01fb4c9bc14005" /><Relationship Type="http://schemas.openxmlformats.org/officeDocument/2006/relationships/slideLayout" Target="/ppt/slideLayouts/slideLayout6.xml" Id="R59736875123448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1ee8f449474c17"/>
    <p:sldLayoutId xmlns:r="http://schemas.openxmlformats.org/officeDocument/2006/relationships" id="2147483650" r:id="Ra3551200dd33472a"/>
    <p:sldLayoutId xmlns:r="http://schemas.openxmlformats.org/officeDocument/2006/relationships" id="2147483651" r:id="R2163bf7946fc4b67"/>
    <p:sldLayoutId xmlns:r="http://schemas.openxmlformats.org/officeDocument/2006/relationships" id="2147483652" r:id="R457ccdd1d40a4d88"/>
    <p:sldLayoutId xmlns:r="http://schemas.openxmlformats.org/officeDocument/2006/relationships" id="2147483653" r:id="Rbe01fb4c9bc14005"/>
    <p:sldLayoutId xmlns:r="http://schemas.openxmlformats.org/officeDocument/2006/relationships" id="2147483654" r:id="R59736875123448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23ef4675b74dd9" /><Relationship Type="http://schemas.openxmlformats.org/officeDocument/2006/relationships/image" Target="/ppt/media/image.png" Id="Rae5548417ece4ab8" /><Relationship Type="http://schemas.openxmlformats.org/officeDocument/2006/relationships/image" Target="/ppt/media/image2.png" Id="R8f63d845d8574dcf" /><Relationship Type="http://schemas.openxmlformats.org/officeDocument/2006/relationships/image" Target="/ppt/media/image3.png" Id="Rb26968d4956a4c79" /><Relationship Type="http://schemas.openxmlformats.org/officeDocument/2006/relationships/image" Target="/ppt/media/image4.png" Id="Ra00a5270ed274e82" /><Relationship Type="http://schemas.openxmlformats.org/officeDocument/2006/relationships/image" Target="/ppt/media/image5.png" Id="R817fee46de7a451d" /><Relationship Type="http://schemas.openxmlformats.org/officeDocument/2006/relationships/image" Target="/ppt/media/image6.png" Id="R49b30557ad364f0a" /><Relationship Type="http://schemas.openxmlformats.org/officeDocument/2006/relationships/image" Target="/ppt/media/image7.png" Id="Rfdaa5abcbdc44475" /><Relationship Type="http://schemas.openxmlformats.org/officeDocument/2006/relationships/image" Target="/ppt/media/image8.png" Id="Rcb6b0c042e724997" /><Relationship Type="http://schemas.openxmlformats.org/officeDocument/2006/relationships/image" Target="/ppt/media/image9.png" Id="Rf046e2ba84d840b9" /><Relationship Type="http://schemas.openxmlformats.org/officeDocument/2006/relationships/image" Target="/ppt/media/image10.png" Id="R643f9c900d1c4251" /><Relationship Type="http://schemas.openxmlformats.org/officeDocument/2006/relationships/image" Target="/ppt/media/image11.png" Id="Rf21839dcbe9443c0" /><Relationship Type="http://schemas.openxmlformats.org/officeDocument/2006/relationships/image" Target="/ppt/media/image12.png" Id="Rc9066b6bfd064aae" /><Relationship Type="http://schemas.openxmlformats.org/officeDocument/2006/relationships/image" Target="/ppt/media/image13.png" Id="R4679c50bab6b4c96" /><Relationship Type="http://schemas.openxmlformats.org/officeDocument/2006/relationships/image" Target="/ppt/media/image14.png" Id="R20407aa3a73e4dec" /><Relationship Type="http://schemas.openxmlformats.org/officeDocument/2006/relationships/image" Target="/ppt/media/image15.png" Id="R9ddb3e4be7244b32" /><Relationship Type="http://schemas.openxmlformats.org/officeDocument/2006/relationships/image" Target="/ppt/media/image16.png" Id="R2f5679f391b0450a" /><Relationship Type="http://schemas.openxmlformats.org/officeDocument/2006/relationships/image" Target="/ppt/media/image17.png" Id="Rb63fd2788ed24458" /><Relationship Type="http://schemas.openxmlformats.org/officeDocument/2006/relationships/image" Target="/ppt/media/image18.png" Id="R3428006e56d64403" /><Relationship Type="http://schemas.openxmlformats.org/officeDocument/2006/relationships/image" Target="/ppt/media/image19.png" Id="R0000aca6906c4d62" /><Relationship Type="http://schemas.openxmlformats.org/officeDocument/2006/relationships/image" Target="/ppt/media/image20.png" Id="R8d346a962c574ff3" /><Relationship Type="http://schemas.openxmlformats.org/officeDocument/2006/relationships/image" Target="/ppt/media/image21.png" Id="R3d4447a459b14808" /><Relationship Type="http://schemas.openxmlformats.org/officeDocument/2006/relationships/image" Target="/ppt/media/image22.png" Id="Rfb8c444d409145e6" /><Relationship Type="http://schemas.openxmlformats.org/officeDocument/2006/relationships/image" Target="/ppt/media/image23.png" Id="R562a29f5928c410d" /><Relationship Type="http://schemas.openxmlformats.org/officeDocument/2006/relationships/image" Target="/ppt/media/image24.png" Id="R48451a703fec4a86" /><Relationship Type="http://schemas.openxmlformats.org/officeDocument/2006/relationships/image" Target="/ppt/media/image25.png" Id="R5bfb6359480141e8" /><Relationship Type="http://schemas.openxmlformats.org/officeDocument/2006/relationships/image" Target="/ppt/media/image26.png" Id="R3b97d1608690464e" /><Relationship Type="http://schemas.openxmlformats.org/officeDocument/2006/relationships/image" Target="/ppt/media/image27.png" Id="R847784d8459f400e" /><Relationship Type="http://schemas.openxmlformats.org/officeDocument/2006/relationships/image" Target="/ppt/media/image28.png" Id="R5d9ec41d2d16473d" /><Relationship Type="http://schemas.openxmlformats.org/officeDocument/2006/relationships/image" Target="/ppt/media/image29.png" Id="R77595dd6b6a14c96" /><Relationship Type="http://schemas.openxmlformats.org/officeDocument/2006/relationships/image" Target="/ppt/media/image30.png" Id="Ra40d77a69f1044b3" /><Relationship Type="http://schemas.openxmlformats.org/officeDocument/2006/relationships/image" Target="/ppt/media/image31.png" Id="R3da0ccf292aa406b" /><Relationship Type="http://schemas.openxmlformats.org/officeDocument/2006/relationships/image" Target="/ppt/media/image32.png" Id="R3d67542e6acd4527" /><Relationship Type="http://schemas.openxmlformats.org/officeDocument/2006/relationships/image" Target="/ppt/media/image33.png" Id="R5ed43d233eed49d0" /><Relationship Type="http://schemas.openxmlformats.org/officeDocument/2006/relationships/image" Target="/ppt/media/image34.png" Id="R4e3378124ab6484f" /><Relationship Type="http://schemas.openxmlformats.org/officeDocument/2006/relationships/notesSlide" Target="/ppt/notesSlides/notesSlide1.xml" Id="R01f77b23d4f34a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0" name="path-1">
            <a:extLst xmlns:a="http://schemas.openxmlformats.org/drawingml/2006/main">
              <a:ext uri="{FF2B5EF4-FFF2-40B4-BE49-F238E27FC236}">
                <a16:creationId xmlns:a16="http://schemas.microsoft.com/office/drawing/2014/main" id="{1562DA8C-92BD-4C51-8D96-82C3A0F9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259"/>
            <a:ext cx="12715875" cy="6653916"/>
          </a:xfrm>
          <a:custGeom xmlns:a="http://schemas.openxmlformats.org/drawingml/2006/main">
            <a:pathLst>
              <a:path w="12715875" h="6653916">
                <a:moveTo>
                  <a:pt x="12715875" y="0"/>
                </a:moveTo>
                <a:lnTo>
                  <a:pt x="0" y="0"/>
                </a:lnTo>
                <a:lnTo>
                  <a:pt x="0" y="6653916"/>
                </a:lnTo>
                <a:lnTo>
                  <a:pt x="12715875" y="6653916"/>
                </a:lnTo>
                <a:lnTo>
                  <a:pt x="12715875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03F1DAE8-17E1-4B4C-BCD8-F7C356C9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6859" y="1266605"/>
            <a:ext cx="6034083" cy="5467570"/>
          </a:xfrm>
          <a:custGeom xmlns:a="http://schemas.openxmlformats.org/drawingml/2006/main">
            <a:pathLst>
              <a:path w="6034083" h="5467570">
                <a:moveTo>
                  <a:pt x="6034083" y="0"/>
                </a:moveTo>
                <a:lnTo>
                  <a:pt x="1823450" y="2465427"/>
                </a:lnTo>
                <a:lnTo>
                  <a:pt x="1828381" y="2562679"/>
                </a:lnTo>
                <a:lnTo>
                  <a:pt x="1828300" y="2581240"/>
                </a:lnTo>
                <a:lnTo>
                  <a:pt x="1828059" y="2599763"/>
                </a:lnTo>
                <a:lnTo>
                  <a:pt x="1827657" y="2618246"/>
                </a:lnTo>
                <a:lnTo>
                  <a:pt x="1827095" y="2636690"/>
                </a:lnTo>
                <a:lnTo>
                  <a:pt x="1826374" y="2655093"/>
                </a:lnTo>
                <a:lnTo>
                  <a:pt x="1825495" y="2673455"/>
                </a:lnTo>
                <a:lnTo>
                  <a:pt x="1824458" y="2691775"/>
                </a:lnTo>
                <a:lnTo>
                  <a:pt x="1823264" y="2710053"/>
                </a:lnTo>
                <a:lnTo>
                  <a:pt x="1821914" y="2728287"/>
                </a:lnTo>
                <a:lnTo>
                  <a:pt x="1820408" y="2746478"/>
                </a:lnTo>
                <a:lnTo>
                  <a:pt x="1818747" y="2764625"/>
                </a:lnTo>
                <a:lnTo>
                  <a:pt x="1816931" y="2782726"/>
                </a:lnTo>
                <a:lnTo>
                  <a:pt x="1814962" y="2800781"/>
                </a:lnTo>
                <a:lnTo>
                  <a:pt x="1812840" y="2818790"/>
                </a:lnTo>
                <a:lnTo>
                  <a:pt x="1810566" y="2836752"/>
                </a:lnTo>
                <a:lnTo>
                  <a:pt x="1808139" y="2854666"/>
                </a:lnTo>
                <a:lnTo>
                  <a:pt x="1805562" y="2872532"/>
                </a:lnTo>
                <a:lnTo>
                  <a:pt x="1802834" y="2890349"/>
                </a:lnTo>
                <a:lnTo>
                  <a:pt x="1799957" y="2908116"/>
                </a:lnTo>
                <a:lnTo>
                  <a:pt x="1796931" y="2925832"/>
                </a:lnTo>
                <a:lnTo>
                  <a:pt x="1793756" y="2943497"/>
                </a:lnTo>
                <a:lnTo>
                  <a:pt x="1790433" y="2961111"/>
                </a:lnTo>
                <a:lnTo>
                  <a:pt x="1786964" y="2978672"/>
                </a:lnTo>
                <a:lnTo>
                  <a:pt x="1783348" y="2996180"/>
                </a:lnTo>
                <a:lnTo>
                  <a:pt x="1779586" y="3013634"/>
                </a:lnTo>
                <a:lnTo>
                  <a:pt x="1775680" y="3031034"/>
                </a:lnTo>
                <a:lnTo>
                  <a:pt x="1771629" y="3048379"/>
                </a:lnTo>
                <a:lnTo>
                  <a:pt x="1767434" y="3065668"/>
                </a:lnTo>
                <a:lnTo>
                  <a:pt x="1763096" y="3082900"/>
                </a:lnTo>
                <a:lnTo>
                  <a:pt x="1758616" y="3100076"/>
                </a:lnTo>
                <a:lnTo>
                  <a:pt x="1753994" y="3117194"/>
                </a:lnTo>
                <a:lnTo>
                  <a:pt x="1749230" y="3134253"/>
                </a:lnTo>
                <a:lnTo>
                  <a:pt x="1744327" y="3151253"/>
                </a:lnTo>
                <a:lnTo>
                  <a:pt x="1739284" y="3168194"/>
                </a:lnTo>
                <a:lnTo>
                  <a:pt x="1734101" y="3185074"/>
                </a:lnTo>
                <a:lnTo>
                  <a:pt x="1728781" y="3201893"/>
                </a:lnTo>
                <a:lnTo>
                  <a:pt x="1723322" y="3218650"/>
                </a:lnTo>
                <a:lnTo>
                  <a:pt x="1717727" y="3235345"/>
                </a:lnTo>
                <a:lnTo>
                  <a:pt x="1711995" y="3251977"/>
                </a:lnTo>
                <a:lnTo>
                  <a:pt x="1706127" y="3268545"/>
                </a:lnTo>
                <a:lnTo>
                  <a:pt x="1700124" y="3285049"/>
                </a:lnTo>
                <a:lnTo>
                  <a:pt x="1693987" y="3301487"/>
                </a:lnTo>
                <a:lnTo>
                  <a:pt x="1687716" y="3317860"/>
                </a:lnTo>
                <a:lnTo>
                  <a:pt x="1681312" y="3334167"/>
                </a:lnTo>
                <a:lnTo>
                  <a:pt x="1674776" y="3350406"/>
                </a:lnTo>
                <a:lnTo>
                  <a:pt x="1668108" y="3366578"/>
                </a:lnTo>
                <a:lnTo>
                  <a:pt x="1661308" y="3382681"/>
                </a:lnTo>
                <a:lnTo>
                  <a:pt x="1654379" y="3398715"/>
                </a:lnTo>
                <a:lnTo>
                  <a:pt x="1647319" y="3414680"/>
                </a:lnTo>
                <a:lnTo>
                  <a:pt x="1640131" y="3430574"/>
                </a:lnTo>
                <a:lnTo>
                  <a:pt x="1632814" y="3446397"/>
                </a:lnTo>
                <a:lnTo>
                  <a:pt x="1625369" y="3462149"/>
                </a:lnTo>
                <a:lnTo>
                  <a:pt x="1617797" y="3477828"/>
                </a:lnTo>
                <a:lnTo>
                  <a:pt x="1610099" y="3493434"/>
                </a:lnTo>
                <a:lnTo>
                  <a:pt x="1602275" y="3508966"/>
                </a:lnTo>
                <a:lnTo>
                  <a:pt x="1594326" y="3524424"/>
                </a:lnTo>
                <a:lnTo>
                  <a:pt x="1586252" y="3539807"/>
                </a:lnTo>
                <a:lnTo>
                  <a:pt x="1578055" y="3555114"/>
                </a:lnTo>
                <a:lnTo>
                  <a:pt x="1569734" y="3570345"/>
                </a:lnTo>
                <a:lnTo>
                  <a:pt x="1561292" y="3585499"/>
                </a:lnTo>
                <a:lnTo>
                  <a:pt x="1552727" y="3600575"/>
                </a:lnTo>
                <a:lnTo>
                  <a:pt x="1544041" y="3615572"/>
                </a:lnTo>
                <a:lnTo>
                  <a:pt x="1535235" y="3630491"/>
                </a:lnTo>
                <a:lnTo>
                  <a:pt x="1526309" y="3645330"/>
                </a:lnTo>
                <a:lnTo>
                  <a:pt x="1517264" y="3660089"/>
                </a:lnTo>
                <a:lnTo>
                  <a:pt x="1508100" y="3674766"/>
                </a:lnTo>
                <a:lnTo>
                  <a:pt x="1498819" y="3689362"/>
                </a:lnTo>
                <a:lnTo>
                  <a:pt x="1489420" y="3703876"/>
                </a:lnTo>
                <a:lnTo>
                  <a:pt x="1479905" y="3718306"/>
                </a:lnTo>
                <a:lnTo>
                  <a:pt x="1470275" y="3732653"/>
                </a:lnTo>
                <a:lnTo>
                  <a:pt x="1460529" y="3746916"/>
                </a:lnTo>
                <a:lnTo>
                  <a:pt x="1450668" y="3761093"/>
                </a:lnTo>
                <a:lnTo>
                  <a:pt x="1440694" y="3775185"/>
                </a:lnTo>
                <a:lnTo>
                  <a:pt x="1430607" y="3789191"/>
                </a:lnTo>
                <a:lnTo>
                  <a:pt x="1420407" y="3803109"/>
                </a:lnTo>
                <a:lnTo>
                  <a:pt x="1410096" y="3816940"/>
                </a:lnTo>
                <a:lnTo>
                  <a:pt x="1399673" y="3830682"/>
                </a:lnTo>
                <a:lnTo>
                  <a:pt x="1389140" y="3844336"/>
                </a:lnTo>
                <a:lnTo>
                  <a:pt x="1378497" y="3857900"/>
                </a:lnTo>
                <a:lnTo>
                  <a:pt x="1367745" y="3871373"/>
                </a:lnTo>
                <a:lnTo>
                  <a:pt x="1356885" y="3884756"/>
                </a:lnTo>
                <a:lnTo>
                  <a:pt x="1345916" y="3898046"/>
                </a:lnTo>
                <a:lnTo>
                  <a:pt x="1334841" y="3911245"/>
                </a:lnTo>
                <a:lnTo>
                  <a:pt x="1323659" y="3924350"/>
                </a:lnTo>
                <a:lnTo>
                  <a:pt x="1312371" y="3937362"/>
                </a:lnTo>
                <a:lnTo>
                  <a:pt x="1300978" y="3950280"/>
                </a:lnTo>
                <a:lnTo>
                  <a:pt x="1289481" y="3963102"/>
                </a:lnTo>
                <a:lnTo>
                  <a:pt x="1277880" y="3975829"/>
                </a:lnTo>
                <a:lnTo>
                  <a:pt x="1266175" y="3988460"/>
                </a:lnTo>
                <a:lnTo>
                  <a:pt x="1254368" y="4000993"/>
                </a:lnTo>
                <a:lnTo>
                  <a:pt x="1242460" y="4013429"/>
                </a:lnTo>
                <a:lnTo>
                  <a:pt x="1230450" y="4025767"/>
                </a:lnTo>
                <a:lnTo>
                  <a:pt x="1218340" y="4038006"/>
                </a:lnTo>
                <a:lnTo>
                  <a:pt x="1206129" y="4050145"/>
                </a:lnTo>
                <a:lnTo>
                  <a:pt x="1193820" y="4062183"/>
                </a:lnTo>
                <a:lnTo>
                  <a:pt x="1181412" y="4074121"/>
                </a:lnTo>
                <a:lnTo>
                  <a:pt x="1168907" y="4085957"/>
                </a:lnTo>
                <a:lnTo>
                  <a:pt x="1156304" y="4097691"/>
                </a:lnTo>
                <a:lnTo>
                  <a:pt x="1143604" y="4109322"/>
                </a:lnTo>
                <a:lnTo>
                  <a:pt x="1130809" y="4120849"/>
                </a:lnTo>
                <a:lnTo>
                  <a:pt x="1117919" y="4132272"/>
                </a:lnTo>
                <a:lnTo>
                  <a:pt x="1104934" y="4143590"/>
                </a:lnTo>
                <a:lnTo>
                  <a:pt x="1091856" y="4154802"/>
                </a:lnTo>
                <a:lnTo>
                  <a:pt x="1078684" y="4165908"/>
                </a:lnTo>
                <a:lnTo>
                  <a:pt x="1065419" y="4176907"/>
                </a:lnTo>
                <a:lnTo>
                  <a:pt x="1052063" y="4187799"/>
                </a:lnTo>
                <a:lnTo>
                  <a:pt x="1038616" y="4198582"/>
                </a:lnTo>
                <a:lnTo>
                  <a:pt x="1025078" y="4209256"/>
                </a:lnTo>
                <a:lnTo>
                  <a:pt x="1011450" y="4219821"/>
                </a:lnTo>
                <a:lnTo>
                  <a:pt x="997733" y="4230275"/>
                </a:lnTo>
                <a:lnTo>
                  <a:pt x="983928" y="4240618"/>
                </a:lnTo>
                <a:lnTo>
                  <a:pt x="970034" y="4250850"/>
                </a:lnTo>
                <a:lnTo>
                  <a:pt x="956054" y="4260970"/>
                </a:lnTo>
                <a:lnTo>
                  <a:pt x="941987" y="4270976"/>
                </a:lnTo>
                <a:lnTo>
                  <a:pt x="927834" y="4280869"/>
                </a:lnTo>
                <a:lnTo>
                  <a:pt x="913596" y="4290648"/>
                </a:lnTo>
                <a:lnTo>
                  <a:pt x="899273" y="4300311"/>
                </a:lnTo>
                <a:lnTo>
                  <a:pt x="884867" y="4309860"/>
                </a:lnTo>
                <a:lnTo>
                  <a:pt x="870377" y="4319291"/>
                </a:lnTo>
                <a:lnTo>
                  <a:pt x="855805" y="4328606"/>
                </a:lnTo>
                <a:lnTo>
                  <a:pt x="841151" y="4337804"/>
                </a:lnTo>
                <a:lnTo>
                  <a:pt x="826416" y="4346883"/>
                </a:lnTo>
                <a:lnTo>
                  <a:pt x="811600" y="4355843"/>
                </a:lnTo>
                <a:lnTo>
                  <a:pt x="796704" y="4364683"/>
                </a:lnTo>
                <a:lnTo>
                  <a:pt x="781730" y="4373404"/>
                </a:lnTo>
                <a:lnTo>
                  <a:pt x="766676" y="4382003"/>
                </a:lnTo>
                <a:lnTo>
                  <a:pt x="751545" y="4390481"/>
                </a:lnTo>
                <a:lnTo>
                  <a:pt x="736336" y="4398837"/>
                </a:lnTo>
                <a:lnTo>
                  <a:pt x="721051" y="4407069"/>
                </a:lnTo>
                <a:lnTo>
                  <a:pt x="705690" y="4415178"/>
                </a:lnTo>
                <a:lnTo>
                  <a:pt x="690254" y="4423163"/>
                </a:lnTo>
                <a:lnTo>
                  <a:pt x="674744" y="4431023"/>
                </a:lnTo>
                <a:lnTo>
                  <a:pt x="659159" y="4438757"/>
                </a:lnTo>
                <a:lnTo>
                  <a:pt x="643501" y="4446365"/>
                </a:lnTo>
                <a:lnTo>
                  <a:pt x="627771" y="4453847"/>
                </a:lnTo>
                <a:lnTo>
                  <a:pt x="611969" y="4461200"/>
                </a:lnTo>
                <a:lnTo>
                  <a:pt x="596095" y="4468426"/>
                </a:lnTo>
                <a:lnTo>
                  <a:pt x="580151" y="4475522"/>
                </a:lnTo>
                <a:lnTo>
                  <a:pt x="564137" y="4482489"/>
                </a:lnTo>
                <a:lnTo>
                  <a:pt x="548054" y="4489326"/>
                </a:lnTo>
                <a:lnTo>
                  <a:pt x="531902" y="4496031"/>
                </a:lnTo>
                <a:lnTo>
                  <a:pt x="515683" y="4502606"/>
                </a:lnTo>
                <a:lnTo>
                  <a:pt x="499396" y="4509048"/>
                </a:lnTo>
                <a:lnTo>
                  <a:pt x="483043" y="4515357"/>
                </a:lnTo>
                <a:lnTo>
                  <a:pt x="466623" y="4521532"/>
                </a:lnTo>
                <a:lnTo>
                  <a:pt x="450139" y="4527574"/>
                </a:lnTo>
                <a:lnTo>
                  <a:pt x="433590" y="4533480"/>
                </a:lnTo>
                <a:lnTo>
                  <a:pt x="416976" y="4539251"/>
                </a:lnTo>
                <a:lnTo>
                  <a:pt x="400300" y="4544886"/>
                </a:lnTo>
                <a:lnTo>
                  <a:pt x="383561" y="4550384"/>
                </a:lnTo>
                <a:lnTo>
                  <a:pt x="366761" y="4555744"/>
                </a:lnTo>
                <a:lnTo>
                  <a:pt x="349899" y="4560966"/>
                </a:lnTo>
                <a:lnTo>
                  <a:pt x="332976" y="4566049"/>
                </a:lnTo>
                <a:lnTo>
                  <a:pt x="315993" y="4570993"/>
                </a:lnTo>
                <a:lnTo>
                  <a:pt x="298952" y="4575796"/>
                </a:lnTo>
                <a:lnTo>
                  <a:pt x="281851" y="4580459"/>
                </a:lnTo>
                <a:lnTo>
                  <a:pt x="264693" y="4584980"/>
                </a:lnTo>
                <a:lnTo>
                  <a:pt x="247477" y="4589359"/>
                </a:lnTo>
                <a:lnTo>
                  <a:pt x="230205" y="4593595"/>
                </a:lnTo>
                <a:lnTo>
                  <a:pt x="212877" y="4597687"/>
                </a:lnTo>
                <a:lnTo>
                  <a:pt x="195494" y="4601636"/>
                </a:lnTo>
                <a:lnTo>
                  <a:pt x="178056" y="4605439"/>
                </a:lnTo>
                <a:lnTo>
                  <a:pt x="160564" y="4609097"/>
                </a:lnTo>
                <a:lnTo>
                  <a:pt x="1945" y="4633342"/>
                </a:lnTo>
                <a:lnTo>
                  <a:pt x="1261" y="4896801"/>
                </a:lnTo>
                <a:lnTo>
                  <a:pt x="1210" y="4913875"/>
                </a:lnTo>
                <a:lnTo>
                  <a:pt x="1159" y="4930952"/>
                </a:lnTo>
                <a:lnTo>
                  <a:pt x="1108" y="4948033"/>
                </a:lnTo>
                <a:lnTo>
                  <a:pt x="1057" y="4965120"/>
                </a:lnTo>
                <a:lnTo>
                  <a:pt x="1007" y="4982216"/>
                </a:lnTo>
                <a:lnTo>
                  <a:pt x="958" y="4999323"/>
                </a:lnTo>
                <a:lnTo>
                  <a:pt x="909" y="5016443"/>
                </a:lnTo>
                <a:lnTo>
                  <a:pt x="860" y="5033578"/>
                </a:lnTo>
                <a:lnTo>
                  <a:pt x="812" y="5050731"/>
                </a:lnTo>
                <a:lnTo>
                  <a:pt x="765" y="5067903"/>
                </a:lnTo>
                <a:lnTo>
                  <a:pt x="718" y="5085097"/>
                </a:lnTo>
                <a:lnTo>
                  <a:pt x="672" y="5102315"/>
                </a:lnTo>
                <a:lnTo>
                  <a:pt x="628" y="5119558"/>
                </a:lnTo>
                <a:lnTo>
                  <a:pt x="584" y="5136830"/>
                </a:lnTo>
                <a:lnTo>
                  <a:pt x="540" y="5154133"/>
                </a:lnTo>
                <a:lnTo>
                  <a:pt x="498" y="5171468"/>
                </a:lnTo>
                <a:lnTo>
                  <a:pt x="457" y="5188837"/>
                </a:lnTo>
                <a:lnTo>
                  <a:pt x="418" y="5206244"/>
                </a:lnTo>
                <a:lnTo>
                  <a:pt x="379" y="5223689"/>
                </a:lnTo>
                <a:lnTo>
                  <a:pt x="342" y="5241176"/>
                </a:lnTo>
                <a:lnTo>
                  <a:pt x="306" y="5258706"/>
                </a:lnTo>
                <a:lnTo>
                  <a:pt x="271" y="5276282"/>
                </a:lnTo>
                <a:lnTo>
                  <a:pt x="238" y="5293905"/>
                </a:lnTo>
                <a:lnTo>
                  <a:pt x="206" y="5311578"/>
                </a:lnTo>
                <a:lnTo>
                  <a:pt x="175" y="5329304"/>
                </a:lnTo>
                <a:lnTo>
                  <a:pt x="147" y="5347083"/>
                </a:lnTo>
                <a:lnTo>
                  <a:pt x="120" y="5364919"/>
                </a:lnTo>
                <a:lnTo>
                  <a:pt x="94" y="5382814"/>
                </a:lnTo>
                <a:lnTo>
                  <a:pt x="71" y="5400769"/>
                </a:lnTo>
                <a:lnTo>
                  <a:pt x="49" y="5418787"/>
                </a:lnTo>
                <a:lnTo>
                  <a:pt x="29" y="5436871"/>
                </a:lnTo>
                <a:lnTo>
                  <a:pt x="11" y="5455021"/>
                </a:lnTo>
                <a:lnTo>
                  <a:pt x="0" y="5467570"/>
                </a:lnTo>
                <a:lnTo>
                  <a:pt x="6034083" y="5467570"/>
                </a:lnTo>
                <a:lnTo>
                  <a:pt x="6034083" y="0"/>
                </a:lnTo>
                <a:close/>
              </a:path>
            </a:pathLst>
          </a:custGeom>
          <a:solidFill xmlns:a="http://schemas.openxmlformats.org/drawingml/2006/main">
            <a:srgbClr val="FEF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30885B9A-8BCC-4F0F-B225-2D81DB5C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4" y="1266605"/>
            <a:ext cx="6034062" cy="5467570"/>
          </a:xfrm>
          <a:custGeom xmlns:a="http://schemas.openxmlformats.org/drawingml/2006/main">
            <a:pathLst>
              <a:path w="6034062" h="5467570">
                <a:moveTo>
                  <a:pt x="6034050" y="5455021"/>
                </a:moveTo>
                <a:lnTo>
                  <a:pt x="6034030" y="5436871"/>
                </a:lnTo>
                <a:lnTo>
                  <a:pt x="6034008" y="5418787"/>
                </a:lnTo>
                <a:lnTo>
                  <a:pt x="6033985" y="5400769"/>
                </a:lnTo>
                <a:lnTo>
                  <a:pt x="6033959" y="5382814"/>
                </a:lnTo>
                <a:lnTo>
                  <a:pt x="6033932" y="5364919"/>
                </a:lnTo>
                <a:lnTo>
                  <a:pt x="6033903" y="5347083"/>
                </a:lnTo>
                <a:lnTo>
                  <a:pt x="6033873" y="5329304"/>
                </a:lnTo>
                <a:lnTo>
                  <a:pt x="6033841" y="5311578"/>
                </a:lnTo>
                <a:lnTo>
                  <a:pt x="6033807" y="5293905"/>
                </a:lnTo>
                <a:lnTo>
                  <a:pt x="6033772" y="5276282"/>
                </a:lnTo>
                <a:lnTo>
                  <a:pt x="6033735" y="5258706"/>
                </a:lnTo>
                <a:lnTo>
                  <a:pt x="6033697" y="5241176"/>
                </a:lnTo>
                <a:lnTo>
                  <a:pt x="6033658" y="5223689"/>
                </a:lnTo>
                <a:lnTo>
                  <a:pt x="6033617" y="5206244"/>
                </a:lnTo>
                <a:lnTo>
                  <a:pt x="6033576" y="5188837"/>
                </a:lnTo>
                <a:lnTo>
                  <a:pt x="6033533" y="5171468"/>
                </a:lnTo>
                <a:lnTo>
                  <a:pt x="6033489" y="5154133"/>
                </a:lnTo>
                <a:lnTo>
                  <a:pt x="6033445" y="5136830"/>
                </a:lnTo>
                <a:lnTo>
                  <a:pt x="6033399" y="5119558"/>
                </a:lnTo>
                <a:lnTo>
                  <a:pt x="6033353" y="5102315"/>
                </a:lnTo>
                <a:lnTo>
                  <a:pt x="6033306" y="5085097"/>
                </a:lnTo>
                <a:lnTo>
                  <a:pt x="6033258" y="5067903"/>
                </a:lnTo>
                <a:lnTo>
                  <a:pt x="6033209" y="5050731"/>
                </a:lnTo>
                <a:lnTo>
                  <a:pt x="6033160" y="5033578"/>
                </a:lnTo>
                <a:lnTo>
                  <a:pt x="6033111" y="5016443"/>
                </a:lnTo>
                <a:lnTo>
                  <a:pt x="6033061" y="4999323"/>
                </a:lnTo>
                <a:lnTo>
                  <a:pt x="6033011" y="4982216"/>
                </a:lnTo>
                <a:lnTo>
                  <a:pt x="6032960" y="4965120"/>
                </a:lnTo>
                <a:lnTo>
                  <a:pt x="6032909" y="4948033"/>
                </a:lnTo>
                <a:lnTo>
                  <a:pt x="6032858" y="4930952"/>
                </a:lnTo>
                <a:lnTo>
                  <a:pt x="6032807" y="4913875"/>
                </a:lnTo>
                <a:lnTo>
                  <a:pt x="6032755" y="4896801"/>
                </a:lnTo>
                <a:lnTo>
                  <a:pt x="6032070" y="4630328"/>
                </a:lnTo>
                <a:lnTo>
                  <a:pt x="5893039" y="4609097"/>
                </a:lnTo>
                <a:lnTo>
                  <a:pt x="5875547" y="4605439"/>
                </a:lnTo>
                <a:lnTo>
                  <a:pt x="5858109" y="4601636"/>
                </a:lnTo>
                <a:lnTo>
                  <a:pt x="5840726" y="4597687"/>
                </a:lnTo>
                <a:lnTo>
                  <a:pt x="5823398" y="4593595"/>
                </a:lnTo>
                <a:lnTo>
                  <a:pt x="5806126" y="4589359"/>
                </a:lnTo>
                <a:lnTo>
                  <a:pt x="5788910" y="4584980"/>
                </a:lnTo>
                <a:lnTo>
                  <a:pt x="5771752" y="4580459"/>
                </a:lnTo>
                <a:lnTo>
                  <a:pt x="5754652" y="4575796"/>
                </a:lnTo>
                <a:lnTo>
                  <a:pt x="5737610" y="4570993"/>
                </a:lnTo>
                <a:lnTo>
                  <a:pt x="5720627" y="4566049"/>
                </a:lnTo>
                <a:lnTo>
                  <a:pt x="5703705" y="4560966"/>
                </a:lnTo>
                <a:lnTo>
                  <a:pt x="5686843" y="4555744"/>
                </a:lnTo>
                <a:lnTo>
                  <a:pt x="5670042" y="4550384"/>
                </a:lnTo>
                <a:lnTo>
                  <a:pt x="5653303" y="4544886"/>
                </a:lnTo>
                <a:lnTo>
                  <a:pt x="5636627" y="4539251"/>
                </a:lnTo>
                <a:lnTo>
                  <a:pt x="5620014" y="4533480"/>
                </a:lnTo>
                <a:lnTo>
                  <a:pt x="5603465" y="4527574"/>
                </a:lnTo>
                <a:lnTo>
                  <a:pt x="5586980" y="4521532"/>
                </a:lnTo>
                <a:lnTo>
                  <a:pt x="5570561" y="4515357"/>
                </a:lnTo>
                <a:lnTo>
                  <a:pt x="5554207" y="4509048"/>
                </a:lnTo>
                <a:lnTo>
                  <a:pt x="5537920" y="4502606"/>
                </a:lnTo>
                <a:lnTo>
                  <a:pt x="5521701" y="4496031"/>
                </a:lnTo>
                <a:lnTo>
                  <a:pt x="5505549" y="4489326"/>
                </a:lnTo>
                <a:lnTo>
                  <a:pt x="5489466" y="4482489"/>
                </a:lnTo>
                <a:lnTo>
                  <a:pt x="5473452" y="4475522"/>
                </a:lnTo>
                <a:lnTo>
                  <a:pt x="5457508" y="4468426"/>
                </a:lnTo>
                <a:lnTo>
                  <a:pt x="5441635" y="4461200"/>
                </a:lnTo>
                <a:lnTo>
                  <a:pt x="5425832" y="4453847"/>
                </a:lnTo>
                <a:lnTo>
                  <a:pt x="5410102" y="4446365"/>
                </a:lnTo>
                <a:lnTo>
                  <a:pt x="5394444" y="4438757"/>
                </a:lnTo>
                <a:lnTo>
                  <a:pt x="5378860" y="4431023"/>
                </a:lnTo>
                <a:lnTo>
                  <a:pt x="5363349" y="4423163"/>
                </a:lnTo>
                <a:lnTo>
                  <a:pt x="5347913" y="4415178"/>
                </a:lnTo>
                <a:lnTo>
                  <a:pt x="5332552" y="4407069"/>
                </a:lnTo>
                <a:lnTo>
                  <a:pt x="5317267" y="4398837"/>
                </a:lnTo>
                <a:lnTo>
                  <a:pt x="5302058" y="4390481"/>
                </a:lnTo>
                <a:lnTo>
                  <a:pt x="5286927" y="4382003"/>
                </a:lnTo>
                <a:lnTo>
                  <a:pt x="5271874" y="4373404"/>
                </a:lnTo>
                <a:lnTo>
                  <a:pt x="5256899" y="4364683"/>
                </a:lnTo>
                <a:lnTo>
                  <a:pt x="5242003" y="4355843"/>
                </a:lnTo>
                <a:lnTo>
                  <a:pt x="5227187" y="4346883"/>
                </a:lnTo>
                <a:lnTo>
                  <a:pt x="5212452" y="4337804"/>
                </a:lnTo>
                <a:lnTo>
                  <a:pt x="5197798" y="4328606"/>
                </a:lnTo>
                <a:lnTo>
                  <a:pt x="5183226" y="4319291"/>
                </a:lnTo>
                <a:lnTo>
                  <a:pt x="5168736" y="4309860"/>
                </a:lnTo>
                <a:lnTo>
                  <a:pt x="5154330" y="4300311"/>
                </a:lnTo>
                <a:lnTo>
                  <a:pt x="5140007" y="4290648"/>
                </a:lnTo>
                <a:lnTo>
                  <a:pt x="5125769" y="4280869"/>
                </a:lnTo>
                <a:lnTo>
                  <a:pt x="5111616" y="4270976"/>
                </a:lnTo>
                <a:lnTo>
                  <a:pt x="5097549" y="4260970"/>
                </a:lnTo>
                <a:lnTo>
                  <a:pt x="5083569" y="4250850"/>
                </a:lnTo>
                <a:lnTo>
                  <a:pt x="5069676" y="4240618"/>
                </a:lnTo>
                <a:lnTo>
                  <a:pt x="5055870" y="4230275"/>
                </a:lnTo>
                <a:lnTo>
                  <a:pt x="5042153" y="4219821"/>
                </a:lnTo>
                <a:lnTo>
                  <a:pt x="5028525" y="4209256"/>
                </a:lnTo>
                <a:lnTo>
                  <a:pt x="5014988" y="4198582"/>
                </a:lnTo>
                <a:lnTo>
                  <a:pt x="5001540" y="4187799"/>
                </a:lnTo>
                <a:lnTo>
                  <a:pt x="4988184" y="4176907"/>
                </a:lnTo>
                <a:lnTo>
                  <a:pt x="4974920" y="4165908"/>
                </a:lnTo>
                <a:lnTo>
                  <a:pt x="4961748" y="4154802"/>
                </a:lnTo>
                <a:lnTo>
                  <a:pt x="4948669" y="4143590"/>
                </a:lnTo>
                <a:lnTo>
                  <a:pt x="4935684" y="4132272"/>
                </a:lnTo>
                <a:lnTo>
                  <a:pt x="4922794" y="4120849"/>
                </a:lnTo>
                <a:lnTo>
                  <a:pt x="4909999" y="4109322"/>
                </a:lnTo>
                <a:lnTo>
                  <a:pt x="4897300" y="4097691"/>
                </a:lnTo>
                <a:lnTo>
                  <a:pt x="4884697" y="4085957"/>
                </a:lnTo>
                <a:lnTo>
                  <a:pt x="4872191" y="4074121"/>
                </a:lnTo>
                <a:lnTo>
                  <a:pt x="4859783" y="4062183"/>
                </a:lnTo>
                <a:lnTo>
                  <a:pt x="4847474" y="4050145"/>
                </a:lnTo>
                <a:lnTo>
                  <a:pt x="4835264" y="4038006"/>
                </a:lnTo>
                <a:lnTo>
                  <a:pt x="4823154" y="4025767"/>
                </a:lnTo>
                <a:lnTo>
                  <a:pt x="4811144" y="4013429"/>
                </a:lnTo>
                <a:lnTo>
                  <a:pt x="4799235" y="4000993"/>
                </a:lnTo>
                <a:lnTo>
                  <a:pt x="4787428" y="3988460"/>
                </a:lnTo>
                <a:lnTo>
                  <a:pt x="4775724" y="3975829"/>
                </a:lnTo>
                <a:lnTo>
                  <a:pt x="4764123" y="3963102"/>
                </a:lnTo>
                <a:lnTo>
                  <a:pt x="4752625" y="3950280"/>
                </a:lnTo>
                <a:lnTo>
                  <a:pt x="4741232" y="3937362"/>
                </a:lnTo>
                <a:lnTo>
                  <a:pt x="4729945" y="3924350"/>
                </a:lnTo>
                <a:lnTo>
                  <a:pt x="4718763" y="3911245"/>
                </a:lnTo>
                <a:lnTo>
                  <a:pt x="4707687" y="3898046"/>
                </a:lnTo>
                <a:lnTo>
                  <a:pt x="4696719" y="3884756"/>
                </a:lnTo>
                <a:lnTo>
                  <a:pt x="4685858" y="3871373"/>
                </a:lnTo>
                <a:lnTo>
                  <a:pt x="4675106" y="3857900"/>
                </a:lnTo>
                <a:lnTo>
                  <a:pt x="4664463" y="3844336"/>
                </a:lnTo>
                <a:lnTo>
                  <a:pt x="4653930" y="3830682"/>
                </a:lnTo>
                <a:lnTo>
                  <a:pt x="4643508" y="3816940"/>
                </a:lnTo>
                <a:lnTo>
                  <a:pt x="4633196" y="3803109"/>
                </a:lnTo>
                <a:lnTo>
                  <a:pt x="4622996" y="3789191"/>
                </a:lnTo>
                <a:lnTo>
                  <a:pt x="4612909" y="3775185"/>
                </a:lnTo>
                <a:lnTo>
                  <a:pt x="4602935" y="3761093"/>
                </a:lnTo>
                <a:lnTo>
                  <a:pt x="4593075" y="3746916"/>
                </a:lnTo>
                <a:lnTo>
                  <a:pt x="4583329" y="3732653"/>
                </a:lnTo>
                <a:lnTo>
                  <a:pt x="4573698" y="3718306"/>
                </a:lnTo>
                <a:lnTo>
                  <a:pt x="4564183" y="3703876"/>
                </a:lnTo>
                <a:lnTo>
                  <a:pt x="4554785" y="3689362"/>
                </a:lnTo>
                <a:lnTo>
                  <a:pt x="4545503" y="3674766"/>
                </a:lnTo>
                <a:lnTo>
                  <a:pt x="4536340" y="3660089"/>
                </a:lnTo>
                <a:lnTo>
                  <a:pt x="4527295" y="3645330"/>
                </a:lnTo>
                <a:lnTo>
                  <a:pt x="4518369" y="3630491"/>
                </a:lnTo>
                <a:lnTo>
                  <a:pt x="4509562" y="3615572"/>
                </a:lnTo>
                <a:lnTo>
                  <a:pt x="4500877" y="3600575"/>
                </a:lnTo>
                <a:lnTo>
                  <a:pt x="4492312" y="3585499"/>
                </a:lnTo>
                <a:lnTo>
                  <a:pt x="4483869" y="3570345"/>
                </a:lnTo>
                <a:lnTo>
                  <a:pt x="4475549" y="3555114"/>
                </a:lnTo>
                <a:lnTo>
                  <a:pt x="4467351" y="3539807"/>
                </a:lnTo>
                <a:lnTo>
                  <a:pt x="4459278" y="3524424"/>
                </a:lnTo>
                <a:lnTo>
                  <a:pt x="4451329" y="3508966"/>
                </a:lnTo>
                <a:lnTo>
                  <a:pt x="4443505" y="3493434"/>
                </a:lnTo>
                <a:lnTo>
                  <a:pt x="4435806" y="3477828"/>
                </a:lnTo>
                <a:lnTo>
                  <a:pt x="4428235" y="3462149"/>
                </a:lnTo>
                <a:lnTo>
                  <a:pt x="4420790" y="3446397"/>
                </a:lnTo>
                <a:lnTo>
                  <a:pt x="4413473" y="3430574"/>
                </a:lnTo>
                <a:lnTo>
                  <a:pt x="4406284" y="3414680"/>
                </a:lnTo>
                <a:lnTo>
                  <a:pt x="4399225" y="3398715"/>
                </a:lnTo>
                <a:lnTo>
                  <a:pt x="4392295" y="3382681"/>
                </a:lnTo>
                <a:lnTo>
                  <a:pt x="4385496" y="3366578"/>
                </a:lnTo>
                <a:lnTo>
                  <a:pt x="4378828" y="3350406"/>
                </a:lnTo>
                <a:lnTo>
                  <a:pt x="4372291" y="3334167"/>
                </a:lnTo>
                <a:lnTo>
                  <a:pt x="4365887" y="3317860"/>
                </a:lnTo>
                <a:lnTo>
                  <a:pt x="4359616" y="3301487"/>
                </a:lnTo>
                <a:lnTo>
                  <a:pt x="4353479" y="3285049"/>
                </a:lnTo>
                <a:lnTo>
                  <a:pt x="4347476" y="3268545"/>
                </a:lnTo>
                <a:lnTo>
                  <a:pt x="4341609" y="3251977"/>
                </a:lnTo>
                <a:lnTo>
                  <a:pt x="4335877" y="3235345"/>
                </a:lnTo>
                <a:lnTo>
                  <a:pt x="4330281" y="3218650"/>
                </a:lnTo>
                <a:lnTo>
                  <a:pt x="4324823" y="3201893"/>
                </a:lnTo>
                <a:lnTo>
                  <a:pt x="4319502" y="3185074"/>
                </a:lnTo>
                <a:lnTo>
                  <a:pt x="4314320" y="3168194"/>
                </a:lnTo>
                <a:lnTo>
                  <a:pt x="4309277" y="3151253"/>
                </a:lnTo>
                <a:lnTo>
                  <a:pt x="4304373" y="3134253"/>
                </a:lnTo>
                <a:lnTo>
                  <a:pt x="4299610" y="3117194"/>
                </a:lnTo>
                <a:lnTo>
                  <a:pt x="4294988" y="3100076"/>
                </a:lnTo>
                <a:lnTo>
                  <a:pt x="4290508" y="3082900"/>
                </a:lnTo>
                <a:lnTo>
                  <a:pt x="4286170" y="3065668"/>
                </a:lnTo>
                <a:lnTo>
                  <a:pt x="4281975" y="3048379"/>
                </a:lnTo>
                <a:lnTo>
                  <a:pt x="4277924" y="3031034"/>
                </a:lnTo>
                <a:lnTo>
                  <a:pt x="4274017" y="3013634"/>
                </a:lnTo>
                <a:lnTo>
                  <a:pt x="4270256" y="2996180"/>
                </a:lnTo>
                <a:lnTo>
                  <a:pt x="4266640" y="2978672"/>
                </a:lnTo>
                <a:lnTo>
                  <a:pt x="4263170" y="2961111"/>
                </a:lnTo>
                <a:lnTo>
                  <a:pt x="4259848" y="2943497"/>
                </a:lnTo>
                <a:lnTo>
                  <a:pt x="4256673" y="2925832"/>
                </a:lnTo>
                <a:lnTo>
                  <a:pt x="4253647" y="2908116"/>
                </a:lnTo>
                <a:lnTo>
                  <a:pt x="4250769" y="2890349"/>
                </a:lnTo>
                <a:lnTo>
                  <a:pt x="4248042" y="2872532"/>
                </a:lnTo>
                <a:lnTo>
                  <a:pt x="4245464" y="2854666"/>
                </a:lnTo>
                <a:lnTo>
                  <a:pt x="4243038" y="2836752"/>
                </a:lnTo>
                <a:lnTo>
                  <a:pt x="4240764" y="2818790"/>
                </a:lnTo>
                <a:lnTo>
                  <a:pt x="4238641" y="2800781"/>
                </a:lnTo>
                <a:lnTo>
                  <a:pt x="4236672" y="2782726"/>
                </a:lnTo>
                <a:lnTo>
                  <a:pt x="4234857" y="2764625"/>
                </a:lnTo>
                <a:lnTo>
                  <a:pt x="4233196" y="2746478"/>
                </a:lnTo>
                <a:lnTo>
                  <a:pt x="4231690" y="2728287"/>
                </a:lnTo>
                <a:lnTo>
                  <a:pt x="4230340" y="2710053"/>
                </a:lnTo>
                <a:lnTo>
                  <a:pt x="4229146" y="2691775"/>
                </a:lnTo>
                <a:lnTo>
                  <a:pt x="4228109" y="2673455"/>
                </a:lnTo>
                <a:lnTo>
                  <a:pt x="4227230" y="2655093"/>
                </a:lnTo>
                <a:lnTo>
                  <a:pt x="4226509" y="2636690"/>
                </a:lnTo>
                <a:lnTo>
                  <a:pt x="4225947" y="2618246"/>
                </a:lnTo>
                <a:lnTo>
                  <a:pt x="4225545" y="2599763"/>
                </a:lnTo>
                <a:lnTo>
                  <a:pt x="4225303" y="2581240"/>
                </a:lnTo>
                <a:lnTo>
                  <a:pt x="4225223" y="2562679"/>
                </a:lnTo>
                <a:lnTo>
                  <a:pt x="4229606" y="2476522"/>
                </a:lnTo>
                <a:lnTo>
                  <a:pt x="0" y="0"/>
                </a:lnTo>
                <a:lnTo>
                  <a:pt x="0" y="5467570"/>
                </a:lnTo>
                <a:lnTo>
                  <a:pt x="6034062" y="5467570"/>
                </a:lnTo>
                <a:lnTo>
                  <a:pt x="6034050" y="5455021"/>
                </a:lnTo>
                <a:close/>
              </a:path>
            </a:pathLst>
          </a:custGeom>
          <a:solidFill xmlns:a="http://schemas.openxmlformats.org/drawingml/2006/main">
            <a:srgbClr val="E9E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65D00856-BDB5-46A8-8F60-0DF70B43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15" y="715963"/>
            <a:ext cx="12615167" cy="2532955"/>
          </a:xfrm>
          <a:custGeom xmlns:a="http://schemas.openxmlformats.org/drawingml/2006/main">
            <a:pathLst>
              <a:path w="12615167" h="2532955">
                <a:moveTo>
                  <a:pt x="4308819" y="2532955"/>
                </a:moveTo>
                <a:lnTo>
                  <a:pt x="0" y="0"/>
                </a:lnTo>
                <a:lnTo>
                  <a:pt x="12615167" y="0"/>
                </a:lnTo>
                <a:lnTo>
                  <a:pt x="8317824" y="2526244"/>
                </a:lnTo>
                <a:lnTo>
                  <a:pt x="8309195" y="2492273"/>
                </a:lnTo>
                <a:cubicBezTo>
                  <a:pt x="8044696" y="1641928"/>
                  <a:pt x="7251469" y="1024578"/>
                  <a:pt x="6314144" y="1024578"/>
                </a:cubicBezTo>
                <a:cubicBezTo>
                  <a:pt x="5376819" y="1024578"/>
                  <a:pt x="4583729" y="1641928"/>
                  <a:pt x="4319229" y="2492273"/>
                </a:cubicBezTo>
                <a:lnTo>
                  <a:pt x="4308819" y="2532955"/>
                </a:lnTo>
              </a:path>
            </a:pathLst>
          </a:custGeom>
          <a:solidFill xmlns:a="http://schemas.openxmlformats.org/drawingml/2006/main">
            <a:srgbClr val="C5CA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CCC7A2A1-78E1-4651-980C-4D20558B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64" y="80299"/>
            <a:ext cx="12621632" cy="635664"/>
          </a:xfrm>
          <a:custGeom xmlns:a="http://schemas.openxmlformats.org/drawingml/2006/main">
            <a:pathLst>
              <a:path w="12621632" h="635664">
                <a:moveTo>
                  <a:pt x="0" y="0"/>
                </a:moveTo>
                <a:lnTo>
                  <a:pt x="12621632" y="0"/>
                </a:lnTo>
                <a:lnTo>
                  <a:pt x="12621632" y="635664"/>
                </a:lnTo>
                <a:lnTo>
                  <a:pt x="0" y="635664"/>
                </a:lnTo>
                <a:close/>
              </a:path>
            </a:pathLst>
          </a:custGeom>
          <a:solidFill xmlns:a="http://schemas.openxmlformats.org/drawingml/2006/main">
            <a:srgbClr val="C5CA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DFA3340A-4DDC-403E-8839-782038E1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6750" y="3729703"/>
            <a:ext cx="1826435" cy="2167916"/>
          </a:xfrm>
          <a:custGeom xmlns:a="http://schemas.openxmlformats.org/drawingml/2006/main">
            <a:pathLst>
              <a:path w="1826435" h="2167916">
                <a:moveTo>
                  <a:pt x="0" y="2167916"/>
                </a:moveTo>
                <a:lnTo>
                  <a:pt x="137" y="2121891"/>
                </a:lnTo>
                <a:cubicBezTo>
                  <a:pt x="685" y="1912867"/>
                  <a:pt x="822" y="1695349"/>
                  <a:pt x="412" y="1452491"/>
                </a:cubicBezTo>
                <a:lnTo>
                  <a:pt x="137" y="1377429"/>
                </a:lnTo>
                <a:lnTo>
                  <a:pt x="958" y="1377292"/>
                </a:lnTo>
                <a:cubicBezTo>
                  <a:pt x="426132" y="1290312"/>
                  <a:pt x="776105" y="996636"/>
                  <a:pt x="941434" y="605844"/>
                </a:cubicBezTo>
                <a:lnTo>
                  <a:pt x="983623" y="490647"/>
                </a:lnTo>
                <a:lnTo>
                  <a:pt x="1821504" y="0"/>
                </a:lnTo>
                <a:lnTo>
                  <a:pt x="1826435" y="97390"/>
                </a:lnTo>
                <a:cubicBezTo>
                  <a:pt x="1826435" y="1106764"/>
                  <a:pt x="1110463" y="1948892"/>
                  <a:pt x="158618" y="2143671"/>
                </a:cubicBezTo>
                <a:lnTo>
                  <a:pt x="0" y="2167916"/>
                </a:lnTo>
              </a:path>
            </a:pathLst>
          </a:custGeom>
          <a:solidFill xmlns:a="http://schemas.openxmlformats.org/drawingml/2006/main">
            <a:srgbClr val="FAD9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96B066FB-345C-4C25-B949-D9A4A020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561" y="3740798"/>
            <a:ext cx="1806847" cy="2153807"/>
          </a:xfrm>
          <a:custGeom xmlns:a="http://schemas.openxmlformats.org/drawingml/2006/main">
            <a:pathLst>
              <a:path w="1806847" h="2153807">
                <a:moveTo>
                  <a:pt x="1806847" y="2153807"/>
                </a:moveTo>
                <a:lnTo>
                  <a:pt x="1667817" y="2132576"/>
                </a:lnTo>
                <a:cubicBezTo>
                  <a:pt x="715973" y="1937797"/>
                  <a:pt x="0" y="1095669"/>
                  <a:pt x="0" y="86295"/>
                </a:cubicBezTo>
                <a:lnTo>
                  <a:pt x="4383" y="0"/>
                </a:lnTo>
                <a:lnTo>
                  <a:pt x="848153" y="494072"/>
                </a:lnTo>
                <a:lnTo>
                  <a:pt x="885001" y="594749"/>
                </a:lnTo>
                <a:cubicBezTo>
                  <a:pt x="1033756" y="946503"/>
                  <a:pt x="1332089" y="1219496"/>
                  <a:pt x="1700280" y="1334007"/>
                </a:cubicBezTo>
                <a:lnTo>
                  <a:pt x="1806710" y="1361402"/>
                </a:lnTo>
                <a:lnTo>
                  <a:pt x="1806436" y="1441396"/>
                </a:lnTo>
                <a:cubicBezTo>
                  <a:pt x="1806026" y="1684254"/>
                  <a:pt x="1806162" y="1901772"/>
                  <a:pt x="1806710" y="2110796"/>
                </a:cubicBezTo>
                <a:lnTo>
                  <a:pt x="1806847" y="2153807"/>
                </a:lnTo>
              </a:path>
            </a:pathLst>
          </a:custGeom>
          <a:solidFill xmlns:a="http://schemas.openxmlformats.org/drawingml/2006/main">
            <a:srgbClr val="ADC2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F1E6F2B8-B49F-4148-BEFC-C4BC5912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500" y="1738213"/>
            <a:ext cx="4009144" cy="1925880"/>
          </a:xfrm>
          <a:custGeom xmlns:a="http://schemas.openxmlformats.org/drawingml/2006/main">
            <a:pathLst>
              <a:path w="4009144" h="1925880">
                <a:moveTo>
                  <a:pt x="710219" y="1925880"/>
                </a:moveTo>
                <a:lnTo>
                  <a:pt x="0" y="1508377"/>
                </a:lnTo>
                <a:lnTo>
                  <a:pt x="10547" y="1467695"/>
                </a:lnTo>
                <a:cubicBezTo>
                  <a:pt x="274910" y="617349"/>
                  <a:pt x="1068137" y="0"/>
                  <a:pt x="2005462" y="0"/>
                </a:cubicBezTo>
                <a:cubicBezTo>
                  <a:pt x="2942787" y="0"/>
                  <a:pt x="3735877" y="617349"/>
                  <a:pt x="4000376" y="1467695"/>
                </a:cubicBezTo>
                <a:lnTo>
                  <a:pt x="4009144" y="1501665"/>
                </a:lnTo>
                <a:lnTo>
                  <a:pt x="3299609" y="1918757"/>
                </a:lnTo>
                <a:lnTo>
                  <a:pt x="3285364" y="1825476"/>
                </a:lnTo>
                <a:cubicBezTo>
                  <a:pt x="3163591" y="1230180"/>
                  <a:pt x="2636783" y="782406"/>
                  <a:pt x="2005462" y="782406"/>
                </a:cubicBezTo>
                <a:cubicBezTo>
                  <a:pt x="1374004" y="782406"/>
                  <a:pt x="847332" y="1230180"/>
                  <a:pt x="725423" y="1825476"/>
                </a:cubicBezTo>
                <a:lnTo>
                  <a:pt x="710219" y="1925880"/>
                </a:lnTo>
              </a:path>
            </a:pathLst>
          </a:custGeom>
          <a:solidFill xmlns:a="http://schemas.openxmlformats.org/drawingml/2006/main">
            <a:srgbClr val="B9AA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EB8AB4CB-483A-4CF4-83F8-BF2574EB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533" y="2240914"/>
            <a:ext cx="338330" cy="338193"/>
          </a:xfrm>
          <a:custGeom xmlns:a="http://schemas.openxmlformats.org/drawingml/2006/main">
            <a:pathLst>
              <a:path w="338330" h="338193">
                <a:moveTo>
                  <a:pt x="49858" y="62735"/>
                </a:moveTo>
                <a:lnTo>
                  <a:pt x="63009" y="85199"/>
                </a:lnTo>
                <a:cubicBezTo>
                  <a:pt x="68487" y="94377"/>
                  <a:pt x="72734" y="101910"/>
                  <a:pt x="75610" y="107937"/>
                </a:cubicBezTo>
                <a:cubicBezTo>
                  <a:pt x="80541" y="118210"/>
                  <a:pt x="85884" y="131497"/>
                  <a:pt x="91637" y="147523"/>
                </a:cubicBezTo>
                <a:lnTo>
                  <a:pt x="106019" y="187931"/>
                </a:lnTo>
                <a:cubicBezTo>
                  <a:pt x="107799" y="187109"/>
                  <a:pt x="110676" y="185876"/>
                  <a:pt x="114512" y="184096"/>
                </a:cubicBezTo>
                <a:cubicBezTo>
                  <a:pt x="118347" y="182452"/>
                  <a:pt x="121360" y="181082"/>
                  <a:pt x="123278" y="180124"/>
                </a:cubicBezTo>
                <a:cubicBezTo>
                  <a:pt x="156015" y="164371"/>
                  <a:pt x="178480" y="148208"/>
                  <a:pt x="190670" y="131497"/>
                </a:cubicBezTo>
                <a:cubicBezTo>
                  <a:pt x="196013" y="124100"/>
                  <a:pt x="200121" y="115608"/>
                  <a:pt x="203272" y="106293"/>
                </a:cubicBezTo>
                <a:cubicBezTo>
                  <a:pt x="206559" y="95747"/>
                  <a:pt x="207108" y="87939"/>
                  <a:pt x="204642" y="83007"/>
                </a:cubicBezTo>
                <a:cubicBezTo>
                  <a:pt x="196013" y="65064"/>
                  <a:pt x="177795" y="53284"/>
                  <a:pt x="149988" y="47668"/>
                </a:cubicBezTo>
                <a:cubicBezTo>
                  <a:pt x="124511" y="42463"/>
                  <a:pt x="101088" y="43695"/>
                  <a:pt x="79582" y="51366"/>
                </a:cubicBezTo>
                <a:lnTo>
                  <a:pt x="49858" y="62735"/>
                </a:lnTo>
                <a:moveTo>
                  <a:pt x="17258" y="27806"/>
                </a:moveTo>
                <a:lnTo>
                  <a:pt x="65611" y="9041"/>
                </a:lnTo>
                <a:cubicBezTo>
                  <a:pt x="84377" y="2740"/>
                  <a:pt x="101225" y="0"/>
                  <a:pt x="116429" y="548"/>
                </a:cubicBezTo>
                <a:cubicBezTo>
                  <a:pt x="181903" y="3151"/>
                  <a:pt x="224229" y="24382"/>
                  <a:pt x="243405" y="64242"/>
                </a:cubicBezTo>
                <a:cubicBezTo>
                  <a:pt x="252857" y="83830"/>
                  <a:pt x="252309" y="105472"/>
                  <a:pt x="241762" y="129032"/>
                </a:cubicBezTo>
                <a:cubicBezTo>
                  <a:pt x="233270" y="148071"/>
                  <a:pt x="219983" y="165878"/>
                  <a:pt x="201628" y="182452"/>
                </a:cubicBezTo>
                <a:cubicBezTo>
                  <a:pt x="252034" y="184644"/>
                  <a:pt x="292854" y="192862"/>
                  <a:pt x="324085" y="207108"/>
                </a:cubicBezTo>
                <a:cubicBezTo>
                  <a:pt x="329426" y="209710"/>
                  <a:pt x="333261" y="213271"/>
                  <a:pt x="335453" y="217929"/>
                </a:cubicBezTo>
                <a:cubicBezTo>
                  <a:pt x="338056" y="223271"/>
                  <a:pt x="338330" y="228887"/>
                  <a:pt x="336276" y="234777"/>
                </a:cubicBezTo>
                <a:cubicBezTo>
                  <a:pt x="334358" y="240667"/>
                  <a:pt x="330659" y="244913"/>
                  <a:pt x="325454" y="247378"/>
                </a:cubicBezTo>
                <a:cubicBezTo>
                  <a:pt x="320523" y="249845"/>
                  <a:pt x="314907" y="249981"/>
                  <a:pt x="308743" y="247927"/>
                </a:cubicBezTo>
                <a:cubicBezTo>
                  <a:pt x="245871" y="226284"/>
                  <a:pt x="184779" y="220805"/>
                  <a:pt x="125743" y="231353"/>
                </a:cubicBezTo>
                <a:lnTo>
                  <a:pt x="145468" y="268336"/>
                </a:lnTo>
                <a:lnTo>
                  <a:pt x="164782" y="306004"/>
                </a:lnTo>
                <a:cubicBezTo>
                  <a:pt x="167521" y="311620"/>
                  <a:pt x="167932" y="317236"/>
                  <a:pt x="166015" y="322852"/>
                </a:cubicBezTo>
                <a:cubicBezTo>
                  <a:pt x="164234" y="328331"/>
                  <a:pt x="160535" y="332441"/>
                  <a:pt x="155056" y="335180"/>
                </a:cubicBezTo>
                <a:cubicBezTo>
                  <a:pt x="149440" y="337782"/>
                  <a:pt x="143961" y="338193"/>
                  <a:pt x="138482" y="336139"/>
                </a:cubicBezTo>
                <a:cubicBezTo>
                  <a:pt x="133003" y="334084"/>
                  <a:pt x="128894" y="330249"/>
                  <a:pt x="126153" y="324496"/>
                </a:cubicBezTo>
                <a:cubicBezTo>
                  <a:pt x="121224" y="314360"/>
                  <a:pt x="113416" y="299430"/>
                  <a:pt x="102732" y="279842"/>
                </a:cubicBezTo>
                <a:cubicBezTo>
                  <a:pt x="92184" y="260117"/>
                  <a:pt x="84377" y="245187"/>
                  <a:pt x="79446" y="235051"/>
                </a:cubicBezTo>
                <a:cubicBezTo>
                  <a:pt x="73693" y="223134"/>
                  <a:pt x="66570" y="204916"/>
                  <a:pt x="57804" y="180260"/>
                </a:cubicBezTo>
                <a:cubicBezTo>
                  <a:pt x="49173" y="155605"/>
                  <a:pt x="42051" y="137387"/>
                  <a:pt x="36298" y="125607"/>
                </a:cubicBezTo>
                <a:cubicBezTo>
                  <a:pt x="33148" y="119032"/>
                  <a:pt x="27943" y="109718"/>
                  <a:pt x="20546" y="97390"/>
                </a:cubicBezTo>
                <a:cubicBezTo>
                  <a:pt x="13012" y="85062"/>
                  <a:pt x="7808" y="75611"/>
                  <a:pt x="4657" y="69173"/>
                </a:cubicBezTo>
                <a:cubicBezTo>
                  <a:pt x="1096" y="61776"/>
                  <a:pt x="0" y="54379"/>
                  <a:pt x="1506" y="46846"/>
                </a:cubicBezTo>
                <a:cubicBezTo>
                  <a:pt x="3151" y="37669"/>
                  <a:pt x="8355" y="31368"/>
                  <a:pt x="17258" y="2780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10 R">
            <a:extLst xmlns:a="http://schemas.openxmlformats.org/drawingml/2006/main">
              <a:ext uri="{FF2B5EF4-FFF2-40B4-BE49-F238E27FC236}">
                <a16:creationId xmlns:a16="http://schemas.microsoft.com/office/drawing/2014/main" id="{21CB3302-7B55-411F-AA57-B13126D9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542260">
            <a:off x="5410286" y="2087096"/>
            <a:ext cx="355945" cy="616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4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4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</a:t>
            </a:r>
          </a:p>
        </p:txBody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7C75EE2B-CEF8-44F4-B685-858AD8D8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302" y="2214752"/>
            <a:ext cx="233955" cy="240393"/>
          </a:xfrm>
          <a:custGeom xmlns:a="http://schemas.openxmlformats.org/drawingml/2006/main">
            <a:pathLst>
              <a:path w="233955" h="240393">
                <a:moveTo>
                  <a:pt x="83144" y="46161"/>
                </a:moveTo>
                <a:cubicBezTo>
                  <a:pt x="66571" y="51640"/>
                  <a:pt x="54791" y="62461"/>
                  <a:pt x="48079" y="78898"/>
                </a:cubicBezTo>
                <a:cubicBezTo>
                  <a:pt x="41230" y="95335"/>
                  <a:pt x="39312" y="117388"/>
                  <a:pt x="42326" y="144921"/>
                </a:cubicBezTo>
                <a:lnTo>
                  <a:pt x="95061" y="94787"/>
                </a:lnTo>
                <a:cubicBezTo>
                  <a:pt x="115744" y="74789"/>
                  <a:pt x="129990" y="58625"/>
                  <a:pt x="137524" y="46435"/>
                </a:cubicBezTo>
                <a:cubicBezTo>
                  <a:pt x="122320" y="39449"/>
                  <a:pt x="104102" y="39312"/>
                  <a:pt x="83144" y="46161"/>
                </a:cubicBezTo>
                <a:moveTo>
                  <a:pt x="71090" y="9451"/>
                </a:moveTo>
                <a:cubicBezTo>
                  <a:pt x="93692" y="2191"/>
                  <a:pt x="113279" y="0"/>
                  <a:pt x="130127" y="2877"/>
                </a:cubicBezTo>
                <a:cubicBezTo>
                  <a:pt x="150674" y="6575"/>
                  <a:pt x="164097" y="18081"/>
                  <a:pt x="170398" y="37532"/>
                </a:cubicBezTo>
                <a:cubicBezTo>
                  <a:pt x="174918" y="51092"/>
                  <a:pt x="171220" y="66022"/>
                  <a:pt x="159439" y="82049"/>
                </a:cubicBezTo>
                <a:cubicBezTo>
                  <a:pt x="154372" y="89171"/>
                  <a:pt x="142455" y="101499"/>
                  <a:pt x="123827" y="119032"/>
                </a:cubicBezTo>
                <a:lnTo>
                  <a:pt x="57941" y="181219"/>
                </a:lnTo>
                <a:cubicBezTo>
                  <a:pt x="69309" y="190122"/>
                  <a:pt x="81501" y="195465"/>
                  <a:pt x="94650" y="197519"/>
                </a:cubicBezTo>
                <a:cubicBezTo>
                  <a:pt x="107937" y="199437"/>
                  <a:pt x="122046" y="198067"/>
                  <a:pt x="137113" y="193136"/>
                </a:cubicBezTo>
                <a:cubicBezTo>
                  <a:pt x="146427" y="189986"/>
                  <a:pt x="156975" y="184644"/>
                  <a:pt x="168343" y="176973"/>
                </a:cubicBezTo>
                <a:cubicBezTo>
                  <a:pt x="183000" y="167384"/>
                  <a:pt x="191355" y="158070"/>
                  <a:pt x="193547" y="149304"/>
                </a:cubicBezTo>
                <a:cubicBezTo>
                  <a:pt x="195875" y="140537"/>
                  <a:pt x="199574" y="135332"/>
                  <a:pt x="204916" y="133551"/>
                </a:cubicBezTo>
                <a:cubicBezTo>
                  <a:pt x="209710" y="132045"/>
                  <a:pt x="214504" y="132456"/>
                  <a:pt x="219435" y="134785"/>
                </a:cubicBezTo>
                <a:cubicBezTo>
                  <a:pt x="224367" y="137113"/>
                  <a:pt x="227517" y="140811"/>
                  <a:pt x="229160" y="145469"/>
                </a:cubicBezTo>
                <a:cubicBezTo>
                  <a:pt x="233955" y="160536"/>
                  <a:pt x="226148" y="177521"/>
                  <a:pt x="205327" y="196286"/>
                </a:cubicBezTo>
                <a:cubicBezTo>
                  <a:pt x="187520" y="212312"/>
                  <a:pt x="168892" y="223544"/>
                  <a:pt x="149167" y="229982"/>
                </a:cubicBezTo>
                <a:cubicBezTo>
                  <a:pt x="118485" y="239982"/>
                  <a:pt x="91089" y="240393"/>
                  <a:pt x="67118" y="231215"/>
                </a:cubicBezTo>
                <a:cubicBezTo>
                  <a:pt x="40681" y="221079"/>
                  <a:pt x="22602" y="200670"/>
                  <a:pt x="12602" y="170124"/>
                </a:cubicBezTo>
                <a:cubicBezTo>
                  <a:pt x="1097" y="134785"/>
                  <a:pt x="0" y="102458"/>
                  <a:pt x="9315" y="72871"/>
                </a:cubicBezTo>
                <a:cubicBezTo>
                  <a:pt x="19451" y="40819"/>
                  <a:pt x="39997" y="19588"/>
                  <a:pt x="71090" y="945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12 e">
            <a:extLst xmlns:a="http://schemas.openxmlformats.org/drawingml/2006/main">
              <a:ext uri="{FF2B5EF4-FFF2-40B4-BE49-F238E27FC236}">
                <a16:creationId xmlns:a16="http://schemas.microsoft.com/office/drawing/2014/main" id="{2AC9CBA5-DF68-4206-8DDF-11D883A3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4137">
            <a:off x="5677397" y="1997991"/>
            <a:ext cx="316889" cy="609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2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42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42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</a:t>
            </a:r>
          </a:p>
        </p:txBody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5BC82739-FA7A-461B-A8ED-43FB8C31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818" y="2156400"/>
            <a:ext cx="227927" cy="244776"/>
          </a:xfrm>
          <a:custGeom xmlns:a="http://schemas.openxmlformats.org/drawingml/2006/main">
            <a:pathLst>
              <a:path w="227927" h="244776">
                <a:moveTo>
                  <a:pt x="111087" y="39175"/>
                </a:moveTo>
                <a:cubicBezTo>
                  <a:pt x="89308" y="43421"/>
                  <a:pt x="72324" y="55886"/>
                  <a:pt x="60132" y="76843"/>
                </a:cubicBezTo>
                <a:cubicBezTo>
                  <a:pt x="47804" y="97664"/>
                  <a:pt x="43969" y="119579"/>
                  <a:pt x="48489" y="142728"/>
                </a:cubicBezTo>
                <a:cubicBezTo>
                  <a:pt x="53010" y="165741"/>
                  <a:pt x="60407" y="182178"/>
                  <a:pt x="70817" y="192040"/>
                </a:cubicBezTo>
                <a:cubicBezTo>
                  <a:pt x="81227" y="201902"/>
                  <a:pt x="94514" y="205326"/>
                  <a:pt x="110813" y="202039"/>
                </a:cubicBezTo>
                <a:cubicBezTo>
                  <a:pt x="124237" y="199437"/>
                  <a:pt x="135195" y="194780"/>
                  <a:pt x="143687" y="188067"/>
                </a:cubicBezTo>
                <a:cubicBezTo>
                  <a:pt x="148208" y="184369"/>
                  <a:pt x="154234" y="177657"/>
                  <a:pt x="161769" y="167795"/>
                </a:cubicBezTo>
                <a:cubicBezTo>
                  <a:pt x="149989" y="131633"/>
                  <a:pt x="142181" y="104238"/>
                  <a:pt x="138620" y="85746"/>
                </a:cubicBezTo>
                <a:cubicBezTo>
                  <a:pt x="137388" y="79720"/>
                  <a:pt x="136564" y="73008"/>
                  <a:pt x="135879" y="65748"/>
                </a:cubicBezTo>
                <a:cubicBezTo>
                  <a:pt x="135195" y="58625"/>
                  <a:pt x="134922" y="50818"/>
                  <a:pt x="134922" y="42463"/>
                </a:cubicBezTo>
                <a:cubicBezTo>
                  <a:pt x="129168" y="40819"/>
                  <a:pt x="124374" y="39723"/>
                  <a:pt x="120402" y="39312"/>
                </a:cubicBezTo>
                <a:cubicBezTo>
                  <a:pt x="116429" y="38764"/>
                  <a:pt x="113279" y="38627"/>
                  <a:pt x="111087" y="39175"/>
                </a:cubicBezTo>
                <a:moveTo>
                  <a:pt x="101088" y="2465"/>
                </a:moveTo>
                <a:cubicBezTo>
                  <a:pt x="113279" y="0"/>
                  <a:pt x="127525" y="547"/>
                  <a:pt x="143962" y="3835"/>
                </a:cubicBezTo>
                <a:cubicBezTo>
                  <a:pt x="164507" y="7944"/>
                  <a:pt x="175877" y="15478"/>
                  <a:pt x="178068" y="26573"/>
                </a:cubicBezTo>
                <a:cubicBezTo>
                  <a:pt x="178891" y="30409"/>
                  <a:pt x="178068" y="33970"/>
                  <a:pt x="175877" y="37531"/>
                </a:cubicBezTo>
                <a:cubicBezTo>
                  <a:pt x="175466" y="43147"/>
                  <a:pt x="176151" y="52051"/>
                  <a:pt x="177795" y="64515"/>
                </a:cubicBezTo>
                <a:cubicBezTo>
                  <a:pt x="179438" y="76843"/>
                  <a:pt x="182041" y="92459"/>
                  <a:pt x="185602" y="111635"/>
                </a:cubicBezTo>
                <a:cubicBezTo>
                  <a:pt x="188891" y="129031"/>
                  <a:pt x="192724" y="142455"/>
                  <a:pt x="197245" y="152180"/>
                </a:cubicBezTo>
                <a:cubicBezTo>
                  <a:pt x="199847" y="158070"/>
                  <a:pt x="206696" y="169439"/>
                  <a:pt x="217791" y="186561"/>
                </a:cubicBezTo>
                <a:cubicBezTo>
                  <a:pt x="219298" y="188889"/>
                  <a:pt x="221627" y="192314"/>
                  <a:pt x="224914" y="196697"/>
                </a:cubicBezTo>
                <a:lnTo>
                  <a:pt x="226833" y="199985"/>
                </a:lnTo>
                <a:cubicBezTo>
                  <a:pt x="227927" y="205600"/>
                  <a:pt x="226833" y="210669"/>
                  <a:pt x="223682" y="215052"/>
                </a:cubicBezTo>
                <a:cubicBezTo>
                  <a:pt x="220395" y="219435"/>
                  <a:pt x="216285" y="222175"/>
                  <a:pt x="211081" y="223270"/>
                </a:cubicBezTo>
                <a:cubicBezTo>
                  <a:pt x="208340" y="223818"/>
                  <a:pt x="202998" y="221627"/>
                  <a:pt x="194780" y="216832"/>
                </a:cubicBezTo>
                <a:cubicBezTo>
                  <a:pt x="187246" y="212312"/>
                  <a:pt x="181629" y="208066"/>
                  <a:pt x="177657" y="204231"/>
                </a:cubicBezTo>
                <a:cubicBezTo>
                  <a:pt x="165604" y="214230"/>
                  <a:pt x="154782" y="222037"/>
                  <a:pt x="145332" y="227791"/>
                </a:cubicBezTo>
                <a:cubicBezTo>
                  <a:pt x="135879" y="233406"/>
                  <a:pt x="127662" y="236968"/>
                  <a:pt x="120812" y="238338"/>
                </a:cubicBezTo>
                <a:cubicBezTo>
                  <a:pt x="87938" y="244776"/>
                  <a:pt x="62325" y="240255"/>
                  <a:pt x="43558" y="224640"/>
                </a:cubicBezTo>
                <a:cubicBezTo>
                  <a:pt x="26025" y="210121"/>
                  <a:pt x="13698" y="184917"/>
                  <a:pt x="6711" y="149029"/>
                </a:cubicBezTo>
                <a:cubicBezTo>
                  <a:pt x="0" y="115059"/>
                  <a:pt x="6027" y="83692"/>
                  <a:pt x="24519" y="55064"/>
                </a:cubicBezTo>
                <a:cubicBezTo>
                  <a:pt x="43147" y="26299"/>
                  <a:pt x="68624" y="8766"/>
                  <a:pt x="101088" y="24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4 a">
            <a:extLst xmlns:a="http://schemas.openxmlformats.org/drawingml/2006/main">
              <a:ext uri="{FF2B5EF4-FFF2-40B4-BE49-F238E27FC236}">
                <a16:creationId xmlns:a16="http://schemas.microsoft.com/office/drawing/2014/main" id="{507794B3-936A-4FCC-820E-0E63FCCB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67532">
            <a:off x="5916613" y="1929507"/>
            <a:ext cx="309547" cy="626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5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4BE70C05-D074-4FF5-A476-38E31677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500" y="2103938"/>
            <a:ext cx="179986" cy="264637"/>
          </a:xfrm>
          <a:custGeom xmlns:a="http://schemas.openxmlformats.org/drawingml/2006/main">
            <a:pathLst>
              <a:path w="179986" h="264637">
                <a:moveTo>
                  <a:pt x="143139" y="548"/>
                </a:moveTo>
                <a:cubicBezTo>
                  <a:pt x="149166" y="0"/>
                  <a:pt x="154371" y="1644"/>
                  <a:pt x="158617" y="5205"/>
                </a:cubicBezTo>
                <a:cubicBezTo>
                  <a:pt x="162864" y="8904"/>
                  <a:pt x="165192" y="13972"/>
                  <a:pt x="165740" y="20410"/>
                </a:cubicBezTo>
                <a:cubicBezTo>
                  <a:pt x="166015" y="24519"/>
                  <a:pt x="167385" y="30546"/>
                  <a:pt x="169849" y="38353"/>
                </a:cubicBezTo>
                <a:cubicBezTo>
                  <a:pt x="172314" y="46161"/>
                  <a:pt x="173684" y="52188"/>
                  <a:pt x="173959" y="56297"/>
                </a:cubicBezTo>
                <a:cubicBezTo>
                  <a:pt x="174507" y="62735"/>
                  <a:pt x="173000" y="68077"/>
                  <a:pt x="169302" y="72323"/>
                </a:cubicBezTo>
                <a:cubicBezTo>
                  <a:pt x="165740" y="76569"/>
                  <a:pt x="160947" y="79035"/>
                  <a:pt x="154781" y="79583"/>
                </a:cubicBezTo>
                <a:cubicBezTo>
                  <a:pt x="146975" y="80131"/>
                  <a:pt x="141222" y="77939"/>
                  <a:pt x="137660" y="72871"/>
                </a:cubicBezTo>
                <a:cubicBezTo>
                  <a:pt x="135195" y="69447"/>
                  <a:pt x="132729" y="61913"/>
                  <a:pt x="130264" y="50270"/>
                </a:cubicBezTo>
                <a:cubicBezTo>
                  <a:pt x="119854" y="53832"/>
                  <a:pt x="103827" y="60133"/>
                  <a:pt x="82185" y="69173"/>
                </a:cubicBezTo>
                <a:cubicBezTo>
                  <a:pt x="59995" y="80131"/>
                  <a:pt x="49312" y="92322"/>
                  <a:pt x="50269" y="105745"/>
                </a:cubicBezTo>
                <a:cubicBezTo>
                  <a:pt x="54653" y="106978"/>
                  <a:pt x="58898" y="107800"/>
                  <a:pt x="63145" y="108074"/>
                </a:cubicBezTo>
                <a:cubicBezTo>
                  <a:pt x="96294" y="111361"/>
                  <a:pt x="121360" y="117388"/>
                  <a:pt x="138071" y="126429"/>
                </a:cubicBezTo>
                <a:cubicBezTo>
                  <a:pt x="162453" y="139578"/>
                  <a:pt x="175876" y="160262"/>
                  <a:pt x="178068" y="188616"/>
                </a:cubicBezTo>
                <a:cubicBezTo>
                  <a:pt x="179986" y="211765"/>
                  <a:pt x="171357" y="230119"/>
                  <a:pt x="152179" y="243543"/>
                </a:cubicBezTo>
                <a:cubicBezTo>
                  <a:pt x="136290" y="254501"/>
                  <a:pt x="115607" y="261076"/>
                  <a:pt x="90129" y="263131"/>
                </a:cubicBezTo>
                <a:cubicBezTo>
                  <a:pt x="71502" y="264637"/>
                  <a:pt x="53420" y="262856"/>
                  <a:pt x="35887" y="257925"/>
                </a:cubicBezTo>
                <a:cubicBezTo>
                  <a:pt x="13424" y="251761"/>
                  <a:pt x="1506" y="241488"/>
                  <a:pt x="411" y="227243"/>
                </a:cubicBezTo>
                <a:cubicBezTo>
                  <a:pt x="0" y="221627"/>
                  <a:pt x="1781" y="216422"/>
                  <a:pt x="5889" y="211765"/>
                </a:cubicBezTo>
                <a:cubicBezTo>
                  <a:pt x="10136" y="207107"/>
                  <a:pt x="14930" y="204642"/>
                  <a:pt x="20684" y="204231"/>
                </a:cubicBezTo>
                <a:cubicBezTo>
                  <a:pt x="25066" y="203820"/>
                  <a:pt x="31093" y="206834"/>
                  <a:pt x="38627" y="212998"/>
                </a:cubicBezTo>
                <a:cubicBezTo>
                  <a:pt x="42325" y="216011"/>
                  <a:pt x="50133" y="218203"/>
                  <a:pt x="62324" y="219298"/>
                </a:cubicBezTo>
                <a:cubicBezTo>
                  <a:pt x="72049" y="220257"/>
                  <a:pt x="80131" y="220531"/>
                  <a:pt x="86705" y="219983"/>
                </a:cubicBezTo>
                <a:cubicBezTo>
                  <a:pt x="98621" y="219024"/>
                  <a:pt x="109032" y="216696"/>
                  <a:pt x="117935" y="213134"/>
                </a:cubicBezTo>
                <a:cubicBezTo>
                  <a:pt x="130811" y="207929"/>
                  <a:pt x="136976" y="200944"/>
                  <a:pt x="136290" y="191903"/>
                </a:cubicBezTo>
                <a:cubicBezTo>
                  <a:pt x="134646" y="172590"/>
                  <a:pt x="120127" y="160536"/>
                  <a:pt x="92458" y="155878"/>
                </a:cubicBezTo>
                <a:lnTo>
                  <a:pt x="69857" y="152728"/>
                </a:lnTo>
                <a:cubicBezTo>
                  <a:pt x="50680" y="150126"/>
                  <a:pt x="36708" y="146290"/>
                  <a:pt x="28353" y="141359"/>
                </a:cubicBezTo>
                <a:cubicBezTo>
                  <a:pt x="16163" y="134373"/>
                  <a:pt x="9451" y="122731"/>
                  <a:pt x="8219" y="106704"/>
                </a:cubicBezTo>
                <a:cubicBezTo>
                  <a:pt x="5753" y="76981"/>
                  <a:pt x="18080" y="54654"/>
                  <a:pt x="45201" y="39723"/>
                </a:cubicBezTo>
                <a:cubicBezTo>
                  <a:pt x="53420" y="35203"/>
                  <a:pt x="66706" y="29450"/>
                  <a:pt x="85061" y="22601"/>
                </a:cubicBezTo>
                <a:cubicBezTo>
                  <a:pt x="103417" y="15753"/>
                  <a:pt x="116567" y="10137"/>
                  <a:pt x="124373" y="5890"/>
                </a:cubicBezTo>
                <a:cubicBezTo>
                  <a:pt x="129989" y="2877"/>
                  <a:pt x="136290" y="959"/>
                  <a:pt x="143139" y="54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16 s">
            <a:extLst xmlns:a="http://schemas.openxmlformats.org/drawingml/2006/main">
              <a:ext uri="{FF2B5EF4-FFF2-40B4-BE49-F238E27FC236}">
                <a16:creationId xmlns:a16="http://schemas.microsoft.com/office/drawing/2014/main" id="{547ABC57-C5DA-4357-97C1-922E91BD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3940">
            <a:off x="6147674" y="1920018"/>
            <a:ext cx="287540" cy="603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3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</a:t>
            </a:r>
          </a:p>
        </p:txBody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FEF35877-B1BE-4B0C-97FE-ACD7B8AD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4167" y="2125717"/>
            <a:ext cx="191903" cy="236420"/>
          </a:xfrm>
          <a:custGeom xmlns:a="http://schemas.openxmlformats.org/drawingml/2006/main">
            <a:pathLst>
              <a:path w="191903" h="236420">
                <a:moveTo>
                  <a:pt x="108347" y="44517"/>
                </a:moveTo>
                <a:cubicBezTo>
                  <a:pt x="87391" y="43695"/>
                  <a:pt x="70679" y="53147"/>
                  <a:pt x="58352" y="72871"/>
                </a:cubicBezTo>
                <a:cubicBezTo>
                  <a:pt x="48489" y="88623"/>
                  <a:pt x="43147" y="106841"/>
                  <a:pt x="42462" y="127525"/>
                </a:cubicBezTo>
                <a:cubicBezTo>
                  <a:pt x="41641" y="148208"/>
                  <a:pt x="46709" y="164645"/>
                  <a:pt x="57530" y="176562"/>
                </a:cubicBezTo>
                <a:cubicBezTo>
                  <a:pt x="66707" y="186424"/>
                  <a:pt x="77528" y="191630"/>
                  <a:pt x="90267" y="192040"/>
                </a:cubicBezTo>
                <a:cubicBezTo>
                  <a:pt x="105060" y="192588"/>
                  <a:pt x="118074" y="187657"/>
                  <a:pt x="129169" y="177247"/>
                </a:cubicBezTo>
                <a:cubicBezTo>
                  <a:pt x="141770" y="165604"/>
                  <a:pt x="148756" y="149715"/>
                  <a:pt x="150125" y="129305"/>
                </a:cubicBezTo>
                <a:cubicBezTo>
                  <a:pt x="154235" y="74104"/>
                  <a:pt x="140264" y="45887"/>
                  <a:pt x="108347" y="44517"/>
                </a:cubicBezTo>
                <a:moveTo>
                  <a:pt x="112732" y="1233"/>
                </a:moveTo>
                <a:cubicBezTo>
                  <a:pt x="141360" y="2192"/>
                  <a:pt x="162454" y="16027"/>
                  <a:pt x="176288" y="42737"/>
                </a:cubicBezTo>
                <a:cubicBezTo>
                  <a:pt x="187246" y="64242"/>
                  <a:pt x="191903" y="89857"/>
                  <a:pt x="190397" y="119580"/>
                </a:cubicBezTo>
                <a:cubicBezTo>
                  <a:pt x="188890" y="151221"/>
                  <a:pt x="179575" y="178069"/>
                  <a:pt x="162727" y="199848"/>
                </a:cubicBezTo>
                <a:cubicBezTo>
                  <a:pt x="143551" y="224641"/>
                  <a:pt x="118895" y="236420"/>
                  <a:pt x="88761" y="235325"/>
                </a:cubicBezTo>
                <a:cubicBezTo>
                  <a:pt x="64790" y="234503"/>
                  <a:pt x="44381" y="224914"/>
                  <a:pt x="27806" y="206560"/>
                </a:cubicBezTo>
                <a:cubicBezTo>
                  <a:pt x="9177" y="186150"/>
                  <a:pt x="0" y="159303"/>
                  <a:pt x="274" y="126018"/>
                </a:cubicBezTo>
                <a:cubicBezTo>
                  <a:pt x="548" y="93829"/>
                  <a:pt x="9726" y="65612"/>
                  <a:pt x="27669" y="41641"/>
                </a:cubicBezTo>
                <a:cubicBezTo>
                  <a:pt x="48627" y="13424"/>
                  <a:pt x="77117" y="0"/>
                  <a:pt x="112732" y="123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8 o">
            <a:extLst xmlns:a="http://schemas.openxmlformats.org/drawingml/2006/main">
              <a:ext uri="{FF2B5EF4-FFF2-40B4-BE49-F238E27FC236}">
                <a16:creationId xmlns:a16="http://schemas.microsoft.com/office/drawing/2014/main" id="{5ACF9A73-7D5C-4B38-9679-6E62A816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3094">
            <a:off x="6368749" y="1915002"/>
            <a:ext cx="307384" cy="609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3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43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43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</a:t>
            </a:r>
          </a:p>
        </p:txBody>
      </p:sp>
      <p:sp>
        <p:nvSpPr>
          <p:cNvPr id="19" name="path-19">
            <a:extLst xmlns:a="http://schemas.openxmlformats.org/drawingml/2006/main">
              <a:ext uri="{FF2B5EF4-FFF2-40B4-BE49-F238E27FC236}">
                <a16:creationId xmlns:a16="http://schemas.microsoft.com/office/drawing/2014/main" id="{C3D9FA8D-C07F-4419-9249-B535EFE2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560" y="2127909"/>
            <a:ext cx="199437" cy="269979"/>
          </a:xfrm>
          <a:custGeom xmlns:a="http://schemas.openxmlformats.org/drawingml/2006/main">
            <a:pathLst>
              <a:path w="199437" h="269979">
                <a:moveTo>
                  <a:pt x="58352" y="959"/>
                </a:moveTo>
                <a:cubicBezTo>
                  <a:pt x="71364" y="2877"/>
                  <a:pt x="77117" y="13287"/>
                  <a:pt x="75474" y="31778"/>
                </a:cubicBezTo>
                <a:lnTo>
                  <a:pt x="72186" y="56571"/>
                </a:lnTo>
                <a:cubicBezTo>
                  <a:pt x="100952" y="28765"/>
                  <a:pt x="127662" y="16711"/>
                  <a:pt x="152728" y="20683"/>
                </a:cubicBezTo>
                <a:cubicBezTo>
                  <a:pt x="175330" y="24245"/>
                  <a:pt x="189437" y="36710"/>
                  <a:pt x="195190" y="57941"/>
                </a:cubicBezTo>
                <a:cubicBezTo>
                  <a:pt x="199162" y="72187"/>
                  <a:pt x="199437" y="92322"/>
                  <a:pt x="196013" y="118347"/>
                </a:cubicBezTo>
                <a:lnTo>
                  <a:pt x="192588" y="139715"/>
                </a:lnTo>
                <a:lnTo>
                  <a:pt x="189300" y="159440"/>
                </a:lnTo>
                <a:cubicBezTo>
                  <a:pt x="187383" y="171083"/>
                  <a:pt x="186561" y="186424"/>
                  <a:pt x="186697" y="205464"/>
                </a:cubicBezTo>
                <a:cubicBezTo>
                  <a:pt x="186835" y="224504"/>
                  <a:pt x="186013" y="239845"/>
                  <a:pt x="184232" y="251488"/>
                </a:cubicBezTo>
                <a:cubicBezTo>
                  <a:pt x="183137" y="257652"/>
                  <a:pt x="180398" y="262309"/>
                  <a:pt x="175740" y="265596"/>
                </a:cubicBezTo>
                <a:cubicBezTo>
                  <a:pt x="171083" y="268883"/>
                  <a:pt x="165741" y="269979"/>
                  <a:pt x="159714" y="269020"/>
                </a:cubicBezTo>
                <a:cubicBezTo>
                  <a:pt x="147523" y="267103"/>
                  <a:pt x="141770" y="259432"/>
                  <a:pt x="142318" y="246009"/>
                </a:cubicBezTo>
                <a:lnTo>
                  <a:pt x="143687" y="198615"/>
                </a:lnTo>
                <a:cubicBezTo>
                  <a:pt x="144236" y="181767"/>
                  <a:pt x="145742" y="166152"/>
                  <a:pt x="147934" y="151769"/>
                </a:cubicBezTo>
                <a:cubicBezTo>
                  <a:pt x="148619" y="147934"/>
                  <a:pt x="149852" y="141222"/>
                  <a:pt x="151906" y="131771"/>
                </a:cubicBezTo>
                <a:cubicBezTo>
                  <a:pt x="153824" y="122456"/>
                  <a:pt x="155194" y="115744"/>
                  <a:pt x="155742" y="111772"/>
                </a:cubicBezTo>
                <a:cubicBezTo>
                  <a:pt x="160535" y="81364"/>
                  <a:pt x="157248" y="65200"/>
                  <a:pt x="146017" y="63420"/>
                </a:cubicBezTo>
                <a:cubicBezTo>
                  <a:pt x="130127" y="60954"/>
                  <a:pt x="113553" y="67940"/>
                  <a:pt x="96295" y="84514"/>
                </a:cubicBezTo>
                <a:cubicBezTo>
                  <a:pt x="80542" y="99582"/>
                  <a:pt x="67118" y="119580"/>
                  <a:pt x="55612" y="144510"/>
                </a:cubicBezTo>
                <a:cubicBezTo>
                  <a:pt x="54517" y="149988"/>
                  <a:pt x="52736" y="156700"/>
                  <a:pt x="50407" y="164919"/>
                </a:cubicBezTo>
                <a:cubicBezTo>
                  <a:pt x="48489" y="171905"/>
                  <a:pt x="46983" y="178616"/>
                  <a:pt x="46024" y="185328"/>
                </a:cubicBezTo>
                <a:cubicBezTo>
                  <a:pt x="45339" y="189438"/>
                  <a:pt x="44792" y="195876"/>
                  <a:pt x="44243" y="204505"/>
                </a:cubicBezTo>
                <a:cubicBezTo>
                  <a:pt x="43832" y="213134"/>
                  <a:pt x="43147" y="219572"/>
                  <a:pt x="42462" y="223818"/>
                </a:cubicBezTo>
                <a:cubicBezTo>
                  <a:pt x="41504" y="230119"/>
                  <a:pt x="38764" y="234914"/>
                  <a:pt x="34244" y="238338"/>
                </a:cubicBezTo>
                <a:cubicBezTo>
                  <a:pt x="29725" y="241625"/>
                  <a:pt x="24519" y="242858"/>
                  <a:pt x="18491" y="241899"/>
                </a:cubicBezTo>
                <a:cubicBezTo>
                  <a:pt x="12192" y="240940"/>
                  <a:pt x="7535" y="238201"/>
                  <a:pt x="4384" y="233681"/>
                </a:cubicBezTo>
                <a:cubicBezTo>
                  <a:pt x="1097" y="229024"/>
                  <a:pt x="0" y="223681"/>
                  <a:pt x="1097" y="217244"/>
                </a:cubicBezTo>
                <a:cubicBezTo>
                  <a:pt x="1644" y="212998"/>
                  <a:pt x="2192" y="206560"/>
                  <a:pt x="2603" y="197930"/>
                </a:cubicBezTo>
                <a:cubicBezTo>
                  <a:pt x="3014" y="189438"/>
                  <a:pt x="3561" y="183000"/>
                  <a:pt x="4246" y="178754"/>
                </a:cubicBezTo>
                <a:cubicBezTo>
                  <a:pt x="6575" y="164234"/>
                  <a:pt x="10684" y="144236"/>
                  <a:pt x="16849" y="118758"/>
                </a:cubicBezTo>
                <a:cubicBezTo>
                  <a:pt x="22875" y="93281"/>
                  <a:pt x="27122" y="73282"/>
                  <a:pt x="29313" y="58763"/>
                </a:cubicBezTo>
                <a:cubicBezTo>
                  <a:pt x="30135" y="54243"/>
                  <a:pt x="30820" y="47530"/>
                  <a:pt x="31779" y="38627"/>
                </a:cubicBezTo>
                <a:cubicBezTo>
                  <a:pt x="32737" y="29587"/>
                  <a:pt x="33559" y="22875"/>
                  <a:pt x="34244" y="18355"/>
                </a:cubicBezTo>
                <a:cubicBezTo>
                  <a:pt x="35203" y="12328"/>
                  <a:pt x="37942" y="7671"/>
                  <a:pt x="42600" y="4383"/>
                </a:cubicBezTo>
                <a:cubicBezTo>
                  <a:pt x="47257" y="1096"/>
                  <a:pt x="52461" y="0"/>
                  <a:pt x="58352" y="95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20 n">
            <a:extLst xmlns:a="http://schemas.openxmlformats.org/drawingml/2006/main">
              <a:ext uri="{FF2B5EF4-FFF2-40B4-BE49-F238E27FC236}">
                <a16:creationId xmlns:a16="http://schemas.microsoft.com/office/drawing/2014/main" id="{D090D0ED-22F7-431D-96F0-150F5969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4971">
            <a:off x="6604282" y="1940394"/>
            <a:ext cx="307743" cy="612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4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4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</a:t>
            </a:r>
          </a:p>
        </p:txBody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1437366E-0145-4F72-99E5-C6C71735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7146" y="2092980"/>
            <a:ext cx="125058" cy="313126"/>
          </a:xfrm>
          <a:custGeom xmlns:a="http://schemas.openxmlformats.org/drawingml/2006/main">
            <a:pathLst>
              <a:path w="125058" h="313126">
                <a:moveTo>
                  <a:pt x="73419" y="98485"/>
                </a:moveTo>
                <a:cubicBezTo>
                  <a:pt x="79446" y="99992"/>
                  <a:pt x="83829" y="103143"/>
                  <a:pt x="86569" y="107937"/>
                </a:cubicBezTo>
                <a:cubicBezTo>
                  <a:pt x="89444" y="112868"/>
                  <a:pt x="90130" y="118347"/>
                  <a:pt x="88486" y="124648"/>
                </a:cubicBezTo>
                <a:cubicBezTo>
                  <a:pt x="85199" y="137661"/>
                  <a:pt x="80404" y="153687"/>
                  <a:pt x="74104" y="172726"/>
                </a:cubicBezTo>
                <a:cubicBezTo>
                  <a:pt x="67802" y="191903"/>
                  <a:pt x="63009" y="207929"/>
                  <a:pt x="59721" y="220942"/>
                </a:cubicBezTo>
                <a:cubicBezTo>
                  <a:pt x="57530" y="229297"/>
                  <a:pt x="54653" y="241762"/>
                  <a:pt x="50954" y="258473"/>
                </a:cubicBezTo>
                <a:cubicBezTo>
                  <a:pt x="47256" y="275047"/>
                  <a:pt x="44380" y="287649"/>
                  <a:pt x="42189" y="295868"/>
                </a:cubicBezTo>
                <a:cubicBezTo>
                  <a:pt x="40680" y="302031"/>
                  <a:pt x="37531" y="306551"/>
                  <a:pt x="32872" y="309428"/>
                </a:cubicBezTo>
                <a:cubicBezTo>
                  <a:pt x="28079" y="312442"/>
                  <a:pt x="22737" y="313126"/>
                  <a:pt x="16573" y="311483"/>
                </a:cubicBezTo>
                <a:cubicBezTo>
                  <a:pt x="10682" y="309976"/>
                  <a:pt x="6301" y="306825"/>
                  <a:pt x="3423" y="302031"/>
                </a:cubicBezTo>
                <a:cubicBezTo>
                  <a:pt x="684" y="297100"/>
                  <a:pt x="0" y="291758"/>
                  <a:pt x="1506" y="285594"/>
                </a:cubicBezTo>
                <a:cubicBezTo>
                  <a:pt x="3698" y="277239"/>
                  <a:pt x="6574" y="264774"/>
                  <a:pt x="10273" y="248063"/>
                </a:cubicBezTo>
                <a:cubicBezTo>
                  <a:pt x="13971" y="231489"/>
                  <a:pt x="16848" y="219024"/>
                  <a:pt x="18902" y="210668"/>
                </a:cubicBezTo>
                <a:cubicBezTo>
                  <a:pt x="22190" y="197656"/>
                  <a:pt x="27121" y="181630"/>
                  <a:pt x="33421" y="162453"/>
                </a:cubicBezTo>
                <a:cubicBezTo>
                  <a:pt x="39722" y="143413"/>
                  <a:pt x="44516" y="127251"/>
                  <a:pt x="47803" y="114238"/>
                </a:cubicBezTo>
                <a:cubicBezTo>
                  <a:pt x="49311" y="108074"/>
                  <a:pt x="52598" y="103417"/>
                  <a:pt x="57392" y="100540"/>
                </a:cubicBezTo>
                <a:cubicBezTo>
                  <a:pt x="62186" y="97664"/>
                  <a:pt x="67529" y="96979"/>
                  <a:pt x="73419" y="98485"/>
                </a:cubicBezTo>
                <a:moveTo>
                  <a:pt x="105197" y="1781"/>
                </a:moveTo>
                <a:cubicBezTo>
                  <a:pt x="111909" y="3424"/>
                  <a:pt x="116976" y="7260"/>
                  <a:pt x="120538" y="13150"/>
                </a:cubicBezTo>
                <a:cubicBezTo>
                  <a:pt x="124099" y="19039"/>
                  <a:pt x="125058" y="25340"/>
                  <a:pt x="123415" y="31915"/>
                </a:cubicBezTo>
                <a:cubicBezTo>
                  <a:pt x="121771" y="38627"/>
                  <a:pt x="117935" y="43695"/>
                  <a:pt x="111909" y="47257"/>
                </a:cubicBezTo>
                <a:cubicBezTo>
                  <a:pt x="106019" y="50681"/>
                  <a:pt x="99717" y="51640"/>
                  <a:pt x="93006" y="49859"/>
                </a:cubicBezTo>
                <a:cubicBezTo>
                  <a:pt x="86431" y="48215"/>
                  <a:pt x="81227" y="44380"/>
                  <a:pt x="77527" y="38490"/>
                </a:cubicBezTo>
                <a:cubicBezTo>
                  <a:pt x="73965" y="32600"/>
                  <a:pt x="72871" y="26299"/>
                  <a:pt x="74651" y="19588"/>
                </a:cubicBezTo>
                <a:cubicBezTo>
                  <a:pt x="76295" y="13013"/>
                  <a:pt x="80130" y="7944"/>
                  <a:pt x="86157" y="4383"/>
                </a:cubicBezTo>
                <a:cubicBezTo>
                  <a:pt x="92183" y="959"/>
                  <a:pt x="98622" y="0"/>
                  <a:pt x="105197" y="178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22 i">
            <a:extLst xmlns:a="http://schemas.openxmlformats.org/drawingml/2006/main">
              <a:ext uri="{FF2B5EF4-FFF2-40B4-BE49-F238E27FC236}">
                <a16:creationId xmlns:a16="http://schemas.microsoft.com/office/drawing/2014/main" id="{08BB7F1C-4F5A-4672-9E42-4186F85C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52363">
            <a:off x="6835528" y="1975385"/>
            <a:ext cx="203707" cy="61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4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4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</a:t>
            </a:r>
          </a:p>
        </p:txBody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59615004-2691-4B86-84C9-5AC3A806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233" y="2209410"/>
            <a:ext cx="223545" cy="286279"/>
          </a:xfrm>
          <a:custGeom xmlns:a="http://schemas.openxmlformats.org/drawingml/2006/main">
            <a:pathLst>
              <a:path w="223545" h="286279">
                <a:moveTo>
                  <a:pt x="98213" y="2054"/>
                </a:moveTo>
                <a:cubicBezTo>
                  <a:pt x="110539" y="6438"/>
                  <a:pt x="114238" y="17533"/>
                  <a:pt x="109308" y="35476"/>
                </a:cubicBezTo>
                <a:lnTo>
                  <a:pt x="101636" y="59310"/>
                </a:lnTo>
                <a:cubicBezTo>
                  <a:pt x="134921" y="37120"/>
                  <a:pt x="163413" y="30271"/>
                  <a:pt x="187246" y="38764"/>
                </a:cubicBezTo>
                <a:cubicBezTo>
                  <a:pt x="208888" y="46297"/>
                  <a:pt x="220531" y="61228"/>
                  <a:pt x="222312" y="83144"/>
                </a:cubicBezTo>
                <a:cubicBezTo>
                  <a:pt x="223545" y="97800"/>
                  <a:pt x="220121" y="117662"/>
                  <a:pt x="211902" y="142728"/>
                </a:cubicBezTo>
                <a:lnTo>
                  <a:pt x="204642" y="163138"/>
                </a:lnTo>
                <a:lnTo>
                  <a:pt x="197793" y="181767"/>
                </a:lnTo>
                <a:cubicBezTo>
                  <a:pt x="193821" y="192998"/>
                  <a:pt x="190260" y="207929"/>
                  <a:pt x="186836" y="226695"/>
                </a:cubicBezTo>
                <a:cubicBezTo>
                  <a:pt x="183411" y="245460"/>
                  <a:pt x="179850" y="260254"/>
                  <a:pt x="175878" y="271349"/>
                </a:cubicBezTo>
                <a:cubicBezTo>
                  <a:pt x="173822" y="277239"/>
                  <a:pt x="170261" y="281348"/>
                  <a:pt x="165056" y="283814"/>
                </a:cubicBezTo>
                <a:cubicBezTo>
                  <a:pt x="159851" y="286142"/>
                  <a:pt x="154372" y="286279"/>
                  <a:pt x="148619" y="284224"/>
                </a:cubicBezTo>
                <a:cubicBezTo>
                  <a:pt x="137114" y="280115"/>
                  <a:pt x="132729" y="271486"/>
                  <a:pt x="135743" y="258336"/>
                </a:cubicBezTo>
                <a:lnTo>
                  <a:pt x="145743" y="212039"/>
                </a:lnTo>
                <a:cubicBezTo>
                  <a:pt x="149441" y="195601"/>
                  <a:pt x="153688" y="180534"/>
                  <a:pt x="158619" y="166836"/>
                </a:cubicBezTo>
                <a:cubicBezTo>
                  <a:pt x="159851" y="163001"/>
                  <a:pt x="162453" y="156700"/>
                  <a:pt x="166015" y="147797"/>
                </a:cubicBezTo>
                <a:cubicBezTo>
                  <a:pt x="169714" y="139030"/>
                  <a:pt x="172180" y="132729"/>
                  <a:pt x="173548" y="128894"/>
                </a:cubicBezTo>
                <a:cubicBezTo>
                  <a:pt x="183822" y="99855"/>
                  <a:pt x="183547" y="83418"/>
                  <a:pt x="172864" y="79583"/>
                </a:cubicBezTo>
                <a:cubicBezTo>
                  <a:pt x="157796" y="74240"/>
                  <a:pt x="140127" y="78076"/>
                  <a:pt x="120128" y="91089"/>
                </a:cubicBezTo>
                <a:cubicBezTo>
                  <a:pt x="101910" y="103005"/>
                  <a:pt x="84926" y="120264"/>
                  <a:pt x="69173" y="142592"/>
                </a:cubicBezTo>
                <a:cubicBezTo>
                  <a:pt x="66983" y="147797"/>
                  <a:pt x="64105" y="154234"/>
                  <a:pt x="60269" y="161768"/>
                </a:cubicBezTo>
                <a:cubicBezTo>
                  <a:pt x="57120" y="168206"/>
                  <a:pt x="54379" y="174644"/>
                  <a:pt x="52188" y="180944"/>
                </a:cubicBezTo>
                <a:cubicBezTo>
                  <a:pt x="50818" y="185054"/>
                  <a:pt x="49038" y="191218"/>
                  <a:pt x="46983" y="199573"/>
                </a:cubicBezTo>
                <a:cubicBezTo>
                  <a:pt x="44929" y="207929"/>
                  <a:pt x="43148" y="214093"/>
                  <a:pt x="41778" y="218202"/>
                </a:cubicBezTo>
                <a:cubicBezTo>
                  <a:pt x="39587" y="224229"/>
                  <a:pt x="36025" y="228475"/>
                  <a:pt x="30957" y="230941"/>
                </a:cubicBezTo>
                <a:cubicBezTo>
                  <a:pt x="25890" y="233406"/>
                  <a:pt x="20547" y="233680"/>
                  <a:pt x="14795" y="231626"/>
                </a:cubicBezTo>
                <a:cubicBezTo>
                  <a:pt x="8767" y="229571"/>
                  <a:pt x="4657" y="225873"/>
                  <a:pt x="2330" y="220805"/>
                </a:cubicBezTo>
                <a:cubicBezTo>
                  <a:pt x="138" y="215873"/>
                  <a:pt x="0" y="210258"/>
                  <a:pt x="2191" y="204231"/>
                </a:cubicBezTo>
                <a:cubicBezTo>
                  <a:pt x="3561" y="200121"/>
                  <a:pt x="5343" y="193957"/>
                  <a:pt x="7260" y="185602"/>
                </a:cubicBezTo>
                <a:cubicBezTo>
                  <a:pt x="9314" y="177110"/>
                  <a:pt x="10959" y="170946"/>
                  <a:pt x="12328" y="166836"/>
                </a:cubicBezTo>
                <a:cubicBezTo>
                  <a:pt x="17260" y="153002"/>
                  <a:pt x="25067" y="134099"/>
                  <a:pt x="35751" y="110265"/>
                </a:cubicBezTo>
                <a:cubicBezTo>
                  <a:pt x="46299" y="86432"/>
                  <a:pt x="54107" y="67529"/>
                  <a:pt x="59037" y="53557"/>
                </a:cubicBezTo>
                <a:cubicBezTo>
                  <a:pt x="60544" y="49311"/>
                  <a:pt x="62598" y="42873"/>
                  <a:pt x="65064" y="34107"/>
                </a:cubicBezTo>
                <a:cubicBezTo>
                  <a:pt x="67667" y="25477"/>
                  <a:pt x="69721" y="19039"/>
                  <a:pt x="71228" y="14793"/>
                </a:cubicBezTo>
                <a:cubicBezTo>
                  <a:pt x="73282" y="8903"/>
                  <a:pt x="76844" y="4931"/>
                  <a:pt x="82049" y="2465"/>
                </a:cubicBezTo>
                <a:cubicBezTo>
                  <a:pt x="87118" y="137"/>
                  <a:pt x="92596" y="0"/>
                  <a:pt x="98213" y="205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24 n">
            <a:extLst xmlns:a="http://schemas.openxmlformats.org/drawingml/2006/main">
              <a:ext uri="{FF2B5EF4-FFF2-40B4-BE49-F238E27FC236}">
                <a16:creationId xmlns:a16="http://schemas.microsoft.com/office/drawing/2014/main" id="{78A2FAE8-2700-40A0-A79A-2AD6B770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68914">
            <a:off x="6954714" y="2036255"/>
            <a:ext cx="307743" cy="61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4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4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</a:t>
            </a:r>
          </a:p>
        </p:txBody>
      </p:sp>
      <p:sp>
        <p:nvSpPr>
          <p:cNvPr id="25" name="path-25">
            <a:extLst xmlns:a="http://schemas.openxmlformats.org/drawingml/2006/main">
              <a:ext uri="{FF2B5EF4-FFF2-40B4-BE49-F238E27FC236}">
                <a16:creationId xmlns:a16="http://schemas.microsoft.com/office/drawing/2014/main" id="{15D8C05C-B58B-4C1E-A514-3CAD5F84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2195" y="2332551"/>
            <a:ext cx="313947" cy="321756"/>
          </a:xfrm>
          <a:custGeom xmlns:a="http://schemas.openxmlformats.org/drawingml/2006/main">
            <a:pathLst>
              <a:path w="313947" h="321756">
                <a:moveTo>
                  <a:pt x="240939" y="50271"/>
                </a:moveTo>
                <a:cubicBezTo>
                  <a:pt x="216558" y="38217"/>
                  <a:pt x="193683" y="37258"/>
                  <a:pt x="172042" y="47531"/>
                </a:cubicBezTo>
                <a:cubicBezTo>
                  <a:pt x="152590" y="56708"/>
                  <a:pt x="137248" y="73008"/>
                  <a:pt x="125743" y="96294"/>
                </a:cubicBezTo>
                <a:cubicBezTo>
                  <a:pt x="116565" y="114923"/>
                  <a:pt x="113141" y="130538"/>
                  <a:pt x="115607" y="143414"/>
                </a:cubicBezTo>
                <a:cubicBezTo>
                  <a:pt x="117935" y="156290"/>
                  <a:pt x="126153" y="166152"/>
                  <a:pt x="140263" y="173137"/>
                </a:cubicBezTo>
                <a:cubicBezTo>
                  <a:pt x="153275" y="179439"/>
                  <a:pt x="169439" y="178343"/>
                  <a:pt x="188751" y="169850"/>
                </a:cubicBezTo>
                <a:cubicBezTo>
                  <a:pt x="206422" y="161769"/>
                  <a:pt x="219297" y="151632"/>
                  <a:pt x="227379" y="139167"/>
                </a:cubicBezTo>
                <a:cubicBezTo>
                  <a:pt x="236831" y="126703"/>
                  <a:pt x="250528" y="106293"/>
                  <a:pt x="268197" y="78350"/>
                </a:cubicBezTo>
                <a:cubicBezTo>
                  <a:pt x="265047" y="71776"/>
                  <a:pt x="261212" y="66159"/>
                  <a:pt x="256692" y="61639"/>
                </a:cubicBezTo>
                <a:cubicBezTo>
                  <a:pt x="252034" y="56982"/>
                  <a:pt x="246829" y="53146"/>
                  <a:pt x="240939" y="50271"/>
                </a:cubicBezTo>
                <a:moveTo>
                  <a:pt x="258062" y="20410"/>
                </a:moveTo>
                <a:cubicBezTo>
                  <a:pt x="269978" y="26300"/>
                  <a:pt x="279156" y="32874"/>
                  <a:pt x="285731" y="39860"/>
                </a:cubicBezTo>
                <a:cubicBezTo>
                  <a:pt x="292305" y="46983"/>
                  <a:pt x="296141" y="54654"/>
                  <a:pt x="297374" y="62872"/>
                </a:cubicBezTo>
                <a:cubicBezTo>
                  <a:pt x="310934" y="69995"/>
                  <a:pt x="313947" y="80953"/>
                  <a:pt x="306552" y="95883"/>
                </a:cubicBezTo>
                <a:cubicBezTo>
                  <a:pt x="302168" y="104923"/>
                  <a:pt x="294771" y="116429"/>
                  <a:pt x="284498" y="130401"/>
                </a:cubicBezTo>
                <a:cubicBezTo>
                  <a:pt x="272855" y="146564"/>
                  <a:pt x="265185" y="157796"/>
                  <a:pt x="261486" y="163960"/>
                </a:cubicBezTo>
                <a:lnTo>
                  <a:pt x="225187" y="226284"/>
                </a:lnTo>
                <a:cubicBezTo>
                  <a:pt x="211764" y="251488"/>
                  <a:pt x="198751" y="271212"/>
                  <a:pt x="186286" y="285184"/>
                </a:cubicBezTo>
                <a:cubicBezTo>
                  <a:pt x="170261" y="303127"/>
                  <a:pt x="153411" y="313812"/>
                  <a:pt x="135879" y="317373"/>
                </a:cubicBezTo>
                <a:cubicBezTo>
                  <a:pt x="114648" y="321756"/>
                  <a:pt x="89444" y="316688"/>
                  <a:pt x="60406" y="302305"/>
                </a:cubicBezTo>
                <a:cubicBezTo>
                  <a:pt x="43421" y="293950"/>
                  <a:pt x="29724" y="285732"/>
                  <a:pt x="19313" y="277650"/>
                </a:cubicBezTo>
                <a:cubicBezTo>
                  <a:pt x="4656" y="266555"/>
                  <a:pt x="0" y="255871"/>
                  <a:pt x="4931" y="245735"/>
                </a:cubicBezTo>
                <a:cubicBezTo>
                  <a:pt x="10546" y="234366"/>
                  <a:pt x="18903" y="231489"/>
                  <a:pt x="30134" y="236968"/>
                </a:cubicBezTo>
                <a:cubicBezTo>
                  <a:pt x="34654" y="239160"/>
                  <a:pt x="41777" y="244091"/>
                  <a:pt x="51502" y="251624"/>
                </a:cubicBezTo>
                <a:cubicBezTo>
                  <a:pt x="61090" y="259295"/>
                  <a:pt x="72597" y="266144"/>
                  <a:pt x="85746" y="272308"/>
                </a:cubicBezTo>
                <a:cubicBezTo>
                  <a:pt x="110539" y="284088"/>
                  <a:pt x="133415" y="280527"/>
                  <a:pt x="154371" y="261761"/>
                </a:cubicBezTo>
                <a:cubicBezTo>
                  <a:pt x="168206" y="249159"/>
                  <a:pt x="183273" y="226832"/>
                  <a:pt x="199710" y="194506"/>
                </a:cubicBezTo>
                <a:cubicBezTo>
                  <a:pt x="186424" y="203957"/>
                  <a:pt x="173548" y="209436"/>
                  <a:pt x="160809" y="211217"/>
                </a:cubicBezTo>
                <a:cubicBezTo>
                  <a:pt x="148071" y="212860"/>
                  <a:pt x="135605" y="210669"/>
                  <a:pt x="123278" y="204642"/>
                </a:cubicBezTo>
                <a:cubicBezTo>
                  <a:pt x="100129" y="193136"/>
                  <a:pt x="85199" y="175877"/>
                  <a:pt x="78486" y="152865"/>
                </a:cubicBezTo>
                <a:cubicBezTo>
                  <a:pt x="71774" y="129853"/>
                  <a:pt x="74651" y="105745"/>
                  <a:pt x="87116" y="80542"/>
                </a:cubicBezTo>
                <a:cubicBezTo>
                  <a:pt x="104238" y="46024"/>
                  <a:pt x="127934" y="23012"/>
                  <a:pt x="158207" y="11780"/>
                </a:cubicBezTo>
                <a:cubicBezTo>
                  <a:pt x="189436" y="0"/>
                  <a:pt x="222722" y="3014"/>
                  <a:pt x="258062" y="2041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26 g">
            <a:extLst xmlns:a="http://schemas.openxmlformats.org/drawingml/2006/main">
              <a:ext uri="{FF2B5EF4-FFF2-40B4-BE49-F238E27FC236}">
                <a16:creationId xmlns:a16="http://schemas.microsoft.com/office/drawing/2014/main" id="{503FDB72-AF03-46C8-9DF5-061FCEDD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78221">
            <a:off x="7170392" y="2138409"/>
            <a:ext cx="306647" cy="6041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9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9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39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</a:t>
            </a:r>
          </a:p>
        </p:txBody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B44FCE58-8172-46C3-87B3-062DA20C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287" y="5367386"/>
            <a:ext cx="264774" cy="302579"/>
          </a:xfrm>
          <a:custGeom xmlns:a="http://schemas.openxmlformats.org/drawingml/2006/main">
            <a:pathLst>
              <a:path w="264774" h="302579">
                <a:moveTo>
                  <a:pt x="180807" y="3835"/>
                </a:moveTo>
                <a:cubicBezTo>
                  <a:pt x="191902" y="0"/>
                  <a:pt x="200121" y="5753"/>
                  <a:pt x="205463" y="20957"/>
                </a:cubicBezTo>
                <a:cubicBezTo>
                  <a:pt x="207108" y="25614"/>
                  <a:pt x="209573" y="32463"/>
                  <a:pt x="212860" y="41640"/>
                </a:cubicBezTo>
                <a:cubicBezTo>
                  <a:pt x="216010" y="50954"/>
                  <a:pt x="218476" y="57804"/>
                  <a:pt x="219983" y="62324"/>
                </a:cubicBezTo>
                <a:cubicBezTo>
                  <a:pt x="264774" y="191355"/>
                  <a:pt x="253815" y="267513"/>
                  <a:pt x="187109" y="290663"/>
                </a:cubicBezTo>
                <a:cubicBezTo>
                  <a:pt x="152454" y="302579"/>
                  <a:pt x="123141" y="301620"/>
                  <a:pt x="99170" y="287649"/>
                </a:cubicBezTo>
                <a:cubicBezTo>
                  <a:pt x="79856" y="276417"/>
                  <a:pt x="62871" y="255733"/>
                  <a:pt x="48352" y="225462"/>
                </a:cubicBezTo>
                <a:cubicBezTo>
                  <a:pt x="41778" y="211901"/>
                  <a:pt x="31230" y="183958"/>
                  <a:pt x="16437" y="141633"/>
                </a:cubicBezTo>
                <a:cubicBezTo>
                  <a:pt x="11095" y="126017"/>
                  <a:pt x="6986" y="113279"/>
                  <a:pt x="4383" y="103553"/>
                </a:cubicBezTo>
                <a:cubicBezTo>
                  <a:pt x="1506" y="93143"/>
                  <a:pt x="136" y="85746"/>
                  <a:pt x="0" y="81227"/>
                </a:cubicBezTo>
                <a:cubicBezTo>
                  <a:pt x="0" y="72186"/>
                  <a:pt x="3561" y="66296"/>
                  <a:pt x="10821" y="63830"/>
                </a:cubicBezTo>
                <a:cubicBezTo>
                  <a:pt x="21094" y="60268"/>
                  <a:pt x="29449" y="67940"/>
                  <a:pt x="36024" y="86705"/>
                </a:cubicBezTo>
                <a:lnTo>
                  <a:pt x="69994" y="184780"/>
                </a:lnTo>
                <a:cubicBezTo>
                  <a:pt x="93554" y="252309"/>
                  <a:pt x="128894" y="277923"/>
                  <a:pt x="176014" y="261487"/>
                </a:cubicBezTo>
                <a:cubicBezTo>
                  <a:pt x="220530" y="246008"/>
                  <a:pt x="222996" y="181492"/>
                  <a:pt x="183547" y="67940"/>
                </a:cubicBezTo>
                <a:cubicBezTo>
                  <a:pt x="182041" y="63694"/>
                  <a:pt x="180260" y="58214"/>
                  <a:pt x="177931" y="51503"/>
                </a:cubicBezTo>
                <a:cubicBezTo>
                  <a:pt x="175465" y="44928"/>
                  <a:pt x="173822" y="40408"/>
                  <a:pt x="173000" y="38216"/>
                </a:cubicBezTo>
                <a:cubicBezTo>
                  <a:pt x="170672" y="31367"/>
                  <a:pt x="169849" y="24792"/>
                  <a:pt x="170397" y="18765"/>
                </a:cubicBezTo>
                <a:cubicBezTo>
                  <a:pt x="171220" y="10958"/>
                  <a:pt x="174644" y="6026"/>
                  <a:pt x="180807" y="383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28 U">
            <a:extLst xmlns:a="http://schemas.openxmlformats.org/drawingml/2006/main">
              <a:ext uri="{FF2B5EF4-FFF2-40B4-BE49-F238E27FC236}">
                <a16:creationId xmlns:a16="http://schemas.microsoft.com/office/drawing/2014/main" id="{CE067C0A-1FC1-4EF6-81C0-F74A1E43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48767">
            <a:off x="6612868" y="5287655"/>
            <a:ext cx="332161" cy="507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85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</a:t>
            </a:r>
          </a:p>
        </p:txBody>
      </p:sp>
      <p:sp>
        <p:nvSpPr>
          <p:cNvPr id="29" name="path-29">
            <a:extLst xmlns:a="http://schemas.openxmlformats.org/drawingml/2006/main">
              <a:ext uri="{FF2B5EF4-FFF2-40B4-BE49-F238E27FC236}">
                <a16:creationId xmlns:a16="http://schemas.microsoft.com/office/drawing/2014/main" id="{4E6AE235-33D2-4354-8BD9-3F0DD4EB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1391" y="5374097"/>
            <a:ext cx="215052" cy="223818"/>
          </a:xfrm>
          <a:custGeom xmlns:a="http://schemas.openxmlformats.org/drawingml/2006/main">
            <a:pathLst>
              <a:path w="215052" h="223818">
                <a:moveTo>
                  <a:pt x="10958" y="37942"/>
                </a:moveTo>
                <a:cubicBezTo>
                  <a:pt x="20821" y="33285"/>
                  <a:pt x="29450" y="37669"/>
                  <a:pt x="36846" y="51230"/>
                </a:cubicBezTo>
                <a:lnTo>
                  <a:pt x="46161" y="69721"/>
                </a:lnTo>
                <a:cubicBezTo>
                  <a:pt x="52872" y="37394"/>
                  <a:pt x="65748" y="16849"/>
                  <a:pt x="84651" y="7945"/>
                </a:cubicBezTo>
                <a:cubicBezTo>
                  <a:pt x="101773" y="0"/>
                  <a:pt x="117115" y="1918"/>
                  <a:pt x="130949" y="13834"/>
                </a:cubicBezTo>
                <a:cubicBezTo>
                  <a:pt x="140263" y="21779"/>
                  <a:pt x="149715" y="35477"/>
                  <a:pt x="159303" y="54927"/>
                </a:cubicBezTo>
                <a:lnTo>
                  <a:pt x="166837" y="71090"/>
                </a:lnTo>
                <a:lnTo>
                  <a:pt x="173685" y="86021"/>
                </a:lnTo>
                <a:cubicBezTo>
                  <a:pt x="177796" y="94925"/>
                  <a:pt x="184232" y="105882"/>
                  <a:pt x="193136" y="118758"/>
                </a:cubicBezTo>
                <a:cubicBezTo>
                  <a:pt x="202039" y="131771"/>
                  <a:pt x="208477" y="142592"/>
                  <a:pt x="212587" y="151358"/>
                </a:cubicBezTo>
                <a:cubicBezTo>
                  <a:pt x="214778" y="156152"/>
                  <a:pt x="215052" y="160673"/>
                  <a:pt x="213408" y="165056"/>
                </a:cubicBezTo>
                <a:cubicBezTo>
                  <a:pt x="211765" y="169303"/>
                  <a:pt x="208615" y="172590"/>
                  <a:pt x="203957" y="174781"/>
                </a:cubicBezTo>
                <a:cubicBezTo>
                  <a:pt x="194780" y="179027"/>
                  <a:pt x="187246" y="176425"/>
                  <a:pt x="181355" y="166974"/>
                </a:cubicBezTo>
                <a:lnTo>
                  <a:pt x="160535" y="133962"/>
                </a:lnTo>
                <a:cubicBezTo>
                  <a:pt x="153139" y="122182"/>
                  <a:pt x="146975" y="110814"/>
                  <a:pt x="141907" y="99856"/>
                </a:cubicBezTo>
                <a:cubicBezTo>
                  <a:pt x="140400" y="96979"/>
                  <a:pt x="138345" y="91774"/>
                  <a:pt x="135332" y="84377"/>
                </a:cubicBezTo>
                <a:cubicBezTo>
                  <a:pt x="132319" y="77117"/>
                  <a:pt x="130127" y="71912"/>
                  <a:pt x="128757" y="68899"/>
                </a:cubicBezTo>
                <a:cubicBezTo>
                  <a:pt x="117936" y="45887"/>
                  <a:pt x="108348" y="36299"/>
                  <a:pt x="99718" y="40271"/>
                </a:cubicBezTo>
                <a:cubicBezTo>
                  <a:pt x="87802" y="45887"/>
                  <a:pt x="79719" y="58352"/>
                  <a:pt x="75474" y="77665"/>
                </a:cubicBezTo>
                <a:cubicBezTo>
                  <a:pt x="71639" y="95198"/>
                  <a:pt x="71639" y="115197"/>
                  <a:pt x="75337" y="137524"/>
                </a:cubicBezTo>
                <a:cubicBezTo>
                  <a:pt x="76980" y="141770"/>
                  <a:pt x="79035" y="147249"/>
                  <a:pt x="81227" y="153824"/>
                </a:cubicBezTo>
                <a:cubicBezTo>
                  <a:pt x="83007" y="159577"/>
                  <a:pt x="85061" y="164782"/>
                  <a:pt x="87527" y="169850"/>
                </a:cubicBezTo>
                <a:cubicBezTo>
                  <a:pt x="89034" y="173000"/>
                  <a:pt x="91499" y="177657"/>
                  <a:pt x="95198" y="183822"/>
                </a:cubicBezTo>
                <a:cubicBezTo>
                  <a:pt x="98759" y="189985"/>
                  <a:pt x="101362" y="194642"/>
                  <a:pt x="102869" y="197793"/>
                </a:cubicBezTo>
                <a:cubicBezTo>
                  <a:pt x="105061" y="202588"/>
                  <a:pt x="105471" y="207245"/>
                  <a:pt x="103964" y="211627"/>
                </a:cubicBezTo>
                <a:cubicBezTo>
                  <a:pt x="102458" y="215874"/>
                  <a:pt x="99307" y="219161"/>
                  <a:pt x="94788" y="221353"/>
                </a:cubicBezTo>
                <a:cubicBezTo>
                  <a:pt x="89993" y="223545"/>
                  <a:pt x="85610" y="223818"/>
                  <a:pt x="81227" y="222175"/>
                </a:cubicBezTo>
                <a:cubicBezTo>
                  <a:pt x="76980" y="220531"/>
                  <a:pt x="73693" y="217244"/>
                  <a:pt x="71502" y="212450"/>
                </a:cubicBezTo>
                <a:cubicBezTo>
                  <a:pt x="69994" y="209299"/>
                  <a:pt x="67392" y="204642"/>
                  <a:pt x="63694" y="198615"/>
                </a:cubicBezTo>
                <a:cubicBezTo>
                  <a:pt x="59995" y="192451"/>
                  <a:pt x="57393" y="187794"/>
                  <a:pt x="55887" y="184644"/>
                </a:cubicBezTo>
                <a:cubicBezTo>
                  <a:pt x="50818" y="173548"/>
                  <a:pt x="44380" y="158070"/>
                  <a:pt x="36846" y="137797"/>
                </a:cubicBezTo>
                <a:cubicBezTo>
                  <a:pt x="29313" y="117525"/>
                  <a:pt x="22876" y="101910"/>
                  <a:pt x="17806" y="90952"/>
                </a:cubicBezTo>
                <a:cubicBezTo>
                  <a:pt x="16163" y="87527"/>
                  <a:pt x="13698" y="82597"/>
                  <a:pt x="10137" y="76022"/>
                </a:cubicBezTo>
                <a:cubicBezTo>
                  <a:pt x="6575" y="69447"/>
                  <a:pt x="3973" y="64379"/>
                  <a:pt x="2465" y="61092"/>
                </a:cubicBezTo>
                <a:cubicBezTo>
                  <a:pt x="273" y="56434"/>
                  <a:pt x="0" y="51915"/>
                  <a:pt x="1781" y="47531"/>
                </a:cubicBezTo>
                <a:cubicBezTo>
                  <a:pt x="3424" y="43284"/>
                  <a:pt x="6438" y="39997"/>
                  <a:pt x="10958" y="379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30 n">
            <a:extLst xmlns:a="http://schemas.openxmlformats.org/drawingml/2006/main">
              <a:ext uri="{FF2B5EF4-FFF2-40B4-BE49-F238E27FC236}">
                <a16:creationId xmlns:a16="http://schemas.microsoft.com/office/drawing/2014/main" id="{4D74A0A4-D120-4FF4-A170-4FFDE0F6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503385">
            <a:off x="6857460" y="5198622"/>
            <a:ext cx="256039" cy="509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8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</a:t>
            </a:r>
          </a:p>
        </p:txBody>
      </p:sp>
      <p:sp>
        <p:nvSpPr>
          <p:cNvPr id="31" name="path-31">
            <a:extLst xmlns:a="http://schemas.openxmlformats.org/drawingml/2006/main">
              <a:ext uri="{FF2B5EF4-FFF2-40B4-BE49-F238E27FC236}">
                <a16:creationId xmlns:a16="http://schemas.microsoft.com/office/drawing/2014/main" id="{D77BE14A-7467-470F-A9B0-5A3CFCB3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6307" y="5184112"/>
            <a:ext cx="208478" cy="309154"/>
          </a:xfrm>
          <a:custGeom xmlns:a="http://schemas.openxmlformats.org/drawingml/2006/main">
            <a:pathLst>
              <a:path w="208478" h="309154">
                <a:moveTo>
                  <a:pt x="63969" y="153002"/>
                </a:moveTo>
                <a:cubicBezTo>
                  <a:pt x="46847" y="162865"/>
                  <a:pt x="36985" y="175466"/>
                  <a:pt x="34244" y="190533"/>
                </a:cubicBezTo>
                <a:cubicBezTo>
                  <a:pt x="31642" y="205737"/>
                  <a:pt x="36162" y="223408"/>
                  <a:pt x="47942" y="243817"/>
                </a:cubicBezTo>
                <a:cubicBezTo>
                  <a:pt x="55613" y="256967"/>
                  <a:pt x="66844" y="265596"/>
                  <a:pt x="81775" y="269705"/>
                </a:cubicBezTo>
                <a:cubicBezTo>
                  <a:pt x="96568" y="273815"/>
                  <a:pt x="110266" y="272170"/>
                  <a:pt x="122731" y="264911"/>
                </a:cubicBezTo>
                <a:cubicBezTo>
                  <a:pt x="131361" y="259843"/>
                  <a:pt x="137661" y="254091"/>
                  <a:pt x="141771" y="247515"/>
                </a:cubicBezTo>
                <a:cubicBezTo>
                  <a:pt x="144099" y="243680"/>
                  <a:pt x="147386" y="236146"/>
                  <a:pt x="151358" y="224914"/>
                </a:cubicBezTo>
                <a:cubicBezTo>
                  <a:pt x="152180" y="222722"/>
                  <a:pt x="152728" y="220257"/>
                  <a:pt x="153003" y="217655"/>
                </a:cubicBezTo>
                <a:lnTo>
                  <a:pt x="137250" y="191493"/>
                </a:lnTo>
                <a:lnTo>
                  <a:pt x="127115" y="173548"/>
                </a:lnTo>
                <a:lnTo>
                  <a:pt x="116978" y="155331"/>
                </a:lnTo>
                <a:cubicBezTo>
                  <a:pt x="108212" y="149304"/>
                  <a:pt x="99444" y="146153"/>
                  <a:pt x="90679" y="145742"/>
                </a:cubicBezTo>
                <a:cubicBezTo>
                  <a:pt x="81913" y="145332"/>
                  <a:pt x="73009" y="147797"/>
                  <a:pt x="63969" y="153002"/>
                </a:cubicBezTo>
                <a:moveTo>
                  <a:pt x="58626" y="5342"/>
                </a:moveTo>
                <a:cubicBezTo>
                  <a:pt x="67940" y="0"/>
                  <a:pt x="75474" y="2192"/>
                  <a:pt x="81227" y="12054"/>
                </a:cubicBezTo>
                <a:cubicBezTo>
                  <a:pt x="89446" y="26299"/>
                  <a:pt x="105610" y="58763"/>
                  <a:pt x="129581" y="109581"/>
                </a:cubicBezTo>
                <a:cubicBezTo>
                  <a:pt x="137113" y="125333"/>
                  <a:pt x="145196" y="140675"/>
                  <a:pt x="153825" y="155605"/>
                </a:cubicBezTo>
                <a:cubicBezTo>
                  <a:pt x="173550" y="189575"/>
                  <a:pt x="189985" y="214368"/>
                  <a:pt x="203274" y="229845"/>
                </a:cubicBezTo>
                <a:cubicBezTo>
                  <a:pt x="204369" y="231078"/>
                  <a:pt x="205054" y="232174"/>
                  <a:pt x="205601" y="233132"/>
                </a:cubicBezTo>
                <a:cubicBezTo>
                  <a:pt x="207930" y="237242"/>
                  <a:pt x="208478" y="241488"/>
                  <a:pt x="207245" y="245735"/>
                </a:cubicBezTo>
                <a:cubicBezTo>
                  <a:pt x="205876" y="250117"/>
                  <a:pt x="203274" y="253268"/>
                  <a:pt x="199574" y="255460"/>
                </a:cubicBezTo>
                <a:cubicBezTo>
                  <a:pt x="193273" y="259158"/>
                  <a:pt x="185877" y="257240"/>
                  <a:pt x="177658" y="249844"/>
                </a:cubicBezTo>
                <a:cubicBezTo>
                  <a:pt x="173412" y="259433"/>
                  <a:pt x="168208" y="267925"/>
                  <a:pt x="161906" y="275321"/>
                </a:cubicBezTo>
                <a:cubicBezTo>
                  <a:pt x="155605" y="282718"/>
                  <a:pt x="148071" y="288745"/>
                  <a:pt x="139579" y="293813"/>
                </a:cubicBezTo>
                <a:cubicBezTo>
                  <a:pt x="118486" y="306004"/>
                  <a:pt x="96842" y="309154"/>
                  <a:pt x="74790" y="303128"/>
                </a:cubicBezTo>
                <a:cubicBezTo>
                  <a:pt x="52188" y="296963"/>
                  <a:pt x="34382" y="282718"/>
                  <a:pt x="21232" y="260117"/>
                </a:cubicBezTo>
                <a:cubicBezTo>
                  <a:pt x="5480" y="232996"/>
                  <a:pt x="0" y="206970"/>
                  <a:pt x="4932" y="182178"/>
                </a:cubicBezTo>
                <a:cubicBezTo>
                  <a:pt x="9863" y="157385"/>
                  <a:pt x="23834" y="138209"/>
                  <a:pt x="46847" y="124922"/>
                </a:cubicBezTo>
                <a:cubicBezTo>
                  <a:pt x="58764" y="117936"/>
                  <a:pt x="68900" y="114512"/>
                  <a:pt x="77393" y="114512"/>
                </a:cubicBezTo>
                <a:lnTo>
                  <a:pt x="97938" y="116704"/>
                </a:lnTo>
                <a:cubicBezTo>
                  <a:pt x="74515" y="72871"/>
                  <a:pt x="59311" y="43011"/>
                  <a:pt x="52737" y="26984"/>
                </a:cubicBezTo>
                <a:cubicBezTo>
                  <a:pt x="48764" y="17122"/>
                  <a:pt x="50682" y="9999"/>
                  <a:pt x="58626" y="53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32 d">
            <a:extLst xmlns:a="http://schemas.openxmlformats.org/drawingml/2006/main">
              <a:ext uri="{FF2B5EF4-FFF2-40B4-BE49-F238E27FC236}">
                <a16:creationId xmlns:a16="http://schemas.microsoft.com/office/drawing/2014/main" id="{C68F307D-2D3F-467F-BF94-C5E25244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7834">
            <a:off x="7020773" y="5113065"/>
            <a:ext cx="273789" cy="499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8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</a:t>
            </a:r>
          </a:p>
        </p:txBody>
      </p:sp>
      <p:sp>
        <p:nvSpPr>
          <p:cNvPr id="33" name="path-33">
            <a:extLst xmlns:a="http://schemas.openxmlformats.org/drawingml/2006/main">
              <a:ext uri="{FF2B5EF4-FFF2-40B4-BE49-F238E27FC236}">
                <a16:creationId xmlns:a16="http://schemas.microsoft.com/office/drawing/2014/main" id="{C6230879-DD12-45E7-9465-F0E8F470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513" y="5180962"/>
            <a:ext cx="198752" cy="199025"/>
          </a:xfrm>
          <a:custGeom xmlns:a="http://schemas.openxmlformats.org/drawingml/2006/main">
            <a:pathLst>
              <a:path w="198752" h="199025">
                <a:moveTo>
                  <a:pt x="51777" y="47667"/>
                </a:moveTo>
                <a:cubicBezTo>
                  <a:pt x="40134" y="56023"/>
                  <a:pt x="33558" y="67391"/>
                  <a:pt x="32188" y="82048"/>
                </a:cubicBezTo>
                <a:cubicBezTo>
                  <a:pt x="30819" y="96704"/>
                  <a:pt x="34655" y="114512"/>
                  <a:pt x="43696" y="135469"/>
                </a:cubicBezTo>
                <a:lnTo>
                  <a:pt x="73145" y="83144"/>
                </a:lnTo>
                <a:cubicBezTo>
                  <a:pt x="84651" y="62324"/>
                  <a:pt x="91774" y="46161"/>
                  <a:pt x="94786" y="34654"/>
                </a:cubicBezTo>
                <a:cubicBezTo>
                  <a:pt x="81089" y="32873"/>
                  <a:pt x="66707" y="37120"/>
                  <a:pt x="51777" y="47667"/>
                </a:cubicBezTo>
                <a:moveTo>
                  <a:pt x="33422" y="21641"/>
                </a:moveTo>
                <a:cubicBezTo>
                  <a:pt x="49448" y="10410"/>
                  <a:pt x="64379" y="3835"/>
                  <a:pt x="78351" y="2191"/>
                </a:cubicBezTo>
                <a:cubicBezTo>
                  <a:pt x="95472" y="0"/>
                  <a:pt x="108896" y="5889"/>
                  <a:pt x="118621" y="19587"/>
                </a:cubicBezTo>
                <a:cubicBezTo>
                  <a:pt x="125470" y="29313"/>
                  <a:pt x="126154" y="41914"/>
                  <a:pt x="120812" y="57392"/>
                </a:cubicBezTo>
                <a:cubicBezTo>
                  <a:pt x="118485" y="64379"/>
                  <a:pt x="112046" y="76980"/>
                  <a:pt x="101636" y="95198"/>
                </a:cubicBezTo>
                <a:lnTo>
                  <a:pt x="64927" y="160398"/>
                </a:lnTo>
                <a:cubicBezTo>
                  <a:pt x="75884" y="164507"/>
                  <a:pt x="86843" y="165877"/>
                  <a:pt x="97801" y="164234"/>
                </a:cubicBezTo>
                <a:cubicBezTo>
                  <a:pt x="108622" y="162589"/>
                  <a:pt x="119443" y="157932"/>
                  <a:pt x="130127" y="150399"/>
                </a:cubicBezTo>
                <a:cubicBezTo>
                  <a:pt x="136839" y="145741"/>
                  <a:pt x="143687" y="139030"/>
                  <a:pt x="150947" y="130127"/>
                </a:cubicBezTo>
                <a:cubicBezTo>
                  <a:pt x="160125" y="119032"/>
                  <a:pt x="164508" y="109580"/>
                  <a:pt x="164097" y="102184"/>
                </a:cubicBezTo>
                <a:cubicBezTo>
                  <a:pt x="163686" y="94649"/>
                  <a:pt x="165467" y="89581"/>
                  <a:pt x="169164" y="86979"/>
                </a:cubicBezTo>
                <a:cubicBezTo>
                  <a:pt x="172590" y="84651"/>
                  <a:pt x="176425" y="83829"/>
                  <a:pt x="180945" y="84514"/>
                </a:cubicBezTo>
                <a:cubicBezTo>
                  <a:pt x="185329" y="85199"/>
                  <a:pt x="188752" y="87116"/>
                  <a:pt x="191218" y="90541"/>
                </a:cubicBezTo>
                <a:cubicBezTo>
                  <a:pt x="198752" y="101225"/>
                  <a:pt x="196560" y="116566"/>
                  <a:pt x="184780" y="136427"/>
                </a:cubicBezTo>
                <a:cubicBezTo>
                  <a:pt x="174645" y="153412"/>
                  <a:pt x="162590" y="166700"/>
                  <a:pt x="148619" y="176561"/>
                </a:cubicBezTo>
                <a:cubicBezTo>
                  <a:pt x="126839" y="192039"/>
                  <a:pt x="105334" y="199025"/>
                  <a:pt x="84240" y="197655"/>
                </a:cubicBezTo>
                <a:cubicBezTo>
                  <a:pt x="60954" y="196012"/>
                  <a:pt x="41777" y="184232"/>
                  <a:pt x="26436" y="162589"/>
                </a:cubicBezTo>
                <a:cubicBezTo>
                  <a:pt x="8766" y="137523"/>
                  <a:pt x="0" y="112320"/>
                  <a:pt x="137" y="86705"/>
                </a:cubicBezTo>
                <a:cubicBezTo>
                  <a:pt x="274" y="58899"/>
                  <a:pt x="11369" y="37257"/>
                  <a:pt x="33422" y="2164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34 e">
            <a:extLst xmlns:a="http://schemas.openxmlformats.org/drawingml/2006/main">
              <a:ext uri="{FF2B5EF4-FFF2-40B4-BE49-F238E27FC236}">
                <a16:creationId xmlns:a16="http://schemas.microsoft.com/office/drawing/2014/main" id="{18C9E19D-1128-490F-8F81-3C61DBFF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112403">
            <a:off x="7194247" y="4992091"/>
            <a:ext cx="265973" cy="511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8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</a:t>
            </a:r>
          </a:p>
        </p:txBody>
      </p:sp>
      <p:sp>
        <p:nvSpPr>
          <p:cNvPr id="35" name="path-35">
            <a:extLst xmlns:a="http://schemas.openxmlformats.org/drawingml/2006/main">
              <a:ext uri="{FF2B5EF4-FFF2-40B4-BE49-F238E27FC236}">
                <a16:creationId xmlns:a16="http://schemas.microsoft.com/office/drawing/2014/main" id="{1FB16FB9-468C-42C2-868F-6D5907F4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2723" y="5058231"/>
            <a:ext cx="143686" cy="226969"/>
          </a:xfrm>
          <a:custGeom xmlns:a="http://schemas.openxmlformats.org/drawingml/2006/main">
            <a:pathLst>
              <a:path w="143686" h="226969">
                <a:moveTo>
                  <a:pt x="77391" y="7945"/>
                </a:moveTo>
                <a:cubicBezTo>
                  <a:pt x="84788" y="1781"/>
                  <a:pt x="92458" y="0"/>
                  <a:pt x="100677" y="2603"/>
                </a:cubicBezTo>
                <a:cubicBezTo>
                  <a:pt x="108895" y="5068"/>
                  <a:pt x="117662" y="11917"/>
                  <a:pt x="126977" y="23012"/>
                </a:cubicBezTo>
                <a:cubicBezTo>
                  <a:pt x="130949" y="27807"/>
                  <a:pt x="133551" y="30956"/>
                  <a:pt x="134785" y="32737"/>
                </a:cubicBezTo>
                <a:cubicBezTo>
                  <a:pt x="143550" y="44517"/>
                  <a:pt x="143686" y="53969"/>
                  <a:pt x="135332" y="60954"/>
                </a:cubicBezTo>
                <a:cubicBezTo>
                  <a:pt x="127524" y="67530"/>
                  <a:pt x="119854" y="66297"/>
                  <a:pt x="112456" y="57257"/>
                </a:cubicBezTo>
                <a:cubicBezTo>
                  <a:pt x="110950" y="55612"/>
                  <a:pt x="108211" y="52462"/>
                  <a:pt x="104102" y="48079"/>
                </a:cubicBezTo>
                <a:lnTo>
                  <a:pt x="94239" y="36984"/>
                </a:lnTo>
                <a:cubicBezTo>
                  <a:pt x="81227" y="50681"/>
                  <a:pt x="73145" y="64241"/>
                  <a:pt x="69857" y="77666"/>
                </a:cubicBezTo>
                <a:cubicBezTo>
                  <a:pt x="66706" y="90267"/>
                  <a:pt x="67392" y="104787"/>
                  <a:pt x="71912" y="121087"/>
                </a:cubicBezTo>
                <a:lnTo>
                  <a:pt x="134100" y="195465"/>
                </a:lnTo>
                <a:cubicBezTo>
                  <a:pt x="141769" y="204505"/>
                  <a:pt x="141085" y="212861"/>
                  <a:pt x="132044" y="220394"/>
                </a:cubicBezTo>
                <a:cubicBezTo>
                  <a:pt x="124099" y="226969"/>
                  <a:pt x="116292" y="225736"/>
                  <a:pt x="108759" y="216559"/>
                </a:cubicBezTo>
                <a:lnTo>
                  <a:pt x="29313" y="121087"/>
                </a:lnTo>
                <a:cubicBezTo>
                  <a:pt x="26847" y="118073"/>
                  <a:pt x="23149" y="113553"/>
                  <a:pt x="18492" y="107390"/>
                </a:cubicBezTo>
                <a:cubicBezTo>
                  <a:pt x="13697" y="101225"/>
                  <a:pt x="10136" y="96568"/>
                  <a:pt x="7534" y="93554"/>
                </a:cubicBezTo>
                <a:cubicBezTo>
                  <a:pt x="0" y="84515"/>
                  <a:pt x="136" y="76569"/>
                  <a:pt x="8081" y="69858"/>
                </a:cubicBezTo>
                <a:cubicBezTo>
                  <a:pt x="16984" y="62461"/>
                  <a:pt x="27807" y="66297"/>
                  <a:pt x="40408" y="81227"/>
                </a:cubicBezTo>
                <a:cubicBezTo>
                  <a:pt x="43831" y="49997"/>
                  <a:pt x="56160" y="25614"/>
                  <a:pt x="77391" y="794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-36 r">
            <a:extLst xmlns:a="http://schemas.openxmlformats.org/drawingml/2006/main">
              <a:ext uri="{FF2B5EF4-FFF2-40B4-BE49-F238E27FC236}">
                <a16:creationId xmlns:a16="http://schemas.microsoft.com/office/drawing/2014/main" id="{E3B6AFD9-0550-437C-A75C-758D6030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385667">
            <a:off x="7351619" y="4888841"/>
            <a:ext cx="235705" cy="499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8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</a:t>
            </a:r>
          </a:p>
        </p:txBody>
      </p:sp>
      <p:sp>
        <p:nvSpPr>
          <p:cNvPr id="37" name="path-37">
            <a:extLst xmlns:a="http://schemas.openxmlformats.org/drawingml/2006/main">
              <a:ext uri="{FF2B5EF4-FFF2-40B4-BE49-F238E27FC236}">
                <a16:creationId xmlns:a16="http://schemas.microsoft.com/office/drawing/2014/main" id="{6A170A34-2894-4EDB-940B-4443F094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2164" y="4933583"/>
            <a:ext cx="189712" cy="233406"/>
          </a:xfrm>
          <a:custGeom xmlns:a="http://schemas.openxmlformats.org/drawingml/2006/main">
            <a:pathLst>
              <a:path w="189712" h="233406">
                <a:moveTo>
                  <a:pt x="51230" y="5205"/>
                </a:moveTo>
                <a:cubicBezTo>
                  <a:pt x="54927" y="1781"/>
                  <a:pt x="59037" y="0"/>
                  <a:pt x="63695" y="137"/>
                </a:cubicBezTo>
                <a:cubicBezTo>
                  <a:pt x="68352" y="274"/>
                  <a:pt x="72460" y="2192"/>
                  <a:pt x="76158" y="6027"/>
                </a:cubicBezTo>
                <a:cubicBezTo>
                  <a:pt x="78487" y="8493"/>
                  <a:pt x="82597" y="11643"/>
                  <a:pt x="88212" y="15341"/>
                </a:cubicBezTo>
                <a:cubicBezTo>
                  <a:pt x="93829" y="19040"/>
                  <a:pt x="97801" y="22190"/>
                  <a:pt x="100267" y="24655"/>
                </a:cubicBezTo>
                <a:cubicBezTo>
                  <a:pt x="103964" y="28491"/>
                  <a:pt x="105745" y="32600"/>
                  <a:pt x="105745" y="37258"/>
                </a:cubicBezTo>
                <a:cubicBezTo>
                  <a:pt x="105609" y="41915"/>
                  <a:pt x="103828" y="46024"/>
                  <a:pt x="100129" y="49448"/>
                </a:cubicBezTo>
                <a:cubicBezTo>
                  <a:pt x="95472" y="53968"/>
                  <a:pt x="90678" y="55612"/>
                  <a:pt x="85885" y="54243"/>
                </a:cubicBezTo>
                <a:cubicBezTo>
                  <a:pt x="82459" y="53284"/>
                  <a:pt x="76844" y="49722"/>
                  <a:pt x="69309" y="43695"/>
                </a:cubicBezTo>
                <a:cubicBezTo>
                  <a:pt x="64379" y="51503"/>
                  <a:pt x="57529" y="63830"/>
                  <a:pt x="48489" y="80953"/>
                </a:cubicBezTo>
                <a:cubicBezTo>
                  <a:pt x="39997" y="99581"/>
                  <a:pt x="39586" y="113005"/>
                  <a:pt x="47257" y="120949"/>
                </a:cubicBezTo>
                <a:cubicBezTo>
                  <a:pt x="50681" y="119443"/>
                  <a:pt x="53832" y="117799"/>
                  <a:pt x="56708" y="115745"/>
                </a:cubicBezTo>
                <a:cubicBezTo>
                  <a:pt x="79583" y="100403"/>
                  <a:pt x="98760" y="91226"/>
                  <a:pt x="114101" y="88212"/>
                </a:cubicBezTo>
                <a:cubicBezTo>
                  <a:pt x="136565" y="83692"/>
                  <a:pt x="155878" y="89993"/>
                  <a:pt x="172179" y="106841"/>
                </a:cubicBezTo>
                <a:cubicBezTo>
                  <a:pt x="185603" y="120676"/>
                  <a:pt x="189712" y="136839"/>
                  <a:pt x="184507" y="155468"/>
                </a:cubicBezTo>
                <a:cubicBezTo>
                  <a:pt x="180123" y="170808"/>
                  <a:pt x="170398" y="185739"/>
                  <a:pt x="155194" y="200396"/>
                </a:cubicBezTo>
                <a:cubicBezTo>
                  <a:pt x="144099" y="211217"/>
                  <a:pt x="131635" y="219572"/>
                  <a:pt x="117937" y="225599"/>
                </a:cubicBezTo>
                <a:cubicBezTo>
                  <a:pt x="100267" y="233406"/>
                  <a:pt x="87391" y="233133"/>
                  <a:pt x="79172" y="224640"/>
                </a:cubicBezTo>
                <a:cubicBezTo>
                  <a:pt x="75885" y="221216"/>
                  <a:pt x="74379" y="216970"/>
                  <a:pt x="74651" y="211901"/>
                </a:cubicBezTo>
                <a:cubicBezTo>
                  <a:pt x="74790" y="206696"/>
                  <a:pt x="76707" y="202587"/>
                  <a:pt x="79994" y="199299"/>
                </a:cubicBezTo>
                <a:cubicBezTo>
                  <a:pt x="82597" y="196697"/>
                  <a:pt x="88076" y="195464"/>
                  <a:pt x="96157" y="195601"/>
                </a:cubicBezTo>
                <a:cubicBezTo>
                  <a:pt x="99992" y="195464"/>
                  <a:pt x="106156" y="192725"/>
                  <a:pt x="114513" y="187108"/>
                </a:cubicBezTo>
                <a:cubicBezTo>
                  <a:pt x="121224" y="182588"/>
                  <a:pt x="126429" y="178479"/>
                  <a:pt x="130401" y="174781"/>
                </a:cubicBezTo>
                <a:cubicBezTo>
                  <a:pt x="137524" y="167932"/>
                  <a:pt x="143002" y="160946"/>
                  <a:pt x="146702" y="153961"/>
                </a:cubicBezTo>
                <a:cubicBezTo>
                  <a:pt x="152317" y="143961"/>
                  <a:pt x="152455" y="136291"/>
                  <a:pt x="147249" y="130949"/>
                </a:cubicBezTo>
                <a:cubicBezTo>
                  <a:pt x="136154" y="119306"/>
                  <a:pt x="120540" y="119306"/>
                  <a:pt x="100541" y="130812"/>
                </a:cubicBezTo>
                <a:lnTo>
                  <a:pt x="84377" y="140674"/>
                </a:lnTo>
                <a:cubicBezTo>
                  <a:pt x="70818" y="149166"/>
                  <a:pt x="59995" y="153961"/>
                  <a:pt x="52051" y="155193"/>
                </a:cubicBezTo>
                <a:cubicBezTo>
                  <a:pt x="40545" y="157111"/>
                  <a:pt x="30271" y="153276"/>
                  <a:pt x="20957" y="143688"/>
                </a:cubicBezTo>
                <a:cubicBezTo>
                  <a:pt x="3836" y="126018"/>
                  <a:pt x="0" y="105197"/>
                  <a:pt x="9451" y="81500"/>
                </a:cubicBezTo>
                <a:cubicBezTo>
                  <a:pt x="12328" y="74378"/>
                  <a:pt x="17807" y="63830"/>
                  <a:pt x="25889" y="49722"/>
                </a:cubicBezTo>
                <a:cubicBezTo>
                  <a:pt x="34107" y="35750"/>
                  <a:pt x="39449" y="25340"/>
                  <a:pt x="42189" y="18492"/>
                </a:cubicBezTo>
                <a:cubicBezTo>
                  <a:pt x="44244" y="13560"/>
                  <a:pt x="47257" y="9178"/>
                  <a:pt x="51230" y="520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-38 s">
            <a:extLst xmlns:a="http://schemas.openxmlformats.org/drawingml/2006/main">
              <a:ext uri="{FF2B5EF4-FFF2-40B4-BE49-F238E27FC236}">
                <a16:creationId xmlns:a16="http://schemas.microsoft.com/office/drawing/2014/main" id="{0B4E2AF2-5B44-4953-A885-CBD74BC1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640538">
            <a:off x="7472162" y="4755614"/>
            <a:ext cx="247918" cy="520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2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92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</a:t>
            </a:r>
          </a:p>
        </p:txBody>
      </p:sp>
      <p:sp>
        <p:nvSpPr>
          <p:cNvPr id="39" name="path-39">
            <a:extLst xmlns:a="http://schemas.openxmlformats.org/drawingml/2006/main">
              <a:ext uri="{FF2B5EF4-FFF2-40B4-BE49-F238E27FC236}">
                <a16:creationId xmlns:a16="http://schemas.microsoft.com/office/drawing/2014/main" id="{A0CD9ABB-0A24-46DD-A92F-757B62E4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732" y="4816606"/>
            <a:ext cx="209300" cy="188342"/>
          </a:xfrm>
          <a:custGeom xmlns:a="http://schemas.openxmlformats.org/drawingml/2006/main">
            <a:pathLst>
              <a:path w="209300" h="188342">
                <a:moveTo>
                  <a:pt x="4932" y="13012"/>
                </a:moveTo>
                <a:cubicBezTo>
                  <a:pt x="11917" y="5068"/>
                  <a:pt x="22602" y="6301"/>
                  <a:pt x="36709" y="16437"/>
                </a:cubicBezTo>
                <a:cubicBezTo>
                  <a:pt x="40134" y="19177"/>
                  <a:pt x="44244" y="22464"/>
                  <a:pt x="48764" y="26573"/>
                </a:cubicBezTo>
                <a:lnTo>
                  <a:pt x="56161" y="33696"/>
                </a:lnTo>
                <a:lnTo>
                  <a:pt x="64241" y="41093"/>
                </a:lnTo>
                <a:cubicBezTo>
                  <a:pt x="72598" y="29039"/>
                  <a:pt x="77392" y="22053"/>
                  <a:pt x="78898" y="20546"/>
                </a:cubicBezTo>
                <a:cubicBezTo>
                  <a:pt x="86980" y="11369"/>
                  <a:pt x="92869" y="5753"/>
                  <a:pt x="96157" y="3835"/>
                </a:cubicBezTo>
                <a:cubicBezTo>
                  <a:pt x="102732" y="0"/>
                  <a:pt x="109307" y="959"/>
                  <a:pt x="115744" y="6849"/>
                </a:cubicBezTo>
                <a:cubicBezTo>
                  <a:pt x="119717" y="10273"/>
                  <a:pt x="121772" y="14383"/>
                  <a:pt x="122046" y="19040"/>
                </a:cubicBezTo>
                <a:cubicBezTo>
                  <a:pt x="122457" y="23697"/>
                  <a:pt x="120950" y="27806"/>
                  <a:pt x="117525" y="31642"/>
                </a:cubicBezTo>
                <a:cubicBezTo>
                  <a:pt x="115882" y="33559"/>
                  <a:pt x="113827" y="35614"/>
                  <a:pt x="111498" y="37943"/>
                </a:cubicBezTo>
                <a:cubicBezTo>
                  <a:pt x="109033" y="40271"/>
                  <a:pt x="106978" y="42325"/>
                  <a:pt x="105334" y="44243"/>
                </a:cubicBezTo>
                <a:cubicBezTo>
                  <a:pt x="103554" y="46298"/>
                  <a:pt x="98897" y="52873"/>
                  <a:pt x="91363" y="63968"/>
                </a:cubicBezTo>
                <a:lnTo>
                  <a:pt x="171494" y="131086"/>
                </a:lnTo>
                <a:lnTo>
                  <a:pt x="177383" y="136154"/>
                </a:lnTo>
                <a:lnTo>
                  <a:pt x="184233" y="142044"/>
                </a:lnTo>
                <a:cubicBezTo>
                  <a:pt x="203820" y="158892"/>
                  <a:pt x="209300" y="172178"/>
                  <a:pt x="200671" y="181767"/>
                </a:cubicBezTo>
                <a:cubicBezTo>
                  <a:pt x="197520" y="185191"/>
                  <a:pt x="193684" y="187246"/>
                  <a:pt x="189163" y="187794"/>
                </a:cubicBezTo>
                <a:cubicBezTo>
                  <a:pt x="184506" y="188342"/>
                  <a:pt x="180534" y="187109"/>
                  <a:pt x="177109" y="184096"/>
                </a:cubicBezTo>
                <a:cubicBezTo>
                  <a:pt x="173685" y="181082"/>
                  <a:pt x="168754" y="176425"/>
                  <a:pt x="162316" y="170261"/>
                </a:cubicBezTo>
                <a:cubicBezTo>
                  <a:pt x="155878" y="163960"/>
                  <a:pt x="151085" y="159303"/>
                  <a:pt x="147659" y="156426"/>
                </a:cubicBezTo>
                <a:lnTo>
                  <a:pt x="68351" y="90130"/>
                </a:lnTo>
                <a:cubicBezTo>
                  <a:pt x="62325" y="96294"/>
                  <a:pt x="52873" y="105471"/>
                  <a:pt x="39860" y="117388"/>
                </a:cubicBezTo>
                <a:cubicBezTo>
                  <a:pt x="31916" y="124237"/>
                  <a:pt x="23971" y="124374"/>
                  <a:pt x="16437" y="117525"/>
                </a:cubicBezTo>
                <a:cubicBezTo>
                  <a:pt x="12465" y="113964"/>
                  <a:pt x="10411" y="109992"/>
                  <a:pt x="10000" y="105334"/>
                </a:cubicBezTo>
                <a:cubicBezTo>
                  <a:pt x="9451" y="100677"/>
                  <a:pt x="10959" y="96431"/>
                  <a:pt x="14246" y="92733"/>
                </a:cubicBezTo>
                <a:lnTo>
                  <a:pt x="41230" y="67118"/>
                </a:lnTo>
                <a:cubicBezTo>
                  <a:pt x="36709" y="63146"/>
                  <a:pt x="30546" y="57941"/>
                  <a:pt x="22738" y="51640"/>
                </a:cubicBezTo>
                <a:cubicBezTo>
                  <a:pt x="14794" y="45339"/>
                  <a:pt x="9178" y="40682"/>
                  <a:pt x="5890" y="37668"/>
                </a:cubicBezTo>
                <a:cubicBezTo>
                  <a:pt x="2192" y="34381"/>
                  <a:pt x="274" y="30272"/>
                  <a:pt x="137" y="25615"/>
                </a:cubicBezTo>
                <a:cubicBezTo>
                  <a:pt x="0" y="20958"/>
                  <a:pt x="1644" y="16711"/>
                  <a:pt x="4932" y="1301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ext-40 t">
            <a:extLst xmlns:a="http://schemas.openxmlformats.org/drawingml/2006/main">
              <a:ext uri="{FF2B5EF4-FFF2-40B4-BE49-F238E27FC236}">
                <a16:creationId xmlns:a16="http://schemas.microsoft.com/office/drawing/2014/main" id="{DC940317-162C-4D47-B359-344FB66A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892090">
            <a:off x="7593429" y="4640579"/>
            <a:ext cx="236959" cy="509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8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</a:t>
            </a:r>
          </a:p>
        </p:txBody>
      </p:sp>
      <p:sp>
        <p:nvSpPr>
          <p:cNvPr id="41" name="path-41">
            <a:extLst xmlns:a="http://schemas.openxmlformats.org/drawingml/2006/main">
              <a:ext uri="{FF2B5EF4-FFF2-40B4-BE49-F238E27FC236}">
                <a16:creationId xmlns:a16="http://schemas.microsoft.com/office/drawing/2014/main" id="{44C3C065-464F-4B58-8B32-A8091345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489" y="4692917"/>
            <a:ext cx="215188" cy="202313"/>
          </a:xfrm>
          <a:custGeom xmlns:a="http://schemas.openxmlformats.org/drawingml/2006/main">
            <a:pathLst>
              <a:path w="215188" h="202313">
                <a:moveTo>
                  <a:pt x="49035" y="49996"/>
                </a:moveTo>
                <a:cubicBezTo>
                  <a:pt x="37804" y="64516"/>
                  <a:pt x="34243" y="81638"/>
                  <a:pt x="37940" y="101225"/>
                </a:cubicBezTo>
                <a:cubicBezTo>
                  <a:pt x="41640" y="120813"/>
                  <a:pt x="51365" y="136565"/>
                  <a:pt x="66706" y="148345"/>
                </a:cubicBezTo>
                <a:cubicBezTo>
                  <a:pt x="82048" y="160125"/>
                  <a:pt x="95609" y="166289"/>
                  <a:pt x="107525" y="166700"/>
                </a:cubicBezTo>
                <a:cubicBezTo>
                  <a:pt x="119305" y="167110"/>
                  <a:pt x="129441" y="161905"/>
                  <a:pt x="137797" y="151085"/>
                </a:cubicBezTo>
                <a:cubicBezTo>
                  <a:pt x="144646" y="142181"/>
                  <a:pt x="148892" y="133277"/>
                  <a:pt x="150399" y="124511"/>
                </a:cubicBezTo>
                <a:cubicBezTo>
                  <a:pt x="151220" y="119717"/>
                  <a:pt x="151220" y="112320"/>
                  <a:pt x="150535" y="102184"/>
                </a:cubicBezTo>
                <a:cubicBezTo>
                  <a:pt x="123551" y="86158"/>
                  <a:pt x="103827" y="73282"/>
                  <a:pt x="91498" y="63831"/>
                </a:cubicBezTo>
                <a:cubicBezTo>
                  <a:pt x="87388" y="60817"/>
                  <a:pt x="83280" y="57119"/>
                  <a:pt x="78897" y="53009"/>
                </a:cubicBezTo>
                <a:cubicBezTo>
                  <a:pt x="74514" y="48900"/>
                  <a:pt x="70132" y="44243"/>
                  <a:pt x="65611" y="39175"/>
                </a:cubicBezTo>
                <a:cubicBezTo>
                  <a:pt x="61228" y="41230"/>
                  <a:pt x="57528" y="43147"/>
                  <a:pt x="54790" y="45065"/>
                </a:cubicBezTo>
                <a:cubicBezTo>
                  <a:pt x="52050" y="46846"/>
                  <a:pt x="50133" y="48489"/>
                  <a:pt x="49035" y="49996"/>
                </a:cubicBezTo>
                <a:moveTo>
                  <a:pt x="22737" y="32737"/>
                </a:moveTo>
                <a:cubicBezTo>
                  <a:pt x="29039" y="24656"/>
                  <a:pt x="38078" y="17122"/>
                  <a:pt x="49995" y="10273"/>
                </a:cubicBezTo>
                <a:cubicBezTo>
                  <a:pt x="65062" y="1507"/>
                  <a:pt x="76293" y="0"/>
                  <a:pt x="83690" y="5753"/>
                </a:cubicBezTo>
                <a:cubicBezTo>
                  <a:pt x="86156" y="7671"/>
                  <a:pt x="87663" y="10273"/>
                  <a:pt x="88211" y="13698"/>
                </a:cubicBezTo>
                <a:cubicBezTo>
                  <a:pt x="91088" y="17396"/>
                  <a:pt x="96294" y="22601"/>
                  <a:pt x="104100" y="29313"/>
                </a:cubicBezTo>
                <a:cubicBezTo>
                  <a:pt x="111908" y="36161"/>
                  <a:pt x="122045" y="44380"/>
                  <a:pt x="134646" y="54243"/>
                </a:cubicBezTo>
                <a:cubicBezTo>
                  <a:pt x="146288" y="63283"/>
                  <a:pt x="156013" y="69447"/>
                  <a:pt x="164096" y="73008"/>
                </a:cubicBezTo>
                <a:cubicBezTo>
                  <a:pt x="168889" y="75200"/>
                  <a:pt x="179301" y="78625"/>
                  <a:pt x="195464" y="83007"/>
                </a:cubicBezTo>
                <a:cubicBezTo>
                  <a:pt x="197655" y="83692"/>
                  <a:pt x="201080" y="84514"/>
                  <a:pt x="205463" y="85610"/>
                </a:cubicBezTo>
                <a:lnTo>
                  <a:pt x="208476" y="86569"/>
                </a:lnTo>
                <a:cubicBezTo>
                  <a:pt x="212175" y="89445"/>
                  <a:pt x="214229" y="93144"/>
                  <a:pt x="214777" y="97527"/>
                </a:cubicBezTo>
                <a:cubicBezTo>
                  <a:pt x="215188" y="102047"/>
                  <a:pt x="213956" y="106020"/>
                  <a:pt x="211352" y="109444"/>
                </a:cubicBezTo>
                <a:cubicBezTo>
                  <a:pt x="209982" y="111225"/>
                  <a:pt x="205463" y="112868"/>
                  <a:pt x="197793" y="114512"/>
                </a:cubicBezTo>
                <a:cubicBezTo>
                  <a:pt x="190668" y="115744"/>
                  <a:pt x="184917" y="116292"/>
                  <a:pt x="180258" y="116019"/>
                </a:cubicBezTo>
                <a:cubicBezTo>
                  <a:pt x="178341" y="128757"/>
                  <a:pt x="175876" y="139441"/>
                  <a:pt x="173136" y="148208"/>
                </a:cubicBezTo>
                <a:cubicBezTo>
                  <a:pt x="170397" y="156837"/>
                  <a:pt x="167246" y="163549"/>
                  <a:pt x="163685" y="168070"/>
                </a:cubicBezTo>
                <a:cubicBezTo>
                  <a:pt x="146973" y="189985"/>
                  <a:pt x="128481" y="201217"/>
                  <a:pt x="108484" y="201765"/>
                </a:cubicBezTo>
                <a:cubicBezTo>
                  <a:pt x="89581" y="202313"/>
                  <a:pt x="68213" y="193410"/>
                  <a:pt x="44242" y="175055"/>
                </a:cubicBezTo>
                <a:cubicBezTo>
                  <a:pt x="21641" y="157659"/>
                  <a:pt x="8217" y="135058"/>
                  <a:pt x="4108" y="107115"/>
                </a:cubicBezTo>
                <a:cubicBezTo>
                  <a:pt x="0" y="79172"/>
                  <a:pt x="6163" y="54379"/>
                  <a:pt x="22737" y="3273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-42 a">
            <a:extLst xmlns:a="http://schemas.openxmlformats.org/drawingml/2006/main">
              <a:ext uri="{FF2B5EF4-FFF2-40B4-BE49-F238E27FC236}">
                <a16:creationId xmlns:a16="http://schemas.microsoft.com/office/drawing/2014/main" id="{C80B0EDC-710A-4D78-89CF-50283C23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50657">
            <a:off x="7699645" y="4516367"/>
            <a:ext cx="244647" cy="495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7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43" name="path-43">
            <a:extLst xmlns:a="http://schemas.openxmlformats.org/drawingml/2006/main">
              <a:ext uri="{FF2B5EF4-FFF2-40B4-BE49-F238E27FC236}">
                <a16:creationId xmlns:a16="http://schemas.microsoft.com/office/drawing/2014/main" id="{0EE05FC6-8C32-47A6-9732-93C27CCC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4469" y="4544846"/>
            <a:ext cx="243405" cy="206560"/>
          </a:xfrm>
          <a:custGeom xmlns:a="http://schemas.openxmlformats.org/drawingml/2006/main">
            <a:pathLst>
              <a:path w="243405" h="206560">
                <a:moveTo>
                  <a:pt x="3560" y="86706"/>
                </a:moveTo>
                <a:cubicBezTo>
                  <a:pt x="9451" y="77666"/>
                  <a:pt x="19175" y="76844"/>
                  <a:pt x="32600" y="84240"/>
                </a:cubicBezTo>
                <a:lnTo>
                  <a:pt x="50269" y="95062"/>
                </a:lnTo>
                <a:cubicBezTo>
                  <a:pt x="38900" y="64105"/>
                  <a:pt x="38763" y="39860"/>
                  <a:pt x="50133" y="22327"/>
                </a:cubicBezTo>
                <a:cubicBezTo>
                  <a:pt x="60405" y="6438"/>
                  <a:pt x="74514" y="0"/>
                  <a:pt x="92458" y="2740"/>
                </a:cubicBezTo>
                <a:cubicBezTo>
                  <a:pt x="104512" y="4521"/>
                  <a:pt x="119854" y="11095"/>
                  <a:pt x="138344" y="22464"/>
                </a:cubicBezTo>
                <a:lnTo>
                  <a:pt x="153275" y="32189"/>
                </a:lnTo>
                <a:lnTo>
                  <a:pt x="166974" y="41230"/>
                </a:lnTo>
                <a:cubicBezTo>
                  <a:pt x="175191" y="46572"/>
                  <a:pt x="186560" y="52462"/>
                  <a:pt x="200942" y="58763"/>
                </a:cubicBezTo>
                <a:cubicBezTo>
                  <a:pt x="215324" y="65064"/>
                  <a:pt x="226557" y="70817"/>
                  <a:pt x="234640" y="76022"/>
                </a:cubicBezTo>
                <a:cubicBezTo>
                  <a:pt x="239022" y="78898"/>
                  <a:pt x="241624" y="82597"/>
                  <a:pt x="242584" y="87117"/>
                </a:cubicBezTo>
                <a:cubicBezTo>
                  <a:pt x="243405" y="91774"/>
                  <a:pt x="242584" y="96157"/>
                  <a:pt x="239844" y="100404"/>
                </a:cubicBezTo>
                <a:cubicBezTo>
                  <a:pt x="234227" y="108896"/>
                  <a:pt x="226557" y="110677"/>
                  <a:pt x="216558" y="105746"/>
                </a:cubicBezTo>
                <a:lnTo>
                  <a:pt x="181356" y="88897"/>
                </a:lnTo>
                <a:cubicBezTo>
                  <a:pt x="168755" y="82734"/>
                  <a:pt x="157522" y="76433"/>
                  <a:pt x="147384" y="69858"/>
                </a:cubicBezTo>
                <a:cubicBezTo>
                  <a:pt x="144646" y="68077"/>
                  <a:pt x="140125" y="64927"/>
                  <a:pt x="133687" y="60269"/>
                </a:cubicBezTo>
                <a:cubicBezTo>
                  <a:pt x="127249" y="55612"/>
                  <a:pt x="122730" y="52325"/>
                  <a:pt x="119854" y="50544"/>
                </a:cubicBezTo>
                <a:cubicBezTo>
                  <a:pt x="98485" y="36710"/>
                  <a:pt x="85199" y="33833"/>
                  <a:pt x="80131" y="41641"/>
                </a:cubicBezTo>
                <a:cubicBezTo>
                  <a:pt x="73008" y="52736"/>
                  <a:pt x="72734" y="67667"/>
                  <a:pt x="79308" y="86295"/>
                </a:cubicBezTo>
                <a:cubicBezTo>
                  <a:pt x="85335" y="103143"/>
                  <a:pt x="95883" y="120128"/>
                  <a:pt x="110950" y="137113"/>
                </a:cubicBezTo>
                <a:cubicBezTo>
                  <a:pt x="114648" y="139715"/>
                  <a:pt x="119169" y="143414"/>
                  <a:pt x="124647" y="147797"/>
                </a:cubicBezTo>
                <a:cubicBezTo>
                  <a:pt x="129168" y="151632"/>
                  <a:pt x="133825" y="155057"/>
                  <a:pt x="138482" y="158070"/>
                </a:cubicBezTo>
                <a:cubicBezTo>
                  <a:pt x="141359" y="159988"/>
                  <a:pt x="146016" y="162590"/>
                  <a:pt x="152316" y="165741"/>
                </a:cubicBezTo>
                <a:cubicBezTo>
                  <a:pt x="158617" y="169028"/>
                  <a:pt x="163274" y="171631"/>
                  <a:pt x="166287" y="173549"/>
                </a:cubicBezTo>
                <a:cubicBezTo>
                  <a:pt x="170808" y="176425"/>
                  <a:pt x="173548" y="180123"/>
                  <a:pt x="174506" y="184644"/>
                </a:cubicBezTo>
                <a:cubicBezTo>
                  <a:pt x="175465" y="189164"/>
                  <a:pt x="174644" y="193547"/>
                  <a:pt x="171904" y="197793"/>
                </a:cubicBezTo>
                <a:cubicBezTo>
                  <a:pt x="169027" y="202176"/>
                  <a:pt x="165329" y="204779"/>
                  <a:pt x="160947" y="205601"/>
                </a:cubicBezTo>
                <a:cubicBezTo>
                  <a:pt x="156426" y="206560"/>
                  <a:pt x="151905" y="205601"/>
                  <a:pt x="147384" y="202725"/>
                </a:cubicBezTo>
                <a:cubicBezTo>
                  <a:pt x="144510" y="200670"/>
                  <a:pt x="139851" y="198204"/>
                  <a:pt x="133415" y="194917"/>
                </a:cubicBezTo>
                <a:cubicBezTo>
                  <a:pt x="127113" y="191766"/>
                  <a:pt x="122456" y="189164"/>
                  <a:pt x="119441" y="187246"/>
                </a:cubicBezTo>
                <a:cubicBezTo>
                  <a:pt x="109306" y="180671"/>
                  <a:pt x="95609" y="170809"/>
                  <a:pt x="78486" y="157660"/>
                </a:cubicBezTo>
                <a:cubicBezTo>
                  <a:pt x="61364" y="144510"/>
                  <a:pt x="47667" y="134647"/>
                  <a:pt x="37532" y="128072"/>
                </a:cubicBezTo>
                <a:cubicBezTo>
                  <a:pt x="34379" y="126018"/>
                  <a:pt x="29449" y="123141"/>
                  <a:pt x="23011" y="119443"/>
                </a:cubicBezTo>
                <a:cubicBezTo>
                  <a:pt x="16573" y="115744"/>
                  <a:pt x="11780" y="112868"/>
                  <a:pt x="8629" y="110814"/>
                </a:cubicBezTo>
                <a:cubicBezTo>
                  <a:pt x="4383" y="108074"/>
                  <a:pt x="1781" y="104376"/>
                  <a:pt x="821" y="99856"/>
                </a:cubicBezTo>
                <a:cubicBezTo>
                  <a:pt x="0" y="95335"/>
                  <a:pt x="821" y="90952"/>
                  <a:pt x="3560" y="8670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text-44 n">
            <a:extLst xmlns:a="http://schemas.openxmlformats.org/drawingml/2006/main">
              <a:ext uri="{FF2B5EF4-FFF2-40B4-BE49-F238E27FC236}">
                <a16:creationId xmlns:a16="http://schemas.microsoft.com/office/drawing/2014/main" id="{7858C1D4-B218-40FE-A2C2-B42C1DFB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425040">
            <a:off x="7797518" y="4352111"/>
            <a:ext cx="256233" cy="509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8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</a:t>
            </a:r>
          </a:p>
        </p:txBody>
      </p:sp>
      <p:sp>
        <p:nvSpPr>
          <p:cNvPr id="45" name="path-45">
            <a:extLst xmlns:a="http://schemas.openxmlformats.org/drawingml/2006/main">
              <a:ext uri="{FF2B5EF4-FFF2-40B4-BE49-F238E27FC236}">
                <a16:creationId xmlns:a16="http://schemas.microsoft.com/office/drawing/2014/main" id="{74BA712C-3EBE-40A7-9A55-A6E50E77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3366" y="4307741"/>
            <a:ext cx="258610" cy="262583"/>
          </a:xfrm>
          <a:custGeom xmlns:a="http://schemas.openxmlformats.org/drawingml/2006/main">
            <a:pathLst>
              <a:path w="258610" h="262583">
                <a:moveTo>
                  <a:pt x="86843" y="133962"/>
                </a:moveTo>
                <a:cubicBezTo>
                  <a:pt x="77529" y="151495"/>
                  <a:pt x="75748" y="167385"/>
                  <a:pt x="81501" y="181629"/>
                </a:cubicBezTo>
                <a:cubicBezTo>
                  <a:pt x="87118" y="195875"/>
                  <a:pt x="100404" y="208477"/>
                  <a:pt x="121224" y="219572"/>
                </a:cubicBezTo>
                <a:cubicBezTo>
                  <a:pt x="134785" y="226695"/>
                  <a:pt x="148756" y="228065"/>
                  <a:pt x="163549" y="223681"/>
                </a:cubicBezTo>
                <a:cubicBezTo>
                  <a:pt x="178343" y="219298"/>
                  <a:pt x="189028" y="210668"/>
                  <a:pt x="195876" y="197929"/>
                </a:cubicBezTo>
                <a:cubicBezTo>
                  <a:pt x="200533" y="189163"/>
                  <a:pt x="202861" y="180944"/>
                  <a:pt x="202861" y="173137"/>
                </a:cubicBezTo>
                <a:cubicBezTo>
                  <a:pt x="202861" y="168617"/>
                  <a:pt x="201491" y="160535"/>
                  <a:pt x="199025" y="148892"/>
                </a:cubicBezTo>
                <a:cubicBezTo>
                  <a:pt x="198478" y="146701"/>
                  <a:pt x="197657" y="144235"/>
                  <a:pt x="196561" y="141769"/>
                </a:cubicBezTo>
                <a:lnTo>
                  <a:pt x="169303" y="127935"/>
                </a:lnTo>
                <a:lnTo>
                  <a:pt x="151222" y="118210"/>
                </a:lnTo>
                <a:lnTo>
                  <a:pt x="133004" y="108074"/>
                </a:lnTo>
                <a:cubicBezTo>
                  <a:pt x="122456" y="107526"/>
                  <a:pt x="113416" y="109443"/>
                  <a:pt x="105608" y="113827"/>
                </a:cubicBezTo>
                <a:cubicBezTo>
                  <a:pt x="97938" y="118073"/>
                  <a:pt x="91637" y="124922"/>
                  <a:pt x="86843" y="133962"/>
                </a:cubicBezTo>
                <a:moveTo>
                  <a:pt x="4246" y="11506"/>
                </a:moveTo>
                <a:cubicBezTo>
                  <a:pt x="9314" y="2054"/>
                  <a:pt x="16848" y="0"/>
                  <a:pt x="26985" y="5342"/>
                </a:cubicBezTo>
                <a:cubicBezTo>
                  <a:pt x="41367" y="13012"/>
                  <a:pt x="72323" y="32052"/>
                  <a:pt x="119579" y="62461"/>
                </a:cubicBezTo>
                <a:cubicBezTo>
                  <a:pt x="134238" y="71912"/>
                  <a:pt x="149167" y="80679"/>
                  <a:pt x="164508" y="88760"/>
                </a:cubicBezTo>
                <a:cubicBezTo>
                  <a:pt x="199163" y="107115"/>
                  <a:pt x="226285" y="119443"/>
                  <a:pt x="245598" y="125607"/>
                </a:cubicBezTo>
                <a:cubicBezTo>
                  <a:pt x="247241" y="126154"/>
                  <a:pt x="248475" y="126702"/>
                  <a:pt x="249432" y="127250"/>
                </a:cubicBezTo>
                <a:cubicBezTo>
                  <a:pt x="253543" y="129442"/>
                  <a:pt x="256281" y="132729"/>
                  <a:pt x="257379" y="137112"/>
                </a:cubicBezTo>
                <a:cubicBezTo>
                  <a:pt x="258610" y="141359"/>
                  <a:pt x="258062" y="145468"/>
                  <a:pt x="256145" y="149303"/>
                </a:cubicBezTo>
                <a:cubicBezTo>
                  <a:pt x="252719" y="155878"/>
                  <a:pt x="245460" y="158070"/>
                  <a:pt x="234503" y="156152"/>
                </a:cubicBezTo>
                <a:cubicBezTo>
                  <a:pt x="236010" y="166562"/>
                  <a:pt x="236010" y="176562"/>
                  <a:pt x="234640" y="186150"/>
                </a:cubicBezTo>
                <a:cubicBezTo>
                  <a:pt x="233133" y="195738"/>
                  <a:pt x="229983" y="204778"/>
                  <a:pt x="225462" y="213545"/>
                </a:cubicBezTo>
                <a:cubicBezTo>
                  <a:pt x="213956" y="235188"/>
                  <a:pt x="197244" y="249159"/>
                  <a:pt x="175467" y="255734"/>
                </a:cubicBezTo>
                <a:cubicBezTo>
                  <a:pt x="153003" y="262583"/>
                  <a:pt x="130264" y="259843"/>
                  <a:pt x="107252" y="247652"/>
                </a:cubicBezTo>
                <a:cubicBezTo>
                  <a:pt x="79446" y="232859"/>
                  <a:pt x="61092" y="213682"/>
                  <a:pt x="52052" y="189985"/>
                </a:cubicBezTo>
                <a:cubicBezTo>
                  <a:pt x="43148" y="166288"/>
                  <a:pt x="44929" y="142729"/>
                  <a:pt x="57392" y="119169"/>
                </a:cubicBezTo>
                <a:cubicBezTo>
                  <a:pt x="63832" y="107115"/>
                  <a:pt x="70680" y="98759"/>
                  <a:pt x="77939" y="94239"/>
                </a:cubicBezTo>
                <a:lnTo>
                  <a:pt x="96432" y="85336"/>
                </a:lnTo>
                <a:cubicBezTo>
                  <a:pt x="53420" y="60543"/>
                  <a:pt x="24794" y="43147"/>
                  <a:pt x="10548" y="33148"/>
                </a:cubicBezTo>
                <a:cubicBezTo>
                  <a:pt x="2055" y="26847"/>
                  <a:pt x="0" y="19587"/>
                  <a:pt x="4246" y="1150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text-46 d">
            <a:extLst xmlns:a="http://schemas.openxmlformats.org/drawingml/2006/main">
              <a:ext uri="{FF2B5EF4-FFF2-40B4-BE49-F238E27FC236}">
                <a16:creationId xmlns:a16="http://schemas.microsoft.com/office/drawing/2014/main" id="{D9B4F507-4DFD-4E25-9859-B79F3853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722654">
            <a:off x="7886500" y="4188854"/>
            <a:ext cx="274012" cy="499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8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</a:t>
            </a:r>
          </a:p>
        </p:txBody>
      </p:sp>
      <p:sp>
        <p:nvSpPr>
          <p:cNvPr id="47" name="path-47">
            <a:extLst xmlns:a="http://schemas.openxmlformats.org/drawingml/2006/main">
              <a:ext uri="{FF2B5EF4-FFF2-40B4-BE49-F238E27FC236}">
                <a16:creationId xmlns:a16="http://schemas.microsoft.com/office/drawing/2014/main" id="{2E797620-1001-4A02-AA2F-EA5B81DF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131" y="4242130"/>
            <a:ext cx="244363" cy="139578"/>
          </a:xfrm>
          <a:custGeom xmlns:a="http://schemas.openxmlformats.org/drawingml/2006/main">
            <a:pathLst>
              <a:path w="244363" h="139578">
                <a:moveTo>
                  <a:pt x="76706" y="52325"/>
                </a:moveTo>
                <a:cubicBezTo>
                  <a:pt x="78761" y="47804"/>
                  <a:pt x="82048" y="44654"/>
                  <a:pt x="86294" y="43010"/>
                </a:cubicBezTo>
                <a:cubicBezTo>
                  <a:pt x="90677" y="41366"/>
                  <a:pt x="95196" y="41641"/>
                  <a:pt x="100129" y="43832"/>
                </a:cubicBezTo>
                <a:cubicBezTo>
                  <a:pt x="110265" y="48352"/>
                  <a:pt x="122592" y="54517"/>
                  <a:pt x="137248" y="62324"/>
                </a:cubicBezTo>
                <a:cubicBezTo>
                  <a:pt x="151905" y="70132"/>
                  <a:pt x="164370" y="76295"/>
                  <a:pt x="174369" y="80816"/>
                </a:cubicBezTo>
                <a:cubicBezTo>
                  <a:pt x="180943" y="83692"/>
                  <a:pt x="190668" y="87802"/>
                  <a:pt x="203682" y="93144"/>
                </a:cubicBezTo>
                <a:cubicBezTo>
                  <a:pt x="216694" y="98485"/>
                  <a:pt x="226419" y="102595"/>
                  <a:pt x="232995" y="105471"/>
                </a:cubicBezTo>
                <a:cubicBezTo>
                  <a:pt x="237652" y="107663"/>
                  <a:pt x="240939" y="110813"/>
                  <a:pt x="242582" y="115059"/>
                </a:cubicBezTo>
                <a:cubicBezTo>
                  <a:pt x="244363" y="119306"/>
                  <a:pt x="244090" y="123826"/>
                  <a:pt x="242035" y="128483"/>
                </a:cubicBezTo>
                <a:cubicBezTo>
                  <a:pt x="239980" y="133140"/>
                  <a:pt x="236829" y="136291"/>
                  <a:pt x="232446" y="137934"/>
                </a:cubicBezTo>
                <a:cubicBezTo>
                  <a:pt x="228064" y="139578"/>
                  <a:pt x="223543" y="139305"/>
                  <a:pt x="218886" y="137249"/>
                </a:cubicBezTo>
                <a:cubicBezTo>
                  <a:pt x="212312" y="134373"/>
                  <a:pt x="202587" y="130127"/>
                  <a:pt x="189573" y="124785"/>
                </a:cubicBezTo>
                <a:cubicBezTo>
                  <a:pt x="176561" y="119443"/>
                  <a:pt x="166836" y="115334"/>
                  <a:pt x="160260" y="112457"/>
                </a:cubicBezTo>
                <a:cubicBezTo>
                  <a:pt x="150260" y="107937"/>
                  <a:pt x="137797" y="101773"/>
                  <a:pt x="123141" y="93965"/>
                </a:cubicBezTo>
                <a:cubicBezTo>
                  <a:pt x="108484" y="86158"/>
                  <a:pt x="96156" y="79994"/>
                  <a:pt x="86020" y="75474"/>
                </a:cubicBezTo>
                <a:cubicBezTo>
                  <a:pt x="81088" y="73282"/>
                  <a:pt x="77801" y="70132"/>
                  <a:pt x="76159" y="65748"/>
                </a:cubicBezTo>
                <a:cubicBezTo>
                  <a:pt x="74514" y="61502"/>
                  <a:pt x="74651" y="56982"/>
                  <a:pt x="76706" y="52325"/>
                </a:cubicBezTo>
                <a:moveTo>
                  <a:pt x="2464" y="13013"/>
                </a:moveTo>
                <a:cubicBezTo>
                  <a:pt x="4793" y="7808"/>
                  <a:pt x="8627" y="4109"/>
                  <a:pt x="13970" y="2055"/>
                </a:cubicBezTo>
                <a:cubicBezTo>
                  <a:pt x="19312" y="0"/>
                  <a:pt x="24518" y="137"/>
                  <a:pt x="29724" y="2329"/>
                </a:cubicBezTo>
                <a:cubicBezTo>
                  <a:pt x="34791" y="4657"/>
                  <a:pt x="38489" y="8493"/>
                  <a:pt x="40406" y="13835"/>
                </a:cubicBezTo>
                <a:cubicBezTo>
                  <a:pt x="42461" y="19176"/>
                  <a:pt x="42325" y="24519"/>
                  <a:pt x="39995" y="29587"/>
                </a:cubicBezTo>
                <a:cubicBezTo>
                  <a:pt x="37668" y="34792"/>
                  <a:pt x="33832" y="38490"/>
                  <a:pt x="28490" y="40545"/>
                </a:cubicBezTo>
                <a:cubicBezTo>
                  <a:pt x="23148" y="42737"/>
                  <a:pt x="17944" y="42599"/>
                  <a:pt x="12738" y="40408"/>
                </a:cubicBezTo>
                <a:cubicBezTo>
                  <a:pt x="7534" y="38079"/>
                  <a:pt x="3972" y="34244"/>
                  <a:pt x="2053" y="28765"/>
                </a:cubicBezTo>
                <a:cubicBezTo>
                  <a:pt x="0" y="23423"/>
                  <a:pt x="136" y="18081"/>
                  <a:pt x="2464" y="130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text-48 i">
            <a:extLst xmlns:a="http://schemas.openxmlformats.org/drawingml/2006/main">
              <a:ext uri="{FF2B5EF4-FFF2-40B4-BE49-F238E27FC236}">
                <a16:creationId xmlns:a16="http://schemas.microsoft.com/office/drawing/2014/main" id="{94CB50B2-8CEA-4699-A5E9-17FE6C81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59196">
            <a:off x="8000293" y="4031073"/>
            <a:ext cx="172218" cy="523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9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</a:t>
            </a:r>
          </a:p>
        </p:txBody>
      </p:sp>
      <p:sp>
        <p:nvSpPr>
          <p:cNvPr id="49" name="path-49">
            <a:extLst xmlns:a="http://schemas.openxmlformats.org/drawingml/2006/main">
              <a:ext uri="{FF2B5EF4-FFF2-40B4-BE49-F238E27FC236}">
                <a16:creationId xmlns:a16="http://schemas.microsoft.com/office/drawing/2014/main" id="{B2CF81A3-73BB-4B09-86CA-251680E5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246" y="4110085"/>
            <a:ext cx="236967" cy="185876"/>
          </a:xfrm>
          <a:custGeom xmlns:a="http://schemas.openxmlformats.org/drawingml/2006/main">
            <a:pathLst>
              <a:path w="236967" h="185876">
                <a:moveTo>
                  <a:pt x="1643" y="102321"/>
                </a:moveTo>
                <a:cubicBezTo>
                  <a:pt x="5478" y="92184"/>
                  <a:pt x="14656" y="89171"/>
                  <a:pt x="29449" y="93554"/>
                </a:cubicBezTo>
                <a:lnTo>
                  <a:pt x="49037" y="100266"/>
                </a:lnTo>
                <a:cubicBezTo>
                  <a:pt x="31094" y="72460"/>
                  <a:pt x="25751" y="48763"/>
                  <a:pt x="33011" y="29313"/>
                </a:cubicBezTo>
                <a:cubicBezTo>
                  <a:pt x="39587" y="11506"/>
                  <a:pt x="51914" y="2055"/>
                  <a:pt x="70132" y="958"/>
                </a:cubicBezTo>
                <a:cubicBezTo>
                  <a:pt x="82322" y="0"/>
                  <a:pt x="98623" y="3014"/>
                  <a:pt x="119169" y="10136"/>
                </a:cubicBezTo>
                <a:lnTo>
                  <a:pt x="135880" y="16300"/>
                </a:lnTo>
                <a:lnTo>
                  <a:pt x="151220" y="22190"/>
                </a:lnTo>
                <a:cubicBezTo>
                  <a:pt x="160398" y="25614"/>
                  <a:pt x="172727" y="28765"/>
                  <a:pt x="188205" y="31778"/>
                </a:cubicBezTo>
                <a:cubicBezTo>
                  <a:pt x="203546" y="34792"/>
                  <a:pt x="215873" y="37942"/>
                  <a:pt x="224913" y="41366"/>
                </a:cubicBezTo>
                <a:cubicBezTo>
                  <a:pt x="229708" y="43147"/>
                  <a:pt x="233133" y="46161"/>
                  <a:pt x="235050" y="50407"/>
                </a:cubicBezTo>
                <a:cubicBezTo>
                  <a:pt x="236831" y="54790"/>
                  <a:pt x="236967" y="59310"/>
                  <a:pt x="235187" y="63967"/>
                </a:cubicBezTo>
                <a:cubicBezTo>
                  <a:pt x="231627" y="73556"/>
                  <a:pt x="224504" y="76980"/>
                  <a:pt x="213682" y="74378"/>
                </a:cubicBezTo>
                <a:lnTo>
                  <a:pt x="175603" y="65474"/>
                </a:lnTo>
                <a:cubicBezTo>
                  <a:pt x="162042" y="62324"/>
                  <a:pt x="149714" y="58625"/>
                  <a:pt x="138344" y="54379"/>
                </a:cubicBezTo>
                <a:cubicBezTo>
                  <a:pt x="135332" y="53284"/>
                  <a:pt x="130127" y="51091"/>
                  <a:pt x="122868" y="48079"/>
                </a:cubicBezTo>
                <a:cubicBezTo>
                  <a:pt x="115607" y="44928"/>
                  <a:pt x="110401" y="42737"/>
                  <a:pt x="107252" y="41641"/>
                </a:cubicBezTo>
                <a:cubicBezTo>
                  <a:pt x="83418" y="32737"/>
                  <a:pt x="69857" y="32737"/>
                  <a:pt x="66570" y="41641"/>
                </a:cubicBezTo>
                <a:cubicBezTo>
                  <a:pt x="61913" y="53968"/>
                  <a:pt x="64926" y="68625"/>
                  <a:pt x="75474" y="85336"/>
                </a:cubicBezTo>
                <a:cubicBezTo>
                  <a:pt x="85062" y="100403"/>
                  <a:pt x="99034" y="114649"/>
                  <a:pt x="117388" y="127935"/>
                </a:cubicBezTo>
                <a:cubicBezTo>
                  <a:pt x="121634" y="129716"/>
                  <a:pt x="126839" y="132318"/>
                  <a:pt x="133140" y="135469"/>
                </a:cubicBezTo>
                <a:cubicBezTo>
                  <a:pt x="138482" y="138208"/>
                  <a:pt x="143686" y="140537"/>
                  <a:pt x="148892" y="142454"/>
                </a:cubicBezTo>
                <a:cubicBezTo>
                  <a:pt x="152179" y="143687"/>
                  <a:pt x="157247" y="145194"/>
                  <a:pt x="164096" y="146974"/>
                </a:cubicBezTo>
                <a:cubicBezTo>
                  <a:pt x="171082" y="148756"/>
                  <a:pt x="176150" y="150262"/>
                  <a:pt x="179437" y="151495"/>
                </a:cubicBezTo>
                <a:cubicBezTo>
                  <a:pt x="184507" y="153276"/>
                  <a:pt x="187930" y="156289"/>
                  <a:pt x="189847" y="160535"/>
                </a:cubicBezTo>
                <a:cubicBezTo>
                  <a:pt x="191902" y="164644"/>
                  <a:pt x="191902" y="169165"/>
                  <a:pt x="190260" y="173959"/>
                </a:cubicBezTo>
                <a:cubicBezTo>
                  <a:pt x="188341" y="178753"/>
                  <a:pt x="185464" y="182177"/>
                  <a:pt x="181218" y="183958"/>
                </a:cubicBezTo>
                <a:cubicBezTo>
                  <a:pt x="176971" y="185876"/>
                  <a:pt x="172452" y="185876"/>
                  <a:pt x="167385" y="183958"/>
                </a:cubicBezTo>
                <a:cubicBezTo>
                  <a:pt x="164096" y="182725"/>
                  <a:pt x="159028" y="181219"/>
                  <a:pt x="152043" y="179575"/>
                </a:cubicBezTo>
                <a:cubicBezTo>
                  <a:pt x="145195" y="177795"/>
                  <a:pt x="140125" y="176288"/>
                  <a:pt x="136838" y="175055"/>
                </a:cubicBezTo>
                <a:cubicBezTo>
                  <a:pt x="125332" y="170945"/>
                  <a:pt x="109854" y="164234"/>
                  <a:pt x="90266" y="155193"/>
                </a:cubicBezTo>
                <a:cubicBezTo>
                  <a:pt x="70680" y="146153"/>
                  <a:pt x="55201" y="139441"/>
                  <a:pt x="43831" y="135195"/>
                </a:cubicBezTo>
                <a:cubicBezTo>
                  <a:pt x="40270" y="133962"/>
                  <a:pt x="34928" y="132182"/>
                  <a:pt x="27807" y="129990"/>
                </a:cubicBezTo>
                <a:cubicBezTo>
                  <a:pt x="20684" y="127798"/>
                  <a:pt x="15478" y="126017"/>
                  <a:pt x="11916" y="124785"/>
                </a:cubicBezTo>
                <a:cubicBezTo>
                  <a:pt x="7123" y="123004"/>
                  <a:pt x="3836" y="119991"/>
                  <a:pt x="1917" y="115744"/>
                </a:cubicBezTo>
                <a:cubicBezTo>
                  <a:pt x="0" y="111498"/>
                  <a:pt x="0" y="106978"/>
                  <a:pt x="1643" y="10232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text-50 n">
            <a:extLst xmlns:a="http://schemas.openxmlformats.org/drawingml/2006/main">
              <a:ext uri="{FF2B5EF4-FFF2-40B4-BE49-F238E27FC236}">
                <a16:creationId xmlns:a16="http://schemas.microsoft.com/office/drawing/2014/main" id="{B392ABED-7A24-4BDB-B98B-854C7205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183009">
            <a:off x="8012171" y="3908192"/>
            <a:ext cx="256039" cy="509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8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</a:t>
            </a:r>
          </a:p>
        </p:txBody>
      </p:sp>
      <p:sp>
        <p:nvSpPr>
          <p:cNvPr id="51" name="path-51">
            <a:extLst xmlns:a="http://schemas.openxmlformats.org/drawingml/2006/main">
              <a:ext uri="{FF2B5EF4-FFF2-40B4-BE49-F238E27FC236}">
                <a16:creationId xmlns:a16="http://schemas.microsoft.com/office/drawing/2014/main" id="{65EFD305-C8FD-49E7-8780-B4A4D403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1706" y="3922976"/>
            <a:ext cx="275182" cy="226969"/>
          </a:xfrm>
          <a:custGeom xmlns:a="http://schemas.openxmlformats.org/drawingml/2006/main">
            <a:pathLst>
              <a:path w="275182" h="226969">
                <a:moveTo>
                  <a:pt x="35338" y="63968"/>
                </a:moveTo>
                <a:cubicBezTo>
                  <a:pt x="29449" y="85609"/>
                  <a:pt x="32326" y="104375"/>
                  <a:pt x="43968" y="120264"/>
                </a:cubicBezTo>
                <a:cubicBezTo>
                  <a:pt x="54516" y="134510"/>
                  <a:pt x="70132" y="144509"/>
                  <a:pt x="90813" y="150125"/>
                </a:cubicBezTo>
                <a:cubicBezTo>
                  <a:pt x="107251" y="154645"/>
                  <a:pt x="120537" y="154920"/>
                  <a:pt x="130536" y="150947"/>
                </a:cubicBezTo>
                <a:cubicBezTo>
                  <a:pt x="140536" y="146975"/>
                  <a:pt x="147248" y="138756"/>
                  <a:pt x="150673" y="126292"/>
                </a:cubicBezTo>
                <a:cubicBezTo>
                  <a:pt x="153822" y="114785"/>
                  <a:pt x="150399" y="101773"/>
                  <a:pt x="140399" y="87527"/>
                </a:cubicBezTo>
                <a:cubicBezTo>
                  <a:pt x="131221" y="74378"/>
                  <a:pt x="120811" y="65611"/>
                  <a:pt x="109580" y="60954"/>
                </a:cubicBezTo>
                <a:cubicBezTo>
                  <a:pt x="97936" y="55201"/>
                  <a:pt x="79308" y="47394"/>
                  <a:pt x="53831" y="37531"/>
                </a:cubicBezTo>
                <a:cubicBezTo>
                  <a:pt x="49035" y="41093"/>
                  <a:pt x="45063" y="45065"/>
                  <a:pt x="42051" y="49448"/>
                </a:cubicBezTo>
                <a:cubicBezTo>
                  <a:pt x="39036" y="53968"/>
                  <a:pt x="36846" y="58762"/>
                  <a:pt x="35338" y="63968"/>
                </a:cubicBezTo>
                <a:moveTo>
                  <a:pt x="8491" y="54790"/>
                </a:moveTo>
                <a:cubicBezTo>
                  <a:pt x="11368" y="44243"/>
                  <a:pt x="15203" y="35750"/>
                  <a:pt x="19861" y="29312"/>
                </a:cubicBezTo>
                <a:cubicBezTo>
                  <a:pt x="24654" y="22875"/>
                  <a:pt x="30270" y="18629"/>
                  <a:pt x="36708" y="16300"/>
                </a:cubicBezTo>
                <a:cubicBezTo>
                  <a:pt x="40408" y="4246"/>
                  <a:pt x="48763" y="0"/>
                  <a:pt x="62049" y="3561"/>
                </a:cubicBezTo>
                <a:cubicBezTo>
                  <a:pt x="70132" y="5890"/>
                  <a:pt x="80541" y="9999"/>
                  <a:pt x="93417" y="16026"/>
                </a:cubicBezTo>
                <a:cubicBezTo>
                  <a:pt x="108346" y="23012"/>
                  <a:pt x="118620" y="27395"/>
                  <a:pt x="124236" y="29450"/>
                </a:cubicBezTo>
                <a:lnTo>
                  <a:pt x="180533" y="49037"/>
                </a:lnTo>
                <a:cubicBezTo>
                  <a:pt x="202997" y="56023"/>
                  <a:pt x="220941" y="63419"/>
                  <a:pt x="234363" y="71364"/>
                </a:cubicBezTo>
                <a:cubicBezTo>
                  <a:pt x="251349" y="81500"/>
                  <a:pt x="262719" y="93417"/>
                  <a:pt x="268334" y="107115"/>
                </a:cubicBezTo>
                <a:cubicBezTo>
                  <a:pt x="275182" y="123689"/>
                  <a:pt x="275046" y="144783"/>
                  <a:pt x="268061" y="170672"/>
                </a:cubicBezTo>
                <a:cubicBezTo>
                  <a:pt x="263951" y="185739"/>
                  <a:pt x="259432" y="198204"/>
                  <a:pt x="254500" y="207792"/>
                </a:cubicBezTo>
                <a:cubicBezTo>
                  <a:pt x="247788" y="221352"/>
                  <a:pt x="239844" y="226969"/>
                  <a:pt x="230940" y="224503"/>
                </a:cubicBezTo>
                <a:cubicBezTo>
                  <a:pt x="220805" y="221764"/>
                  <a:pt x="217105" y="215326"/>
                  <a:pt x="219845" y="205463"/>
                </a:cubicBezTo>
                <a:cubicBezTo>
                  <a:pt x="220941" y="201354"/>
                  <a:pt x="223817" y="194779"/>
                  <a:pt x="228338" y="185876"/>
                </a:cubicBezTo>
                <a:cubicBezTo>
                  <a:pt x="232995" y="176835"/>
                  <a:pt x="236829" y="166425"/>
                  <a:pt x="239708" y="154782"/>
                </a:cubicBezTo>
                <a:cubicBezTo>
                  <a:pt x="245322" y="132867"/>
                  <a:pt x="238884" y="114922"/>
                  <a:pt x="220392" y="100951"/>
                </a:cubicBezTo>
                <a:cubicBezTo>
                  <a:pt x="208065" y="91637"/>
                  <a:pt x="187520" y="82870"/>
                  <a:pt x="158753" y="74651"/>
                </a:cubicBezTo>
                <a:cubicBezTo>
                  <a:pt x="168478" y="83966"/>
                  <a:pt x="175054" y="93554"/>
                  <a:pt x="178341" y="103690"/>
                </a:cubicBezTo>
                <a:cubicBezTo>
                  <a:pt x="181765" y="113689"/>
                  <a:pt x="181903" y="124100"/>
                  <a:pt x="178890" y="135058"/>
                </a:cubicBezTo>
                <a:cubicBezTo>
                  <a:pt x="173274" y="155604"/>
                  <a:pt x="161630" y="170397"/>
                  <a:pt x="144097" y="179575"/>
                </a:cubicBezTo>
                <a:cubicBezTo>
                  <a:pt x="126564" y="188615"/>
                  <a:pt x="106565" y="189985"/>
                  <a:pt x="84103" y="183958"/>
                </a:cubicBezTo>
                <a:cubicBezTo>
                  <a:pt x="53420" y="175466"/>
                  <a:pt x="31092" y="159851"/>
                  <a:pt x="17120" y="137112"/>
                </a:cubicBezTo>
                <a:cubicBezTo>
                  <a:pt x="2875" y="113689"/>
                  <a:pt x="0" y="86158"/>
                  <a:pt x="8491" y="5479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text-52 g">
            <a:extLst xmlns:a="http://schemas.openxmlformats.org/drawingml/2006/main">
              <a:ext uri="{FF2B5EF4-FFF2-40B4-BE49-F238E27FC236}">
                <a16:creationId xmlns:a16="http://schemas.microsoft.com/office/drawing/2014/main" id="{A71E3AEE-4294-498E-80F1-68EBC63B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481262">
            <a:off x="8067788" y="3734603"/>
            <a:ext cx="255323" cy="502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2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2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82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</a:t>
            </a:r>
          </a:p>
        </p:txBody>
      </p:sp>
      <p:sp>
        <p:nvSpPr>
          <p:cNvPr id="53" name="path-53">
            <a:extLst xmlns:a="http://schemas.openxmlformats.org/drawingml/2006/main">
              <a:ext uri="{FF2B5EF4-FFF2-40B4-BE49-F238E27FC236}">
                <a16:creationId xmlns:a16="http://schemas.microsoft.com/office/drawing/2014/main" id="{957DB0CA-8221-4A29-98F6-BC1FA0D9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447" y="4104469"/>
            <a:ext cx="353808" cy="201766"/>
          </a:xfrm>
          <a:custGeom xmlns:a="http://schemas.openxmlformats.org/drawingml/2006/main">
            <a:pathLst>
              <a:path w="353808" h="201766">
                <a:moveTo>
                  <a:pt x="307784" y="69721"/>
                </a:moveTo>
                <a:cubicBezTo>
                  <a:pt x="306551" y="63557"/>
                  <a:pt x="305319" y="58078"/>
                  <a:pt x="304086" y="53284"/>
                </a:cubicBezTo>
                <a:cubicBezTo>
                  <a:pt x="302854" y="48490"/>
                  <a:pt x="301620" y="44517"/>
                  <a:pt x="300388" y="41230"/>
                </a:cubicBezTo>
                <a:lnTo>
                  <a:pt x="261624" y="48627"/>
                </a:lnTo>
                <a:lnTo>
                  <a:pt x="177110" y="60817"/>
                </a:lnTo>
                <a:lnTo>
                  <a:pt x="179027" y="84515"/>
                </a:lnTo>
                <a:cubicBezTo>
                  <a:pt x="183685" y="108074"/>
                  <a:pt x="193546" y="126703"/>
                  <a:pt x="208751" y="140400"/>
                </a:cubicBezTo>
                <a:cubicBezTo>
                  <a:pt x="225325" y="155468"/>
                  <a:pt x="244639" y="160810"/>
                  <a:pt x="266692" y="156427"/>
                </a:cubicBezTo>
                <a:cubicBezTo>
                  <a:pt x="282444" y="153276"/>
                  <a:pt x="294224" y="142181"/>
                  <a:pt x="302305" y="123005"/>
                </a:cubicBezTo>
                <a:cubicBezTo>
                  <a:pt x="309565" y="105472"/>
                  <a:pt x="311346" y="87665"/>
                  <a:pt x="307784" y="69721"/>
                </a:cubicBezTo>
                <a:moveTo>
                  <a:pt x="348740" y="66571"/>
                </a:moveTo>
                <a:cubicBezTo>
                  <a:pt x="353808" y="92185"/>
                  <a:pt x="349836" y="117937"/>
                  <a:pt x="336824" y="143962"/>
                </a:cubicBezTo>
                <a:cubicBezTo>
                  <a:pt x="322441" y="172453"/>
                  <a:pt x="301620" y="189438"/>
                  <a:pt x="274363" y="194780"/>
                </a:cubicBezTo>
                <a:cubicBezTo>
                  <a:pt x="239708" y="201766"/>
                  <a:pt x="209436" y="194095"/>
                  <a:pt x="183547" y="171905"/>
                </a:cubicBezTo>
                <a:cubicBezTo>
                  <a:pt x="160398" y="152044"/>
                  <a:pt x="145468" y="125608"/>
                  <a:pt x="138893" y="92596"/>
                </a:cubicBezTo>
                <a:cubicBezTo>
                  <a:pt x="138072" y="88624"/>
                  <a:pt x="137249" y="79857"/>
                  <a:pt x="136428" y="66297"/>
                </a:cubicBezTo>
                <a:cubicBezTo>
                  <a:pt x="115059" y="69447"/>
                  <a:pt x="77939" y="76296"/>
                  <a:pt x="24929" y="86843"/>
                </a:cubicBezTo>
                <a:cubicBezTo>
                  <a:pt x="19314" y="87939"/>
                  <a:pt x="14245" y="87117"/>
                  <a:pt x="9725" y="84241"/>
                </a:cubicBezTo>
                <a:cubicBezTo>
                  <a:pt x="5068" y="81364"/>
                  <a:pt x="2192" y="77254"/>
                  <a:pt x="1233" y="71776"/>
                </a:cubicBezTo>
                <a:cubicBezTo>
                  <a:pt x="0" y="66159"/>
                  <a:pt x="1096" y="61092"/>
                  <a:pt x="4109" y="56708"/>
                </a:cubicBezTo>
                <a:cubicBezTo>
                  <a:pt x="7260" y="52325"/>
                  <a:pt x="11643" y="49586"/>
                  <a:pt x="17259" y="48353"/>
                </a:cubicBezTo>
                <a:lnTo>
                  <a:pt x="79035" y="36025"/>
                </a:lnTo>
                <a:cubicBezTo>
                  <a:pt x="99581" y="31916"/>
                  <a:pt x="128894" y="27395"/>
                  <a:pt x="166836" y="22464"/>
                </a:cubicBezTo>
                <a:cubicBezTo>
                  <a:pt x="207792" y="17259"/>
                  <a:pt x="237105" y="13013"/>
                  <a:pt x="254775" y="9726"/>
                </a:cubicBezTo>
                <a:lnTo>
                  <a:pt x="283676" y="3973"/>
                </a:lnTo>
                <a:cubicBezTo>
                  <a:pt x="297648" y="1233"/>
                  <a:pt x="307922" y="0"/>
                  <a:pt x="314496" y="412"/>
                </a:cubicBezTo>
                <a:cubicBezTo>
                  <a:pt x="327510" y="1233"/>
                  <a:pt x="334221" y="6986"/>
                  <a:pt x="334632" y="17807"/>
                </a:cubicBezTo>
                <a:cubicBezTo>
                  <a:pt x="336824" y="22053"/>
                  <a:pt x="339151" y="28217"/>
                  <a:pt x="341481" y="36299"/>
                </a:cubicBezTo>
                <a:cubicBezTo>
                  <a:pt x="343946" y="44381"/>
                  <a:pt x="346274" y="54517"/>
                  <a:pt x="348740" y="665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text-54 P">
            <a:extLst xmlns:a="http://schemas.openxmlformats.org/drawingml/2006/main">
              <a:ext uri="{FF2B5EF4-FFF2-40B4-BE49-F238E27FC236}">
                <a16:creationId xmlns:a16="http://schemas.microsoft.com/office/drawing/2014/main" id="{A43F0114-34E9-44B4-B7B1-C69E48F4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722759">
            <a:off x="4538591" y="3952972"/>
            <a:ext cx="307945" cy="615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4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4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</a:t>
            </a:r>
          </a:p>
        </p:txBody>
      </p:sp>
      <p:sp>
        <p:nvSpPr>
          <p:cNvPr id="55" name="path-55">
            <a:extLst xmlns:a="http://schemas.openxmlformats.org/drawingml/2006/main">
              <a:ext uri="{FF2B5EF4-FFF2-40B4-BE49-F238E27FC236}">
                <a16:creationId xmlns:a16="http://schemas.microsoft.com/office/drawing/2014/main" id="{0536B3C9-FFAA-47B4-BA9C-EA9A8C90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250" y="4337191"/>
            <a:ext cx="241214" cy="236147"/>
          </a:xfrm>
          <a:custGeom xmlns:a="http://schemas.openxmlformats.org/drawingml/2006/main">
            <a:pathLst>
              <a:path w="241214" h="236147">
                <a:moveTo>
                  <a:pt x="193821" y="80679"/>
                </a:moveTo>
                <a:cubicBezTo>
                  <a:pt x="187657" y="64378"/>
                  <a:pt x="176288" y="53146"/>
                  <a:pt x="159577" y="46983"/>
                </a:cubicBezTo>
                <a:cubicBezTo>
                  <a:pt x="143003" y="40819"/>
                  <a:pt x="120950" y="39860"/>
                  <a:pt x="93417" y="43969"/>
                </a:cubicBezTo>
                <a:lnTo>
                  <a:pt x="145742" y="94650"/>
                </a:lnTo>
                <a:cubicBezTo>
                  <a:pt x="166425" y="114512"/>
                  <a:pt x="183136" y="128072"/>
                  <a:pt x="195601" y="135058"/>
                </a:cubicBezTo>
                <a:cubicBezTo>
                  <a:pt x="202039" y="119580"/>
                  <a:pt x="201491" y="101499"/>
                  <a:pt x="193821" y="80679"/>
                </a:cubicBezTo>
                <a:moveTo>
                  <a:pt x="229982" y="67255"/>
                </a:moveTo>
                <a:cubicBezTo>
                  <a:pt x="238201" y="89582"/>
                  <a:pt x="241214" y="109033"/>
                  <a:pt x="238886" y="125881"/>
                </a:cubicBezTo>
                <a:cubicBezTo>
                  <a:pt x="236009" y="146701"/>
                  <a:pt x="225052" y="160536"/>
                  <a:pt x="205875" y="167659"/>
                </a:cubicBezTo>
                <a:cubicBezTo>
                  <a:pt x="192588" y="172589"/>
                  <a:pt x="177521" y="169576"/>
                  <a:pt x="160946" y="158481"/>
                </a:cubicBezTo>
                <a:cubicBezTo>
                  <a:pt x="153550" y="153687"/>
                  <a:pt x="140811" y="142180"/>
                  <a:pt x="122593" y="124237"/>
                </a:cubicBezTo>
                <a:lnTo>
                  <a:pt x="57804" y="61091"/>
                </a:lnTo>
                <a:cubicBezTo>
                  <a:pt x="49448" y="72734"/>
                  <a:pt x="44517" y="85062"/>
                  <a:pt x="43010" y="98348"/>
                </a:cubicBezTo>
                <a:cubicBezTo>
                  <a:pt x="41641" y="111635"/>
                  <a:pt x="43558" y="125744"/>
                  <a:pt x="49174" y="140674"/>
                </a:cubicBezTo>
                <a:cubicBezTo>
                  <a:pt x="52599" y="149851"/>
                  <a:pt x="58351" y="159988"/>
                  <a:pt x="66433" y="171220"/>
                </a:cubicBezTo>
                <a:cubicBezTo>
                  <a:pt x="76707" y="185328"/>
                  <a:pt x="86295" y="193410"/>
                  <a:pt x="95198" y="195327"/>
                </a:cubicBezTo>
                <a:cubicBezTo>
                  <a:pt x="103964" y="197245"/>
                  <a:pt x="109444" y="200806"/>
                  <a:pt x="111361" y="206011"/>
                </a:cubicBezTo>
                <a:cubicBezTo>
                  <a:pt x="113005" y="210668"/>
                  <a:pt x="112868" y="215463"/>
                  <a:pt x="110677" y="220531"/>
                </a:cubicBezTo>
                <a:cubicBezTo>
                  <a:pt x="108485" y="225462"/>
                  <a:pt x="105061" y="228886"/>
                  <a:pt x="100403" y="230667"/>
                </a:cubicBezTo>
                <a:cubicBezTo>
                  <a:pt x="85473" y="236147"/>
                  <a:pt x="68214" y="228886"/>
                  <a:pt x="48627" y="208888"/>
                </a:cubicBezTo>
                <a:cubicBezTo>
                  <a:pt x="31915" y="191766"/>
                  <a:pt x="19999" y="173548"/>
                  <a:pt x="12739" y="154098"/>
                </a:cubicBezTo>
                <a:cubicBezTo>
                  <a:pt x="1507" y="123826"/>
                  <a:pt x="0" y="96568"/>
                  <a:pt x="8219" y="72186"/>
                </a:cubicBezTo>
                <a:cubicBezTo>
                  <a:pt x="17259" y="45476"/>
                  <a:pt x="36984" y="26436"/>
                  <a:pt x="67118" y="15341"/>
                </a:cubicBezTo>
                <a:cubicBezTo>
                  <a:pt x="101910" y="2329"/>
                  <a:pt x="134236" y="0"/>
                  <a:pt x="164097" y="8081"/>
                </a:cubicBezTo>
                <a:cubicBezTo>
                  <a:pt x="196560" y="16848"/>
                  <a:pt x="218476" y="36573"/>
                  <a:pt x="229982" y="6725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text-56 e">
            <a:extLst xmlns:a="http://schemas.openxmlformats.org/drawingml/2006/main">
              <a:ext uri="{FF2B5EF4-FFF2-40B4-BE49-F238E27FC236}">
                <a16:creationId xmlns:a16="http://schemas.microsoft.com/office/drawing/2014/main" id="{EA37693D-2E2E-4BB9-8AFE-817F7D15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178463">
            <a:off x="4598927" y="4165368"/>
            <a:ext cx="316890" cy="6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2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42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42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</a:t>
            </a:r>
          </a:p>
        </p:txBody>
      </p:sp>
      <p:sp>
        <p:nvSpPr>
          <p:cNvPr id="57" name="path-57">
            <a:extLst xmlns:a="http://schemas.openxmlformats.org/drawingml/2006/main">
              <a:ext uri="{FF2B5EF4-FFF2-40B4-BE49-F238E27FC236}">
                <a16:creationId xmlns:a16="http://schemas.microsoft.com/office/drawing/2014/main" id="{F4AB482D-6295-4C30-B8DB-0478C257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874" y="4521012"/>
            <a:ext cx="277102" cy="180123"/>
          </a:xfrm>
          <a:custGeom xmlns:a="http://schemas.openxmlformats.org/drawingml/2006/main">
            <a:pathLst>
              <a:path w="277102" h="180123">
                <a:moveTo>
                  <a:pt x="271349" y="109992"/>
                </a:moveTo>
                <a:cubicBezTo>
                  <a:pt x="276827" y="120264"/>
                  <a:pt x="277102" y="129853"/>
                  <a:pt x="272170" y="139031"/>
                </a:cubicBezTo>
                <a:cubicBezTo>
                  <a:pt x="267241" y="148208"/>
                  <a:pt x="257103" y="157111"/>
                  <a:pt x="241625" y="165467"/>
                </a:cubicBezTo>
                <a:cubicBezTo>
                  <a:pt x="235188" y="169028"/>
                  <a:pt x="230805" y="171357"/>
                  <a:pt x="228475" y="172452"/>
                </a:cubicBezTo>
                <a:cubicBezTo>
                  <a:pt x="212312" y="180123"/>
                  <a:pt x="200943" y="178069"/>
                  <a:pt x="194642" y="166426"/>
                </a:cubicBezTo>
                <a:cubicBezTo>
                  <a:pt x="188752" y="155605"/>
                  <a:pt x="192039" y="146838"/>
                  <a:pt x="204505" y="140126"/>
                </a:cubicBezTo>
                <a:cubicBezTo>
                  <a:pt x="206834" y="138757"/>
                  <a:pt x="211080" y="136154"/>
                  <a:pt x="217380" y="132319"/>
                </a:cubicBezTo>
                <a:lnTo>
                  <a:pt x="232859" y="123141"/>
                </a:lnTo>
                <a:cubicBezTo>
                  <a:pt x="219710" y="104649"/>
                  <a:pt x="205464" y="91774"/>
                  <a:pt x="190122" y="84651"/>
                </a:cubicBezTo>
                <a:cubicBezTo>
                  <a:pt x="176014" y="77939"/>
                  <a:pt x="158618" y="75337"/>
                  <a:pt x="138072" y="76843"/>
                </a:cubicBezTo>
                <a:lnTo>
                  <a:pt x="35203" y="133415"/>
                </a:lnTo>
                <a:cubicBezTo>
                  <a:pt x="22464" y="140263"/>
                  <a:pt x="12739" y="137524"/>
                  <a:pt x="6027" y="125059"/>
                </a:cubicBezTo>
                <a:cubicBezTo>
                  <a:pt x="0" y="113964"/>
                  <a:pt x="3425" y="105060"/>
                  <a:pt x="16026" y="98212"/>
                </a:cubicBezTo>
                <a:lnTo>
                  <a:pt x="148208" y="26299"/>
                </a:lnTo>
                <a:cubicBezTo>
                  <a:pt x="152317" y="23971"/>
                  <a:pt x="158618" y="20820"/>
                  <a:pt x="167111" y="16574"/>
                </a:cubicBezTo>
                <a:cubicBezTo>
                  <a:pt x="175466" y="12465"/>
                  <a:pt x="181767" y="9177"/>
                  <a:pt x="186013" y="6986"/>
                </a:cubicBezTo>
                <a:cubicBezTo>
                  <a:pt x="198615" y="0"/>
                  <a:pt x="207930" y="2055"/>
                  <a:pt x="213956" y="13150"/>
                </a:cubicBezTo>
                <a:cubicBezTo>
                  <a:pt x="220667" y="25478"/>
                  <a:pt x="213683" y="37394"/>
                  <a:pt x="192862" y="48763"/>
                </a:cubicBezTo>
                <a:cubicBezTo>
                  <a:pt x="229160" y="60269"/>
                  <a:pt x="255322" y="80679"/>
                  <a:pt x="271349" y="10999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text-58 r">
            <a:extLst xmlns:a="http://schemas.openxmlformats.org/drawingml/2006/main">
              <a:ext uri="{FF2B5EF4-FFF2-40B4-BE49-F238E27FC236}">
                <a16:creationId xmlns:a16="http://schemas.microsoft.com/office/drawing/2014/main" id="{AD70B994-381E-4C01-9B02-4A8FB6DB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687724">
            <a:off x="4706725" y="4355654"/>
            <a:ext cx="288556" cy="611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4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4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</a:t>
            </a:r>
          </a:p>
        </p:txBody>
      </p:sp>
      <p:sp>
        <p:nvSpPr>
          <p:cNvPr id="59" name="path-59">
            <a:extLst xmlns:a="http://schemas.openxmlformats.org/drawingml/2006/main">
              <a:ext uri="{FF2B5EF4-FFF2-40B4-BE49-F238E27FC236}">
                <a16:creationId xmlns:a16="http://schemas.microsoft.com/office/drawing/2014/main" id="{CFE47C57-DA00-4FB6-89F2-BFE00263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535" y="4720997"/>
            <a:ext cx="243543" cy="221627"/>
          </a:xfrm>
          <a:custGeom xmlns:a="http://schemas.openxmlformats.org/drawingml/2006/main">
            <a:pathLst>
              <a:path w="243543" h="221627">
                <a:moveTo>
                  <a:pt x="217791" y="31094"/>
                </a:moveTo>
                <a:cubicBezTo>
                  <a:pt x="226010" y="42462"/>
                  <a:pt x="232585" y="56982"/>
                  <a:pt x="237516" y="74789"/>
                </a:cubicBezTo>
                <a:cubicBezTo>
                  <a:pt x="243543" y="97527"/>
                  <a:pt x="241626" y="112320"/>
                  <a:pt x="231901" y="119443"/>
                </a:cubicBezTo>
                <a:cubicBezTo>
                  <a:pt x="227516" y="122730"/>
                  <a:pt x="222449" y="124100"/>
                  <a:pt x="216970" y="123689"/>
                </a:cubicBezTo>
                <a:cubicBezTo>
                  <a:pt x="211491" y="123278"/>
                  <a:pt x="207107" y="120949"/>
                  <a:pt x="204094" y="116703"/>
                </a:cubicBezTo>
                <a:cubicBezTo>
                  <a:pt x="201629" y="113279"/>
                  <a:pt x="200533" y="109718"/>
                  <a:pt x="200669" y="105745"/>
                </a:cubicBezTo>
                <a:cubicBezTo>
                  <a:pt x="200944" y="101773"/>
                  <a:pt x="201218" y="97938"/>
                  <a:pt x="201492" y="94239"/>
                </a:cubicBezTo>
                <a:cubicBezTo>
                  <a:pt x="201903" y="83418"/>
                  <a:pt x="196561" y="70269"/>
                  <a:pt x="185191" y="54790"/>
                </a:cubicBezTo>
                <a:cubicBezTo>
                  <a:pt x="176698" y="43010"/>
                  <a:pt x="157659" y="39038"/>
                  <a:pt x="128210" y="42874"/>
                </a:cubicBezTo>
                <a:cubicBezTo>
                  <a:pt x="101363" y="46298"/>
                  <a:pt x="80815" y="53284"/>
                  <a:pt x="66708" y="63557"/>
                </a:cubicBezTo>
                <a:cubicBezTo>
                  <a:pt x="51502" y="74652"/>
                  <a:pt x="43284" y="88623"/>
                  <a:pt x="42052" y="105334"/>
                </a:cubicBezTo>
                <a:cubicBezTo>
                  <a:pt x="40956" y="121087"/>
                  <a:pt x="45887" y="136428"/>
                  <a:pt x="56982" y="151769"/>
                </a:cubicBezTo>
                <a:cubicBezTo>
                  <a:pt x="62051" y="158618"/>
                  <a:pt x="69310" y="164645"/>
                  <a:pt x="78624" y="169850"/>
                </a:cubicBezTo>
                <a:lnTo>
                  <a:pt x="104101" y="182178"/>
                </a:lnTo>
                <a:cubicBezTo>
                  <a:pt x="108485" y="184232"/>
                  <a:pt x="111224" y="186013"/>
                  <a:pt x="112183" y="187520"/>
                </a:cubicBezTo>
                <a:cubicBezTo>
                  <a:pt x="115334" y="191766"/>
                  <a:pt x="116293" y="196698"/>
                  <a:pt x="115196" y="202313"/>
                </a:cubicBezTo>
                <a:cubicBezTo>
                  <a:pt x="114100" y="207929"/>
                  <a:pt x="111361" y="212312"/>
                  <a:pt x="106978" y="215600"/>
                </a:cubicBezTo>
                <a:cubicBezTo>
                  <a:pt x="98485" y="221627"/>
                  <a:pt x="83829" y="218750"/>
                  <a:pt x="63146" y="206696"/>
                </a:cubicBezTo>
                <a:cubicBezTo>
                  <a:pt x="44791" y="196149"/>
                  <a:pt x="31915" y="185739"/>
                  <a:pt x="24382" y="175466"/>
                </a:cubicBezTo>
                <a:cubicBezTo>
                  <a:pt x="7122" y="151769"/>
                  <a:pt x="0" y="126839"/>
                  <a:pt x="2740" y="100540"/>
                </a:cubicBezTo>
                <a:cubicBezTo>
                  <a:pt x="5616" y="73008"/>
                  <a:pt x="19451" y="50270"/>
                  <a:pt x="43969" y="32327"/>
                </a:cubicBezTo>
                <a:cubicBezTo>
                  <a:pt x="67393" y="15204"/>
                  <a:pt x="97253" y="5479"/>
                  <a:pt x="133551" y="2876"/>
                </a:cubicBezTo>
                <a:cubicBezTo>
                  <a:pt x="173959" y="0"/>
                  <a:pt x="202039" y="9451"/>
                  <a:pt x="217791" y="3109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text-60 c">
            <a:extLst xmlns:a="http://schemas.openxmlformats.org/drawingml/2006/main">
              <a:ext uri="{FF2B5EF4-FFF2-40B4-BE49-F238E27FC236}">
                <a16:creationId xmlns:a16="http://schemas.microsoft.com/office/drawing/2014/main" id="{574132D8-5CB6-4FF5-B967-32787691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235393">
            <a:off x="4814296" y="4521377"/>
            <a:ext cx="309016" cy="623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5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</a:t>
            </a:r>
          </a:p>
        </p:txBody>
      </p:sp>
      <p:sp>
        <p:nvSpPr>
          <p:cNvPr id="61" name="path-61">
            <a:extLst xmlns:a="http://schemas.openxmlformats.org/drawingml/2006/main">
              <a:ext uri="{FF2B5EF4-FFF2-40B4-BE49-F238E27FC236}">
                <a16:creationId xmlns:a16="http://schemas.microsoft.com/office/drawing/2014/main" id="{A0BEE922-FB27-40F1-92CD-A2C4512C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798" y="4874273"/>
            <a:ext cx="240940" cy="245598"/>
          </a:xfrm>
          <a:custGeom xmlns:a="http://schemas.openxmlformats.org/drawingml/2006/main">
            <a:pathLst>
              <a:path w="240940" h="245598">
                <a:moveTo>
                  <a:pt x="175877" y="59722"/>
                </a:moveTo>
                <a:cubicBezTo>
                  <a:pt x="163822" y="47119"/>
                  <a:pt x="148893" y="41366"/>
                  <a:pt x="131222" y="42325"/>
                </a:cubicBezTo>
                <a:cubicBezTo>
                  <a:pt x="113416" y="43284"/>
                  <a:pt x="92732" y="51092"/>
                  <a:pt x="69173" y="65748"/>
                </a:cubicBezTo>
                <a:lnTo>
                  <a:pt x="137387" y="91637"/>
                </a:lnTo>
                <a:cubicBezTo>
                  <a:pt x="164234" y="101636"/>
                  <a:pt x="184917" y="107252"/>
                  <a:pt x="199300" y="108759"/>
                </a:cubicBezTo>
                <a:cubicBezTo>
                  <a:pt x="199026" y="92048"/>
                  <a:pt x="191218" y="75610"/>
                  <a:pt x="175877" y="59722"/>
                </a:cubicBezTo>
                <a:moveTo>
                  <a:pt x="203683" y="33011"/>
                </a:moveTo>
                <a:cubicBezTo>
                  <a:pt x="220120" y="50133"/>
                  <a:pt x="230667" y="66844"/>
                  <a:pt x="235324" y="83144"/>
                </a:cubicBezTo>
                <a:cubicBezTo>
                  <a:pt x="240940" y="103279"/>
                  <a:pt x="236283" y="120402"/>
                  <a:pt x="221627" y="134647"/>
                </a:cubicBezTo>
                <a:cubicBezTo>
                  <a:pt x="211353" y="144510"/>
                  <a:pt x="196286" y="147660"/>
                  <a:pt x="176698" y="144098"/>
                </a:cubicBezTo>
                <a:cubicBezTo>
                  <a:pt x="168069" y="142592"/>
                  <a:pt x="151769" y="137113"/>
                  <a:pt x="127935" y="127935"/>
                </a:cubicBezTo>
                <a:lnTo>
                  <a:pt x="43284" y="95746"/>
                </a:lnTo>
                <a:cubicBezTo>
                  <a:pt x="40271" y="109717"/>
                  <a:pt x="40681" y="123004"/>
                  <a:pt x="44653" y="135880"/>
                </a:cubicBezTo>
                <a:cubicBezTo>
                  <a:pt x="48626" y="148619"/>
                  <a:pt x="56023" y="160672"/>
                  <a:pt x="66981" y="172178"/>
                </a:cubicBezTo>
                <a:cubicBezTo>
                  <a:pt x="73830" y="179301"/>
                  <a:pt x="83144" y="186287"/>
                  <a:pt x="95061" y="193273"/>
                </a:cubicBezTo>
                <a:cubicBezTo>
                  <a:pt x="110128" y="202176"/>
                  <a:pt x="122046" y="205737"/>
                  <a:pt x="130949" y="203957"/>
                </a:cubicBezTo>
                <a:cubicBezTo>
                  <a:pt x="139851" y="202176"/>
                  <a:pt x="146153" y="203409"/>
                  <a:pt x="150125" y="207381"/>
                </a:cubicBezTo>
                <a:cubicBezTo>
                  <a:pt x="153550" y="210942"/>
                  <a:pt x="155193" y="215463"/>
                  <a:pt x="155193" y="220942"/>
                </a:cubicBezTo>
                <a:cubicBezTo>
                  <a:pt x="155193" y="226421"/>
                  <a:pt x="153412" y="230941"/>
                  <a:pt x="149851" y="234365"/>
                </a:cubicBezTo>
                <a:cubicBezTo>
                  <a:pt x="138345" y="245323"/>
                  <a:pt x="119717" y="245598"/>
                  <a:pt x="93691" y="235050"/>
                </a:cubicBezTo>
                <a:cubicBezTo>
                  <a:pt x="71638" y="225873"/>
                  <a:pt x="53283" y="213956"/>
                  <a:pt x="39038" y="199026"/>
                </a:cubicBezTo>
                <a:cubicBezTo>
                  <a:pt x="16711" y="175740"/>
                  <a:pt x="4383" y="151221"/>
                  <a:pt x="2192" y="125607"/>
                </a:cubicBezTo>
                <a:cubicBezTo>
                  <a:pt x="0" y="97527"/>
                  <a:pt x="10410" y="72323"/>
                  <a:pt x="33558" y="49996"/>
                </a:cubicBezTo>
                <a:cubicBezTo>
                  <a:pt x="60406" y="24381"/>
                  <a:pt x="89171" y="9314"/>
                  <a:pt x="119717" y="4794"/>
                </a:cubicBezTo>
                <a:cubicBezTo>
                  <a:pt x="153139" y="0"/>
                  <a:pt x="181083" y="9314"/>
                  <a:pt x="203683" y="3301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text-62 e">
            <a:extLst xmlns:a="http://schemas.openxmlformats.org/drawingml/2006/main">
              <a:ext uri="{FF2B5EF4-FFF2-40B4-BE49-F238E27FC236}">
                <a16:creationId xmlns:a16="http://schemas.microsoft.com/office/drawing/2014/main" id="{0DDFC631-65C3-488B-9DC9-0F5EFEDB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71448">
            <a:off x="4950988" y="4693176"/>
            <a:ext cx="316657" cy="6091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2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42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42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</a:t>
            </a:r>
          </a:p>
        </p:txBody>
      </p:sp>
      <p:sp>
        <p:nvSpPr>
          <p:cNvPr id="63" name="path-63">
            <a:extLst xmlns:a="http://schemas.openxmlformats.org/drawingml/2006/main">
              <a:ext uri="{FF2B5EF4-FFF2-40B4-BE49-F238E27FC236}">
                <a16:creationId xmlns:a16="http://schemas.microsoft.com/office/drawing/2014/main" id="{63E8D14E-A3E4-4FBB-A074-B140A5A9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0573" y="4991113"/>
            <a:ext cx="320660" cy="294498"/>
          </a:xfrm>
          <a:custGeom xmlns:a="http://schemas.openxmlformats.org/drawingml/2006/main">
            <a:pathLst>
              <a:path w="320660" h="294498">
                <a:moveTo>
                  <a:pt x="262445" y="103964"/>
                </a:moveTo>
                <a:cubicBezTo>
                  <a:pt x="252173" y="95746"/>
                  <a:pt x="241078" y="90678"/>
                  <a:pt x="229160" y="88624"/>
                </a:cubicBezTo>
                <a:cubicBezTo>
                  <a:pt x="220530" y="87254"/>
                  <a:pt x="208339" y="87254"/>
                  <a:pt x="192451" y="88624"/>
                </a:cubicBezTo>
                <a:cubicBezTo>
                  <a:pt x="173822" y="115197"/>
                  <a:pt x="153276" y="142318"/>
                  <a:pt x="131085" y="170398"/>
                </a:cubicBezTo>
                <a:cubicBezTo>
                  <a:pt x="139442" y="184780"/>
                  <a:pt x="149852" y="196698"/>
                  <a:pt x="162042" y="206422"/>
                </a:cubicBezTo>
                <a:cubicBezTo>
                  <a:pt x="176014" y="217517"/>
                  <a:pt x="190807" y="220805"/>
                  <a:pt x="206422" y="216285"/>
                </a:cubicBezTo>
                <a:cubicBezTo>
                  <a:pt x="219983" y="212312"/>
                  <a:pt x="232585" y="203135"/>
                  <a:pt x="244090" y="188753"/>
                </a:cubicBezTo>
                <a:cubicBezTo>
                  <a:pt x="260254" y="168343"/>
                  <a:pt x="269842" y="151085"/>
                  <a:pt x="272856" y="137113"/>
                </a:cubicBezTo>
                <a:cubicBezTo>
                  <a:pt x="276006" y="123005"/>
                  <a:pt x="272445" y="111910"/>
                  <a:pt x="262445" y="103964"/>
                </a:cubicBezTo>
                <a:moveTo>
                  <a:pt x="230804" y="5616"/>
                </a:moveTo>
                <a:cubicBezTo>
                  <a:pt x="235187" y="9178"/>
                  <a:pt x="237516" y="13561"/>
                  <a:pt x="238063" y="19040"/>
                </a:cubicBezTo>
                <a:cubicBezTo>
                  <a:pt x="238612" y="24519"/>
                  <a:pt x="237105" y="29450"/>
                  <a:pt x="233544" y="33833"/>
                </a:cubicBezTo>
                <a:cubicBezTo>
                  <a:pt x="232722" y="34929"/>
                  <a:pt x="231078" y="36573"/>
                  <a:pt x="228612" y="39038"/>
                </a:cubicBezTo>
                <a:cubicBezTo>
                  <a:pt x="225325" y="42051"/>
                  <a:pt x="222311" y="44928"/>
                  <a:pt x="219846" y="47668"/>
                </a:cubicBezTo>
                <a:cubicBezTo>
                  <a:pt x="234640" y="48764"/>
                  <a:pt x="247926" y="51092"/>
                  <a:pt x="259432" y="54927"/>
                </a:cubicBezTo>
                <a:cubicBezTo>
                  <a:pt x="271076" y="58763"/>
                  <a:pt x="280937" y="63968"/>
                  <a:pt x="289019" y="70406"/>
                </a:cubicBezTo>
                <a:cubicBezTo>
                  <a:pt x="312030" y="88624"/>
                  <a:pt x="320660" y="112184"/>
                  <a:pt x="315181" y="140948"/>
                </a:cubicBezTo>
                <a:cubicBezTo>
                  <a:pt x="310661" y="163686"/>
                  <a:pt x="297923" y="188342"/>
                  <a:pt x="276965" y="214915"/>
                </a:cubicBezTo>
                <a:cubicBezTo>
                  <a:pt x="257651" y="239022"/>
                  <a:pt x="235325" y="253816"/>
                  <a:pt x="209984" y="259158"/>
                </a:cubicBezTo>
                <a:cubicBezTo>
                  <a:pt x="183000" y="264638"/>
                  <a:pt x="158070" y="258336"/>
                  <a:pt x="135195" y="240118"/>
                </a:cubicBezTo>
                <a:cubicBezTo>
                  <a:pt x="123963" y="231215"/>
                  <a:pt x="113141" y="219709"/>
                  <a:pt x="102595" y="205464"/>
                </a:cubicBezTo>
                <a:lnTo>
                  <a:pt x="38491" y="285320"/>
                </a:lnTo>
                <a:cubicBezTo>
                  <a:pt x="34518" y="290252"/>
                  <a:pt x="29861" y="293128"/>
                  <a:pt x="24245" y="293813"/>
                </a:cubicBezTo>
                <a:cubicBezTo>
                  <a:pt x="18766" y="294498"/>
                  <a:pt x="13561" y="292854"/>
                  <a:pt x="8766" y="289019"/>
                </a:cubicBezTo>
                <a:cubicBezTo>
                  <a:pt x="3972" y="285320"/>
                  <a:pt x="1233" y="280526"/>
                  <a:pt x="685" y="274910"/>
                </a:cubicBezTo>
                <a:cubicBezTo>
                  <a:pt x="0" y="269431"/>
                  <a:pt x="1644" y="264089"/>
                  <a:pt x="5616" y="259296"/>
                </a:cubicBezTo>
                <a:lnTo>
                  <a:pt x="59447" y="192588"/>
                </a:lnTo>
                <a:lnTo>
                  <a:pt x="112731" y="125607"/>
                </a:lnTo>
                <a:cubicBezTo>
                  <a:pt x="131770" y="100815"/>
                  <a:pt x="148756" y="77939"/>
                  <a:pt x="163413" y="56708"/>
                </a:cubicBezTo>
                <a:lnTo>
                  <a:pt x="187931" y="20684"/>
                </a:lnTo>
                <a:cubicBezTo>
                  <a:pt x="194232" y="12739"/>
                  <a:pt x="201080" y="7123"/>
                  <a:pt x="208339" y="3972"/>
                </a:cubicBezTo>
                <a:cubicBezTo>
                  <a:pt x="216832" y="0"/>
                  <a:pt x="224366" y="548"/>
                  <a:pt x="230804" y="561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text-64 p">
            <a:extLst xmlns:a="http://schemas.openxmlformats.org/drawingml/2006/main">
              <a:ext uri="{FF2B5EF4-FFF2-40B4-BE49-F238E27FC236}">
                <a16:creationId xmlns:a16="http://schemas.microsoft.com/office/drawing/2014/main" id="{47BEA924-26EE-44C6-BC5F-7BECBC88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09275">
            <a:off x="5125131" y="4833473"/>
            <a:ext cx="318832" cy="624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5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</a:t>
            </a:r>
          </a:p>
        </p:txBody>
      </p:sp>
      <p:sp>
        <p:nvSpPr>
          <p:cNvPr id="65" name="path-65">
            <a:extLst xmlns:a="http://schemas.openxmlformats.org/drawingml/2006/main">
              <a:ext uri="{FF2B5EF4-FFF2-40B4-BE49-F238E27FC236}">
                <a16:creationId xmlns:a16="http://schemas.microsoft.com/office/drawing/2014/main" id="{C4E782A4-8101-4099-9F12-155D1E1F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5755" y="5089872"/>
            <a:ext cx="206148" cy="283129"/>
          </a:xfrm>
          <a:custGeom xmlns:a="http://schemas.openxmlformats.org/drawingml/2006/main">
            <a:pathLst>
              <a:path w="206148" h="283129">
                <a:moveTo>
                  <a:pt x="168480" y="3972"/>
                </a:moveTo>
                <a:cubicBezTo>
                  <a:pt x="179438" y="10684"/>
                  <a:pt x="180397" y="23560"/>
                  <a:pt x="171494" y="42599"/>
                </a:cubicBezTo>
                <a:cubicBezTo>
                  <a:pt x="169028" y="47394"/>
                  <a:pt x="166015" y="52873"/>
                  <a:pt x="162180" y="59311"/>
                </a:cubicBezTo>
                <a:lnTo>
                  <a:pt x="155330" y="69721"/>
                </a:lnTo>
                <a:lnTo>
                  <a:pt x="148345" y="80953"/>
                </a:lnTo>
                <a:cubicBezTo>
                  <a:pt x="164644" y="88212"/>
                  <a:pt x="173959" y="92459"/>
                  <a:pt x="176151" y="93692"/>
                </a:cubicBezTo>
                <a:cubicBezTo>
                  <a:pt x="188890" y="101500"/>
                  <a:pt x="196834" y="107115"/>
                  <a:pt x="199985" y="110677"/>
                </a:cubicBezTo>
                <a:cubicBezTo>
                  <a:pt x="205875" y="117662"/>
                  <a:pt x="206148" y="125607"/>
                  <a:pt x="200670" y="134647"/>
                </a:cubicBezTo>
                <a:cubicBezTo>
                  <a:pt x="197519" y="139990"/>
                  <a:pt x="193136" y="143414"/>
                  <a:pt x="187657" y="144920"/>
                </a:cubicBezTo>
                <a:cubicBezTo>
                  <a:pt x="182177" y="146427"/>
                  <a:pt x="176836" y="145469"/>
                  <a:pt x="171631" y="142318"/>
                </a:cubicBezTo>
                <a:cubicBezTo>
                  <a:pt x="169028" y="140811"/>
                  <a:pt x="166015" y="138894"/>
                  <a:pt x="162727" y="136428"/>
                </a:cubicBezTo>
                <a:cubicBezTo>
                  <a:pt x="159302" y="134100"/>
                  <a:pt x="156426" y="132182"/>
                  <a:pt x="153824" y="130675"/>
                </a:cubicBezTo>
                <a:cubicBezTo>
                  <a:pt x="151085" y="128895"/>
                  <a:pt x="142180" y="124785"/>
                  <a:pt x="127251" y="118347"/>
                </a:cubicBezTo>
                <a:lnTo>
                  <a:pt x="65200" y="228887"/>
                </a:lnTo>
                <a:lnTo>
                  <a:pt x="60543" y="236968"/>
                </a:lnTo>
                <a:lnTo>
                  <a:pt x="55064" y="246420"/>
                </a:lnTo>
                <a:cubicBezTo>
                  <a:pt x="39449" y="273541"/>
                  <a:pt x="24930" y="283129"/>
                  <a:pt x="11643" y="275048"/>
                </a:cubicBezTo>
                <a:cubicBezTo>
                  <a:pt x="6712" y="272034"/>
                  <a:pt x="3425" y="267925"/>
                  <a:pt x="1781" y="262583"/>
                </a:cubicBezTo>
                <a:cubicBezTo>
                  <a:pt x="0" y="257240"/>
                  <a:pt x="685" y="252173"/>
                  <a:pt x="3561" y="247378"/>
                </a:cubicBezTo>
                <a:cubicBezTo>
                  <a:pt x="6302" y="242721"/>
                  <a:pt x="10684" y="235873"/>
                  <a:pt x="16712" y="226832"/>
                </a:cubicBezTo>
                <a:cubicBezTo>
                  <a:pt x="22601" y="217655"/>
                  <a:pt x="27122" y="210806"/>
                  <a:pt x="29861" y="206149"/>
                </a:cubicBezTo>
                <a:lnTo>
                  <a:pt x="90815" y="96842"/>
                </a:lnTo>
                <a:cubicBezTo>
                  <a:pt x="82186" y="91090"/>
                  <a:pt x="69173" y="81912"/>
                  <a:pt x="52051" y="69173"/>
                </a:cubicBezTo>
                <a:cubicBezTo>
                  <a:pt x="42051" y="61092"/>
                  <a:pt x="40272" y="51777"/>
                  <a:pt x="46710" y="41093"/>
                </a:cubicBezTo>
                <a:cubicBezTo>
                  <a:pt x="49858" y="35751"/>
                  <a:pt x="54243" y="32327"/>
                  <a:pt x="59722" y="30683"/>
                </a:cubicBezTo>
                <a:cubicBezTo>
                  <a:pt x="65200" y="29176"/>
                  <a:pt x="70406" y="29998"/>
                  <a:pt x="75611" y="33012"/>
                </a:cubicBezTo>
                <a:lnTo>
                  <a:pt x="112184" y="59448"/>
                </a:lnTo>
                <a:cubicBezTo>
                  <a:pt x="116019" y="53146"/>
                  <a:pt x="120813" y="44654"/>
                  <a:pt x="126566" y="33833"/>
                </a:cubicBezTo>
                <a:cubicBezTo>
                  <a:pt x="132319" y="23149"/>
                  <a:pt x="136565" y="15342"/>
                  <a:pt x="139304" y="10684"/>
                </a:cubicBezTo>
                <a:cubicBezTo>
                  <a:pt x="142454" y="5617"/>
                  <a:pt x="146838" y="2466"/>
                  <a:pt x="152317" y="1233"/>
                </a:cubicBezTo>
                <a:cubicBezTo>
                  <a:pt x="157933" y="0"/>
                  <a:pt x="163275" y="959"/>
                  <a:pt x="168480" y="397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text-66 t">
            <a:extLst xmlns:a="http://schemas.openxmlformats.org/drawingml/2006/main">
              <a:ext uri="{FF2B5EF4-FFF2-40B4-BE49-F238E27FC236}">
                <a16:creationId xmlns:a16="http://schemas.microsoft.com/office/drawing/2014/main" id="{D4CA3F4D-DF64-411F-9AE2-617FF478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67264">
            <a:off x="5313713" y="4948948"/>
            <a:ext cx="290116" cy="6239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5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5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</a:t>
            </a:r>
          </a:p>
        </p:txBody>
      </p:sp>
      <p:sp>
        <p:nvSpPr>
          <p:cNvPr id="67" name="path-67">
            <a:extLst xmlns:a="http://schemas.openxmlformats.org/drawingml/2006/main">
              <a:ext uri="{FF2B5EF4-FFF2-40B4-BE49-F238E27FC236}">
                <a16:creationId xmlns:a16="http://schemas.microsoft.com/office/drawing/2014/main" id="{8C17361A-EA35-4CCA-853F-E75D43FB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8208" y="5143431"/>
            <a:ext cx="175329" cy="292991"/>
          </a:xfrm>
          <a:custGeom xmlns:a="http://schemas.openxmlformats.org/drawingml/2006/main">
            <a:pathLst>
              <a:path w="175329" h="292991">
                <a:moveTo>
                  <a:pt x="110129" y="92047"/>
                </a:moveTo>
                <a:cubicBezTo>
                  <a:pt x="115607" y="94650"/>
                  <a:pt x="119307" y="98622"/>
                  <a:pt x="121224" y="103964"/>
                </a:cubicBezTo>
                <a:cubicBezTo>
                  <a:pt x="123005" y="109169"/>
                  <a:pt x="122594" y="114786"/>
                  <a:pt x="119718" y="120539"/>
                </a:cubicBezTo>
                <a:cubicBezTo>
                  <a:pt x="113965" y="132729"/>
                  <a:pt x="106157" y="147522"/>
                  <a:pt x="96295" y="165055"/>
                </a:cubicBezTo>
                <a:cubicBezTo>
                  <a:pt x="86432" y="182588"/>
                  <a:pt x="78487" y="197382"/>
                  <a:pt x="72734" y="209435"/>
                </a:cubicBezTo>
                <a:cubicBezTo>
                  <a:pt x="69036" y="217243"/>
                  <a:pt x="63831" y="228886"/>
                  <a:pt x="56981" y="244501"/>
                </a:cubicBezTo>
                <a:cubicBezTo>
                  <a:pt x="49997" y="260117"/>
                  <a:pt x="44792" y="271897"/>
                  <a:pt x="41093" y="279567"/>
                </a:cubicBezTo>
                <a:cubicBezTo>
                  <a:pt x="38354" y="285320"/>
                  <a:pt x="34381" y="289155"/>
                  <a:pt x="29177" y="291073"/>
                </a:cubicBezTo>
                <a:cubicBezTo>
                  <a:pt x="23971" y="292991"/>
                  <a:pt x="18629" y="292580"/>
                  <a:pt x="12876" y="289978"/>
                </a:cubicBezTo>
                <a:cubicBezTo>
                  <a:pt x="7397" y="287375"/>
                  <a:pt x="3699" y="283403"/>
                  <a:pt x="1918" y="278060"/>
                </a:cubicBezTo>
                <a:cubicBezTo>
                  <a:pt x="0" y="272718"/>
                  <a:pt x="412" y="267240"/>
                  <a:pt x="3151" y="261623"/>
                </a:cubicBezTo>
                <a:cubicBezTo>
                  <a:pt x="6849" y="253815"/>
                  <a:pt x="12054" y="242173"/>
                  <a:pt x="19040" y="226557"/>
                </a:cubicBezTo>
                <a:cubicBezTo>
                  <a:pt x="25889" y="210942"/>
                  <a:pt x="31094" y="199162"/>
                  <a:pt x="34792" y="191492"/>
                </a:cubicBezTo>
                <a:cubicBezTo>
                  <a:pt x="40545" y="179301"/>
                  <a:pt x="48490" y="164507"/>
                  <a:pt x="58351" y="146974"/>
                </a:cubicBezTo>
                <a:cubicBezTo>
                  <a:pt x="68215" y="129441"/>
                  <a:pt x="76022" y="114648"/>
                  <a:pt x="81912" y="102457"/>
                </a:cubicBezTo>
                <a:cubicBezTo>
                  <a:pt x="84652" y="96704"/>
                  <a:pt x="88624" y="92869"/>
                  <a:pt x="93829" y="90951"/>
                </a:cubicBezTo>
                <a:cubicBezTo>
                  <a:pt x="99171" y="89034"/>
                  <a:pt x="104512" y="89308"/>
                  <a:pt x="110129" y="92047"/>
                </a:cubicBezTo>
                <a:moveTo>
                  <a:pt x="160125" y="3287"/>
                </a:moveTo>
                <a:cubicBezTo>
                  <a:pt x="166289" y="6301"/>
                  <a:pt x="170535" y="10958"/>
                  <a:pt x="173001" y="17396"/>
                </a:cubicBezTo>
                <a:cubicBezTo>
                  <a:pt x="175329" y="23971"/>
                  <a:pt x="175055" y="30271"/>
                  <a:pt x="172042" y="36572"/>
                </a:cubicBezTo>
                <a:cubicBezTo>
                  <a:pt x="169165" y="42736"/>
                  <a:pt x="164371" y="46982"/>
                  <a:pt x="157796" y="49173"/>
                </a:cubicBezTo>
                <a:cubicBezTo>
                  <a:pt x="151358" y="51503"/>
                  <a:pt x="144920" y="51091"/>
                  <a:pt x="138757" y="48215"/>
                </a:cubicBezTo>
                <a:cubicBezTo>
                  <a:pt x="132593" y="45201"/>
                  <a:pt x="128210" y="40544"/>
                  <a:pt x="125881" y="33970"/>
                </a:cubicBezTo>
                <a:cubicBezTo>
                  <a:pt x="123415" y="27395"/>
                  <a:pt x="123690" y="21094"/>
                  <a:pt x="126566" y="14930"/>
                </a:cubicBezTo>
                <a:cubicBezTo>
                  <a:pt x="129580" y="8629"/>
                  <a:pt x="134374" y="4520"/>
                  <a:pt x="140948" y="2191"/>
                </a:cubicBezTo>
                <a:cubicBezTo>
                  <a:pt x="147523" y="0"/>
                  <a:pt x="153961" y="411"/>
                  <a:pt x="160125" y="328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text-68 i">
            <a:extLst xmlns:a="http://schemas.openxmlformats.org/drawingml/2006/main">
              <a:ext uri="{FF2B5EF4-FFF2-40B4-BE49-F238E27FC236}">
                <a16:creationId xmlns:a16="http://schemas.microsoft.com/office/drawing/2014/main" id="{E7913921-832D-4CBD-A6C9-70B6D8C1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25653">
            <a:off x="5494542" y="5021459"/>
            <a:ext cx="203707" cy="61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4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4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</a:t>
            </a:r>
          </a:p>
        </p:txBody>
      </p:sp>
      <p:sp>
        <p:nvSpPr>
          <p:cNvPr id="69" name="path-69">
            <a:extLst xmlns:a="http://schemas.openxmlformats.org/drawingml/2006/main">
              <a:ext uri="{FF2B5EF4-FFF2-40B4-BE49-F238E27FC236}">
                <a16:creationId xmlns:a16="http://schemas.microsoft.com/office/drawing/2014/main" id="{B66E57DE-6EBD-4E18-AE38-E0DEA82E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612" y="5283419"/>
            <a:ext cx="206833" cy="238338"/>
          </a:xfrm>
          <a:custGeom xmlns:a="http://schemas.openxmlformats.org/drawingml/2006/main">
            <a:pathLst>
              <a:path w="206833" h="238338">
                <a:moveTo>
                  <a:pt x="137249" y="51777"/>
                </a:moveTo>
                <a:cubicBezTo>
                  <a:pt x="117524" y="44792"/>
                  <a:pt x="98759" y="48901"/>
                  <a:pt x="81089" y="64104"/>
                </a:cubicBezTo>
                <a:cubicBezTo>
                  <a:pt x="66981" y="76296"/>
                  <a:pt x="56571" y="92185"/>
                  <a:pt x="49858" y="111772"/>
                </a:cubicBezTo>
                <a:cubicBezTo>
                  <a:pt x="43010" y="131359"/>
                  <a:pt x="43147" y="148482"/>
                  <a:pt x="49996" y="163138"/>
                </a:cubicBezTo>
                <a:cubicBezTo>
                  <a:pt x="55749" y="175193"/>
                  <a:pt x="64652" y="183411"/>
                  <a:pt x="76706" y="187520"/>
                </a:cubicBezTo>
                <a:cubicBezTo>
                  <a:pt x="90677" y="192451"/>
                  <a:pt x="104648" y="191493"/>
                  <a:pt x="118209" y="184643"/>
                </a:cubicBezTo>
                <a:cubicBezTo>
                  <a:pt x="133688" y="177384"/>
                  <a:pt x="145056" y="164098"/>
                  <a:pt x="152454" y="145057"/>
                </a:cubicBezTo>
                <a:cubicBezTo>
                  <a:pt x="172315" y="93417"/>
                  <a:pt x="167385" y="62325"/>
                  <a:pt x="137249" y="51777"/>
                </a:cubicBezTo>
                <a:moveTo>
                  <a:pt x="154097" y="11644"/>
                </a:moveTo>
                <a:cubicBezTo>
                  <a:pt x="181082" y="20958"/>
                  <a:pt x="197244" y="40408"/>
                  <a:pt x="202724" y="69858"/>
                </a:cubicBezTo>
                <a:cubicBezTo>
                  <a:pt x="206833" y="93692"/>
                  <a:pt x="203820" y="119580"/>
                  <a:pt x="193683" y="147523"/>
                </a:cubicBezTo>
                <a:cubicBezTo>
                  <a:pt x="182999" y="177384"/>
                  <a:pt x="166288" y="200259"/>
                  <a:pt x="143687" y="216148"/>
                </a:cubicBezTo>
                <a:cubicBezTo>
                  <a:pt x="118073" y="234229"/>
                  <a:pt x="90951" y="238338"/>
                  <a:pt x="62598" y="228475"/>
                </a:cubicBezTo>
                <a:cubicBezTo>
                  <a:pt x="39859" y="220531"/>
                  <a:pt x="23286" y="205464"/>
                  <a:pt x="12739" y="183137"/>
                </a:cubicBezTo>
                <a:cubicBezTo>
                  <a:pt x="958" y="158208"/>
                  <a:pt x="0" y="129853"/>
                  <a:pt x="9999" y="97938"/>
                </a:cubicBezTo>
                <a:cubicBezTo>
                  <a:pt x="19724" y="67255"/>
                  <a:pt x="36709" y="43011"/>
                  <a:pt x="60953" y="25341"/>
                </a:cubicBezTo>
                <a:cubicBezTo>
                  <a:pt x="89308" y="4521"/>
                  <a:pt x="120401" y="0"/>
                  <a:pt x="154097" y="1164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text-70 o">
            <a:extLst xmlns:a="http://schemas.openxmlformats.org/drawingml/2006/main">
              <a:ext uri="{FF2B5EF4-FFF2-40B4-BE49-F238E27FC236}">
                <a16:creationId xmlns:a16="http://schemas.microsoft.com/office/drawing/2014/main" id="{D08C373F-244C-43D0-A256-99D9BF62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45897">
            <a:off x="5596336" y="5086929"/>
            <a:ext cx="307384" cy="609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3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43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43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</a:t>
            </a:r>
          </a:p>
        </p:txBody>
      </p:sp>
      <p:sp>
        <p:nvSpPr>
          <p:cNvPr id="71" name="path-71">
            <a:extLst xmlns:a="http://schemas.openxmlformats.org/drawingml/2006/main">
              <a:ext uri="{FF2B5EF4-FFF2-40B4-BE49-F238E27FC236}">
                <a16:creationId xmlns:a16="http://schemas.microsoft.com/office/drawing/2014/main" id="{4FE93D8A-6F6C-43C6-AF34-3EE9D87C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033" y="5319581"/>
            <a:ext cx="202997" cy="272856"/>
          </a:xfrm>
          <a:custGeom xmlns:a="http://schemas.openxmlformats.org/drawingml/2006/main">
            <a:pathLst>
              <a:path w="202997" h="272856">
                <a:moveTo>
                  <a:pt x="64104" y="959"/>
                </a:moveTo>
                <a:cubicBezTo>
                  <a:pt x="76980" y="3425"/>
                  <a:pt x="82458" y="13835"/>
                  <a:pt x="80404" y="32327"/>
                </a:cubicBezTo>
                <a:lnTo>
                  <a:pt x="76431" y="57120"/>
                </a:lnTo>
                <a:cubicBezTo>
                  <a:pt x="105882" y="29998"/>
                  <a:pt x="133003" y="18629"/>
                  <a:pt x="157932" y="23149"/>
                </a:cubicBezTo>
                <a:cubicBezTo>
                  <a:pt x="180397" y="27396"/>
                  <a:pt x="194231" y="40134"/>
                  <a:pt x="199436" y="61502"/>
                </a:cubicBezTo>
                <a:cubicBezTo>
                  <a:pt x="202997" y="75884"/>
                  <a:pt x="202723" y="96020"/>
                  <a:pt x="198615" y="121909"/>
                </a:cubicBezTo>
                <a:lnTo>
                  <a:pt x="194642" y="143278"/>
                </a:lnTo>
                <a:lnTo>
                  <a:pt x="190944" y="162865"/>
                </a:lnTo>
                <a:cubicBezTo>
                  <a:pt x="188751" y="174508"/>
                  <a:pt x="187520" y="189849"/>
                  <a:pt x="187109" y="208888"/>
                </a:cubicBezTo>
                <a:cubicBezTo>
                  <a:pt x="186834" y="227928"/>
                  <a:pt x="185464" y="243133"/>
                  <a:pt x="183409" y="254638"/>
                </a:cubicBezTo>
                <a:cubicBezTo>
                  <a:pt x="182314" y="260939"/>
                  <a:pt x="179301" y="265596"/>
                  <a:pt x="174644" y="268610"/>
                </a:cubicBezTo>
                <a:cubicBezTo>
                  <a:pt x="169987" y="271761"/>
                  <a:pt x="164508" y="272856"/>
                  <a:pt x="158481" y="271761"/>
                </a:cubicBezTo>
                <a:cubicBezTo>
                  <a:pt x="146427" y="269432"/>
                  <a:pt x="140810" y="261624"/>
                  <a:pt x="141769" y="248200"/>
                </a:cubicBezTo>
                <a:lnTo>
                  <a:pt x="144235" y="200944"/>
                </a:lnTo>
                <a:cubicBezTo>
                  <a:pt x="145331" y="184096"/>
                  <a:pt x="147112" y="168480"/>
                  <a:pt x="149714" y="154234"/>
                </a:cubicBezTo>
                <a:cubicBezTo>
                  <a:pt x="150536" y="150262"/>
                  <a:pt x="151905" y="143688"/>
                  <a:pt x="154234" y="134237"/>
                </a:cubicBezTo>
                <a:cubicBezTo>
                  <a:pt x="156426" y="124922"/>
                  <a:pt x="157796" y="118347"/>
                  <a:pt x="158617" y="114375"/>
                </a:cubicBezTo>
                <a:cubicBezTo>
                  <a:pt x="164097" y="84103"/>
                  <a:pt x="161357" y="67804"/>
                  <a:pt x="150124" y="65749"/>
                </a:cubicBezTo>
                <a:cubicBezTo>
                  <a:pt x="134372" y="62872"/>
                  <a:pt x="117524" y="69447"/>
                  <a:pt x="99855" y="85610"/>
                </a:cubicBezTo>
                <a:cubicBezTo>
                  <a:pt x="83829" y="100129"/>
                  <a:pt x="69720" y="119854"/>
                  <a:pt x="57666" y="144510"/>
                </a:cubicBezTo>
                <a:cubicBezTo>
                  <a:pt x="56296" y="149989"/>
                  <a:pt x="54516" y="156700"/>
                  <a:pt x="51914" y="164783"/>
                </a:cubicBezTo>
                <a:cubicBezTo>
                  <a:pt x="49858" y="171631"/>
                  <a:pt x="48215" y="178480"/>
                  <a:pt x="46982" y="185055"/>
                </a:cubicBezTo>
                <a:cubicBezTo>
                  <a:pt x="46161" y="189301"/>
                  <a:pt x="45476" y="195602"/>
                  <a:pt x="44791" y="204231"/>
                </a:cubicBezTo>
                <a:cubicBezTo>
                  <a:pt x="44106" y="212860"/>
                  <a:pt x="43284" y="219162"/>
                  <a:pt x="42462" y="223408"/>
                </a:cubicBezTo>
                <a:cubicBezTo>
                  <a:pt x="41365" y="229709"/>
                  <a:pt x="38489" y="234503"/>
                  <a:pt x="33970" y="237791"/>
                </a:cubicBezTo>
                <a:cubicBezTo>
                  <a:pt x="29312" y="240940"/>
                  <a:pt x="23971" y="242037"/>
                  <a:pt x="17944" y="240940"/>
                </a:cubicBezTo>
                <a:cubicBezTo>
                  <a:pt x="11779" y="239845"/>
                  <a:pt x="7122" y="236968"/>
                  <a:pt x="4108" y="232311"/>
                </a:cubicBezTo>
                <a:cubicBezTo>
                  <a:pt x="958" y="227654"/>
                  <a:pt x="0" y="222175"/>
                  <a:pt x="1232" y="215874"/>
                </a:cubicBezTo>
                <a:cubicBezTo>
                  <a:pt x="2054" y="211628"/>
                  <a:pt x="2739" y="205191"/>
                  <a:pt x="3287" y="196698"/>
                </a:cubicBezTo>
                <a:cubicBezTo>
                  <a:pt x="3972" y="188068"/>
                  <a:pt x="4657" y="181630"/>
                  <a:pt x="5478" y="177384"/>
                </a:cubicBezTo>
                <a:cubicBezTo>
                  <a:pt x="8080" y="163002"/>
                  <a:pt x="12738" y="143003"/>
                  <a:pt x="19450" y="117800"/>
                </a:cubicBezTo>
                <a:cubicBezTo>
                  <a:pt x="26298" y="92459"/>
                  <a:pt x="30956" y="72597"/>
                  <a:pt x="33558" y="58215"/>
                </a:cubicBezTo>
                <a:cubicBezTo>
                  <a:pt x="34381" y="53694"/>
                  <a:pt x="35339" y="46983"/>
                  <a:pt x="36572" y="38079"/>
                </a:cubicBezTo>
                <a:cubicBezTo>
                  <a:pt x="37668" y="29039"/>
                  <a:pt x="38627" y="22327"/>
                  <a:pt x="39449" y="17807"/>
                </a:cubicBezTo>
                <a:cubicBezTo>
                  <a:pt x="40544" y="11780"/>
                  <a:pt x="43421" y="7260"/>
                  <a:pt x="48215" y="4110"/>
                </a:cubicBezTo>
                <a:cubicBezTo>
                  <a:pt x="52872" y="959"/>
                  <a:pt x="58214" y="0"/>
                  <a:pt x="64104" y="95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text-72 n">
            <a:extLst xmlns:a="http://schemas.openxmlformats.org/drawingml/2006/main">
              <a:ext uri="{FF2B5EF4-FFF2-40B4-BE49-F238E27FC236}">
                <a16:creationId xmlns:a16="http://schemas.microsoft.com/office/drawing/2014/main" id="{3C8D936A-86B3-450C-82AB-DCDD6427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22777">
            <a:off x="5807114" y="5135130"/>
            <a:ext cx="307519" cy="6122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4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34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</a:t>
            </a:r>
          </a:p>
        </p:txBody>
      </p:sp>
      <p:pic>
        <p:nvPic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3A155B1-AAD8-48B0-A532-863ECB7626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548417ece4ab8"/>
          <a:stretch xmlns:a="http://schemas.openxmlformats.org/drawingml/2006/main"/>
        </p:blipFill>
        <p:spPr>
          <a:xfrm xmlns:a="http://schemas.openxmlformats.org/drawingml/2006/main">
            <a:off x="5149666" y="4010639"/>
            <a:ext cx="1343025" cy="1162050"/>
          </a:xfrm>
          <a:prstGeom xmlns:a="http://schemas.openxmlformats.org/drawingml/2006/main" prst="rect">
            <a:avLst/>
          </a:prstGeom>
        </p:spPr>
      </p:pic>
      <p:pic>
        <p:nvPic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94EE37C-48B2-4827-82FC-468DA9B559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3d845d8574dcf"/>
          <a:stretch xmlns:a="http://schemas.openxmlformats.org/drawingml/2006/main"/>
        </p:blipFill>
        <p:spPr>
          <a:xfrm xmlns:a="http://schemas.openxmlformats.org/drawingml/2006/main">
            <a:off x="6483166" y="3734414"/>
            <a:ext cx="1219200" cy="1343025"/>
          </a:xfrm>
          <a:prstGeom xmlns:a="http://schemas.openxmlformats.org/drawingml/2006/main" prst="rect">
            <a:avLst/>
          </a:prstGeom>
        </p:spPr>
      </p:pic>
      <p:pic>
        <p:nvPic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E6CDFF0-236F-407E-BB1A-02C54074AF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968d4956a4c79"/>
          <a:stretch xmlns:a="http://schemas.openxmlformats.org/drawingml/2006/main"/>
        </p:blipFill>
        <p:spPr>
          <a:xfrm xmlns:a="http://schemas.openxmlformats.org/drawingml/2006/main">
            <a:off x="5054416" y="2524739"/>
            <a:ext cx="2552700" cy="1495425"/>
          </a:xfrm>
          <a:prstGeom xmlns:a="http://schemas.openxmlformats.org/drawingml/2006/main" prst="rect">
            <a:avLst/>
          </a:prstGeom>
        </p:spPr>
      </p:pic>
      <p:pic>
        <p:nvPic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1EF1EB3-D5B4-4CCC-B65F-B2DE6ED6CE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a5270ed274e82"/>
          <a:stretch xmlns:a="http://schemas.openxmlformats.org/drawingml/2006/main"/>
        </p:blipFill>
        <p:spPr>
          <a:xfrm xmlns:a="http://schemas.openxmlformats.org/drawingml/2006/main">
            <a:off x="5302066" y="2972414"/>
            <a:ext cx="2200275" cy="1771650"/>
          </a:xfrm>
          <a:prstGeom xmlns:a="http://schemas.openxmlformats.org/drawingml/2006/main" prst="rect">
            <a:avLst/>
          </a:prstGeom>
        </p:spPr>
      </p:pic>
      <p:sp>
        <p:nvSpPr>
          <p:cNvPr id="77" name="path-77">
            <a:extLst xmlns:a="http://schemas.openxmlformats.org/drawingml/2006/main">
              <a:ext uri="{FF2B5EF4-FFF2-40B4-BE49-F238E27FC236}">
                <a16:creationId xmlns:a16="http://schemas.microsoft.com/office/drawing/2014/main" id="{9F67CD60-D706-4B03-B7D2-92D0D492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693" y="4050638"/>
            <a:ext cx="1029003" cy="295868"/>
          </a:xfrm>
          <a:custGeom xmlns:a="http://schemas.openxmlformats.org/drawingml/2006/main">
            <a:pathLst>
              <a:path w="1029003" h="295868">
                <a:moveTo>
                  <a:pt x="0" y="0"/>
                </a:moveTo>
                <a:lnTo>
                  <a:pt x="1029003" y="0"/>
                </a:lnTo>
                <a:lnTo>
                  <a:pt x="1029003" y="295868"/>
                </a:lnTo>
                <a:lnTo>
                  <a:pt x="0" y="295868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ath-78">
            <a:extLst xmlns:a="http://schemas.openxmlformats.org/drawingml/2006/main">
              <a:ext uri="{FF2B5EF4-FFF2-40B4-BE49-F238E27FC236}">
                <a16:creationId xmlns:a16="http://schemas.microsoft.com/office/drawing/2014/main" id="{4F153F00-787F-46DB-8CDF-DE04CB87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792" y="4050638"/>
            <a:ext cx="652074" cy="295868"/>
          </a:xfrm>
          <a:custGeom xmlns:a="http://schemas.openxmlformats.org/drawingml/2006/main">
            <a:pathLst>
              <a:path w="652074" h="295868">
                <a:moveTo>
                  <a:pt x="0" y="0"/>
                </a:moveTo>
                <a:lnTo>
                  <a:pt x="652074" y="0"/>
                </a:lnTo>
                <a:lnTo>
                  <a:pt x="652074" y="295868"/>
                </a:lnTo>
                <a:lnTo>
                  <a:pt x="0" y="295868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ath-79">
            <a:extLst xmlns:a="http://schemas.openxmlformats.org/drawingml/2006/main">
              <a:ext uri="{FF2B5EF4-FFF2-40B4-BE49-F238E27FC236}">
                <a16:creationId xmlns:a16="http://schemas.microsoft.com/office/drawing/2014/main" id="{D32A7F10-8EA5-4091-809C-8E784071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693" y="4346505"/>
            <a:ext cx="1681103" cy="191"/>
          </a:xfrm>
          <a:custGeom xmlns:a="http://schemas.openxmlformats.org/drawingml/2006/main">
            <a:pathLst>
              <a:path w="1681103" h="191">
                <a:moveTo>
                  <a:pt x="0" y="0"/>
                </a:moveTo>
                <a:lnTo>
                  <a:pt x="16811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698">
            <a:solidFill>
              <a:srgbClr val="000000"/>
            </a:solidFill>
            <a:prstDash val="solid"/>
          </a:ln>
        </p:spPr>
      </p:sp>
      <p:sp>
        <p:nvSpPr>
          <p:cNvPr id="80" name="path-80">
            <a:extLst xmlns:a="http://schemas.openxmlformats.org/drawingml/2006/main">
              <a:ext uri="{FF2B5EF4-FFF2-40B4-BE49-F238E27FC236}">
                <a16:creationId xmlns:a16="http://schemas.microsoft.com/office/drawing/2014/main" id="{1E349810-90DD-481A-A8FA-CEADA46C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693" y="4642373"/>
            <a:ext cx="1681103" cy="191"/>
          </a:xfrm>
          <a:custGeom xmlns:a="http://schemas.openxmlformats.org/drawingml/2006/main">
            <a:pathLst>
              <a:path w="1681103" h="191">
                <a:moveTo>
                  <a:pt x="0" y="0"/>
                </a:moveTo>
                <a:lnTo>
                  <a:pt x="16811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698">
            <a:solidFill>
              <a:srgbClr val="A6A6A6"/>
            </a:solidFill>
            <a:prstDash val="solid"/>
          </a:ln>
        </p:spPr>
      </p:sp>
      <p:sp>
        <p:nvSpPr>
          <p:cNvPr id="81" name="path-81">
            <a:extLst xmlns:a="http://schemas.openxmlformats.org/drawingml/2006/main">
              <a:ext uri="{FF2B5EF4-FFF2-40B4-BE49-F238E27FC236}">
                <a16:creationId xmlns:a16="http://schemas.microsoft.com/office/drawing/2014/main" id="{96FB34A4-51C7-46A0-9B9D-832BCB9D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693" y="4938240"/>
            <a:ext cx="1681103" cy="191"/>
          </a:xfrm>
          <a:custGeom xmlns:a="http://schemas.openxmlformats.org/drawingml/2006/main">
            <a:pathLst>
              <a:path w="1681103" h="191">
                <a:moveTo>
                  <a:pt x="0" y="0"/>
                </a:moveTo>
                <a:lnTo>
                  <a:pt x="16811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698">
            <a:solidFill>
              <a:srgbClr val="A6A6A6"/>
            </a:solidFill>
            <a:prstDash val="solid"/>
          </a:ln>
        </p:spPr>
      </p:sp>
      <p:sp>
        <p:nvSpPr>
          <p:cNvPr id="82" name="path-82">
            <a:extLst xmlns:a="http://schemas.openxmlformats.org/drawingml/2006/main">
              <a:ext uri="{FF2B5EF4-FFF2-40B4-BE49-F238E27FC236}">
                <a16:creationId xmlns:a16="http://schemas.microsoft.com/office/drawing/2014/main" id="{8E27B9F0-E4C5-4DAC-A4C3-9AFF4E42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693" y="4050638"/>
            <a:ext cx="1681103" cy="191"/>
          </a:xfrm>
          <a:custGeom xmlns:a="http://schemas.openxmlformats.org/drawingml/2006/main">
            <a:pathLst>
              <a:path w="1681103" h="191">
                <a:moveTo>
                  <a:pt x="0" y="0"/>
                </a:moveTo>
                <a:lnTo>
                  <a:pt x="16811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698">
            <a:solidFill>
              <a:srgbClr val="000000"/>
            </a:solidFill>
            <a:prstDash val="solid"/>
          </a:ln>
        </p:spPr>
      </p:sp>
      <p:sp>
        <p:nvSpPr>
          <p:cNvPr id="83" name="path-83">
            <a:extLst xmlns:a="http://schemas.openxmlformats.org/drawingml/2006/main">
              <a:ext uri="{FF2B5EF4-FFF2-40B4-BE49-F238E27FC236}">
                <a16:creationId xmlns:a16="http://schemas.microsoft.com/office/drawing/2014/main" id="{A764D951-4D92-4257-B8A6-48DDD9DF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693" y="5136308"/>
            <a:ext cx="1681103" cy="191"/>
          </a:xfrm>
          <a:custGeom xmlns:a="http://schemas.openxmlformats.org/drawingml/2006/main">
            <a:pathLst>
              <a:path w="1681103" h="191">
                <a:moveTo>
                  <a:pt x="0" y="0"/>
                </a:moveTo>
                <a:lnTo>
                  <a:pt x="16811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698">
            <a:solidFill>
              <a:srgbClr val="000000"/>
            </a:solidFill>
            <a:prstDash val="solid"/>
          </a:ln>
        </p:spPr>
      </p:sp>
      <p:sp>
        <p:nvSpPr>
          <p:cNvPr id="84" name="text-84 Obj.">
            <a:extLst xmlns:a="http://schemas.openxmlformats.org/drawingml/2006/main">
              <a:ext uri="{FF2B5EF4-FFF2-40B4-BE49-F238E27FC236}">
                <a16:creationId xmlns:a16="http://schemas.microsoft.com/office/drawing/2014/main" id="{6617B8E5-F2B2-4615-960C-8DDE2974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34174" y="4093116"/>
            <a:ext cx="395029" cy="229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2" b="1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2" b="1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292" b="1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Obj.</a:t>
            </a:r>
          </a:p>
        </p:txBody>
      </p:sp>
      <p:sp>
        <p:nvSpPr>
          <p:cNvPr id="85" name="text-85 Num.">
            <a:extLst xmlns:a="http://schemas.openxmlformats.org/drawingml/2006/main">
              <a:ext uri="{FF2B5EF4-FFF2-40B4-BE49-F238E27FC236}">
                <a16:creationId xmlns:a16="http://schemas.microsoft.com/office/drawing/2014/main" id="{84FA21CC-239D-41F2-AF44-8A2D6F8B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9454" y="4092800"/>
            <a:ext cx="447520" cy="230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4" b="1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4" b="1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294" b="1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Num.</a:t>
            </a:r>
          </a:p>
        </p:txBody>
      </p:sp>
      <p:sp>
        <p:nvSpPr>
          <p:cNvPr id="86" name="text-86 Road">
            <a:extLst xmlns:a="http://schemas.openxmlformats.org/drawingml/2006/main">
              <a:ext uri="{FF2B5EF4-FFF2-40B4-BE49-F238E27FC236}">
                <a16:creationId xmlns:a16="http://schemas.microsoft.com/office/drawing/2014/main" id="{0C033FD4-3078-4F1D-AEC6-370842F5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1860" y="4388259"/>
            <a:ext cx="400880" cy="230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29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Road</a:t>
            </a:r>
          </a:p>
        </p:txBody>
      </p:sp>
      <p:sp>
        <p:nvSpPr>
          <p:cNvPr id="87" name="text-88 Sign">
            <a:extLst xmlns:a="http://schemas.openxmlformats.org/drawingml/2006/main">
              <a:ext uri="{FF2B5EF4-FFF2-40B4-BE49-F238E27FC236}">
                <a16:creationId xmlns:a16="http://schemas.microsoft.com/office/drawing/2014/main" id="{AAB27AD9-AB83-454D-BB3E-B79CC74F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9362" y="4388904"/>
            <a:ext cx="362308" cy="22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3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3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293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Sign</a:t>
            </a:r>
          </a:p>
        </p:txBody>
      </p:sp>
      <p:sp>
        <p:nvSpPr>
          <p:cNvPr id="88" name="text-89 2">
            <a:extLst xmlns:a="http://schemas.openxmlformats.org/drawingml/2006/main">
              <a:ext uri="{FF2B5EF4-FFF2-40B4-BE49-F238E27FC236}">
                <a16:creationId xmlns:a16="http://schemas.microsoft.com/office/drawing/2014/main" id="{5112179C-153D-4884-85D5-5854FE0C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7250" y="4388651"/>
            <a:ext cx="129918" cy="230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29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89" name="text-90 Airplane">
            <a:extLst xmlns:a="http://schemas.openxmlformats.org/drawingml/2006/main">
              <a:ext uri="{FF2B5EF4-FFF2-40B4-BE49-F238E27FC236}">
                <a16:creationId xmlns:a16="http://schemas.microsoft.com/office/drawing/2014/main" id="{5186956E-2C82-4D6F-9CDF-668F9613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7746" y="4684802"/>
            <a:ext cx="666784" cy="229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29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Airplane</a:t>
            </a:r>
          </a:p>
        </p:txBody>
      </p:sp>
      <p:sp>
        <p:nvSpPr>
          <p:cNvPr id="90" name="text-91 1">
            <a:extLst xmlns:a="http://schemas.openxmlformats.org/drawingml/2006/main">
              <a:ext uri="{FF2B5EF4-FFF2-40B4-BE49-F238E27FC236}">
                <a16:creationId xmlns:a16="http://schemas.microsoft.com/office/drawing/2014/main" id="{098E564F-B850-43D2-83FA-A54F131A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20400" y="4684584"/>
            <a:ext cx="103582" cy="230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29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pic>
        <p:nvPic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384EA6C-D6C1-417F-A98C-D06E7FA6FA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7fee46de7a451d"/>
          <a:stretch xmlns:a="http://schemas.openxmlformats.org/drawingml/2006/main"/>
        </p:blipFill>
        <p:spPr>
          <a:xfrm xmlns:a="http://schemas.openxmlformats.org/drawingml/2006/main">
            <a:off x="139516" y="3915389"/>
            <a:ext cx="2162175" cy="2714625"/>
          </a:xfrm>
          <a:prstGeom xmlns:a="http://schemas.openxmlformats.org/drawingml/2006/main" prst="rect">
            <a:avLst/>
          </a:prstGeom>
        </p:spPr>
      </p:pic>
      <p:pic>
        <p:nvPic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EDEC153-E42A-4428-84FC-D7A34D77F6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30557ad364f0a"/>
          <a:stretch xmlns:a="http://schemas.openxmlformats.org/drawingml/2006/main"/>
        </p:blipFill>
        <p:spPr>
          <a:xfrm xmlns:a="http://schemas.openxmlformats.org/drawingml/2006/main">
            <a:off x="3901891" y="4686914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93" name="text-94 1.">
            <a:extLst xmlns:a="http://schemas.openxmlformats.org/drawingml/2006/main">
              <a:ext uri="{FF2B5EF4-FFF2-40B4-BE49-F238E27FC236}">
                <a16:creationId xmlns:a16="http://schemas.microsoft.com/office/drawing/2014/main" id="{16BAE434-B240-4762-A3D8-62362BE5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604" y="2632586"/>
            <a:ext cx="336296" cy="3847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6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1.</a:t>
            </a:r>
          </a:p>
        </p:txBody>
      </p:sp>
      <p:sp>
        <p:nvSpPr>
          <p:cNvPr id="94" name="text-96 Object">
            <a:extLst xmlns:a="http://schemas.openxmlformats.org/drawingml/2006/main">
              <a:ext uri="{FF2B5EF4-FFF2-40B4-BE49-F238E27FC236}">
                <a16:creationId xmlns:a16="http://schemas.microsoft.com/office/drawing/2014/main" id="{42AF3A1D-691D-4F7B-BF21-58E35CAF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4957" y="2633246"/>
            <a:ext cx="964585" cy="3838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5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Object</a:t>
            </a:r>
          </a:p>
        </p:txBody>
      </p:sp>
      <p:sp>
        <p:nvSpPr>
          <p:cNvPr id="95" name="text-98 Detection">
            <a:extLst xmlns:a="http://schemas.openxmlformats.org/drawingml/2006/main">
              <a:ext uri="{FF2B5EF4-FFF2-40B4-BE49-F238E27FC236}">
                <a16:creationId xmlns:a16="http://schemas.microsoft.com/office/drawing/2014/main" id="{E2E915A4-4C15-4120-9E07-A394718F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5646" y="2962427"/>
            <a:ext cx="1316535" cy="383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5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Detection</a:t>
            </a:r>
          </a:p>
        </p:txBody>
      </p:sp>
      <p:sp>
        <p:nvSpPr>
          <p:cNvPr id="96" name="text-99 2.">
            <a:extLst xmlns:a="http://schemas.openxmlformats.org/drawingml/2006/main">
              <a:ext uri="{FF2B5EF4-FFF2-40B4-BE49-F238E27FC236}">
                <a16:creationId xmlns:a16="http://schemas.microsoft.com/office/drawing/2014/main" id="{A32EC52A-B21F-4CAD-BA58-023C881C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2556" y="3348065"/>
            <a:ext cx="336118" cy="384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6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2.</a:t>
            </a:r>
          </a:p>
        </p:txBody>
      </p:sp>
      <p:sp>
        <p:nvSpPr>
          <p:cNvPr id="97" name="text-101 Object">
            <a:extLst xmlns:a="http://schemas.openxmlformats.org/drawingml/2006/main">
              <a:ext uri="{FF2B5EF4-FFF2-40B4-BE49-F238E27FC236}">
                <a16:creationId xmlns:a16="http://schemas.microsoft.com/office/drawing/2014/main" id="{8BF0CEDA-359C-4171-9D58-C613039D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7182" y="3348547"/>
            <a:ext cx="964586" cy="38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5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Object</a:t>
            </a:r>
          </a:p>
        </p:txBody>
      </p:sp>
      <p:sp>
        <p:nvSpPr>
          <p:cNvPr id="98" name="text-102 Counting">
            <a:extLst xmlns:a="http://schemas.openxmlformats.org/drawingml/2006/main">
              <a:ext uri="{FF2B5EF4-FFF2-40B4-BE49-F238E27FC236}">
                <a16:creationId xmlns:a16="http://schemas.microsoft.com/office/drawing/2014/main" id="{3798DB6D-3142-4D37-9B04-DDE2CE7C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0469" y="3676949"/>
            <a:ext cx="1145362" cy="384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6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Counting</a:t>
            </a:r>
          </a:p>
        </p:txBody>
      </p:sp>
      <p:pic>
        <p:nvPic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A1ECDDE-21DB-4D2C-8E35-D487998153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a5abcbdc44475"/>
          <a:stretch xmlns:a="http://schemas.openxmlformats.org/drawingml/2006/main"/>
        </p:blipFill>
        <p:spPr>
          <a:xfrm xmlns:a="http://schemas.openxmlformats.org/drawingml/2006/main">
            <a:off x="168091" y="2724764"/>
            <a:ext cx="800100" cy="809625"/>
          </a:xfrm>
          <a:prstGeom xmlns:a="http://schemas.openxmlformats.org/drawingml/2006/main" prst="rect">
            <a:avLst/>
          </a:prstGeom>
        </p:spPr>
      </p:pic>
      <p:pic>
        <p:nvPic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DC2C8DD-3491-4D18-AAAB-31E2EA9A41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b0c042e724997"/>
          <a:stretch xmlns:a="http://schemas.openxmlformats.org/drawingml/2006/main"/>
        </p:blipFill>
        <p:spPr>
          <a:xfrm xmlns:a="http://schemas.openxmlformats.org/drawingml/2006/main">
            <a:off x="2056" y="1700192"/>
            <a:ext cx="592557" cy="508611"/>
          </a:xfrm>
          <a:prstGeom xmlns:a="http://schemas.openxmlformats.org/drawingml/2006/main" prst="rect">
            <a:avLst/>
          </a:prstGeom>
        </p:spPr>
      </p:pic>
      <p:sp>
        <p:nvSpPr>
          <p:cNvPr id="101" name="text-105 Bus">
            <a:extLst xmlns:a="http://schemas.openxmlformats.org/drawingml/2006/main">
              <a:ext uri="{FF2B5EF4-FFF2-40B4-BE49-F238E27FC236}">
                <a16:creationId xmlns:a16="http://schemas.microsoft.com/office/drawing/2014/main" id="{2BD3EC1C-3361-4BBD-943B-92A86719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692" y="1791943"/>
            <a:ext cx="397198" cy="306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72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Bus</a:t>
            </a:r>
          </a:p>
        </p:txBody>
      </p:sp>
      <p:pic>
        <p:nvPic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8D9B69C-FC47-4A5F-8AEF-2CB03360C5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46e2ba84d840b9"/>
          <a:stretch xmlns:a="http://schemas.openxmlformats.org/drawingml/2006/main"/>
        </p:blipFill>
        <p:spPr>
          <a:xfrm xmlns:a="http://schemas.openxmlformats.org/drawingml/2006/main">
            <a:off x="2056" y="1963186"/>
            <a:ext cx="592557" cy="508611"/>
          </a:xfrm>
          <a:prstGeom xmlns:a="http://schemas.openxmlformats.org/drawingml/2006/main" prst="rect">
            <a:avLst/>
          </a:prstGeom>
        </p:spPr>
      </p:pic>
      <p:sp>
        <p:nvSpPr>
          <p:cNvPr id="103" name="text-107 Airplane">
            <a:extLst xmlns:a="http://schemas.openxmlformats.org/drawingml/2006/main">
              <a:ext uri="{FF2B5EF4-FFF2-40B4-BE49-F238E27FC236}">
                <a16:creationId xmlns:a16="http://schemas.microsoft.com/office/drawing/2014/main" id="{CF61D170-C6D1-4FB2-9E03-CE554DFB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692" y="2055558"/>
            <a:ext cx="886838" cy="30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71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Airplane</a:t>
            </a:r>
          </a:p>
        </p:txBody>
      </p:sp>
      <p:pic>
        <p:nvPic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4256699-0F67-4403-A498-6D22F3754E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3f9c900d1c4251"/>
          <a:stretch xmlns:a="http://schemas.openxmlformats.org/drawingml/2006/main"/>
        </p:blipFill>
        <p:spPr>
          <a:xfrm xmlns:a="http://schemas.openxmlformats.org/drawingml/2006/main">
            <a:off x="2056" y="2226179"/>
            <a:ext cx="592557" cy="508611"/>
          </a:xfrm>
          <a:prstGeom xmlns:a="http://schemas.openxmlformats.org/drawingml/2006/main" prst="rect">
            <a:avLst/>
          </a:prstGeom>
        </p:spPr>
      </p:pic>
      <p:sp>
        <p:nvSpPr>
          <p:cNvPr id="105" name="text-109 Road">
            <a:extLst xmlns:a="http://schemas.openxmlformats.org/drawingml/2006/main">
              <a:ext uri="{FF2B5EF4-FFF2-40B4-BE49-F238E27FC236}">
                <a16:creationId xmlns:a16="http://schemas.microsoft.com/office/drawing/2014/main" id="{9EC031C7-52A5-4F8A-AB54-B4F07199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692" y="2317891"/>
            <a:ext cx="532705" cy="306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Road</a:t>
            </a:r>
          </a:p>
        </p:txBody>
      </p:sp>
      <p:sp>
        <p:nvSpPr>
          <p:cNvPr id="106" name="text-111 Sign">
            <a:extLst xmlns:a="http://schemas.openxmlformats.org/drawingml/2006/main">
              <a:ext uri="{FF2B5EF4-FFF2-40B4-BE49-F238E27FC236}">
                <a16:creationId xmlns:a16="http://schemas.microsoft.com/office/drawing/2014/main" id="{E5777CFE-27B6-450A-AA47-A3173CCD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553" y="2318522"/>
            <a:ext cx="481880" cy="305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0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0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720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Sign</a:t>
            </a:r>
          </a:p>
        </p:txBody>
      </p:sp>
      <p:pic>
        <p:nvPic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7AC9729-3997-4B52-AD20-82207A0AB9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1839dcbe9443c0"/>
          <a:stretch xmlns:a="http://schemas.openxmlformats.org/drawingml/2006/main"/>
        </p:blipFill>
        <p:spPr>
          <a:xfrm xmlns:a="http://schemas.openxmlformats.org/drawingml/2006/main">
            <a:off x="1862778" y="3290450"/>
            <a:ext cx="589976" cy="560477"/>
          </a:xfrm>
          <a:prstGeom xmlns:a="http://schemas.openxmlformats.org/drawingml/2006/main" prst="rect">
            <a:avLst/>
          </a:prstGeom>
        </p:spPr>
      </p:pic>
      <p:sp>
        <p:nvSpPr>
          <p:cNvPr id="108" name="path-113">
            <a:extLst xmlns:a="http://schemas.openxmlformats.org/drawingml/2006/main">
              <a:ext uri="{FF2B5EF4-FFF2-40B4-BE49-F238E27FC236}">
                <a16:creationId xmlns:a16="http://schemas.microsoft.com/office/drawing/2014/main" id="{2F809151-FD3C-4615-8113-C8538123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308" y="3348774"/>
            <a:ext cx="480511" cy="449555"/>
          </a:xfrm>
          <a:custGeom xmlns:a="http://schemas.openxmlformats.org/drawingml/2006/main">
            <a:pathLst>
              <a:path w="480511" h="449555">
                <a:moveTo>
                  <a:pt x="0" y="0"/>
                </a:moveTo>
                <a:lnTo>
                  <a:pt x="0" y="68077"/>
                </a:lnTo>
                <a:cubicBezTo>
                  <a:pt x="0" y="242858"/>
                  <a:pt x="141633" y="384491"/>
                  <a:pt x="316277" y="384491"/>
                </a:cubicBezTo>
                <a:lnTo>
                  <a:pt x="347233" y="384491"/>
                </a:lnTo>
                <a:lnTo>
                  <a:pt x="347233" y="449555"/>
                </a:lnTo>
                <a:lnTo>
                  <a:pt x="480511" y="339152"/>
                </a:lnTo>
                <a:lnTo>
                  <a:pt x="347233" y="228886"/>
                </a:lnTo>
                <a:lnTo>
                  <a:pt x="347233" y="293950"/>
                </a:lnTo>
                <a:lnTo>
                  <a:pt x="316277" y="293950"/>
                </a:lnTo>
                <a:cubicBezTo>
                  <a:pt x="191629" y="293950"/>
                  <a:pt x="90541" y="192862"/>
                  <a:pt x="90541" y="68077"/>
                </a:cubicBezTo>
                <a:lnTo>
                  <a:pt x="90541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5DD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text-114 Progression">
            <a:extLst xmlns:a="http://schemas.openxmlformats.org/drawingml/2006/main">
              <a:ext uri="{FF2B5EF4-FFF2-40B4-BE49-F238E27FC236}">
                <a16:creationId xmlns:a16="http://schemas.microsoft.com/office/drawing/2014/main" id="{88F1D291-0B76-4D85-8052-C355B140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043" y="3487412"/>
            <a:ext cx="1075308" cy="269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4" b="1" i="0">
                <a:solidFill>
                  <a:srgbClr val="385723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4" b="1" i="0">
                <a:solidFill>
                  <a:srgbClr val="385723"/>
                </a:solidFill>
                <a:latin typeface="Comic Sans MS"/>
                <a:ea typeface="Comic Sans MS"/>
                <a:cs typeface="Comic Sans MS"/>
              </a:defRPr>
            </a:pPr>
            <a:r>
              <a:rPr sz="1514" b="1" i="0">
                <a:solidFill>
                  <a:srgbClr val="385723"/>
                </a:solidFill>
                <a:latin typeface="Comic Sans MS"/>
                <a:ea typeface="Comic Sans MS"/>
                <a:cs typeface="Comic Sans MS"/>
              </a:rPr>
              <a:t>Progression</a:t>
            </a:r>
          </a:p>
        </p:txBody>
      </p:sp>
      <p:sp>
        <p:nvSpPr>
          <p:cNvPr id="110" name="path-115">
            <a:extLst xmlns:a="http://schemas.openxmlformats.org/drawingml/2006/main">
              <a:ext uri="{FF2B5EF4-FFF2-40B4-BE49-F238E27FC236}">
                <a16:creationId xmlns:a16="http://schemas.microsoft.com/office/drawing/2014/main" id="{73028EA1-5E7F-4855-A186-A6376CE2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" y="6653789"/>
            <a:ext cx="12706217" cy="80386"/>
          </a:xfrm>
          <a:custGeom xmlns:a="http://schemas.openxmlformats.org/drawingml/2006/main">
            <a:pathLst>
              <a:path w="12706217" h="80386">
                <a:moveTo>
                  <a:pt x="0" y="0"/>
                </a:moveTo>
                <a:lnTo>
                  <a:pt x="0" y="80386"/>
                </a:lnTo>
                <a:lnTo>
                  <a:pt x="12706217" y="80386"/>
                </a:lnTo>
                <a:lnTo>
                  <a:pt x="1270621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493081B-4DE8-4564-BB44-9DCD1380E7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66b6bfd064aae"/>
          <a:stretch xmlns:a="http://schemas.openxmlformats.org/drawingml/2006/main"/>
        </p:blipFill>
        <p:spPr>
          <a:xfrm xmlns:a="http://schemas.openxmlformats.org/drawingml/2006/main">
            <a:off x="10521766" y="2524739"/>
            <a:ext cx="619125" cy="619125"/>
          </a:xfrm>
          <a:prstGeom xmlns:a="http://schemas.openxmlformats.org/drawingml/2006/main" prst="rect">
            <a:avLst/>
          </a:prstGeom>
        </p:spPr>
      </p:pic>
      <p:pic>
        <p:nvPic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4C3F7A7-EDBB-4604-887A-6B8AA429F2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9c50bab6b4c96"/>
          <a:stretch xmlns:a="http://schemas.openxmlformats.org/drawingml/2006/main"/>
        </p:blipFill>
        <p:spPr>
          <a:xfrm xmlns:a="http://schemas.openxmlformats.org/drawingml/2006/main">
            <a:off x="2435041" y="5953739"/>
            <a:ext cx="600075" cy="600075"/>
          </a:xfrm>
          <a:prstGeom xmlns:a="http://schemas.openxmlformats.org/drawingml/2006/main" prst="rect">
            <a:avLst/>
          </a:prstGeom>
        </p:spPr>
      </p:pic>
      <p:sp>
        <p:nvSpPr>
          <p:cNvPr id="113" name="text-118 4.">
            <a:extLst xmlns:a="http://schemas.openxmlformats.org/drawingml/2006/main">
              <a:ext uri="{FF2B5EF4-FFF2-40B4-BE49-F238E27FC236}">
                <a16:creationId xmlns:a16="http://schemas.microsoft.com/office/drawing/2014/main" id="{C03C7962-8232-4AA0-9385-8BFEE556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973" y="5794317"/>
            <a:ext cx="336117" cy="384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6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4.</a:t>
            </a:r>
          </a:p>
        </p:txBody>
      </p:sp>
      <p:sp>
        <p:nvSpPr>
          <p:cNvPr id="114" name="text-120 Relation">
            <a:extLst xmlns:a="http://schemas.openxmlformats.org/drawingml/2006/main">
              <a:ext uri="{FF2B5EF4-FFF2-40B4-BE49-F238E27FC236}">
                <a16:creationId xmlns:a16="http://schemas.microsoft.com/office/drawing/2014/main" id="{9EE0C21B-B5D7-41AB-82AF-53A80794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6325" y="5794211"/>
            <a:ext cx="1101460" cy="384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6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Relation</a:t>
            </a:r>
          </a:p>
        </p:txBody>
      </p:sp>
      <p:sp>
        <p:nvSpPr>
          <p:cNvPr id="115" name="text-120 Extraction">
            <a:extLst xmlns:a="http://schemas.openxmlformats.org/drawingml/2006/main">
              <a:ext uri="{FF2B5EF4-FFF2-40B4-BE49-F238E27FC236}">
                <a16:creationId xmlns:a16="http://schemas.microsoft.com/office/drawing/2014/main" id="{7014656D-53F1-41CC-BDD0-5E1C5DFB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1302" y="5794430"/>
            <a:ext cx="1431917" cy="384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6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Extraction</a:t>
            </a:r>
          </a:p>
        </p:txBody>
      </p:sp>
      <p:sp>
        <p:nvSpPr>
          <p:cNvPr id="116" name="text-121 5.">
            <a:extLst xmlns:a="http://schemas.openxmlformats.org/drawingml/2006/main">
              <a:ext uri="{FF2B5EF4-FFF2-40B4-BE49-F238E27FC236}">
                <a16:creationId xmlns:a16="http://schemas.microsoft.com/office/drawing/2014/main" id="{C7EF6CE6-8FE7-418B-83B2-2EFD70F1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5071" y="3552569"/>
            <a:ext cx="336119" cy="38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6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5.</a:t>
            </a:r>
          </a:p>
        </p:txBody>
      </p:sp>
      <p:sp>
        <p:nvSpPr>
          <p:cNvPr id="117" name="text-123 Visual">
            <a:extLst xmlns:a="http://schemas.openxmlformats.org/drawingml/2006/main">
              <a:ext uri="{FF2B5EF4-FFF2-40B4-BE49-F238E27FC236}">
                <a16:creationId xmlns:a16="http://schemas.microsoft.com/office/drawing/2014/main" id="{62F218DD-65C6-4908-8312-69CC75D5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9425" y="3552432"/>
            <a:ext cx="816392" cy="384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6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Visual</a:t>
            </a:r>
          </a:p>
        </p:txBody>
      </p:sp>
      <p:sp>
        <p:nvSpPr>
          <p:cNvPr id="118" name="text-123 Grounding">
            <a:extLst xmlns:a="http://schemas.openxmlformats.org/drawingml/2006/main">
              <a:ext uri="{FF2B5EF4-FFF2-40B4-BE49-F238E27FC236}">
                <a16:creationId xmlns:a16="http://schemas.microsoft.com/office/drawing/2014/main" id="{4F6B6715-B536-4987-BC5D-019F5A41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1664" y="3552593"/>
            <a:ext cx="1326614" cy="384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6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Grounding</a:t>
            </a:r>
          </a:p>
        </p:txBody>
      </p:sp>
      <p:sp>
        <p:nvSpPr>
          <p:cNvPr id="119" name="text-124 3.">
            <a:extLst xmlns:a="http://schemas.openxmlformats.org/drawingml/2006/main">
              <a:ext uri="{FF2B5EF4-FFF2-40B4-BE49-F238E27FC236}">
                <a16:creationId xmlns:a16="http://schemas.microsoft.com/office/drawing/2014/main" id="{147C0A37-FDFB-40B5-B0A7-22CB2BFD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9406" y="5274493"/>
            <a:ext cx="336118" cy="384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6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3.</a:t>
            </a:r>
          </a:p>
        </p:txBody>
      </p:sp>
      <p:sp>
        <p:nvSpPr>
          <p:cNvPr id="120" name="text-126 Object">
            <a:extLst xmlns:a="http://schemas.openxmlformats.org/drawingml/2006/main">
              <a:ext uri="{FF2B5EF4-FFF2-40B4-BE49-F238E27FC236}">
                <a16:creationId xmlns:a16="http://schemas.microsoft.com/office/drawing/2014/main" id="{E78876EE-A79F-4A2B-BBB5-14109CE0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3758" y="5274974"/>
            <a:ext cx="964586" cy="38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59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Object</a:t>
            </a:r>
          </a:p>
        </p:txBody>
      </p:sp>
      <p:sp>
        <p:nvSpPr>
          <p:cNvPr id="121" name="text-126 Existence">
            <a:extLst xmlns:a="http://schemas.openxmlformats.org/drawingml/2006/main">
              <a:ext uri="{FF2B5EF4-FFF2-40B4-BE49-F238E27FC236}">
                <a16:creationId xmlns:a16="http://schemas.microsoft.com/office/drawing/2014/main" id="{7EBCC945-AC19-4F55-9A64-671C0758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5877" y="5274612"/>
            <a:ext cx="1314334" cy="384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6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Existence</a:t>
            </a:r>
          </a:p>
        </p:txBody>
      </p:sp>
      <p:sp>
        <p:nvSpPr>
          <p:cNvPr id="122" name="text-127 Determination">
            <a:extLst xmlns:a="http://schemas.openxmlformats.org/drawingml/2006/main">
              <a:ext uri="{FF2B5EF4-FFF2-40B4-BE49-F238E27FC236}">
                <a16:creationId xmlns:a16="http://schemas.microsoft.com/office/drawing/2014/main" id="{F221798A-A814-4215-8D3C-818A8985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6771" y="5603630"/>
            <a:ext cx="1894399" cy="383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6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Determination</a:t>
            </a:r>
          </a:p>
        </p:txBody>
      </p:sp>
      <p:sp>
        <p:nvSpPr>
          <p:cNvPr id="123" name="text-128 6.">
            <a:extLst xmlns:a="http://schemas.openxmlformats.org/drawingml/2006/main">
              <a:ext uri="{FF2B5EF4-FFF2-40B4-BE49-F238E27FC236}">
                <a16:creationId xmlns:a16="http://schemas.microsoft.com/office/drawing/2014/main" id="{3839AE76-EA42-43B7-84EA-77678AEA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69682" y="2013786"/>
            <a:ext cx="336117" cy="384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6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6.</a:t>
            </a:r>
          </a:p>
        </p:txBody>
      </p:sp>
      <p:sp>
        <p:nvSpPr>
          <p:cNvPr id="124" name="text-130 Region">
            <a:extLst xmlns:a="http://schemas.openxmlformats.org/drawingml/2006/main">
              <a:ext uri="{FF2B5EF4-FFF2-40B4-BE49-F238E27FC236}">
                <a16:creationId xmlns:a16="http://schemas.microsoft.com/office/drawing/2014/main" id="{404FA9FF-28CB-40D9-9452-4F73D21D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74034" y="2013885"/>
            <a:ext cx="889234" cy="384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6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Region</a:t>
            </a:r>
          </a:p>
        </p:txBody>
      </p:sp>
      <p:sp>
        <p:nvSpPr>
          <p:cNvPr id="125" name="text-131 -">
            <a:extLst xmlns:a="http://schemas.openxmlformats.org/drawingml/2006/main">
              <a:ext uri="{FF2B5EF4-FFF2-40B4-BE49-F238E27FC236}">
                <a16:creationId xmlns:a16="http://schemas.microsoft.com/office/drawing/2014/main" id="{043FB458-4516-4F54-A933-471ABAFA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13970" y="2013952"/>
            <a:ext cx="216949" cy="384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1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1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61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126" name="text-132 wise">
            <a:extLst xmlns:a="http://schemas.openxmlformats.org/drawingml/2006/main">
              <a:ext uri="{FF2B5EF4-FFF2-40B4-BE49-F238E27FC236}">
                <a16:creationId xmlns:a16="http://schemas.microsoft.com/office/drawing/2014/main" id="{8ACDDE8C-7FE5-4B89-B7B1-1A83C00E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60085" y="2342648"/>
            <a:ext cx="601183" cy="384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62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wise</a:t>
            </a:r>
          </a:p>
        </p:txBody>
      </p:sp>
      <p:sp>
        <p:nvSpPr>
          <p:cNvPr id="127" name="text-132 OCR">
            <a:extLst xmlns:a="http://schemas.openxmlformats.org/drawingml/2006/main">
              <a:ext uri="{FF2B5EF4-FFF2-40B4-BE49-F238E27FC236}">
                <a16:creationId xmlns:a16="http://schemas.microsoft.com/office/drawing/2014/main" id="{D512895F-FAA6-45A0-862A-FAFDF553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27392" y="2343154"/>
            <a:ext cx="612912" cy="383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5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OCR</a:t>
            </a:r>
          </a:p>
        </p:txBody>
      </p:sp>
      <p:sp>
        <p:nvSpPr>
          <p:cNvPr id="128" name="text-133 The">
            <a:extLst xmlns:a="http://schemas.openxmlformats.org/drawingml/2006/main">
              <a:ext uri="{FF2B5EF4-FFF2-40B4-BE49-F238E27FC236}">
                <a16:creationId xmlns:a16="http://schemas.microsoft.com/office/drawing/2014/main" id="{9AEBD8C1-9D88-4152-AFF4-02B77DAE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6997" y="4105508"/>
            <a:ext cx="383430" cy="270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21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21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21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29" name="text-133 blue">
            <a:extLst xmlns:a="http://schemas.openxmlformats.org/drawingml/2006/main">
              <a:ext uri="{FF2B5EF4-FFF2-40B4-BE49-F238E27FC236}">
                <a16:creationId xmlns:a16="http://schemas.microsoft.com/office/drawing/2014/main" id="{98F36CE9-A67C-43A4-917E-2DF10CB9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9621" y="4106396"/>
            <a:ext cx="406579" cy="269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blue</a:t>
            </a:r>
          </a:p>
        </p:txBody>
      </p:sp>
      <p:sp>
        <p:nvSpPr>
          <p:cNvPr id="130" name="text-133 and">
            <a:extLst xmlns:a="http://schemas.openxmlformats.org/drawingml/2006/main">
              <a:ext uri="{FF2B5EF4-FFF2-40B4-BE49-F238E27FC236}">
                <a16:creationId xmlns:a16="http://schemas.microsoft.com/office/drawing/2014/main" id="{9579E555-122F-4E8F-B375-14BD341A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5361" y="4106041"/>
            <a:ext cx="347222" cy="269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131" name="text-133 white">
            <a:extLst xmlns:a="http://schemas.openxmlformats.org/drawingml/2006/main">
              <a:ext uri="{FF2B5EF4-FFF2-40B4-BE49-F238E27FC236}">
                <a16:creationId xmlns:a16="http://schemas.microsoft.com/office/drawing/2014/main" id="{9C0B183D-DAC3-49C6-BD4C-2C24B4AC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3502" y="4106010"/>
            <a:ext cx="528012" cy="269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white</a:t>
            </a:r>
          </a:p>
        </p:txBody>
      </p:sp>
      <p:sp>
        <p:nvSpPr>
          <p:cNvPr id="132" name="text-133 airplane">
            <a:extLst xmlns:a="http://schemas.openxmlformats.org/drawingml/2006/main">
              <a:ext uri="{FF2B5EF4-FFF2-40B4-BE49-F238E27FC236}">
                <a16:creationId xmlns:a16="http://schemas.microsoft.com/office/drawing/2014/main" id="{72D6C062-E35C-4FC7-9488-854D0461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0799" y="4106003"/>
            <a:ext cx="740499" cy="269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airplane</a:t>
            </a:r>
          </a:p>
        </p:txBody>
      </p:sp>
      <p:sp>
        <p:nvSpPr>
          <p:cNvPr id="133" name="text-133 at">
            <a:extLst xmlns:a="http://schemas.openxmlformats.org/drawingml/2006/main">
              <a:ext uri="{FF2B5EF4-FFF2-40B4-BE49-F238E27FC236}">
                <a16:creationId xmlns:a16="http://schemas.microsoft.com/office/drawing/2014/main" id="{861172C5-25A7-47D5-951A-DD4C0254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0197" y="4105913"/>
            <a:ext cx="224106" cy="269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at</a:t>
            </a:r>
          </a:p>
        </p:txBody>
      </p:sp>
      <p:sp>
        <p:nvSpPr>
          <p:cNvPr id="134" name="text-134 the">
            <a:extLst xmlns:a="http://schemas.openxmlformats.org/drawingml/2006/main">
              <a:ext uri="{FF2B5EF4-FFF2-40B4-BE49-F238E27FC236}">
                <a16:creationId xmlns:a16="http://schemas.microsoft.com/office/drawing/2014/main" id="{F0F99886-5CAB-4BCA-B8E8-63D8F7B3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6997" y="4336714"/>
            <a:ext cx="341724" cy="2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35" name="text-134 top">
            <a:extLst xmlns:a="http://schemas.openxmlformats.org/drawingml/2006/main">
              <a:ext uri="{FF2B5EF4-FFF2-40B4-BE49-F238E27FC236}">
                <a16:creationId xmlns:a16="http://schemas.microsoft.com/office/drawing/2014/main" id="{5D228BE5-C7C3-4B67-8D26-379E4876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0279" y="4336498"/>
            <a:ext cx="329611" cy="269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6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6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6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top</a:t>
            </a:r>
          </a:p>
        </p:txBody>
      </p:sp>
      <p:sp>
        <p:nvSpPr>
          <p:cNvPr id="136" name="text-134 of">
            <a:extLst xmlns:a="http://schemas.openxmlformats.org/drawingml/2006/main">
              <a:ext uri="{FF2B5EF4-FFF2-40B4-BE49-F238E27FC236}">
                <a16:creationId xmlns:a16="http://schemas.microsoft.com/office/drawing/2014/main" id="{CFBC01A0-4710-4BAF-9CD6-5A075CE3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9903" y="4336194"/>
            <a:ext cx="234210" cy="27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137" name="text-134 the">
            <a:extLst xmlns:a="http://schemas.openxmlformats.org/drawingml/2006/main">
              <a:ext uri="{FF2B5EF4-FFF2-40B4-BE49-F238E27FC236}">
                <a16:creationId xmlns:a16="http://schemas.microsoft.com/office/drawing/2014/main" id="{E43D7CB7-25AA-40A4-9AA5-974A5CDF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6067" y="4336714"/>
            <a:ext cx="341724" cy="2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38" name="text-134 picture:">
            <a:extLst xmlns:a="http://schemas.openxmlformats.org/drawingml/2006/main">
              <a:ext uri="{FF2B5EF4-FFF2-40B4-BE49-F238E27FC236}">
                <a16:creationId xmlns:a16="http://schemas.microsoft.com/office/drawing/2014/main" id="{34018876-D9BB-49B2-8713-40023A70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7615" y="4336645"/>
            <a:ext cx="736362" cy="269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picture:</a:t>
            </a:r>
          </a:p>
        </p:txBody>
      </p:sp>
      <p:sp>
        <p:nvSpPr>
          <p:cNvPr id="139" name="text-135 [">
            <a:extLst xmlns:a="http://schemas.openxmlformats.org/drawingml/2006/main">
              <a:ext uri="{FF2B5EF4-FFF2-40B4-BE49-F238E27FC236}">
                <a16:creationId xmlns:a16="http://schemas.microsoft.com/office/drawing/2014/main" id="{9D22D0F2-8F04-4F61-83E0-C4E1F772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6997" y="4566874"/>
            <a:ext cx="107021" cy="26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[</a:t>
            </a:r>
          </a:p>
        </p:txBody>
      </p:sp>
      <p:sp>
        <p:nvSpPr>
          <p:cNvPr id="140" name="text-136 256.6,152.8,959.8,366.8">
            <a:extLst xmlns:a="http://schemas.openxmlformats.org/drawingml/2006/main">
              <a:ext uri="{FF2B5EF4-FFF2-40B4-BE49-F238E27FC236}">
                <a16:creationId xmlns:a16="http://schemas.microsoft.com/office/drawing/2014/main" id="{61D18732-01A6-470A-875E-98A5D9D5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9320" y="4567452"/>
            <a:ext cx="2488898" cy="268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0" b="1" i="0">
                <a:solidFill>
                  <a:srgbClr val="ED7D3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0" b="1" i="0">
                <a:solidFill>
                  <a:srgbClr val="ED7D31"/>
                </a:solidFill>
                <a:latin typeface="Comic Sans MS"/>
                <a:ea typeface="Comic Sans MS"/>
                <a:cs typeface="Comic Sans MS"/>
              </a:defRPr>
            </a:pPr>
            <a:r>
              <a:rPr sz="1510" b="1" i="0">
                <a:solidFill>
                  <a:srgbClr val="ED7D31"/>
                </a:solidFill>
                <a:latin typeface="Comic Sans MS"/>
                <a:ea typeface="Comic Sans MS"/>
                <a:cs typeface="Comic Sans MS"/>
              </a:rPr>
              <a:t>256.6,152.8,959.8,366.8</a:t>
            </a:r>
          </a:p>
        </p:txBody>
      </p:sp>
      <p:sp>
        <p:nvSpPr>
          <p:cNvPr id="141" name="text-137 ]">
            <a:extLst xmlns:a="http://schemas.openxmlformats.org/drawingml/2006/main">
              <a:ext uri="{FF2B5EF4-FFF2-40B4-BE49-F238E27FC236}">
                <a16:creationId xmlns:a16="http://schemas.microsoft.com/office/drawing/2014/main" id="{76DC4B8E-6866-47DE-8CDC-603CE709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3653" y="4566874"/>
            <a:ext cx="107021" cy="26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]</a:t>
            </a:r>
          </a:p>
        </p:txBody>
      </p:sp>
      <p:sp>
        <p:nvSpPr>
          <p:cNvPr id="142" name="path-138">
            <a:extLst xmlns:a="http://schemas.openxmlformats.org/drawingml/2006/main">
              <a:ext uri="{FF2B5EF4-FFF2-40B4-BE49-F238E27FC236}">
                <a16:creationId xmlns:a16="http://schemas.microsoft.com/office/drawing/2014/main" id="{BCB2EEEA-3953-4002-B322-FB6FAE61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4820" y="3964343"/>
            <a:ext cx="3912300" cy="963487"/>
          </a:xfrm>
          <a:custGeom xmlns:a="http://schemas.openxmlformats.org/drawingml/2006/main">
            <a:pathLst>
              <a:path w="3912300" h="963487">
                <a:moveTo>
                  <a:pt x="0" y="160536"/>
                </a:moveTo>
                <a:cubicBezTo>
                  <a:pt x="0" y="71775"/>
                  <a:pt x="71912" y="0"/>
                  <a:pt x="160672" y="0"/>
                </a:cubicBezTo>
                <a:lnTo>
                  <a:pt x="3751628" y="0"/>
                </a:lnTo>
                <a:cubicBezTo>
                  <a:pt x="3840388" y="0"/>
                  <a:pt x="3912300" y="71775"/>
                  <a:pt x="3912300" y="160536"/>
                </a:cubicBezTo>
                <a:lnTo>
                  <a:pt x="3912300" y="802952"/>
                </a:lnTo>
                <a:cubicBezTo>
                  <a:pt x="3912300" y="891575"/>
                  <a:pt x="3840388" y="963487"/>
                  <a:pt x="3751628" y="963487"/>
                </a:cubicBezTo>
                <a:lnTo>
                  <a:pt x="160672" y="963487"/>
                </a:lnTo>
                <a:cubicBezTo>
                  <a:pt x="71912" y="963487"/>
                  <a:pt x="0" y="891575"/>
                  <a:pt x="0" y="802952"/>
                </a:cubicBezTo>
                <a:lnTo>
                  <a:pt x="0" y="160536"/>
                </a:lnTo>
              </a:path>
            </a:pathLst>
          </a:custGeom>
          <a:noFill xmlns:a="http://schemas.openxmlformats.org/drawingml/2006/main"/>
          <a:ln xmlns:a="http://schemas.openxmlformats.org/drawingml/2006/main" w="20546">
            <a:solidFill>
              <a:srgbClr val="000000"/>
            </a:solidFill>
            <a:prstDash val="dash"/>
          </a:ln>
        </p:spPr>
      </p:sp>
      <p:sp>
        <p:nvSpPr>
          <p:cNvPr id="143" name="text-139 Two">
            <a:extLst xmlns:a="http://schemas.openxmlformats.org/drawingml/2006/main">
              <a:ext uri="{FF2B5EF4-FFF2-40B4-BE49-F238E27FC236}">
                <a16:creationId xmlns:a16="http://schemas.microsoft.com/office/drawing/2014/main" id="{8F3ECDBD-B092-4CB4-AE94-0C1768F7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8548" y="5246367"/>
            <a:ext cx="398705" cy="269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Two</a:t>
            </a:r>
          </a:p>
        </p:txBody>
      </p:sp>
      <p:sp>
        <p:nvSpPr>
          <p:cNvPr id="144" name="text-139 traveling">
            <a:extLst xmlns:a="http://schemas.openxmlformats.org/drawingml/2006/main">
              <a:ext uri="{FF2B5EF4-FFF2-40B4-BE49-F238E27FC236}">
                <a16:creationId xmlns:a16="http://schemas.microsoft.com/office/drawing/2014/main" id="{68FF079E-95B5-48AC-AE33-A26486DA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9162" y="5246740"/>
            <a:ext cx="824015" cy="2691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traveling</a:t>
            </a:r>
          </a:p>
        </p:txBody>
      </p:sp>
      <p:sp>
        <p:nvSpPr>
          <p:cNvPr id="145" name="text-139 in">
            <a:extLst xmlns:a="http://schemas.openxmlformats.org/drawingml/2006/main">
              <a:ext uri="{FF2B5EF4-FFF2-40B4-BE49-F238E27FC236}">
                <a16:creationId xmlns:a16="http://schemas.microsoft.com/office/drawing/2014/main" id="{9194F8E4-72FF-4996-8469-6F2018E1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0729" y="5246690"/>
            <a:ext cx="189132" cy="269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in</a:t>
            </a:r>
          </a:p>
        </p:txBody>
      </p:sp>
      <p:sp>
        <p:nvSpPr>
          <p:cNvPr id="146" name="text-139 front">
            <a:extLst xmlns:a="http://schemas.openxmlformats.org/drawingml/2006/main">
              <a:ext uri="{FF2B5EF4-FFF2-40B4-BE49-F238E27FC236}">
                <a16:creationId xmlns:a16="http://schemas.microsoft.com/office/drawing/2014/main" id="{125F86E4-6C58-4FB7-8E80-431597D0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31120" y="5247087"/>
            <a:ext cx="516140" cy="268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1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1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1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front</a:t>
            </a:r>
          </a:p>
        </p:txBody>
      </p:sp>
      <p:sp>
        <p:nvSpPr>
          <p:cNvPr id="147" name="text-139 and">
            <a:extLst xmlns:a="http://schemas.openxmlformats.org/drawingml/2006/main">
              <a:ext uri="{FF2B5EF4-FFF2-40B4-BE49-F238E27FC236}">
                <a16:creationId xmlns:a16="http://schemas.microsoft.com/office/drawing/2014/main" id="{21CFFAEB-3DB7-4FAF-8609-CC144768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0175" y="5246727"/>
            <a:ext cx="346625" cy="269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148" name="text-139 behind.">
            <a:extLst xmlns:a="http://schemas.openxmlformats.org/drawingml/2006/main">
              <a:ext uri="{FF2B5EF4-FFF2-40B4-BE49-F238E27FC236}">
                <a16:creationId xmlns:a16="http://schemas.microsoft.com/office/drawing/2014/main" id="{50DDEE7A-E749-4408-B82F-C4562420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38456" y="5246739"/>
            <a:ext cx="680404" cy="269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behind.</a:t>
            </a:r>
          </a:p>
        </p:txBody>
      </p:sp>
      <p:pic>
        <p:nvPic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D8F93931-1074-4EA5-B264-00705E0729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07aa3a73e4dec"/>
          <a:stretch xmlns:a="http://schemas.openxmlformats.org/drawingml/2006/main"/>
        </p:blipFill>
        <p:spPr>
          <a:xfrm xmlns:a="http://schemas.openxmlformats.org/drawingml/2006/main">
            <a:off x="8921566" y="5020289"/>
            <a:ext cx="552450" cy="542925"/>
          </a:xfrm>
          <a:prstGeom xmlns:a="http://schemas.openxmlformats.org/drawingml/2006/main" prst="rect">
            <a:avLst/>
          </a:prstGeom>
        </p:spPr>
      </p:pic>
      <p:pic>
        <p:nvPic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78D0B21-1392-401B-A8AF-9A9FBD2CAB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db3e4be7244b32"/>
          <a:stretch xmlns:a="http://schemas.openxmlformats.org/drawingml/2006/main"/>
        </p:blipFill>
        <p:spPr>
          <a:xfrm xmlns:a="http://schemas.openxmlformats.org/drawingml/2006/main">
            <a:off x="8645341" y="5248889"/>
            <a:ext cx="514350" cy="523875"/>
          </a:xfrm>
          <a:prstGeom xmlns:a="http://schemas.openxmlformats.org/drawingml/2006/main" prst="rect">
            <a:avLst/>
          </a:prstGeom>
        </p:spPr>
      </p:pic>
      <p:pic>
        <p:nvPic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9498B842-7125-4ABB-A387-B0F134C35F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679f391b0450a"/>
          <a:stretch xmlns:a="http://schemas.openxmlformats.org/drawingml/2006/main"/>
        </p:blipFill>
        <p:spPr>
          <a:xfrm xmlns:a="http://schemas.openxmlformats.org/drawingml/2006/main">
            <a:off x="7397566" y="5944214"/>
            <a:ext cx="428625" cy="428625"/>
          </a:xfrm>
          <a:prstGeom xmlns:a="http://schemas.openxmlformats.org/drawingml/2006/main" prst="rect">
            <a:avLst/>
          </a:prstGeom>
        </p:spPr>
      </p:pic>
      <p:pic>
        <p:nvPic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5EAC2DE5-74F4-4186-97EB-8A076AFB64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fd2788ed24458"/>
          <a:stretch xmlns:a="http://schemas.openxmlformats.org/drawingml/2006/main"/>
        </p:blipFill>
        <p:spPr>
          <a:xfrm xmlns:a="http://schemas.openxmlformats.org/drawingml/2006/main">
            <a:off x="7178491" y="6077564"/>
            <a:ext cx="476250" cy="466725"/>
          </a:xfrm>
          <a:prstGeom xmlns:a="http://schemas.openxmlformats.org/drawingml/2006/main" prst="rect">
            <a:avLst/>
          </a:prstGeom>
        </p:spPr>
      </p:pic>
      <p:sp>
        <p:nvSpPr>
          <p:cNvPr id="153" name="text-144 The">
            <a:extLst xmlns:a="http://schemas.openxmlformats.org/drawingml/2006/main">
              <a:ext uri="{FF2B5EF4-FFF2-40B4-BE49-F238E27FC236}">
                <a16:creationId xmlns:a16="http://schemas.microsoft.com/office/drawing/2014/main" id="{FF40E838-4F18-459C-BBA6-6C3E0F96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6602" y="6241311"/>
            <a:ext cx="381503" cy="269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3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3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3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54" name="text-145 are">
            <a:extLst xmlns:a="http://schemas.openxmlformats.org/drawingml/2006/main">
              <a:ext uri="{FF2B5EF4-FFF2-40B4-BE49-F238E27FC236}">
                <a16:creationId xmlns:a16="http://schemas.microsoft.com/office/drawing/2014/main" id="{9D85B700-10CB-44A3-9FC4-4866B7E6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8574" y="6242331"/>
            <a:ext cx="328818" cy="267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0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are</a:t>
            </a:r>
          </a:p>
        </p:txBody>
      </p:sp>
      <p:sp>
        <p:nvSpPr>
          <p:cNvPr id="155" name="text-145 traveling">
            <a:extLst xmlns:a="http://schemas.openxmlformats.org/drawingml/2006/main">
              <a:ext uri="{FF2B5EF4-FFF2-40B4-BE49-F238E27FC236}">
                <a16:creationId xmlns:a16="http://schemas.microsoft.com/office/drawing/2014/main" id="{017421D3-C369-45D1-BDE3-07D7ADA9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0507" y="6242128"/>
            <a:ext cx="820202" cy="267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0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traveling</a:t>
            </a:r>
          </a:p>
        </p:txBody>
      </p:sp>
      <p:sp>
        <p:nvSpPr>
          <p:cNvPr id="156" name="text-145 in">
            <a:extLst xmlns:a="http://schemas.openxmlformats.org/drawingml/2006/main">
              <a:ext uri="{FF2B5EF4-FFF2-40B4-BE49-F238E27FC236}">
                <a16:creationId xmlns:a16="http://schemas.microsoft.com/office/drawing/2014/main" id="{98045073-CD2B-48E2-97AF-BA772C22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0151" y="6241188"/>
            <a:ext cx="189132" cy="269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in</a:t>
            </a:r>
          </a:p>
        </p:txBody>
      </p:sp>
      <p:sp>
        <p:nvSpPr>
          <p:cNvPr id="157" name="text-145 opposite">
            <a:extLst xmlns:a="http://schemas.openxmlformats.org/drawingml/2006/main">
              <a:ext uri="{FF2B5EF4-FFF2-40B4-BE49-F238E27FC236}">
                <a16:creationId xmlns:a16="http://schemas.microsoft.com/office/drawing/2014/main" id="{91E1F431-9BBD-4FCB-9FCB-1552DD8F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2080" y="6241698"/>
            <a:ext cx="783949" cy="268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0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0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0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opposite</a:t>
            </a:r>
          </a:p>
        </p:txBody>
      </p:sp>
      <p:sp>
        <p:nvSpPr>
          <p:cNvPr id="158" name="text-145 directions">
            <a:extLst xmlns:a="http://schemas.openxmlformats.org/drawingml/2006/main">
              <a:ext uri="{FF2B5EF4-FFF2-40B4-BE49-F238E27FC236}">
                <a16:creationId xmlns:a16="http://schemas.microsoft.com/office/drawing/2014/main" id="{942A0DA1-4907-458B-A443-3281E6B1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77300" y="6241412"/>
            <a:ext cx="936881" cy="268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3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3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3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directions</a:t>
            </a:r>
          </a:p>
        </p:txBody>
      </p:sp>
      <p:sp>
        <p:nvSpPr>
          <p:cNvPr id="159" name="text-146 .">
            <a:extLst xmlns:a="http://schemas.openxmlformats.org/drawingml/2006/main">
              <a:ext uri="{FF2B5EF4-FFF2-40B4-BE49-F238E27FC236}">
                <a16:creationId xmlns:a16="http://schemas.microsoft.com/office/drawing/2014/main" id="{AC05B78A-38CD-40A9-91DF-7EC1C81A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0388" y="6241290"/>
            <a:ext cx="82492" cy="26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160" name="text-147 There">
            <a:extLst xmlns:a="http://schemas.openxmlformats.org/drawingml/2006/main">
              <a:ext uri="{FF2B5EF4-FFF2-40B4-BE49-F238E27FC236}">
                <a16:creationId xmlns:a16="http://schemas.microsoft.com/office/drawing/2014/main" id="{5BD16C4C-7D4E-4350-891B-C936896B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7404" y="6048499"/>
            <a:ext cx="580638" cy="2697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There</a:t>
            </a:r>
          </a:p>
        </p:txBody>
      </p:sp>
      <p:sp>
        <p:nvSpPr>
          <p:cNvPr id="161" name="text-147 are">
            <a:extLst xmlns:a="http://schemas.openxmlformats.org/drawingml/2006/main">
              <a:ext uri="{FF2B5EF4-FFF2-40B4-BE49-F238E27FC236}">
                <a16:creationId xmlns:a16="http://schemas.microsoft.com/office/drawing/2014/main" id="{3610EC61-60B9-4205-8667-E72E1305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7039" y="6048893"/>
            <a:ext cx="330752" cy="269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are</a:t>
            </a:r>
          </a:p>
        </p:txBody>
      </p:sp>
      <p:sp>
        <p:nvSpPr>
          <p:cNvPr id="162" name="text-148 trucks">
            <a:extLst xmlns:a="http://schemas.openxmlformats.org/drawingml/2006/main">
              <a:ext uri="{FF2B5EF4-FFF2-40B4-BE49-F238E27FC236}">
                <a16:creationId xmlns:a16="http://schemas.microsoft.com/office/drawing/2014/main" id="{1E14BD9C-C38D-4A6F-BE23-61962561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7742" y="6049150"/>
            <a:ext cx="613016" cy="268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2" b="1" i="0">
                <a:solidFill>
                  <a:srgbClr val="70AD4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2" b="1" i="0">
                <a:solidFill>
                  <a:srgbClr val="70AD47"/>
                </a:solidFill>
                <a:latin typeface="Comic Sans MS"/>
                <a:ea typeface="Comic Sans MS"/>
                <a:cs typeface="Comic Sans MS"/>
              </a:defRPr>
            </a:pPr>
            <a:r>
              <a:rPr sz="1512" b="1" i="0">
                <a:solidFill>
                  <a:srgbClr val="70AD47"/>
                </a:solidFill>
                <a:latin typeface="Comic Sans MS"/>
                <a:ea typeface="Comic Sans MS"/>
                <a:cs typeface="Comic Sans MS"/>
              </a:rPr>
              <a:t>trucks</a:t>
            </a:r>
          </a:p>
        </p:txBody>
      </p:sp>
      <p:sp>
        <p:nvSpPr>
          <p:cNvPr id="163" name="text-149 ,">
            <a:extLst xmlns:a="http://schemas.openxmlformats.org/drawingml/2006/main">
              <a:ext uri="{FF2B5EF4-FFF2-40B4-BE49-F238E27FC236}">
                <a16:creationId xmlns:a16="http://schemas.microsoft.com/office/drawing/2014/main" id="{AE2A7DB6-CFC7-4D70-8F26-28A9694B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6327" y="6048901"/>
            <a:ext cx="87858" cy="269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4" b="0" i="0">
                <a:solidFill>
                  <a:srgbClr val="70AD4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4" b="0" i="0">
                <a:solidFill>
                  <a:srgbClr val="70AD47"/>
                </a:solidFill>
                <a:latin typeface="Comic Sans MS"/>
                <a:ea typeface="Comic Sans MS"/>
                <a:cs typeface="Comic Sans MS"/>
              </a:defRPr>
            </a:pPr>
            <a:r>
              <a:rPr sz="1514" b="0" i="0">
                <a:solidFill>
                  <a:srgbClr val="70AD47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164" name="text-150 buses">
            <a:extLst xmlns:a="http://schemas.openxmlformats.org/drawingml/2006/main">
              <a:ext uri="{FF2B5EF4-FFF2-40B4-BE49-F238E27FC236}">
                <a16:creationId xmlns:a16="http://schemas.microsoft.com/office/drawing/2014/main" id="{C5A9BD93-AD9E-4564-949C-59433EAF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6456" y="6049112"/>
            <a:ext cx="542828" cy="268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3" b="1" i="0">
                <a:solidFill>
                  <a:srgbClr val="70AD4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3" b="1" i="0">
                <a:solidFill>
                  <a:srgbClr val="70AD47"/>
                </a:solidFill>
                <a:latin typeface="Comic Sans MS"/>
                <a:ea typeface="Comic Sans MS"/>
                <a:cs typeface="Comic Sans MS"/>
              </a:defRPr>
            </a:pPr>
            <a:r>
              <a:rPr sz="1513" b="1" i="0">
                <a:solidFill>
                  <a:srgbClr val="70AD47"/>
                </a:solidFill>
                <a:latin typeface="Comic Sans MS"/>
                <a:ea typeface="Comic Sans MS"/>
                <a:cs typeface="Comic Sans MS"/>
              </a:rPr>
              <a:t>buses</a:t>
            </a:r>
          </a:p>
        </p:txBody>
      </p:sp>
      <p:sp>
        <p:nvSpPr>
          <p:cNvPr id="165" name="text-151 and">
            <a:extLst xmlns:a="http://schemas.openxmlformats.org/drawingml/2006/main">
              <a:ext uri="{FF2B5EF4-FFF2-40B4-BE49-F238E27FC236}">
                <a16:creationId xmlns:a16="http://schemas.microsoft.com/office/drawing/2014/main" id="{36B31390-AE8F-426F-85C8-2535AD68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4601" y="6279032"/>
            <a:ext cx="346624" cy="269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166" name="text-151 ...">
            <a:extLst xmlns:a="http://schemas.openxmlformats.org/drawingml/2006/main">
              <a:ext uri="{FF2B5EF4-FFF2-40B4-BE49-F238E27FC236}">
                <a16:creationId xmlns:a16="http://schemas.microsoft.com/office/drawing/2014/main" id="{990841F3-A31C-4CAC-920F-D41DD351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2883" y="6278979"/>
            <a:ext cx="178287" cy="269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...</a:t>
            </a:r>
          </a:p>
        </p:txBody>
      </p:sp>
      <p:sp>
        <p:nvSpPr>
          <p:cNvPr id="167" name="path-152">
            <a:extLst xmlns:a="http://schemas.openxmlformats.org/drawingml/2006/main">
              <a:ext uri="{FF2B5EF4-FFF2-40B4-BE49-F238E27FC236}">
                <a16:creationId xmlns:a16="http://schemas.microsoft.com/office/drawing/2014/main" id="{25372B88-85C2-4570-9340-C2D052D6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076" y="5936657"/>
            <a:ext cx="2893064" cy="744874"/>
          </a:xfrm>
          <a:custGeom xmlns:a="http://schemas.openxmlformats.org/drawingml/2006/main">
            <a:pathLst>
              <a:path w="2893064" h="744874">
                <a:moveTo>
                  <a:pt x="44380" y="96294"/>
                </a:moveTo>
                <a:cubicBezTo>
                  <a:pt x="524754" y="6575"/>
                  <a:pt x="908560" y="206792"/>
                  <a:pt x="1450026" y="96294"/>
                </a:cubicBezTo>
                <a:cubicBezTo>
                  <a:pt x="1871363" y="0"/>
                  <a:pt x="2448990" y="156700"/>
                  <a:pt x="2855670" y="96294"/>
                </a:cubicBezTo>
                <a:cubicBezTo>
                  <a:pt x="2893064" y="244242"/>
                  <a:pt x="2845397" y="449924"/>
                  <a:pt x="2855670" y="610789"/>
                </a:cubicBezTo>
                <a:cubicBezTo>
                  <a:pt x="2421595" y="744874"/>
                  <a:pt x="1864651" y="458773"/>
                  <a:pt x="1450026" y="610789"/>
                </a:cubicBezTo>
                <a:cubicBezTo>
                  <a:pt x="1032386" y="661784"/>
                  <a:pt x="508591" y="468307"/>
                  <a:pt x="44380" y="610789"/>
                </a:cubicBezTo>
                <a:cubicBezTo>
                  <a:pt x="69036" y="505906"/>
                  <a:pt x="0" y="164098"/>
                  <a:pt x="44380" y="962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546">
            <a:solidFill>
              <a:srgbClr val="000000"/>
            </a:solidFill>
            <a:prstDash val="dash"/>
          </a:ln>
        </p:spPr>
      </p:sp>
      <p:sp>
        <p:nvSpPr>
          <p:cNvPr id="168" name="text-153 Gaoqi">
            <a:extLst xmlns:a="http://schemas.openxmlformats.org/drawingml/2006/main">
              <a:ext uri="{FF2B5EF4-FFF2-40B4-BE49-F238E27FC236}">
                <a16:creationId xmlns:a16="http://schemas.microsoft.com/office/drawing/2014/main" id="{EC338F1D-F403-4C43-85AC-4F665917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5980" y="2841501"/>
            <a:ext cx="528421" cy="269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8" b="1" i="0">
                <a:solidFill>
                  <a:srgbClr val="ED7D3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8" b="1" i="0">
                <a:solidFill>
                  <a:srgbClr val="ED7D31"/>
                </a:solidFill>
                <a:latin typeface="Comic Sans MS"/>
                <a:ea typeface="Comic Sans MS"/>
                <a:cs typeface="Comic Sans MS"/>
              </a:defRPr>
            </a:pPr>
            <a:r>
              <a:rPr sz="1518" b="1" i="0">
                <a:solidFill>
                  <a:srgbClr val="ED7D31"/>
                </a:solidFill>
                <a:latin typeface="Comic Sans MS"/>
                <a:ea typeface="Comic Sans MS"/>
                <a:cs typeface="Comic Sans MS"/>
              </a:rPr>
              <a:t>Gaoqi</a:t>
            </a:r>
          </a:p>
        </p:txBody>
      </p:sp>
      <p:sp>
        <p:nvSpPr>
          <p:cNvPr id="169" name="text-154 Airport">
            <a:extLst xmlns:a="http://schemas.openxmlformats.org/drawingml/2006/main">
              <a:ext uri="{FF2B5EF4-FFF2-40B4-BE49-F238E27FC236}">
                <a16:creationId xmlns:a16="http://schemas.microsoft.com/office/drawing/2014/main" id="{159BBB6A-B08A-40FB-989E-5C86009E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69636" y="2841494"/>
            <a:ext cx="710144" cy="269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8" b="1" i="0">
                <a:solidFill>
                  <a:srgbClr val="ED7D3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8" b="1" i="0">
                <a:solidFill>
                  <a:srgbClr val="ED7D31"/>
                </a:solidFill>
                <a:latin typeface="Comic Sans MS"/>
                <a:ea typeface="Comic Sans MS"/>
                <a:cs typeface="Comic Sans MS"/>
              </a:defRPr>
            </a:pPr>
            <a:r>
              <a:rPr sz="1518" b="1" i="0">
                <a:solidFill>
                  <a:srgbClr val="ED7D31"/>
                </a:solidFill>
                <a:latin typeface="Comic Sans MS"/>
                <a:ea typeface="Comic Sans MS"/>
                <a:cs typeface="Comic Sans MS"/>
              </a:rPr>
              <a:t>Airport</a:t>
            </a:r>
          </a:p>
        </p:txBody>
      </p:sp>
      <p:sp>
        <p:nvSpPr>
          <p:cNvPr id="170" name="text-155 [811.3,696.5,933.2,716.8]">
            <a:extLst xmlns:a="http://schemas.openxmlformats.org/drawingml/2006/main">
              <a:ext uri="{FF2B5EF4-FFF2-40B4-BE49-F238E27FC236}">
                <a16:creationId xmlns:a16="http://schemas.microsoft.com/office/drawing/2014/main" id="{8F3C1792-EAE1-4E18-B696-F003E4D8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4963" y="3155217"/>
            <a:ext cx="2304251" cy="267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0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[811.3,696.5,933.2,716.8]</a:t>
            </a:r>
          </a:p>
        </p:txBody>
      </p:sp>
      <p:pic>
        <p:nvPic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97E76EBA-DDA5-4EBD-9BF4-923F35B697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8006e56d64403"/>
          <a:stretch xmlns:a="http://schemas.openxmlformats.org/drawingml/2006/main"/>
        </p:blipFill>
        <p:spPr>
          <a:xfrm xmlns:a="http://schemas.openxmlformats.org/drawingml/2006/main">
            <a:off x="4282891" y="614"/>
            <a:ext cx="1857375" cy="1847850"/>
          </a:xfrm>
          <a:prstGeom xmlns:a="http://schemas.openxmlformats.org/drawingml/2006/main" prst="rect">
            <a:avLst/>
          </a:prstGeom>
        </p:spPr>
      </p:pic>
      <p:pic>
        <p:nvPic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24A2652C-7A4C-449A-9DC3-119CCA2F87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0aca6906c4d62"/>
          <a:stretch xmlns:a="http://schemas.openxmlformats.org/drawingml/2006/main"/>
        </p:blipFill>
        <p:spPr>
          <a:xfrm xmlns:a="http://schemas.openxmlformats.org/drawingml/2006/main">
            <a:off x="11569516" y="3677264"/>
            <a:ext cx="1143000" cy="1143000"/>
          </a:xfrm>
          <a:prstGeom xmlns:a="http://schemas.openxmlformats.org/drawingml/2006/main" prst="rect">
            <a:avLst/>
          </a:prstGeom>
        </p:spPr>
      </p:pic>
      <p:pic>
        <p:nvPic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E0E87FA7-BA03-4DB8-9EA8-14E55051E0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46a962c574ff3"/>
          <a:stretch xmlns:a="http://schemas.openxmlformats.org/drawingml/2006/main"/>
        </p:blipFill>
        <p:spPr>
          <a:xfrm xmlns:a="http://schemas.openxmlformats.org/drawingml/2006/main">
            <a:off x="9207316" y="1257914"/>
            <a:ext cx="971550" cy="962025"/>
          </a:xfrm>
          <a:prstGeom xmlns:a="http://schemas.openxmlformats.org/drawingml/2006/main" prst="rect">
            <a:avLst/>
          </a:prstGeom>
        </p:spPr>
      </p:pic>
      <p:sp>
        <p:nvSpPr>
          <p:cNvPr id="174" name="text-159 7.">
            <a:extLst xmlns:a="http://schemas.openxmlformats.org/drawingml/2006/main">
              <a:ext uri="{FF2B5EF4-FFF2-40B4-BE49-F238E27FC236}">
                <a16:creationId xmlns:a16="http://schemas.microsoft.com/office/drawing/2014/main" id="{0C5934F9-ED56-49DE-B42F-5E311F80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8598" y="166530"/>
            <a:ext cx="336118" cy="384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6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7.</a:t>
            </a:r>
          </a:p>
        </p:txBody>
      </p:sp>
      <p:sp>
        <p:nvSpPr>
          <p:cNvPr id="175" name="text-161 Spatial">
            <a:extLst xmlns:a="http://schemas.openxmlformats.org/drawingml/2006/main">
              <a:ext uri="{FF2B5EF4-FFF2-40B4-BE49-F238E27FC236}">
                <a16:creationId xmlns:a16="http://schemas.microsoft.com/office/drawing/2014/main" id="{F9D52F07-DD7C-4E2D-88A8-E8A0D1D3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2951" y="166380"/>
            <a:ext cx="973958" cy="384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64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Spatial</a:t>
            </a:r>
          </a:p>
        </p:txBody>
      </p:sp>
      <p:sp>
        <p:nvSpPr>
          <p:cNvPr id="176" name="text-161 Relationship">
            <a:extLst xmlns:a="http://schemas.openxmlformats.org/drawingml/2006/main">
              <a:ext uri="{FF2B5EF4-FFF2-40B4-BE49-F238E27FC236}">
                <a16:creationId xmlns:a16="http://schemas.microsoft.com/office/drawing/2014/main" id="{62D01DDB-5096-441F-855A-9C2D42CB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3028" y="166789"/>
            <a:ext cx="1615593" cy="384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1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1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61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Relationship</a:t>
            </a:r>
          </a:p>
        </p:txBody>
      </p:sp>
      <p:sp>
        <p:nvSpPr>
          <p:cNvPr id="177" name="text-161 Comprehension">
            <a:extLst xmlns:a="http://schemas.openxmlformats.org/drawingml/2006/main">
              <a:ext uri="{FF2B5EF4-FFF2-40B4-BE49-F238E27FC236}">
                <a16:creationId xmlns:a16="http://schemas.microsoft.com/office/drawing/2014/main" id="{7BEFE425-5FA7-406D-B0D9-B39EE1F7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4336" y="167098"/>
            <a:ext cx="1959971" cy="383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5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Comprehension</a:t>
            </a:r>
          </a:p>
        </p:txBody>
      </p:sp>
      <p:sp>
        <p:nvSpPr>
          <p:cNvPr id="178" name="text-162 From">
            <a:extLst xmlns:a="http://schemas.openxmlformats.org/drawingml/2006/main">
              <a:ext uri="{FF2B5EF4-FFF2-40B4-BE49-F238E27FC236}">
                <a16:creationId xmlns:a16="http://schemas.microsoft.com/office/drawing/2014/main" id="{AF2A892C-8C8B-42C0-BF8E-C023C569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1093" y="643083"/>
            <a:ext cx="494221" cy="269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From</a:t>
            </a:r>
          </a:p>
        </p:txBody>
      </p:sp>
      <p:sp>
        <p:nvSpPr>
          <p:cNvPr id="179" name="text-162 the">
            <a:extLst xmlns:a="http://schemas.openxmlformats.org/drawingml/2006/main">
              <a:ext uri="{FF2B5EF4-FFF2-40B4-BE49-F238E27FC236}">
                <a16:creationId xmlns:a16="http://schemas.microsoft.com/office/drawing/2014/main" id="{77A17369-7796-4BD4-8C03-3A7B481C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7071" y="643026"/>
            <a:ext cx="341724" cy="2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80" name="text-162 perspective">
            <a:extLst xmlns:a="http://schemas.openxmlformats.org/drawingml/2006/main">
              <a:ext uri="{FF2B5EF4-FFF2-40B4-BE49-F238E27FC236}">
                <a16:creationId xmlns:a16="http://schemas.microsoft.com/office/drawing/2014/main" id="{8E71C7BF-E518-4469-A32F-53B55D48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8619" y="642983"/>
            <a:ext cx="1079642" cy="269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perspective</a:t>
            </a:r>
          </a:p>
        </p:txBody>
      </p:sp>
      <p:sp>
        <p:nvSpPr>
          <p:cNvPr id="181" name="text-162 of">
            <a:extLst xmlns:a="http://schemas.openxmlformats.org/drawingml/2006/main">
              <a:ext uri="{FF2B5EF4-FFF2-40B4-BE49-F238E27FC236}">
                <a16:creationId xmlns:a16="http://schemas.microsoft.com/office/drawing/2014/main" id="{514FD364-5D74-4895-9124-D32AC00B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6348" y="642506"/>
            <a:ext cx="234210" cy="27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182" name="text-162 the">
            <a:extLst xmlns:a="http://schemas.openxmlformats.org/drawingml/2006/main">
              <a:ext uri="{FF2B5EF4-FFF2-40B4-BE49-F238E27FC236}">
                <a16:creationId xmlns:a16="http://schemas.microsoft.com/office/drawing/2014/main" id="{770F60B5-34F4-4E31-A022-00C8829A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80971" y="643026"/>
            <a:ext cx="341724" cy="2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83" name="text-162 ,">
            <a:extLst xmlns:a="http://schemas.openxmlformats.org/drawingml/2006/main">
              <a:ext uri="{FF2B5EF4-FFF2-40B4-BE49-F238E27FC236}">
                <a16:creationId xmlns:a16="http://schemas.microsoft.com/office/drawing/2014/main" id="{0AA7E9E9-70C2-4C1A-AB53-13B91F2D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53881" y="643098"/>
            <a:ext cx="87858" cy="269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184" name="text-163 a">
            <a:extLst xmlns:a="http://schemas.openxmlformats.org/drawingml/2006/main">
              <a:ext uri="{FF2B5EF4-FFF2-40B4-BE49-F238E27FC236}">
                <a16:creationId xmlns:a16="http://schemas.microsoft.com/office/drawing/2014/main" id="{4357535E-EBD9-4B5D-A88C-098B9E52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1093" y="988512"/>
            <a:ext cx="133033" cy="269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185" name="text-163 is">
            <a:extLst xmlns:a="http://schemas.openxmlformats.org/drawingml/2006/main">
              <a:ext uri="{FF2B5EF4-FFF2-40B4-BE49-F238E27FC236}">
                <a16:creationId xmlns:a16="http://schemas.microsoft.com/office/drawing/2014/main" id="{43FE7120-CAA4-4BDD-BEE8-6CF7B07A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9381" y="988640"/>
            <a:ext cx="182069" cy="269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186" name="text-163 located">
            <a:extLst xmlns:a="http://schemas.openxmlformats.org/drawingml/2006/main">
              <a:ext uri="{FF2B5EF4-FFF2-40B4-BE49-F238E27FC236}">
                <a16:creationId xmlns:a16="http://schemas.microsoft.com/office/drawing/2014/main" id="{02445140-CAB7-4657-81B8-FAEA4472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3234" y="988373"/>
            <a:ext cx="695131" cy="269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6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6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6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located</a:t>
            </a:r>
          </a:p>
        </p:txBody>
      </p:sp>
      <p:sp>
        <p:nvSpPr>
          <p:cNvPr id="187" name="text-163 in">
            <a:extLst xmlns:a="http://schemas.openxmlformats.org/drawingml/2006/main">
              <a:ext uri="{FF2B5EF4-FFF2-40B4-BE49-F238E27FC236}">
                <a16:creationId xmlns:a16="http://schemas.microsoft.com/office/drawing/2014/main" id="{1B2442E3-2EA2-4A65-8717-BE2C0570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9603" y="988525"/>
            <a:ext cx="189132" cy="269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in</a:t>
            </a:r>
          </a:p>
        </p:txBody>
      </p:sp>
      <p:sp>
        <p:nvSpPr>
          <p:cNvPr id="188" name="text-163 the">
            <a:extLst xmlns:a="http://schemas.openxmlformats.org/drawingml/2006/main">
              <a:ext uri="{FF2B5EF4-FFF2-40B4-BE49-F238E27FC236}">
                <a16:creationId xmlns:a16="http://schemas.microsoft.com/office/drawing/2014/main" id="{53DE52EB-D899-4382-8345-71671223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9994" y="988479"/>
            <a:ext cx="341724" cy="2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89" name="text-164 left">
            <a:extLst xmlns:a="http://schemas.openxmlformats.org/drawingml/2006/main">
              <a:ext uri="{FF2B5EF4-FFF2-40B4-BE49-F238E27FC236}">
                <a16:creationId xmlns:a16="http://schemas.microsoft.com/office/drawing/2014/main" id="{CFED4FE8-8DC5-4183-A12E-48749460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3800" y="989399"/>
            <a:ext cx="381434" cy="2680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8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8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pPr>
            <a:r>
              <a:rPr sz="1508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rPr>
              <a:t>left</a:t>
            </a:r>
          </a:p>
        </p:txBody>
      </p:sp>
      <p:sp>
        <p:nvSpPr>
          <p:cNvPr id="190" name="text-165 front">
            <a:extLst xmlns:a="http://schemas.openxmlformats.org/drawingml/2006/main">
              <a:ext uri="{FF2B5EF4-FFF2-40B4-BE49-F238E27FC236}">
                <a16:creationId xmlns:a16="http://schemas.microsoft.com/office/drawing/2014/main" id="{4D29C239-7751-4044-82F0-F134BF78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6618" y="1334100"/>
            <a:ext cx="516140" cy="268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1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1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pPr>
            <a:r>
              <a:rPr sz="1511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rPr>
              <a:t>front</a:t>
            </a:r>
          </a:p>
        </p:txBody>
      </p:sp>
      <p:sp>
        <p:nvSpPr>
          <p:cNvPr id="191" name="text-166 of">
            <a:extLst xmlns:a="http://schemas.openxmlformats.org/drawingml/2006/main">
              <a:ext uri="{FF2B5EF4-FFF2-40B4-BE49-F238E27FC236}">
                <a16:creationId xmlns:a16="http://schemas.microsoft.com/office/drawing/2014/main" id="{EEE1ECBD-FEA1-4B8E-A809-902DDF93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2054" y="1333137"/>
            <a:ext cx="234210" cy="27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192" name="text-166 it.">
            <a:extLst xmlns:a="http://schemas.openxmlformats.org/drawingml/2006/main">
              <a:ext uri="{FF2B5EF4-FFF2-40B4-BE49-F238E27FC236}">
                <a16:creationId xmlns:a16="http://schemas.microsoft.com/office/drawing/2014/main" id="{3F718DB7-C48F-4F7A-A2CB-727DBD0D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8216" y="1333810"/>
            <a:ext cx="226920" cy="269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it.</a:t>
            </a:r>
          </a:p>
        </p:txBody>
      </p:sp>
      <p:pic>
        <p:nvPic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A1150692-596C-45C5-9C2A-F5A43E66BB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447a459b14808"/>
          <a:stretch xmlns:a="http://schemas.openxmlformats.org/drawingml/2006/main"/>
        </p:blipFill>
        <p:spPr>
          <a:xfrm xmlns:a="http://schemas.openxmlformats.org/drawingml/2006/main">
            <a:off x="11512366" y="524489"/>
            <a:ext cx="504825" cy="504825"/>
          </a:xfrm>
          <a:prstGeom xmlns:a="http://schemas.openxmlformats.org/drawingml/2006/main" prst="rect">
            <a:avLst/>
          </a:prstGeom>
        </p:spPr>
      </p:pic>
      <p:pic>
        <p:nvPic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DC2E7B5E-3110-4DD7-B84D-66378D68AF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8c444d409145e6"/>
          <a:stretch xmlns:a="http://schemas.openxmlformats.org/drawingml/2006/main"/>
        </p:blipFill>
        <p:spPr>
          <a:xfrm xmlns:a="http://schemas.openxmlformats.org/drawingml/2006/main">
            <a:off x="9121591" y="848339"/>
            <a:ext cx="485775" cy="485775"/>
          </a:xfrm>
          <a:prstGeom xmlns:a="http://schemas.openxmlformats.org/drawingml/2006/main" prst="rect">
            <a:avLst/>
          </a:prstGeom>
        </p:spPr>
      </p:pic>
      <p:sp>
        <p:nvSpPr>
          <p:cNvPr id="195" name="text-169 8.">
            <a:extLst xmlns:a="http://schemas.openxmlformats.org/drawingml/2006/main">
              <a:ext uri="{FF2B5EF4-FFF2-40B4-BE49-F238E27FC236}">
                <a16:creationId xmlns:a16="http://schemas.microsoft.com/office/drawing/2014/main" id="{2A82F683-2159-4EE8-8CEA-1329A141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8952" y="195432"/>
            <a:ext cx="336118" cy="384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63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8.</a:t>
            </a:r>
          </a:p>
        </p:txBody>
      </p:sp>
      <p:sp>
        <p:nvSpPr>
          <p:cNvPr id="196" name="text-171 Scene">
            <a:extLst xmlns:a="http://schemas.openxmlformats.org/drawingml/2006/main">
              <a:ext uri="{FF2B5EF4-FFF2-40B4-BE49-F238E27FC236}">
                <a16:creationId xmlns:a16="http://schemas.microsoft.com/office/drawing/2014/main" id="{A44286A3-09A7-4266-9985-23CBB212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3578" y="195597"/>
            <a:ext cx="831206" cy="384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1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1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61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Scene</a:t>
            </a:r>
          </a:p>
        </p:txBody>
      </p:sp>
      <p:sp>
        <p:nvSpPr>
          <p:cNvPr id="197" name="text-171 Knowledge">
            <a:extLst xmlns:a="http://schemas.openxmlformats.org/drawingml/2006/main">
              <a:ext uri="{FF2B5EF4-FFF2-40B4-BE49-F238E27FC236}">
                <a16:creationId xmlns:a16="http://schemas.microsoft.com/office/drawing/2014/main" id="{DDCA7771-1150-454D-8ED0-6E411D8E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0917" y="195724"/>
            <a:ext cx="1381006" cy="384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6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Knowledge</a:t>
            </a:r>
          </a:p>
        </p:txBody>
      </p:sp>
      <p:sp>
        <p:nvSpPr>
          <p:cNvPr id="198" name="text-172 Inference">
            <a:extLst xmlns:a="http://schemas.openxmlformats.org/drawingml/2006/main">
              <a:ext uri="{FF2B5EF4-FFF2-40B4-BE49-F238E27FC236}">
                <a16:creationId xmlns:a16="http://schemas.microsoft.com/office/drawing/2014/main" id="{B5CB38CB-F206-42B1-AF4A-F0E55035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3284" y="524782"/>
            <a:ext cx="1357067" cy="383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58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Inference</a:t>
            </a:r>
          </a:p>
        </p:txBody>
      </p:sp>
      <p:sp>
        <p:nvSpPr>
          <p:cNvPr id="199" name="text-173 When">
            <a:extLst xmlns:a="http://schemas.openxmlformats.org/drawingml/2006/main">
              <a:ext uri="{FF2B5EF4-FFF2-40B4-BE49-F238E27FC236}">
                <a16:creationId xmlns:a16="http://schemas.microsoft.com/office/drawing/2014/main" id="{57CFB4F7-ADEC-45CD-BCCC-62909D6C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735" y="825076"/>
            <a:ext cx="552879" cy="269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8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When</a:t>
            </a:r>
          </a:p>
        </p:txBody>
      </p:sp>
      <p:sp>
        <p:nvSpPr>
          <p:cNvPr id="200" name="text-173 driving">
            <a:extLst xmlns:a="http://schemas.openxmlformats.org/drawingml/2006/main">
              <a:ext uri="{FF2B5EF4-FFF2-40B4-BE49-F238E27FC236}">
                <a16:creationId xmlns:a16="http://schemas.microsoft.com/office/drawing/2014/main" id="{E2E1F420-B8DA-483E-B475-39DE9C22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8484" y="825396"/>
            <a:ext cx="644425" cy="269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driving</a:t>
            </a:r>
          </a:p>
        </p:txBody>
      </p:sp>
      <p:sp>
        <p:nvSpPr>
          <p:cNvPr id="201" name="text-173 on">
            <a:extLst xmlns:a="http://schemas.openxmlformats.org/drawingml/2006/main">
              <a:ext uri="{FF2B5EF4-FFF2-40B4-BE49-F238E27FC236}">
                <a16:creationId xmlns:a16="http://schemas.microsoft.com/office/drawing/2014/main" id="{FCDD63C8-662C-4D34-A5BF-329D1BD6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0429" y="824915"/>
            <a:ext cx="237128" cy="270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9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on</a:t>
            </a:r>
          </a:p>
        </p:txBody>
      </p:sp>
      <p:sp>
        <p:nvSpPr>
          <p:cNvPr id="202" name="text-173 the">
            <a:extLst xmlns:a="http://schemas.openxmlformats.org/drawingml/2006/main">
              <a:ext uri="{FF2B5EF4-FFF2-40B4-BE49-F238E27FC236}">
                <a16:creationId xmlns:a16="http://schemas.microsoft.com/office/drawing/2014/main" id="{17DE8E80-6215-4A12-87D2-893B7E99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322" y="825477"/>
            <a:ext cx="341725" cy="2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203" name="text-174 far">
            <a:extLst xmlns:a="http://schemas.openxmlformats.org/drawingml/2006/main">
              <a:ext uri="{FF2B5EF4-FFF2-40B4-BE49-F238E27FC236}">
                <a16:creationId xmlns:a16="http://schemas.microsoft.com/office/drawing/2014/main" id="{984F9673-D7BF-42FD-86A2-DC3FAB2E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2784" y="826020"/>
            <a:ext cx="330784" cy="268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1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1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pPr>
            <a:r>
              <a:rPr sz="1511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rPr>
              <a:t>far</a:t>
            </a:r>
          </a:p>
        </p:txBody>
      </p:sp>
      <p:sp>
        <p:nvSpPr>
          <p:cNvPr id="204" name="text-174 left">
            <a:extLst xmlns:a="http://schemas.openxmlformats.org/drawingml/2006/main">
              <a:ext uri="{FF2B5EF4-FFF2-40B4-BE49-F238E27FC236}">
                <a16:creationId xmlns:a16="http://schemas.microsoft.com/office/drawing/2014/main" id="{06C8E6DC-1A6A-4D9C-8766-E61CAC31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2411" y="826398"/>
            <a:ext cx="381434" cy="2680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8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8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pPr>
            <a:r>
              <a:rPr sz="1508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rPr>
              <a:t>left</a:t>
            </a:r>
          </a:p>
        </p:txBody>
      </p:sp>
      <p:sp>
        <p:nvSpPr>
          <p:cNvPr id="205" name="text-175 lane">
            <a:extLst xmlns:a="http://schemas.openxmlformats.org/drawingml/2006/main">
              <a:ext uri="{FF2B5EF4-FFF2-40B4-BE49-F238E27FC236}">
                <a16:creationId xmlns:a16="http://schemas.microsoft.com/office/drawing/2014/main" id="{932FA6D6-7826-4F56-A451-22EF53E8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735" y="1055908"/>
            <a:ext cx="402341" cy="269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5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5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pPr>
            <a:r>
              <a:rPr sz="1515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rPr>
              <a:t>lane</a:t>
            </a:r>
          </a:p>
        </p:txBody>
      </p:sp>
      <p:sp>
        <p:nvSpPr>
          <p:cNvPr id="206" name="text-176 ,">
            <a:extLst xmlns:a="http://schemas.openxmlformats.org/drawingml/2006/main">
              <a:ext uri="{FF2B5EF4-FFF2-40B4-BE49-F238E27FC236}">
                <a16:creationId xmlns:a16="http://schemas.microsoft.com/office/drawing/2014/main" id="{45F2B01D-B28F-4C7A-9772-1E1847D2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3309" y="1055943"/>
            <a:ext cx="87858" cy="269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207" name="text-176 heading">
            <a:extLst xmlns:a="http://schemas.openxmlformats.org/drawingml/2006/main">
              <a:ext uri="{FF2B5EF4-FFF2-40B4-BE49-F238E27FC236}">
                <a16:creationId xmlns:a16="http://schemas.microsoft.com/office/drawing/2014/main" id="{84462274-C1B2-4025-BD0D-79C767F5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5044" y="1055605"/>
            <a:ext cx="720230" cy="269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7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heading</a:t>
            </a:r>
          </a:p>
        </p:txBody>
      </p:sp>
      <p:sp>
        <p:nvSpPr>
          <p:cNvPr id="208" name="text-176 to">
            <a:extLst xmlns:a="http://schemas.openxmlformats.org/drawingml/2006/main">
              <a:ext uri="{FF2B5EF4-FFF2-40B4-BE49-F238E27FC236}">
                <a16:creationId xmlns:a16="http://schemas.microsoft.com/office/drawing/2014/main" id="{86E86A17-CC5F-4E20-8817-105DA2EA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761" y="1055962"/>
            <a:ext cx="226326" cy="269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to</a:t>
            </a:r>
          </a:p>
        </p:txBody>
      </p:sp>
      <p:pic>
        <p:nvPic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541DAE47-B740-43D6-B5C0-621BE7D1AB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a29f5928c410d"/>
          <a:stretch xmlns:a="http://schemas.openxmlformats.org/drawingml/2006/main"/>
        </p:blipFill>
        <p:spPr>
          <a:xfrm xmlns:a="http://schemas.openxmlformats.org/drawingml/2006/main">
            <a:off x="2495535" y="1002366"/>
            <a:ext cx="1460492" cy="429844"/>
          </a:xfrm>
          <a:prstGeom xmlns:a="http://schemas.openxmlformats.org/drawingml/2006/main" prst="rect">
            <a:avLst/>
          </a:prstGeom>
        </p:spPr>
      </p:pic>
      <p:sp>
        <p:nvSpPr>
          <p:cNvPr id="210" name="text-178 Gaoqi">
            <a:extLst xmlns:a="http://schemas.openxmlformats.org/drawingml/2006/main">
              <a:ext uri="{FF2B5EF4-FFF2-40B4-BE49-F238E27FC236}">
                <a16:creationId xmlns:a16="http://schemas.microsoft.com/office/drawing/2014/main" id="{1A3149AF-C77F-4563-8FFD-764F5902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1307" y="1054849"/>
            <a:ext cx="521612" cy="270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23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23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23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Gaoqi</a:t>
            </a:r>
          </a:p>
        </p:txBody>
      </p:sp>
      <p:sp>
        <p:nvSpPr>
          <p:cNvPr id="211" name="text-178 Airport">
            <a:extLst xmlns:a="http://schemas.openxmlformats.org/drawingml/2006/main">
              <a:ext uri="{FF2B5EF4-FFF2-40B4-BE49-F238E27FC236}">
                <a16:creationId xmlns:a16="http://schemas.microsoft.com/office/drawing/2014/main" id="{B24AA1C9-DF28-48AF-B2E4-E83BE940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9594" y="1055028"/>
            <a:ext cx="711762" cy="270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21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21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21" b="0" i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Airport</a:t>
            </a:r>
          </a:p>
        </p:txBody>
      </p:sp>
      <p:sp>
        <p:nvSpPr>
          <p:cNvPr id="212" name="text-180 need">
            <a:extLst xmlns:a="http://schemas.openxmlformats.org/drawingml/2006/main">
              <a:ext uri="{FF2B5EF4-FFF2-40B4-BE49-F238E27FC236}">
                <a16:creationId xmlns:a16="http://schemas.microsoft.com/office/drawing/2014/main" id="{68A0E29B-DD05-439D-9DC1-2F96EA4D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2896" y="1286369"/>
            <a:ext cx="458113" cy="268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2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need</a:t>
            </a:r>
          </a:p>
        </p:txBody>
      </p:sp>
      <p:sp>
        <p:nvSpPr>
          <p:cNvPr id="213" name="text-180 to">
            <a:extLst xmlns:a="http://schemas.openxmlformats.org/drawingml/2006/main">
              <a:ext uri="{FF2B5EF4-FFF2-40B4-BE49-F238E27FC236}">
                <a16:creationId xmlns:a16="http://schemas.microsoft.com/office/drawing/2014/main" id="{2E7A301A-1416-4DD4-A552-20183204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1181" y="1286080"/>
            <a:ext cx="226326" cy="269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to</a:t>
            </a:r>
          </a:p>
        </p:txBody>
      </p:sp>
      <p:sp>
        <p:nvSpPr>
          <p:cNvPr id="214" name="text-180 change">
            <a:extLst xmlns:a="http://schemas.openxmlformats.org/drawingml/2006/main">
              <a:ext uri="{FF2B5EF4-FFF2-40B4-BE49-F238E27FC236}">
                <a16:creationId xmlns:a16="http://schemas.microsoft.com/office/drawing/2014/main" id="{17D5F1B5-9032-4BAF-AAF8-6C50A15C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9266" y="1285974"/>
            <a:ext cx="651161" cy="269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change</a:t>
            </a:r>
          </a:p>
        </p:txBody>
      </p:sp>
      <p:sp>
        <p:nvSpPr>
          <p:cNvPr id="215" name="text-180 to">
            <a:extLst xmlns:a="http://schemas.openxmlformats.org/drawingml/2006/main">
              <a:ext uri="{FF2B5EF4-FFF2-40B4-BE49-F238E27FC236}">
                <a16:creationId xmlns:a16="http://schemas.microsoft.com/office/drawing/2014/main" id="{1AC51234-C9B3-423B-B48C-CA35CD96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1596" y="1286080"/>
            <a:ext cx="226326" cy="269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to</a:t>
            </a:r>
          </a:p>
        </p:txBody>
      </p:sp>
      <p:sp>
        <p:nvSpPr>
          <p:cNvPr id="216" name="text-180 the">
            <a:extLst xmlns:a="http://schemas.openxmlformats.org/drawingml/2006/main">
              <a:ext uri="{FF2B5EF4-FFF2-40B4-BE49-F238E27FC236}">
                <a16:creationId xmlns:a16="http://schemas.microsoft.com/office/drawing/2014/main" id="{21600AF7-3641-4D84-BB3A-A5E77857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9681" y="1285990"/>
            <a:ext cx="341725" cy="26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5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217" name="text-181 far">
            <a:extLst xmlns:a="http://schemas.openxmlformats.org/drawingml/2006/main">
              <a:ext uri="{FF2B5EF4-FFF2-40B4-BE49-F238E27FC236}">
                <a16:creationId xmlns:a16="http://schemas.microsoft.com/office/drawing/2014/main" id="{DF872AED-E875-4A04-B652-A8FB687D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3426" y="1286532"/>
            <a:ext cx="330785" cy="268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1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1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pPr>
            <a:r>
              <a:rPr sz="1511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rPr>
              <a:t>far</a:t>
            </a:r>
          </a:p>
        </p:txBody>
      </p:sp>
      <p:sp>
        <p:nvSpPr>
          <p:cNvPr id="218" name="text-182 right">
            <a:extLst xmlns:a="http://schemas.openxmlformats.org/drawingml/2006/main">
              <a:ext uri="{FF2B5EF4-FFF2-40B4-BE49-F238E27FC236}">
                <a16:creationId xmlns:a16="http://schemas.microsoft.com/office/drawing/2014/main" id="{4F9B5FEE-ABB1-4227-85DE-DD87AF21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2014" y="1516177"/>
            <a:ext cx="484668" cy="2692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4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4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pPr>
            <a:r>
              <a:rPr sz="1514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rPr>
              <a:t>right</a:t>
            </a:r>
          </a:p>
        </p:txBody>
      </p:sp>
      <p:sp>
        <p:nvSpPr>
          <p:cNvPr id="219" name="text-182 lane">
            <a:extLst xmlns:a="http://schemas.openxmlformats.org/drawingml/2006/main">
              <a:ext uri="{FF2B5EF4-FFF2-40B4-BE49-F238E27FC236}">
                <a16:creationId xmlns:a16="http://schemas.microsoft.com/office/drawing/2014/main" id="{0C276D62-48F8-4C36-9BD9-3D382E70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4531" y="1516147"/>
            <a:ext cx="402342" cy="269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5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5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defRPr>
            </a:pPr>
            <a:r>
              <a:rPr sz="1515" b="1" i="0">
                <a:solidFill>
                  <a:srgbClr val="5E54AC"/>
                </a:solidFill>
                <a:latin typeface="Comic Sans MS"/>
                <a:ea typeface="Comic Sans MS"/>
                <a:cs typeface="Comic Sans MS"/>
              </a:rPr>
              <a:t>lane</a:t>
            </a:r>
          </a:p>
        </p:txBody>
      </p:sp>
      <p:sp>
        <p:nvSpPr>
          <p:cNvPr id="220" name="text-183 .">
            <a:extLst xmlns:a="http://schemas.openxmlformats.org/drawingml/2006/main">
              <a:ext uri="{FF2B5EF4-FFF2-40B4-BE49-F238E27FC236}">
                <a16:creationId xmlns:a16="http://schemas.microsoft.com/office/drawing/2014/main" id="{E5CA4620-CFBC-4C6D-8D5B-95E4884E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1397" y="1516255"/>
            <a:ext cx="82493" cy="269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defRPr>
            </a:pPr>
            <a:r>
              <a:rPr sz="1514" b="0" i="0">
                <a:solidFill>
                  <a:srgbClr val="595959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pic>
        <p:nvPic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A4CFE0D8-B77C-4567-A06F-3FAF4976A7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51a703fec4a86"/>
          <a:stretch xmlns:a="http://schemas.openxmlformats.org/drawingml/2006/main"/>
        </p:blipFill>
        <p:spPr>
          <a:xfrm xmlns:a="http://schemas.openxmlformats.org/drawingml/2006/main">
            <a:off x="2968441" y="1753214"/>
            <a:ext cx="790575" cy="790575"/>
          </a:xfrm>
          <a:prstGeom xmlns:a="http://schemas.openxmlformats.org/drawingml/2006/main" prst="rect">
            <a:avLst/>
          </a:prstGeom>
        </p:spPr>
      </p:pic>
      <p:pic>
        <p:nvPic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5AD7AB4A-9067-46F5-8716-A426C58800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fb6359480141e8"/>
          <a:stretch xmlns:a="http://schemas.openxmlformats.org/drawingml/2006/main"/>
        </p:blipFill>
        <p:spPr>
          <a:xfrm xmlns:a="http://schemas.openxmlformats.org/drawingml/2006/main">
            <a:off x="349066" y="124439"/>
            <a:ext cx="809625" cy="809625"/>
          </a:xfrm>
          <a:prstGeom xmlns:a="http://schemas.openxmlformats.org/drawingml/2006/main" prst="rect">
            <a:avLst/>
          </a:prstGeom>
        </p:spPr>
      </p:pic>
      <p:pic>
        <p:nvPic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684CF315-5355-4703-AA2D-4FE8EB516B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97d1608690464e"/>
          <a:stretch xmlns:a="http://schemas.openxmlformats.org/drawingml/2006/main"/>
        </p:blipFill>
        <p:spPr>
          <a:xfrm xmlns:a="http://schemas.openxmlformats.org/drawingml/2006/main">
            <a:off x="7226116" y="610214"/>
            <a:ext cx="1562100" cy="1362075"/>
          </a:xfrm>
          <a:prstGeom xmlns:a="http://schemas.openxmlformats.org/drawingml/2006/main" prst="rect">
            <a:avLst/>
          </a:prstGeom>
        </p:spPr>
      </p:pic>
      <p:pic>
        <p:nvPic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1F5A46D5-B4A5-4DFF-B160-DC9FB8D76E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784d8459f400e"/>
          <a:stretch xmlns:a="http://schemas.openxmlformats.org/drawingml/2006/main"/>
        </p:blipFill>
        <p:spPr>
          <a:xfrm xmlns:a="http://schemas.openxmlformats.org/drawingml/2006/main">
            <a:off x="6214612" y="533908"/>
            <a:ext cx="981802" cy="429844"/>
          </a:xfrm>
          <a:prstGeom xmlns:a="http://schemas.openxmlformats.org/drawingml/2006/main" prst="rect">
            <a:avLst/>
          </a:prstGeom>
        </p:spPr>
      </p:pic>
      <p:sp>
        <p:nvSpPr>
          <p:cNvPr id="225" name="text-188 Spatial">
            <a:extLst xmlns:a="http://schemas.openxmlformats.org/drawingml/2006/main">
              <a:ext uri="{FF2B5EF4-FFF2-40B4-BE49-F238E27FC236}">
                <a16:creationId xmlns:a16="http://schemas.microsoft.com/office/drawing/2014/main" id="{93FE8D82-18FB-4027-AD04-E0AC3E3F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2526" y="588298"/>
            <a:ext cx="682149" cy="2694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5" b="1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5" b="1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pPr>
            <a:r>
              <a:rPr sz="1515" b="1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rPr>
              <a:t>Spatial</a:t>
            </a:r>
          </a:p>
        </p:txBody>
      </p:sp>
      <p:pic>
        <p:nvPic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42CBB20D-7A89-49C0-A0AD-999B0CC214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ec41d2d16473d"/>
          <a:stretch xmlns:a="http://schemas.openxmlformats.org/drawingml/2006/main"/>
        </p:blipFill>
        <p:spPr>
          <a:xfrm xmlns:a="http://schemas.openxmlformats.org/drawingml/2006/main">
            <a:off x="5989524" y="764028"/>
            <a:ext cx="1348146" cy="429844"/>
          </a:xfrm>
          <a:prstGeom xmlns:a="http://schemas.openxmlformats.org/drawingml/2006/main" prst="rect">
            <a:avLst/>
          </a:prstGeom>
        </p:spPr>
      </p:pic>
      <p:sp>
        <p:nvSpPr>
          <p:cNvPr id="227" name="text-190 Information">
            <a:extLst xmlns:a="http://schemas.openxmlformats.org/drawingml/2006/main">
              <a:ext uri="{FF2B5EF4-FFF2-40B4-BE49-F238E27FC236}">
                <a16:creationId xmlns:a16="http://schemas.microsoft.com/office/drawing/2014/main" id="{5D78F30B-8B46-439A-9513-DFE1B017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5694" y="818512"/>
            <a:ext cx="1134360" cy="269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5" b="1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5" b="1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pPr>
            <a:r>
              <a:rPr sz="1515" b="1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rPr>
              <a:t>Information</a:t>
            </a:r>
          </a:p>
        </p:txBody>
      </p:sp>
      <p:pic>
        <p:nvPic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FBF443D7-4AD1-4015-9C87-253B3036E7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95dd6b6a14c96"/>
          <a:stretch xmlns:a="http://schemas.openxmlformats.org/drawingml/2006/main"/>
        </p:blipFill>
        <p:spPr>
          <a:xfrm xmlns:a="http://schemas.openxmlformats.org/drawingml/2006/main">
            <a:off x="3777518" y="1988591"/>
            <a:ext cx="1265108" cy="429844"/>
          </a:xfrm>
          <a:prstGeom xmlns:a="http://schemas.openxmlformats.org/drawingml/2006/main" prst="rect">
            <a:avLst/>
          </a:prstGeom>
        </p:spPr>
      </p:pic>
      <p:sp>
        <p:nvSpPr>
          <p:cNvPr id="229" name="text-192 Knowledge">
            <a:extLst xmlns:a="http://schemas.openxmlformats.org/drawingml/2006/main">
              <a:ext uri="{FF2B5EF4-FFF2-40B4-BE49-F238E27FC236}">
                <a16:creationId xmlns:a16="http://schemas.microsoft.com/office/drawing/2014/main" id="{0D67468C-C7C0-426A-ABC1-E40894A3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2577" y="2042719"/>
            <a:ext cx="967329" cy="269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3" b="1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3" b="1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pPr>
            <a:r>
              <a:rPr sz="1513" b="1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rPr>
              <a:t>Knowledge</a:t>
            </a:r>
          </a:p>
        </p:txBody>
      </p:sp>
      <p:pic>
        <p:nvPic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3B4AF126-BF83-4EB2-882D-90C4EAB162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d77a69f1044b3"/>
          <a:stretch xmlns:a="http://schemas.openxmlformats.org/drawingml/2006/main"/>
        </p:blipFill>
        <p:spPr>
          <a:xfrm xmlns:a="http://schemas.openxmlformats.org/drawingml/2006/main">
            <a:off x="3825969" y="2218710"/>
            <a:ext cx="1084378" cy="429844"/>
          </a:xfrm>
          <a:prstGeom xmlns:a="http://schemas.openxmlformats.org/drawingml/2006/main" prst="rect">
            <a:avLst/>
          </a:prstGeom>
        </p:spPr>
      </p:pic>
      <p:sp>
        <p:nvSpPr>
          <p:cNvPr id="231" name="text-194 Injection">
            <a:extLst xmlns:a="http://schemas.openxmlformats.org/drawingml/2006/main">
              <a:ext uri="{FF2B5EF4-FFF2-40B4-BE49-F238E27FC236}">
                <a16:creationId xmlns:a16="http://schemas.microsoft.com/office/drawing/2014/main" id="{2CBA18B4-2833-4075-9B9D-926137AF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1889" y="2272811"/>
            <a:ext cx="869899" cy="269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3" b="1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3" b="1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pPr>
            <a:r>
              <a:rPr sz="1513" b="1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rPr>
              <a:t>Injection</a:t>
            </a:r>
          </a:p>
        </p:txBody>
      </p:sp>
      <p:pic>
        <p:nvPic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77A11922-6031-4677-B8CB-7A6BC30750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0ccf292aa406b"/>
          <a:stretch xmlns:a="http://schemas.openxmlformats.org/drawingml/2006/main"/>
        </p:blipFill>
        <p:spPr>
          <a:xfrm xmlns:a="http://schemas.openxmlformats.org/drawingml/2006/main">
            <a:off x="3823315" y="1682875"/>
            <a:ext cx="1131586" cy="448732"/>
          </a:xfrm>
          <a:prstGeom xmlns:a="http://schemas.openxmlformats.org/drawingml/2006/main" prst="rect">
            <a:avLst/>
          </a:prstGeom>
        </p:spPr>
      </p:pic>
      <p:sp>
        <p:nvSpPr>
          <p:cNvPr id="233" name="path-196">
            <a:extLst xmlns:a="http://schemas.openxmlformats.org/drawingml/2006/main">
              <a:ext uri="{FF2B5EF4-FFF2-40B4-BE49-F238E27FC236}">
                <a16:creationId xmlns:a16="http://schemas.microsoft.com/office/drawing/2014/main" id="{BBED987E-2570-4E7A-9D2D-6108EFEF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6965" y="1711503"/>
            <a:ext cx="1031565" cy="395860"/>
          </a:xfrm>
          <a:custGeom xmlns:a="http://schemas.openxmlformats.org/drawingml/2006/main">
            <a:pathLst>
              <a:path w="1031565" h="395860">
                <a:moveTo>
                  <a:pt x="1031565" y="166152"/>
                </a:moveTo>
                <a:cubicBezTo>
                  <a:pt x="753367" y="380382"/>
                  <a:pt x="373944" y="395860"/>
                  <a:pt x="111362" y="203820"/>
                </a:cubicBezTo>
                <a:lnTo>
                  <a:pt x="0" y="277102"/>
                </a:lnTo>
                <a:lnTo>
                  <a:pt x="13150" y="0"/>
                </a:lnTo>
                <a:lnTo>
                  <a:pt x="350795" y="46298"/>
                </a:lnTo>
                <a:lnTo>
                  <a:pt x="240803" y="118621"/>
                </a:lnTo>
                <a:cubicBezTo>
                  <a:pt x="450376" y="241352"/>
                  <a:pt x="731999" y="215737"/>
                  <a:pt x="942530" y="54928"/>
                </a:cubicBezTo>
                <a:lnTo>
                  <a:pt x="1031565" y="166152"/>
                </a:lnTo>
              </a:path>
            </a:pathLst>
          </a:custGeom>
          <a:solidFill xmlns:a="http://schemas.openxmlformats.org/drawingml/2006/main">
            <a:srgbClr val="E9E9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A4FE7A94-143F-4123-BD60-654B789516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7542e6acd4527"/>
          <a:stretch xmlns:a="http://schemas.openxmlformats.org/drawingml/2006/main"/>
        </p:blipFill>
        <p:spPr>
          <a:xfrm xmlns:a="http://schemas.openxmlformats.org/drawingml/2006/main">
            <a:off x="8036505" y="2011292"/>
            <a:ext cx="1430026" cy="617066"/>
          </a:xfrm>
          <a:prstGeom xmlns:a="http://schemas.openxmlformats.org/drawingml/2006/main" prst="rect">
            <a:avLst/>
          </a:prstGeom>
        </p:spPr>
      </p:pic>
      <p:sp>
        <p:nvSpPr>
          <p:cNvPr id="235" name="path-198">
            <a:extLst xmlns:a="http://schemas.openxmlformats.org/drawingml/2006/main">
              <a:ext uri="{FF2B5EF4-FFF2-40B4-BE49-F238E27FC236}">
                <a16:creationId xmlns:a16="http://schemas.microsoft.com/office/drawing/2014/main" id="{F3CA5C64-14F9-4282-B831-CD4C299E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546" y="2038053"/>
            <a:ext cx="1318528" cy="595023"/>
          </a:xfrm>
          <a:custGeom xmlns:a="http://schemas.openxmlformats.org/drawingml/2006/main">
            <a:pathLst>
              <a:path w="1318528" h="595023">
                <a:moveTo>
                  <a:pt x="1318528" y="262172"/>
                </a:moveTo>
                <a:cubicBezTo>
                  <a:pt x="1026632" y="559820"/>
                  <a:pt x="539958" y="595023"/>
                  <a:pt x="231487" y="340933"/>
                </a:cubicBezTo>
                <a:cubicBezTo>
                  <a:pt x="192724" y="309017"/>
                  <a:pt x="157932" y="273404"/>
                  <a:pt x="127524" y="234366"/>
                </a:cubicBezTo>
                <a:lnTo>
                  <a:pt x="0" y="271897"/>
                </a:lnTo>
                <a:lnTo>
                  <a:pt x="85746" y="0"/>
                </a:lnTo>
                <a:lnTo>
                  <a:pt x="403803" y="153276"/>
                </a:lnTo>
                <a:lnTo>
                  <a:pt x="278060" y="190260"/>
                </a:lnTo>
                <a:cubicBezTo>
                  <a:pt x="498727" y="417640"/>
                  <a:pt x="893628" y="428186"/>
                  <a:pt x="1159910" y="213819"/>
                </a:cubicBezTo>
                <a:cubicBezTo>
                  <a:pt x="1176620" y="200259"/>
                  <a:pt x="1192783" y="186014"/>
                  <a:pt x="1207988" y="171083"/>
                </a:cubicBezTo>
                <a:lnTo>
                  <a:pt x="1318528" y="262172"/>
                </a:lnTo>
              </a:path>
            </a:pathLst>
          </a:custGeom>
          <a:solidFill xmlns:a="http://schemas.openxmlformats.org/drawingml/2006/main">
            <a:srgbClr val="E9E9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5709CB86-EA33-43C6-BB12-23B7EDE392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43d233eed49d0"/>
          <a:stretch xmlns:a="http://schemas.openxmlformats.org/drawingml/2006/main"/>
        </p:blipFill>
        <p:spPr>
          <a:xfrm xmlns:a="http://schemas.openxmlformats.org/drawingml/2006/main">
            <a:off x="6130359" y="1071388"/>
            <a:ext cx="999893" cy="514508"/>
          </a:xfrm>
          <a:prstGeom xmlns:a="http://schemas.openxmlformats.org/drawingml/2006/main" prst="rect">
            <a:avLst/>
          </a:prstGeom>
        </p:spPr>
      </p:pic>
      <p:sp>
        <p:nvSpPr>
          <p:cNvPr id="237" name="path-200">
            <a:extLst xmlns:a="http://schemas.openxmlformats.org/drawingml/2006/main">
              <a:ext uri="{FF2B5EF4-FFF2-40B4-BE49-F238E27FC236}">
                <a16:creationId xmlns:a16="http://schemas.microsoft.com/office/drawing/2014/main" id="{C495503B-1E9A-441F-8E4C-C918F86C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386" y="1099495"/>
            <a:ext cx="904861" cy="403941"/>
          </a:xfrm>
          <a:custGeom xmlns:a="http://schemas.openxmlformats.org/drawingml/2006/main">
            <a:pathLst>
              <a:path w="904861" h="403941">
                <a:moveTo>
                  <a:pt x="208340" y="403941"/>
                </a:moveTo>
                <a:lnTo>
                  <a:pt x="208340" y="289978"/>
                </a:lnTo>
                <a:lnTo>
                  <a:pt x="904861" y="289978"/>
                </a:lnTo>
                <a:lnTo>
                  <a:pt x="904861" y="114100"/>
                </a:lnTo>
                <a:lnTo>
                  <a:pt x="208340" y="114100"/>
                </a:lnTo>
                <a:lnTo>
                  <a:pt x="208340" y="0"/>
                </a:lnTo>
                <a:lnTo>
                  <a:pt x="0" y="202039"/>
                </a:lnTo>
                <a:lnTo>
                  <a:pt x="208340" y="403941"/>
                </a:lnTo>
              </a:path>
            </a:pathLst>
          </a:custGeom>
          <a:solidFill xmlns:a="http://schemas.openxmlformats.org/drawingml/2006/main">
            <a:srgbClr val="E9E9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204C336B-8B06-402B-8472-9DB81EF209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378124ab6484f"/>
          <a:stretch xmlns:a="http://schemas.openxmlformats.org/drawingml/2006/main"/>
        </p:blipFill>
        <p:spPr>
          <a:xfrm xmlns:a="http://schemas.openxmlformats.org/drawingml/2006/main">
            <a:off x="10731316" y="5410814"/>
            <a:ext cx="1990725" cy="1333500"/>
          </a:xfrm>
          <a:prstGeom xmlns:a="http://schemas.openxmlformats.org/drawingml/2006/main" prst="rect">
            <a:avLst/>
          </a:prstGeom>
        </p:spPr>
      </p:pic>
      <p:sp>
        <p:nvSpPr>
          <p:cNvPr id="239" name="text-202 …">
            <a:extLst xmlns:a="http://schemas.openxmlformats.org/drawingml/2006/main">
              <a:ext uri="{FF2B5EF4-FFF2-40B4-BE49-F238E27FC236}">
                <a16:creationId xmlns:a16="http://schemas.microsoft.com/office/drawing/2014/main" id="{AE522960-42E8-468E-A662-A8C10E13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5506" y="4795644"/>
            <a:ext cx="210903" cy="345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9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960743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2026-10-14T12:30:19.1600000Z</dcterms:created>
  <dcterms:modified xsi:type="dcterms:W3CDTF">2026-10-14T12:30:19.1600000Z</dcterms:modified>
</coreProperties>
</file>