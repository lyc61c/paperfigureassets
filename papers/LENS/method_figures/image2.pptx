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b71bb9b84043ea" /><Relationship Type="http://schemas.openxmlformats.org/officeDocument/2006/relationships/extended-properties" Target="/docProps/app.xml" Id="Rbcd077cec539448e" /><Relationship Type="http://schemas.openxmlformats.org/officeDocument/2006/relationships/officeDocument" Target="/ppt/presentation.xml" Id="Re33aafa44e7d4d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2d86ee3dec4d30"/>
  </p:sldMasterIdLst>
  <p:notesMasterIdLst>
    <p:notesMasterId xmlns:r="http://schemas.openxmlformats.org/officeDocument/2006/relationships" r:id="R96368cd152694362"/>
  </p:notesMasterIdLst>
  <p:sldIdLst>
    <p:sldId xmlns:r="http://schemas.openxmlformats.org/officeDocument/2006/relationships" id="256" r:id="R5c1af27862ac45bc"/>
  </p:sldIdLst>
  <p:sldSz cx="16630650" cy="5800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f72be9957f4b25" /><Relationship Type="http://schemas.openxmlformats.org/officeDocument/2006/relationships/slideMaster" Target="/ppt/slideMasters/slideMaster1.xml" Id="R3b2d86ee3dec4d30" /><Relationship Type="http://schemas.openxmlformats.org/officeDocument/2006/relationships/notesMaster" Target="/ppt/notesMasters/notesMaster1.xml" Id="R96368cd152694362" /><Relationship Type="http://schemas.openxmlformats.org/officeDocument/2006/relationships/presProps" Target="/ppt/presProps.xml" Id="Rcc9727628b444a8a" /><Relationship Type="http://schemas.openxmlformats.org/officeDocument/2006/relationships/tableStyles" Target="/ppt/tableStyles.xml" Id="Rda1b846b6c9048bc" /><Relationship Type="http://schemas.openxmlformats.org/officeDocument/2006/relationships/slide" Target="/ppt/slides/slide1.xml" Id="R5c1af27862ac45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f78cede41346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272813fc94e1d" /><Relationship Type="http://schemas.openxmlformats.org/officeDocument/2006/relationships/notesMaster" Target="/ppt/notesMasters/notesMaster1.xml" Id="Rbd0e72ea4881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Expert Construction, Screening, and Answer Integration</a:t>
            </a:r>
          </a:p>
          <a:p xmlns:a="http://schemas.openxmlformats.org/drawingml/2006/main">
            <a:r>
              <a:t>Source: https://arxiv.org/abs/2505.15616</a:t>
            </a:r>
          </a:p>
          <a:p xmlns:a="http://schemas.openxmlformats.org/drawingml/2006/main">
            <a:r>
              <a:t>Approved image: image2.png; SHA-256: e8af5812119e3979016587628efe087c9aaed77408324037bd3b1e366d48b01b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(12).</a:t>
            </a:r>
          </a:p>
          <a:p xmlns:a="http://schemas.openxmlformats.org/drawingml/2006/main">
            <a:r>
              <a:t>Font substitution: source PDF families mapped to Comic Sans MS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d9a24369847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b1fb07bee46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37a72023141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9c0a4585d48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bd09d9e2b4a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74024c1f1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9BBB62-7872-447C-97C1-71DFDAA4A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63065" y="2191385"/>
            <a:ext cx="13304520" cy="837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90396A-8966-40F4-958F-AB01AB18F2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94598" y="3190399"/>
            <a:ext cx="11641455" cy="64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68A950-7468-40CD-B926-B21AE8733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63065" y="2416969"/>
            <a:ext cx="13304520" cy="966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F7FC0E-619D-4891-8A07-7E7680389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5474" y="451168"/>
            <a:ext cx="14759702" cy="70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C59D83-297F-4E0C-A1A1-1790DC797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5474" y="1611313"/>
            <a:ext cx="14759702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C79910-CF5F-4815-B6CD-18E885935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5474" y="451168"/>
            <a:ext cx="14759702" cy="70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9A8A52-AF74-4A0C-84A2-F4AD4B0D7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5474" y="1611313"/>
            <a:ext cx="6860143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944ADC-3D0F-4C08-9D29-9965E3E99C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35033" y="1611313"/>
            <a:ext cx="6860143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223D1B-5E30-48AB-9AC2-518FC9142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5474" y="451168"/>
            <a:ext cx="14759702" cy="70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1DCE11-D29E-4B89-9CD3-54725B4F21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5474" y="1611313"/>
            <a:ext cx="6860143" cy="3609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35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1pPr>
            <a:lvl2pPr marL="45116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2pPr>
            <a:lvl3pPr marL="70897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3pPr>
            <a:lvl4pPr marL="96678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4pPr>
            <a:lvl5pPr marL="122459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5pPr>
            <a:lvl6pPr marL="148240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6pPr>
            <a:lvl7pPr marL="174021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7pPr>
            <a:lvl8pPr marL="1998027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8pPr>
            <a:lvl9pPr marL="2255838" indent="-193357">
              <a:lnSpc>
                <a:spcPct val="110000"/>
              </a:lnSpc>
              <a:spcBef>
                <a:spcPts val="0"/>
              </a:spcBef>
              <a:spcAft>
                <a:spcPts val="10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6202227574354" /><Relationship Type="http://schemas.openxmlformats.org/officeDocument/2006/relationships/slideLayout" Target="/ppt/slideLayouts/slideLayout1.xml" Id="Rbf2c104df5264f3c" /><Relationship Type="http://schemas.openxmlformats.org/officeDocument/2006/relationships/slideLayout" Target="/ppt/slideLayouts/slideLayout2.xml" Id="R8d0027eae8b740bb" /><Relationship Type="http://schemas.openxmlformats.org/officeDocument/2006/relationships/slideLayout" Target="/ppt/slideLayouts/slideLayout3.xml" Id="R52cc2e719fac4a2d" /><Relationship Type="http://schemas.openxmlformats.org/officeDocument/2006/relationships/slideLayout" Target="/ppt/slideLayouts/slideLayout4.xml" Id="Refca5eabb2814c08" /><Relationship Type="http://schemas.openxmlformats.org/officeDocument/2006/relationships/slideLayout" Target="/ppt/slideLayouts/slideLayout5.xml" Id="R8fcbb606aad24dc0" /><Relationship Type="http://schemas.openxmlformats.org/officeDocument/2006/relationships/slideLayout" Target="/ppt/slideLayouts/slideLayout6.xml" Id="R53cef9f62d6a49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c104df5264f3c"/>
    <p:sldLayoutId xmlns:r="http://schemas.openxmlformats.org/officeDocument/2006/relationships" id="2147483650" r:id="R8d0027eae8b740bb"/>
    <p:sldLayoutId xmlns:r="http://schemas.openxmlformats.org/officeDocument/2006/relationships" id="2147483651" r:id="R52cc2e719fac4a2d"/>
    <p:sldLayoutId xmlns:r="http://schemas.openxmlformats.org/officeDocument/2006/relationships" id="2147483652" r:id="Refca5eabb2814c08"/>
    <p:sldLayoutId xmlns:r="http://schemas.openxmlformats.org/officeDocument/2006/relationships" id="2147483653" r:id="R8fcbb606aad24dc0"/>
    <p:sldLayoutId xmlns:r="http://schemas.openxmlformats.org/officeDocument/2006/relationships" id="2147483654" r:id="R53cef9f62d6a49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0e5855f61406c" /><Relationship Type="http://schemas.openxmlformats.org/officeDocument/2006/relationships/image" Target="/ppt/media/image.png" Id="Raaa1f7a617ae449a" /><Relationship Type="http://schemas.openxmlformats.org/officeDocument/2006/relationships/image" Target="/ppt/media/image2.png" Id="R4edb8e44427e48c4" /><Relationship Type="http://schemas.openxmlformats.org/officeDocument/2006/relationships/image" Target="/ppt/media/image3.png" Id="Rfbb1d458afcf4f64" /><Relationship Type="http://schemas.openxmlformats.org/officeDocument/2006/relationships/image" Target="/ppt/media/image4.png" Id="R39969b171a304a81" /><Relationship Type="http://schemas.openxmlformats.org/officeDocument/2006/relationships/image" Target="/ppt/media/image5.png" Id="R338e8a3856cb4239" /><Relationship Type="http://schemas.openxmlformats.org/officeDocument/2006/relationships/image" Target="/ppt/media/image6.png" Id="Re644a90f87024016" /><Relationship Type="http://schemas.openxmlformats.org/officeDocument/2006/relationships/image" Target="/ppt/media/image7.png" Id="R24cb34e80d1b42ff" /><Relationship Type="http://schemas.openxmlformats.org/officeDocument/2006/relationships/image" Target="/ppt/media/image8.png" Id="R56ff9ab7dd0544e1" /><Relationship Type="http://schemas.openxmlformats.org/officeDocument/2006/relationships/image" Target="/ppt/media/image9.png" Id="R6f0051fa68604c17" /><Relationship Type="http://schemas.openxmlformats.org/officeDocument/2006/relationships/image" Target="/ppt/media/image10.png" Id="R28a47e1ce25949f3" /><Relationship Type="http://schemas.openxmlformats.org/officeDocument/2006/relationships/image" Target="/ppt/media/image11.png" Id="R48a6ac3c5c7841a9" /><Relationship Type="http://schemas.openxmlformats.org/officeDocument/2006/relationships/image" Target="/ppt/media/image12.png" Id="R8a9b0c8f10f246d7" /><Relationship Type="http://schemas.openxmlformats.org/officeDocument/2006/relationships/notesSlide" Target="/ppt/notesSlides/notesSlide1.xml" Id="Rd0568af86bea4e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path-1">
            <a:extLst xmlns:a="http://schemas.openxmlformats.org/drawingml/2006/main">
              <a:ext uri="{FF2B5EF4-FFF2-40B4-BE49-F238E27FC236}">
                <a16:creationId xmlns:a16="http://schemas.microsoft.com/office/drawing/2014/main" id="{BBB995A9-DE06-4973-965C-2E2E239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5808" y="-571427"/>
            <a:ext cx="19363777" cy="12908805"/>
          </a:xfrm>
          <a:custGeom xmlns:a="http://schemas.openxmlformats.org/drawingml/2006/main">
            <a:pathLst>
              <a:path w="19363777" h="12908805">
                <a:moveTo>
                  <a:pt x="0" y="0"/>
                </a:moveTo>
                <a:lnTo>
                  <a:pt x="19363777" y="0"/>
                </a:lnTo>
                <a:lnTo>
                  <a:pt x="19363777" y="12908805"/>
                </a:lnTo>
                <a:lnTo>
                  <a:pt x="0" y="129088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ative panel soft-shadow approximation xref 966 layer 1">
            <a:extLst xmlns:a="http://schemas.openxmlformats.org/drawingml/2006/main">
              <a:ext uri="{FF2B5EF4-FFF2-40B4-BE49-F238E27FC236}">
                <a16:creationId xmlns:a16="http://schemas.microsoft.com/office/drawing/2014/main" id="{BE128F5F-7B5F-41F2-8290-73DF3F7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394" y="46361"/>
            <a:ext cx="4522809" cy="4062186"/>
          </a:xfrm>
          <a:custGeom xmlns:a="http://schemas.openxmlformats.org/drawingml/2006/main">
            <a:pathLst>
              <a:path w="4522809" h="4062186">
                <a:moveTo>
                  <a:pt x="0" y="0"/>
                </a:moveTo>
                <a:lnTo>
                  <a:pt x="4522809" y="0"/>
                </a:lnTo>
                <a:lnTo>
                  <a:pt x="4522809" y="4062186"/>
                </a:lnTo>
                <a:lnTo>
                  <a:pt x="0" y="40621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ative panel soft-shadow approximation xref 966 layer 2">
            <a:extLst xmlns:a="http://schemas.openxmlformats.org/drawingml/2006/main">
              <a:ext uri="{FF2B5EF4-FFF2-40B4-BE49-F238E27FC236}">
                <a16:creationId xmlns:a16="http://schemas.microsoft.com/office/drawing/2014/main" id="{15B81203-77AC-4D9B-80F8-35E1319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444" y="65411"/>
            <a:ext cx="4484709" cy="4024086"/>
          </a:xfrm>
          <a:custGeom xmlns:a="http://schemas.openxmlformats.org/drawingml/2006/main">
            <a:pathLst>
              <a:path w="4484709" h="4024086">
                <a:moveTo>
                  <a:pt x="0" y="0"/>
                </a:moveTo>
                <a:lnTo>
                  <a:pt x="4484709" y="0"/>
                </a:lnTo>
                <a:lnTo>
                  <a:pt x="4484709" y="4024086"/>
                </a:lnTo>
                <a:lnTo>
                  <a:pt x="0" y="40240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ative panel soft-shadow approximation xref 966 layer 3">
            <a:extLst xmlns:a="http://schemas.openxmlformats.org/drawingml/2006/main">
              <a:ext uri="{FF2B5EF4-FFF2-40B4-BE49-F238E27FC236}">
                <a16:creationId xmlns:a16="http://schemas.microsoft.com/office/drawing/2014/main" id="{CE3A7598-9FAC-4CB9-8E4B-7DA638E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9969" y="74936"/>
            <a:ext cx="4446609" cy="3985986"/>
          </a:xfrm>
          <a:custGeom xmlns:a="http://schemas.openxmlformats.org/drawingml/2006/main">
            <a:pathLst>
              <a:path w="4446609" h="3985986">
                <a:moveTo>
                  <a:pt x="0" y="0"/>
                </a:moveTo>
                <a:lnTo>
                  <a:pt x="4446609" y="0"/>
                </a:lnTo>
                <a:lnTo>
                  <a:pt x="4446609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31D12716-BA59-4A73-A434-6B017DA8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0919" y="46361"/>
            <a:ext cx="4446609" cy="3985986"/>
          </a:xfrm>
          <a:custGeom xmlns:a="http://schemas.openxmlformats.org/drawingml/2006/main">
            <a:pathLst>
              <a:path w="4446609" h="3985986">
                <a:moveTo>
                  <a:pt x="0" y="0"/>
                </a:moveTo>
                <a:lnTo>
                  <a:pt x="4446609" y="0"/>
                </a:lnTo>
                <a:lnTo>
                  <a:pt x="4446609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77">
            <a:solidFill>
              <a:srgbClr val="042433"/>
            </a:solidFill>
            <a:prstDash val="dash"/>
          </a:ln>
        </p:spPr>
      </p:sp>
      <p:sp>
        <p:nvSpPr>
          <p:cNvPr id="6" name="Native panel soft-shadow approximation xref 967 layer 1">
            <a:extLst xmlns:a="http://schemas.openxmlformats.org/drawingml/2006/main">
              <a:ext uri="{FF2B5EF4-FFF2-40B4-BE49-F238E27FC236}">
                <a16:creationId xmlns:a16="http://schemas.microsoft.com/office/drawing/2014/main" id="{2CC0E1E4-4E5D-46D2-AD69-E6BBAA12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46" y="46361"/>
            <a:ext cx="5887941" cy="4062186"/>
          </a:xfrm>
          <a:custGeom xmlns:a="http://schemas.openxmlformats.org/drawingml/2006/main">
            <a:pathLst>
              <a:path w="5887941" h="4062186">
                <a:moveTo>
                  <a:pt x="0" y="0"/>
                </a:moveTo>
                <a:lnTo>
                  <a:pt x="5887941" y="0"/>
                </a:lnTo>
                <a:lnTo>
                  <a:pt x="5887941" y="4062186"/>
                </a:lnTo>
                <a:lnTo>
                  <a:pt x="0" y="40621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ative panel soft-shadow approximation xref 967 layer 2">
            <a:extLst xmlns:a="http://schemas.openxmlformats.org/drawingml/2006/main">
              <a:ext uri="{FF2B5EF4-FFF2-40B4-BE49-F238E27FC236}">
                <a16:creationId xmlns:a16="http://schemas.microsoft.com/office/drawing/2014/main" id="{707C45CC-2F9A-4E5A-A437-3A480FE7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96" y="65411"/>
            <a:ext cx="5849841" cy="4024086"/>
          </a:xfrm>
          <a:custGeom xmlns:a="http://schemas.openxmlformats.org/drawingml/2006/main">
            <a:pathLst>
              <a:path w="5849841" h="4024086">
                <a:moveTo>
                  <a:pt x="0" y="0"/>
                </a:moveTo>
                <a:lnTo>
                  <a:pt x="5849841" y="0"/>
                </a:lnTo>
                <a:lnTo>
                  <a:pt x="5849841" y="4024086"/>
                </a:lnTo>
                <a:lnTo>
                  <a:pt x="0" y="40240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ative panel soft-shadow approximation xref 967 layer 3">
            <a:extLst xmlns:a="http://schemas.openxmlformats.org/drawingml/2006/main">
              <a:ext uri="{FF2B5EF4-FFF2-40B4-BE49-F238E27FC236}">
                <a16:creationId xmlns:a16="http://schemas.microsoft.com/office/drawing/2014/main" id="{E04B9BF1-F021-4341-B405-99FAF103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21" y="74936"/>
            <a:ext cx="5811741" cy="3985986"/>
          </a:xfrm>
          <a:custGeom xmlns:a="http://schemas.openxmlformats.org/drawingml/2006/main">
            <a:pathLst>
              <a:path w="5811741" h="3985986">
                <a:moveTo>
                  <a:pt x="0" y="0"/>
                </a:moveTo>
                <a:lnTo>
                  <a:pt x="5811741" y="0"/>
                </a:lnTo>
                <a:lnTo>
                  <a:pt x="5811741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B6C4F732-724D-4E44-A2E5-36F2859B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71" y="46361"/>
            <a:ext cx="5811741" cy="3985986"/>
          </a:xfrm>
          <a:custGeom xmlns:a="http://schemas.openxmlformats.org/drawingml/2006/main">
            <a:pathLst>
              <a:path w="5811741" h="3985986">
                <a:moveTo>
                  <a:pt x="0" y="0"/>
                </a:moveTo>
                <a:lnTo>
                  <a:pt x="5811741" y="0"/>
                </a:lnTo>
                <a:lnTo>
                  <a:pt x="5811741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77">
            <a:solidFill>
              <a:srgbClr val="042433"/>
            </a:solidFill>
            <a:prstDash val="dash"/>
          </a:ln>
        </p:spPr>
      </p:sp>
      <p:sp>
        <p:nvSpPr>
          <p:cNvPr id="10" name="Native panel soft-shadow approximation xref 951 layer 1">
            <a:extLst xmlns:a="http://schemas.openxmlformats.org/drawingml/2006/main">
              <a:ext uri="{FF2B5EF4-FFF2-40B4-BE49-F238E27FC236}">
                <a16:creationId xmlns:a16="http://schemas.microsoft.com/office/drawing/2014/main" id="{A8A3FAC8-AE46-44FD-8837-669D33C9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46" y="4171581"/>
            <a:ext cx="10528657" cy="1606864"/>
          </a:xfrm>
          <a:custGeom xmlns:a="http://schemas.openxmlformats.org/drawingml/2006/main">
            <a:pathLst>
              <a:path w="10528657" h="1606864">
                <a:moveTo>
                  <a:pt x="0" y="0"/>
                </a:moveTo>
                <a:lnTo>
                  <a:pt x="10528657" y="0"/>
                </a:lnTo>
                <a:lnTo>
                  <a:pt x="10528657" y="1606864"/>
                </a:lnTo>
                <a:lnTo>
                  <a:pt x="0" y="16068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ative panel soft-shadow approximation xref 951 layer 2">
            <a:extLst xmlns:a="http://schemas.openxmlformats.org/drawingml/2006/main">
              <a:ext uri="{FF2B5EF4-FFF2-40B4-BE49-F238E27FC236}">
                <a16:creationId xmlns:a16="http://schemas.microsoft.com/office/drawing/2014/main" id="{A6FDB0BC-7C79-4232-BAA8-B09D4045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96" y="4190631"/>
            <a:ext cx="10490557" cy="1568764"/>
          </a:xfrm>
          <a:custGeom xmlns:a="http://schemas.openxmlformats.org/drawingml/2006/main">
            <a:pathLst>
              <a:path w="10490557" h="1568764">
                <a:moveTo>
                  <a:pt x="0" y="0"/>
                </a:moveTo>
                <a:lnTo>
                  <a:pt x="10490557" y="0"/>
                </a:lnTo>
                <a:lnTo>
                  <a:pt x="10490557" y="1568764"/>
                </a:lnTo>
                <a:lnTo>
                  <a:pt x="0" y="15687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ative panel soft-shadow approximation xref 951 layer 3">
            <a:extLst xmlns:a="http://schemas.openxmlformats.org/drawingml/2006/main">
              <a:ext uri="{FF2B5EF4-FFF2-40B4-BE49-F238E27FC236}">
                <a16:creationId xmlns:a16="http://schemas.microsoft.com/office/drawing/2014/main" id="{7235CFEF-DF91-49CF-BB37-3CC68B11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21" y="4200156"/>
            <a:ext cx="10452457" cy="1530664"/>
          </a:xfrm>
          <a:custGeom xmlns:a="http://schemas.openxmlformats.org/drawingml/2006/main">
            <a:pathLst>
              <a:path w="10452457" h="1530664">
                <a:moveTo>
                  <a:pt x="0" y="0"/>
                </a:moveTo>
                <a:lnTo>
                  <a:pt x="10452457" y="0"/>
                </a:lnTo>
                <a:lnTo>
                  <a:pt x="10452457" y="1530664"/>
                </a:lnTo>
                <a:lnTo>
                  <a:pt x="0" y="15306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62D0C782-68B8-4FD7-B290-3B08A31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71" y="4171581"/>
            <a:ext cx="10452457" cy="1530664"/>
          </a:xfrm>
          <a:custGeom xmlns:a="http://schemas.openxmlformats.org/drawingml/2006/main">
            <a:pathLst>
              <a:path w="10452457" h="1530664">
                <a:moveTo>
                  <a:pt x="0" y="0"/>
                </a:moveTo>
                <a:lnTo>
                  <a:pt x="10452457" y="0"/>
                </a:lnTo>
                <a:lnTo>
                  <a:pt x="10452457" y="1530664"/>
                </a:lnTo>
                <a:lnTo>
                  <a:pt x="0" y="15306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77">
            <a:solidFill>
              <a:srgbClr val="042433"/>
            </a:solidFill>
            <a:prstDash val="dash"/>
          </a:ln>
        </p:spPr>
      </p:sp>
      <p:sp>
        <p:nvSpPr>
          <p:cNvPr id="14" name="Native panel soft-shadow approximation xref 952 layer 1">
            <a:extLst xmlns:a="http://schemas.openxmlformats.org/drawingml/2006/main">
              <a:ext uri="{FF2B5EF4-FFF2-40B4-BE49-F238E27FC236}">
                <a16:creationId xmlns:a16="http://schemas.microsoft.com/office/drawing/2014/main" id="{478744D2-A846-48EC-938A-AF0035E7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2" y="46361"/>
            <a:ext cx="5928310" cy="2072609"/>
          </a:xfrm>
          <a:custGeom xmlns:a="http://schemas.openxmlformats.org/drawingml/2006/main">
            <a:pathLst>
              <a:path w="5928310" h="2072609">
                <a:moveTo>
                  <a:pt x="0" y="157667"/>
                </a:moveTo>
                <a:cubicBezTo>
                  <a:pt x="0" y="70559"/>
                  <a:pt x="68851" y="0"/>
                  <a:pt x="153779" y="0"/>
                </a:cubicBezTo>
                <a:lnTo>
                  <a:pt x="5774461" y="0"/>
                </a:lnTo>
                <a:cubicBezTo>
                  <a:pt x="5859459" y="0"/>
                  <a:pt x="5928310" y="70559"/>
                  <a:pt x="5928310" y="157667"/>
                </a:cubicBezTo>
                <a:lnTo>
                  <a:pt x="5928310" y="1915058"/>
                </a:lnTo>
                <a:cubicBezTo>
                  <a:pt x="5928310" y="2002048"/>
                  <a:pt x="5859459" y="2072609"/>
                  <a:pt x="5774461" y="2072609"/>
                </a:cubicBezTo>
                <a:lnTo>
                  <a:pt x="153779" y="2072609"/>
                </a:lnTo>
                <a:cubicBezTo>
                  <a:pt x="68851" y="2072609"/>
                  <a:pt x="0" y="2002048"/>
                  <a:pt x="0" y="1915058"/>
                </a:cubicBezTo>
                <a:lnTo>
                  <a:pt x="0" y="157667"/>
                </a:lnTo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ative panel soft-shadow approximation xref 952 layer 2">
            <a:extLst xmlns:a="http://schemas.openxmlformats.org/drawingml/2006/main">
              <a:ext uri="{FF2B5EF4-FFF2-40B4-BE49-F238E27FC236}">
                <a16:creationId xmlns:a16="http://schemas.microsoft.com/office/drawing/2014/main" id="{2BCB9552-6404-4167-BE39-6DDF0B4A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2" y="65411"/>
            <a:ext cx="5890210" cy="2034509"/>
          </a:xfrm>
          <a:custGeom xmlns:a="http://schemas.openxmlformats.org/drawingml/2006/main">
            <a:pathLst>
              <a:path w="5890210" h="2034509">
                <a:moveTo>
                  <a:pt x="0" y="154768"/>
                </a:moveTo>
                <a:cubicBezTo>
                  <a:pt x="0" y="69262"/>
                  <a:pt x="68409" y="0"/>
                  <a:pt x="152791" y="0"/>
                </a:cubicBezTo>
                <a:lnTo>
                  <a:pt x="5737350" y="0"/>
                </a:lnTo>
                <a:cubicBezTo>
                  <a:pt x="5821802" y="0"/>
                  <a:pt x="5890210" y="69262"/>
                  <a:pt x="5890210" y="154768"/>
                </a:cubicBezTo>
                <a:lnTo>
                  <a:pt x="5890210" y="1879855"/>
                </a:lnTo>
                <a:cubicBezTo>
                  <a:pt x="5890210" y="1965245"/>
                  <a:pt x="5821802" y="2034509"/>
                  <a:pt x="5737350" y="2034509"/>
                </a:cubicBezTo>
                <a:lnTo>
                  <a:pt x="152791" y="2034509"/>
                </a:lnTo>
                <a:cubicBezTo>
                  <a:pt x="68409" y="2034509"/>
                  <a:pt x="0" y="1965245"/>
                  <a:pt x="0" y="1879855"/>
                </a:cubicBezTo>
                <a:lnTo>
                  <a:pt x="0" y="154768"/>
                </a:lnTo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ative panel soft-shadow approximation xref 952 layer 3">
            <a:extLst xmlns:a="http://schemas.openxmlformats.org/drawingml/2006/main">
              <a:ext uri="{FF2B5EF4-FFF2-40B4-BE49-F238E27FC236}">
                <a16:creationId xmlns:a16="http://schemas.microsoft.com/office/drawing/2014/main" id="{4BE78C76-4108-4B51-95B8-B1D54F8A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7" y="74936"/>
            <a:ext cx="5852110" cy="1996409"/>
          </a:xfrm>
          <a:custGeom xmlns:a="http://schemas.openxmlformats.org/drawingml/2006/main">
            <a:pathLst>
              <a:path w="5852110" h="1996409">
                <a:moveTo>
                  <a:pt x="0" y="151870"/>
                </a:moveTo>
                <a:cubicBezTo>
                  <a:pt x="0" y="67965"/>
                  <a:pt x="67966" y="0"/>
                  <a:pt x="151803" y="0"/>
                </a:cubicBezTo>
                <a:lnTo>
                  <a:pt x="5700239" y="0"/>
                </a:lnTo>
                <a:cubicBezTo>
                  <a:pt x="5784144" y="0"/>
                  <a:pt x="5852110" y="67965"/>
                  <a:pt x="5852110" y="151870"/>
                </a:cubicBezTo>
                <a:lnTo>
                  <a:pt x="5852110" y="1844651"/>
                </a:lnTo>
                <a:cubicBezTo>
                  <a:pt x="5852110" y="1928442"/>
                  <a:pt x="5784144" y="1996409"/>
                  <a:pt x="5700239" y="1996409"/>
                </a:cubicBezTo>
                <a:lnTo>
                  <a:pt x="151803" y="1996409"/>
                </a:lnTo>
                <a:cubicBezTo>
                  <a:pt x="67966" y="1996409"/>
                  <a:pt x="0" y="1928442"/>
                  <a:pt x="0" y="1844651"/>
                </a:cubicBezTo>
                <a:lnTo>
                  <a:pt x="0" y="151870"/>
                </a:lnTo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3A9DC870-F97F-4589-8A1D-4B5EF5DE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" y="46361"/>
            <a:ext cx="5852110" cy="1996409"/>
          </a:xfrm>
          <a:custGeom xmlns:a="http://schemas.openxmlformats.org/drawingml/2006/main">
            <a:pathLst>
              <a:path w="5852110" h="1996409">
                <a:moveTo>
                  <a:pt x="0" y="151870"/>
                </a:moveTo>
                <a:cubicBezTo>
                  <a:pt x="0" y="67965"/>
                  <a:pt x="67966" y="0"/>
                  <a:pt x="151803" y="0"/>
                </a:cubicBezTo>
                <a:lnTo>
                  <a:pt x="5700239" y="0"/>
                </a:lnTo>
                <a:cubicBezTo>
                  <a:pt x="5784144" y="0"/>
                  <a:pt x="5852110" y="67965"/>
                  <a:pt x="5852110" y="151870"/>
                </a:cubicBezTo>
                <a:lnTo>
                  <a:pt x="5852110" y="1844651"/>
                </a:lnTo>
                <a:cubicBezTo>
                  <a:pt x="5852110" y="1928442"/>
                  <a:pt x="5784144" y="1996409"/>
                  <a:pt x="5700239" y="1996409"/>
                </a:cubicBezTo>
                <a:lnTo>
                  <a:pt x="151803" y="1996409"/>
                </a:lnTo>
                <a:cubicBezTo>
                  <a:pt x="67966" y="1996409"/>
                  <a:pt x="0" y="1928442"/>
                  <a:pt x="0" y="1844651"/>
                </a:cubicBezTo>
                <a:lnTo>
                  <a:pt x="0" y="151870"/>
                </a:lnTo>
              </a:path>
            </a:pathLst>
          </a:custGeom>
          <a:solidFill xmlns:a="http://schemas.openxmlformats.org/drawingml/2006/main">
            <a:srgbClr val="F0FAFE"/>
          </a:solidFill>
          <a:ln xmlns:a="http://schemas.openxmlformats.org/drawingml/2006/main" w="17077">
            <a:solidFill>
              <a:srgbClr val="156082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A3C75-DEE3-4CD0-BD8F-96C956B0C5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1f7a617ae449a"/>
          <a:stretch xmlns:a="http://schemas.openxmlformats.org/drawingml/2006/main"/>
        </p:blipFill>
        <p:spPr>
          <a:xfrm xmlns:a="http://schemas.openxmlformats.org/drawingml/2006/main">
            <a:off x="166105" y="168482"/>
            <a:ext cx="3524250" cy="1752600"/>
          </a:xfrm>
          <a:prstGeom xmlns:a="http://schemas.openxmlformats.org/drawingml/2006/main" prst="rect">
            <a:avLst/>
          </a:prstGeom>
        </p:spPr>
      </p:pic>
      <p:sp>
        <p:nvSpPr>
          <p:cNvPr id="19" name="Native panel soft-shadow approximation xref 954 layer 1">
            <a:extLst xmlns:a="http://schemas.openxmlformats.org/drawingml/2006/main">
              <a:ext uri="{FF2B5EF4-FFF2-40B4-BE49-F238E27FC236}">
                <a16:creationId xmlns:a16="http://schemas.microsoft.com/office/drawing/2014/main" id="{867F37D1-858D-45D2-8CBC-3967E1D9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2" y="2194981"/>
            <a:ext cx="5928242" cy="3583464"/>
          </a:xfrm>
          <a:custGeom xmlns:a="http://schemas.openxmlformats.org/drawingml/2006/main">
            <a:pathLst>
              <a:path w="5928242" h="3583464">
                <a:moveTo>
                  <a:pt x="0" y="0"/>
                </a:moveTo>
                <a:lnTo>
                  <a:pt x="5928242" y="0"/>
                </a:lnTo>
                <a:lnTo>
                  <a:pt x="5928242" y="3583464"/>
                </a:lnTo>
                <a:lnTo>
                  <a:pt x="0" y="35834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ative panel soft-shadow approximation xref 954 layer 2">
            <a:extLst xmlns:a="http://schemas.openxmlformats.org/drawingml/2006/main">
              <a:ext uri="{FF2B5EF4-FFF2-40B4-BE49-F238E27FC236}">
                <a16:creationId xmlns:a16="http://schemas.microsoft.com/office/drawing/2014/main" id="{46DEE704-F304-4CF0-BBDD-6F9FB5BC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2" y="2214031"/>
            <a:ext cx="5890142" cy="3545364"/>
          </a:xfrm>
          <a:custGeom xmlns:a="http://schemas.openxmlformats.org/drawingml/2006/main">
            <a:pathLst>
              <a:path w="5890142" h="3545364">
                <a:moveTo>
                  <a:pt x="0" y="0"/>
                </a:moveTo>
                <a:lnTo>
                  <a:pt x="5890142" y="0"/>
                </a:lnTo>
                <a:lnTo>
                  <a:pt x="5890142" y="3545364"/>
                </a:lnTo>
                <a:lnTo>
                  <a:pt x="0" y="35453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ative panel soft-shadow approximation xref 954 layer 3">
            <a:extLst xmlns:a="http://schemas.openxmlformats.org/drawingml/2006/main">
              <a:ext uri="{FF2B5EF4-FFF2-40B4-BE49-F238E27FC236}">
                <a16:creationId xmlns:a16="http://schemas.microsoft.com/office/drawing/2014/main" id="{940E34E6-087B-4538-947F-F233463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7" y="2223556"/>
            <a:ext cx="5852042" cy="3507264"/>
          </a:xfrm>
          <a:custGeom xmlns:a="http://schemas.openxmlformats.org/drawingml/2006/main">
            <a:pathLst>
              <a:path w="5852042" h="3507264">
                <a:moveTo>
                  <a:pt x="0" y="0"/>
                </a:moveTo>
                <a:lnTo>
                  <a:pt x="5852042" y="0"/>
                </a:lnTo>
                <a:lnTo>
                  <a:pt x="5852042" y="3507264"/>
                </a:lnTo>
                <a:lnTo>
                  <a:pt x="0" y="35072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79A786F3-58CA-4A59-B5E7-72C6AF2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" y="2194981"/>
            <a:ext cx="5852042" cy="3507264"/>
          </a:xfrm>
          <a:custGeom xmlns:a="http://schemas.openxmlformats.org/drawingml/2006/main">
            <a:pathLst>
              <a:path w="5852042" h="3507264">
                <a:moveTo>
                  <a:pt x="0" y="0"/>
                </a:moveTo>
                <a:lnTo>
                  <a:pt x="5852042" y="0"/>
                </a:lnTo>
                <a:lnTo>
                  <a:pt x="5852042" y="3507264"/>
                </a:lnTo>
                <a:lnTo>
                  <a:pt x="0" y="35072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77">
            <a:solidFill>
              <a:srgbClr val="042433"/>
            </a:solidFill>
            <a:prstDash val="dash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87270E89-9667-4B49-B7A3-50B95DF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332" y="2132935"/>
            <a:ext cx="927620" cy="821857"/>
          </a:xfrm>
          <a:custGeom xmlns:a="http://schemas.openxmlformats.org/drawingml/2006/main">
            <a:pathLst>
              <a:path w="927620" h="821857">
                <a:moveTo>
                  <a:pt x="19695" y="821857"/>
                </a:moveTo>
                <a:cubicBezTo>
                  <a:pt x="23338" y="738749"/>
                  <a:pt x="15483" y="722128"/>
                  <a:pt x="19695" y="637426"/>
                </a:cubicBezTo>
                <a:cubicBezTo>
                  <a:pt x="0" y="415881"/>
                  <a:pt x="267197" y="123182"/>
                  <a:pt x="520391" y="136730"/>
                </a:cubicBezTo>
                <a:cubicBezTo>
                  <a:pt x="555798" y="136161"/>
                  <a:pt x="620577" y="132745"/>
                  <a:pt x="660878" y="136730"/>
                </a:cubicBezTo>
                <a:cubicBezTo>
                  <a:pt x="658373" y="94721"/>
                  <a:pt x="666342" y="58517"/>
                  <a:pt x="660878" y="0"/>
                </a:cubicBezTo>
                <a:cubicBezTo>
                  <a:pt x="759242" y="87662"/>
                  <a:pt x="830054" y="161093"/>
                  <a:pt x="927620" y="222456"/>
                </a:cubicBezTo>
                <a:cubicBezTo>
                  <a:pt x="833013" y="308638"/>
                  <a:pt x="757988" y="343133"/>
                  <a:pt x="660878" y="445026"/>
                </a:cubicBezTo>
                <a:cubicBezTo>
                  <a:pt x="656552" y="404837"/>
                  <a:pt x="656437" y="373074"/>
                  <a:pt x="660878" y="308182"/>
                </a:cubicBezTo>
                <a:cubicBezTo>
                  <a:pt x="598263" y="315014"/>
                  <a:pt x="585626" y="305336"/>
                  <a:pt x="520391" y="308182"/>
                </a:cubicBezTo>
                <a:cubicBezTo>
                  <a:pt x="339262" y="331065"/>
                  <a:pt x="225302" y="436487"/>
                  <a:pt x="191148" y="637426"/>
                </a:cubicBezTo>
                <a:cubicBezTo>
                  <a:pt x="192173" y="695830"/>
                  <a:pt x="195246" y="761746"/>
                  <a:pt x="191148" y="821857"/>
                </a:cubicBezTo>
                <a:cubicBezTo>
                  <a:pt x="129215" y="815254"/>
                  <a:pt x="91760" y="815596"/>
                  <a:pt x="19695" y="821857"/>
                </a:cubicBezTo>
              </a:path>
            </a:pathLst>
          </a:cu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1955AB8B-2C17-4771-8B3B-42FC497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231" y="2132935"/>
            <a:ext cx="908722" cy="830282"/>
          </a:xfrm>
          <a:custGeom xmlns:a="http://schemas.openxmlformats.org/drawingml/2006/main">
            <a:pathLst>
              <a:path w="908722" h="830282">
                <a:moveTo>
                  <a:pt x="797" y="821857"/>
                </a:moveTo>
                <a:cubicBezTo>
                  <a:pt x="3871" y="751728"/>
                  <a:pt x="0" y="686721"/>
                  <a:pt x="797" y="637426"/>
                </a:cubicBezTo>
                <a:cubicBezTo>
                  <a:pt x="58062" y="380247"/>
                  <a:pt x="177487" y="162118"/>
                  <a:pt x="501493" y="136730"/>
                </a:cubicBezTo>
                <a:cubicBezTo>
                  <a:pt x="535760" y="132062"/>
                  <a:pt x="585625" y="138323"/>
                  <a:pt x="641979" y="136730"/>
                </a:cubicBezTo>
                <a:cubicBezTo>
                  <a:pt x="638336" y="90053"/>
                  <a:pt x="639930" y="67056"/>
                  <a:pt x="641979" y="0"/>
                </a:cubicBezTo>
                <a:cubicBezTo>
                  <a:pt x="756395" y="79806"/>
                  <a:pt x="815025" y="133884"/>
                  <a:pt x="908722" y="222456"/>
                </a:cubicBezTo>
                <a:cubicBezTo>
                  <a:pt x="858173" y="284389"/>
                  <a:pt x="720192" y="380133"/>
                  <a:pt x="641979" y="445026"/>
                </a:cubicBezTo>
                <a:cubicBezTo>
                  <a:pt x="644370" y="395047"/>
                  <a:pt x="647899" y="356795"/>
                  <a:pt x="641979" y="308182"/>
                </a:cubicBezTo>
                <a:cubicBezTo>
                  <a:pt x="585625" y="313419"/>
                  <a:pt x="570029" y="301693"/>
                  <a:pt x="501493" y="308182"/>
                </a:cubicBezTo>
                <a:cubicBezTo>
                  <a:pt x="318883" y="293952"/>
                  <a:pt x="157108" y="432047"/>
                  <a:pt x="172250" y="637426"/>
                </a:cubicBezTo>
                <a:cubicBezTo>
                  <a:pt x="172819" y="684900"/>
                  <a:pt x="180105" y="763340"/>
                  <a:pt x="172250" y="821857"/>
                </a:cubicBezTo>
                <a:cubicBezTo>
                  <a:pt x="117034" y="826411"/>
                  <a:pt x="54988" y="830282"/>
                  <a:pt x="797" y="8218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77">
            <a:solidFill>
              <a:srgbClr val="C04F15"/>
            </a:solidFill>
            <a:prstDash val="solid"/>
          </a:ln>
        </p:spPr>
      </p:sp>
      <p:sp>
        <p:nvSpPr>
          <p:cNvPr id="25" name="text-25 Question:">
            <a:extLst xmlns:a="http://schemas.openxmlformats.org/drawingml/2006/main">
              <a:ext uri="{FF2B5EF4-FFF2-40B4-BE49-F238E27FC236}">
                <a16:creationId xmlns:a16="http://schemas.microsoft.com/office/drawing/2014/main" id="{60D4F771-CEA8-488A-AF02-0CD81174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391" y="160178"/>
            <a:ext cx="965384" cy="287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26" name="text-25 What">
            <a:extLst xmlns:a="http://schemas.openxmlformats.org/drawingml/2006/main">
              <a:ext uri="{FF2B5EF4-FFF2-40B4-BE49-F238E27FC236}">
                <a16:creationId xmlns:a16="http://schemas.microsoft.com/office/drawing/2014/main" id="{D96D608E-493A-4945-842D-4F24EE50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0146" y="159932"/>
            <a:ext cx="570411" cy="287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27" name="text-25 is">
            <a:extLst xmlns:a="http://schemas.openxmlformats.org/drawingml/2006/main">
              <a:ext uri="{FF2B5EF4-FFF2-40B4-BE49-F238E27FC236}">
                <a16:creationId xmlns:a16="http://schemas.microsoft.com/office/drawing/2014/main" id="{34DE7187-F1B7-4E65-B3A1-3B28D43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219" y="160227"/>
            <a:ext cx="194041" cy="287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28" name="text-26 the">
            <a:extLst xmlns:a="http://schemas.openxmlformats.org/drawingml/2006/main">
              <a:ext uri="{FF2B5EF4-FFF2-40B4-BE49-F238E27FC236}">
                <a16:creationId xmlns:a16="http://schemas.microsoft.com/office/drawing/2014/main" id="{D463C383-93EE-4B29-99D6-12F40FC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391" y="405694"/>
            <a:ext cx="364829" cy="287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9" name="text-26 address">
            <a:extLst xmlns:a="http://schemas.openxmlformats.org/drawingml/2006/main">
              <a:ext uri="{FF2B5EF4-FFF2-40B4-BE49-F238E27FC236}">
                <a16:creationId xmlns:a16="http://schemas.microsoft.com/office/drawing/2014/main" id="{C1F5606F-1036-447C-B1D0-209A2D07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9106" y="406123"/>
            <a:ext cx="792625" cy="28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address</a:t>
            </a:r>
          </a:p>
        </p:txBody>
      </p:sp>
      <p:sp>
        <p:nvSpPr>
          <p:cNvPr id="30" name="text-26 where">
            <a:extLst xmlns:a="http://schemas.openxmlformats.org/drawingml/2006/main">
              <a:ext uri="{FF2B5EF4-FFF2-40B4-BE49-F238E27FC236}">
                <a16:creationId xmlns:a16="http://schemas.microsoft.com/office/drawing/2014/main" id="{8EA8F3EB-D01B-402B-B9DA-BC710F8A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160" y="405790"/>
            <a:ext cx="619327" cy="287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31" name="text-27 the">
            <a:extLst xmlns:a="http://schemas.openxmlformats.org/drawingml/2006/main">
              <a:ext uri="{FF2B5EF4-FFF2-40B4-BE49-F238E27FC236}">
                <a16:creationId xmlns:a16="http://schemas.microsoft.com/office/drawing/2014/main" id="{ECF326A0-101B-4870-8771-9FBD98E7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391" y="651602"/>
            <a:ext cx="364829" cy="287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32" name="text-27 picture">
            <a:extLst xmlns:a="http://schemas.openxmlformats.org/drawingml/2006/main">
              <a:ext uri="{FF2B5EF4-FFF2-40B4-BE49-F238E27FC236}">
                <a16:creationId xmlns:a16="http://schemas.microsoft.com/office/drawing/2014/main" id="{2DBB6F14-EC07-4844-8F7E-F09BC42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9106" y="652032"/>
            <a:ext cx="722958" cy="28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picture</a:t>
            </a:r>
          </a:p>
        </p:txBody>
      </p:sp>
      <p:sp>
        <p:nvSpPr>
          <p:cNvPr id="33" name="text-27 was">
            <a:extLst xmlns:a="http://schemas.openxmlformats.org/drawingml/2006/main">
              <a:ext uri="{FF2B5EF4-FFF2-40B4-BE49-F238E27FC236}">
                <a16:creationId xmlns:a16="http://schemas.microsoft.com/office/drawing/2014/main" id="{E06E0F47-8A5B-48C7-B732-CD82EDD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6462" y="651632"/>
            <a:ext cx="382440" cy="287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34" name="text-28 taken?">
            <a:extLst xmlns:a="http://schemas.openxmlformats.org/drawingml/2006/main">
              <a:ext uri="{FF2B5EF4-FFF2-40B4-BE49-F238E27FC236}">
                <a16:creationId xmlns:a16="http://schemas.microsoft.com/office/drawing/2014/main" id="{8A1048C2-FF1E-4DAA-8AAD-4FA2A5F4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391" y="897726"/>
            <a:ext cx="676494" cy="287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taken?</a:t>
            </a:r>
          </a:p>
        </p:txBody>
      </p:sp>
      <p:sp>
        <p:nvSpPr>
          <p:cNvPr id="35" name="text-28 Please">
            <a:extLst xmlns:a="http://schemas.openxmlformats.org/drawingml/2006/main">
              <a:ext uri="{FF2B5EF4-FFF2-40B4-BE49-F238E27FC236}">
                <a16:creationId xmlns:a16="http://schemas.microsoft.com/office/drawing/2014/main" id="{273DE4ED-7CE6-46F4-8475-17DC44B1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0589" y="898050"/>
            <a:ext cx="628469" cy="286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Please</a:t>
            </a:r>
          </a:p>
        </p:txBody>
      </p:sp>
      <p:sp>
        <p:nvSpPr>
          <p:cNvPr id="36" name="text-28 answer">
            <a:extLst xmlns:a="http://schemas.openxmlformats.org/drawingml/2006/main">
              <a:ext uri="{FF2B5EF4-FFF2-40B4-BE49-F238E27FC236}">
                <a16:creationId xmlns:a16="http://schemas.microsoft.com/office/drawing/2014/main" id="{76277D4B-BC72-4471-8615-17305620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4705" y="897652"/>
            <a:ext cx="700595" cy="287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7" name="text-29 North">
            <a:extLst xmlns:a="http://schemas.openxmlformats.org/drawingml/2006/main">
              <a:ext uri="{FF2B5EF4-FFF2-40B4-BE49-F238E27FC236}">
                <a16:creationId xmlns:a16="http://schemas.microsoft.com/office/drawing/2014/main" id="{8227C4B0-F991-41BB-BA5B-8F9B59D5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391" y="1143561"/>
            <a:ext cx="622143" cy="28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38" name="text-29 America,">
            <a:extLst xmlns:a="http://schemas.openxmlformats.org/drawingml/2006/main">
              <a:ext uri="{FF2B5EF4-FFF2-40B4-BE49-F238E27FC236}">
                <a16:creationId xmlns:a16="http://schemas.microsoft.com/office/drawing/2014/main" id="{B5038295-97CF-4098-AC2D-793E589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7105" y="1143627"/>
            <a:ext cx="881814" cy="287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America,</a:t>
            </a:r>
          </a:p>
        </p:txBody>
      </p:sp>
      <p:sp>
        <p:nvSpPr>
          <p:cNvPr id="39" name="text-30 South">
            <a:extLst xmlns:a="http://schemas.openxmlformats.org/drawingml/2006/main">
              <a:ext uri="{FF2B5EF4-FFF2-40B4-BE49-F238E27FC236}">
                <a16:creationId xmlns:a16="http://schemas.microsoft.com/office/drawing/2014/main" id="{46D4460B-AD7E-464F-AB19-455D40A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391" y="1389597"/>
            <a:ext cx="608595" cy="287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South</a:t>
            </a:r>
          </a:p>
        </p:txBody>
      </p:sp>
      <p:sp>
        <p:nvSpPr>
          <p:cNvPr id="40" name="text-30 America">
            <a:extLst xmlns:a="http://schemas.openxmlformats.org/drawingml/2006/main">
              <a:ext uri="{FF2B5EF4-FFF2-40B4-BE49-F238E27FC236}">
                <a16:creationId xmlns:a16="http://schemas.microsoft.com/office/drawing/2014/main" id="{28028B58-D148-45DB-A622-DA716B2C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4809" y="1389543"/>
            <a:ext cx="825022" cy="287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America</a:t>
            </a:r>
          </a:p>
        </p:txBody>
      </p:sp>
      <p:sp>
        <p:nvSpPr>
          <p:cNvPr id="41" name="text-30 or">
            <a:extLst xmlns:a="http://schemas.openxmlformats.org/drawingml/2006/main">
              <a:ext uri="{FF2B5EF4-FFF2-40B4-BE49-F238E27FC236}">
                <a16:creationId xmlns:a16="http://schemas.microsoft.com/office/drawing/2014/main" id="{813ADA29-AF81-457D-ACCA-42D511FE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1553" y="1389734"/>
            <a:ext cx="243157" cy="287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2" name="text-31 unable">
            <a:extLst xmlns:a="http://schemas.openxmlformats.org/drawingml/2006/main">
              <a:ext uri="{FF2B5EF4-FFF2-40B4-BE49-F238E27FC236}">
                <a16:creationId xmlns:a16="http://schemas.microsoft.com/office/drawing/2014/main" id="{4F376290-0146-434A-B57E-EE61687E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391" y="1635452"/>
            <a:ext cx="646149" cy="287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unable</a:t>
            </a:r>
          </a:p>
        </p:txBody>
      </p:sp>
      <p:sp>
        <p:nvSpPr>
          <p:cNvPr id="43" name="text-31 to">
            <a:extLst xmlns:a="http://schemas.openxmlformats.org/drawingml/2006/main">
              <a:ext uri="{FF2B5EF4-FFF2-40B4-BE49-F238E27FC236}">
                <a16:creationId xmlns:a16="http://schemas.microsoft.com/office/drawing/2014/main" id="{6BC7E599-ACEC-4AEB-9D58-FA331E02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0671" y="1635701"/>
            <a:ext cx="241182" cy="28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44" name="text-31 determine.">
            <a:extLst xmlns:a="http://schemas.openxmlformats.org/drawingml/2006/main">
              <a:ext uri="{FF2B5EF4-FFF2-40B4-BE49-F238E27FC236}">
                <a16:creationId xmlns:a16="http://schemas.microsoft.com/office/drawing/2014/main" id="{00038BA8-B058-4FD5-9D29-31510EC0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251" y="1635594"/>
            <a:ext cx="1064204" cy="287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determine.</a:t>
            </a:r>
          </a:p>
        </p:txBody>
      </p:sp>
      <p:sp>
        <p:nvSpPr>
          <p:cNvPr id="45" name="text-32 Stage">
            <a:extLst xmlns:a="http://schemas.openxmlformats.org/drawingml/2006/main">
              <a:ext uri="{FF2B5EF4-FFF2-40B4-BE49-F238E27FC236}">
                <a16:creationId xmlns:a16="http://schemas.microsoft.com/office/drawing/2014/main" id="{24D94083-468F-4F00-8D5C-656C3079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73" y="2224751"/>
            <a:ext cx="613577" cy="287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46" name="text-32 1:">
            <a:extLst xmlns:a="http://schemas.openxmlformats.org/drawingml/2006/main">
              <a:ext uri="{FF2B5EF4-FFF2-40B4-BE49-F238E27FC236}">
                <a16:creationId xmlns:a16="http://schemas.microsoft.com/office/drawing/2014/main" id="{0E02B5A3-957E-4085-9AF3-0515E2C3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89" y="2224859"/>
            <a:ext cx="251080" cy="287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1:</a:t>
            </a:r>
          </a:p>
        </p:txBody>
      </p:sp>
      <p:sp>
        <p:nvSpPr>
          <p:cNvPr id="47" name="text-32 Original">
            <a:extLst xmlns:a="http://schemas.openxmlformats.org/drawingml/2006/main">
              <a:ext uri="{FF2B5EF4-FFF2-40B4-BE49-F238E27FC236}">
                <a16:creationId xmlns:a16="http://schemas.microsoft.com/office/drawing/2014/main" id="{0004795A-DB0A-4066-A4A1-9E01D208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133" y="2224823"/>
            <a:ext cx="800671" cy="28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Original</a:t>
            </a:r>
          </a:p>
        </p:txBody>
      </p:sp>
      <p:sp>
        <p:nvSpPr>
          <p:cNvPr id="48" name="text-32 model">
            <a:extLst xmlns:a="http://schemas.openxmlformats.org/drawingml/2006/main">
              <a:ext uri="{FF2B5EF4-FFF2-40B4-BE49-F238E27FC236}">
                <a16:creationId xmlns:a16="http://schemas.microsoft.com/office/drawing/2014/main" id="{3543E6E0-E3C5-4C82-B0FC-5616321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7416" y="2224773"/>
            <a:ext cx="595689" cy="287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49" name="text-32 outputs">
            <a:extLst xmlns:a="http://schemas.openxmlformats.org/drawingml/2006/main">
              <a:ext uri="{FF2B5EF4-FFF2-40B4-BE49-F238E27FC236}">
                <a16:creationId xmlns:a16="http://schemas.microsoft.com/office/drawing/2014/main" id="{5C9B5049-0228-4ED7-9A70-33C1C1B3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5222" y="2224937"/>
            <a:ext cx="760616" cy="28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outputs</a:t>
            </a:r>
          </a:p>
        </p:txBody>
      </p:sp>
      <p:sp>
        <p:nvSpPr>
          <p:cNvPr id="50" name="text-32 the">
            <a:extLst xmlns:a="http://schemas.openxmlformats.org/drawingml/2006/main">
              <a:ext uri="{FF2B5EF4-FFF2-40B4-BE49-F238E27FC236}">
                <a16:creationId xmlns:a16="http://schemas.microsoft.com/office/drawing/2014/main" id="{D0232DD7-F6AE-4158-8DBB-39E24D9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8006" y="2224742"/>
            <a:ext cx="366933" cy="287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1" name="text-32 initial">
            <a:extLst xmlns:a="http://schemas.openxmlformats.org/drawingml/2006/main">
              <a:ext uri="{FF2B5EF4-FFF2-40B4-BE49-F238E27FC236}">
                <a16:creationId xmlns:a16="http://schemas.microsoft.com/office/drawing/2014/main" id="{7B50E00B-A9ED-4EC9-85DF-F6246DE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5992" y="2224923"/>
            <a:ext cx="583351" cy="287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52" name="text-32 answer.">
            <a:extLst xmlns:a="http://schemas.openxmlformats.org/drawingml/2006/main">
              <a:ext uri="{FF2B5EF4-FFF2-40B4-BE49-F238E27FC236}">
                <a16:creationId xmlns:a16="http://schemas.microsoft.com/office/drawing/2014/main" id="{6ED315DB-EE80-41C4-A93C-D4B950D6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8203" y="2224786"/>
            <a:ext cx="800815" cy="287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answer.</a:t>
            </a:r>
          </a:p>
        </p:txBody>
      </p:sp>
      <p:sp>
        <p:nvSpPr>
          <p:cNvPr id="53" name="path-33">
            <a:extLst xmlns:a="http://schemas.openxmlformats.org/drawingml/2006/main">
              <a:ext uri="{FF2B5EF4-FFF2-40B4-BE49-F238E27FC236}">
                <a16:creationId xmlns:a16="http://schemas.microsoft.com/office/drawing/2014/main" id="{5C07AB79-88E6-4FAC-94E3-BAC5756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98" y="2827740"/>
            <a:ext cx="4523114" cy="2605031"/>
          </a:xfrm>
          <a:custGeom xmlns:a="http://schemas.openxmlformats.org/drawingml/2006/main">
            <a:pathLst>
              <a:path w="4523114" h="2605031">
                <a:moveTo>
                  <a:pt x="26754" y="129557"/>
                </a:moveTo>
                <a:cubicBezTo>
                  <a:pt x="18329" y="79464"/>
                  <a:pt x="86523" y="26867"/>
                  <a:pt x="132517" y="23907"/>
                </a:cubicBezTo>
                <a:cubicBezTo>
                  <a:pt x="317404" y="0"/>
                  <a:pt x="409619" y="26981"/>
                  <a:pt x="655983" y="23907"/>
                </a:cubicBezTo>
                <a:cubicBezTo>
                  <a:pt x="902232" y="20834"/>
                  <a:pt x="1007312" y="5578"/>
                  <a:pt x="1136756" y="23907"/>
                </a:cubicBezTo>
                <a:cubicBezTo>
                  <a:pt x="1266198" y="42237"/>
                  <a:pt x="1471463" y="32674"/>
                  <a:pt x="1745492" y="23907"/>
                </a:cubicBezTo>
                <a:cubicBezTo>
                  <a:pt x="2019520" y="15141"/>
                  <a:pt x="2135643" y="4212"/>
                  <a:pt x="2311536" y="23907"/>
                </a:cubicBezTo>
                <a:cubicBezTo>
                  <a:pt x="2487428" y="43489"/>
                  <a:pt x="2798912" y="26298"/>
                  <a:pt x="3005429" y="23907"/>
                </a:cubicBezTo>
                <a:cubicBezTo>
                  <a:pt x="3211946" y="21517"/>
                  <a:pt x="3254069" y="41781"/>
                  <a:pt x="3486315" y="23907"/>
                </a:cubicBezTo>
                <a:cubicBezTo>
                  <a:pt x="3718448" y="5920"/>
                  <a:pt x="4127384" y="22655"/>
                  <a:pt x="4393215" y="23907"/>
                </a:cubicBezTo>
                <a:cubicBezTo>
                  <a:pt x="4446040" y="19240"/>
                  <a:pt x="4507859" y="75708"/>
                  <a:pt x="4498978" y="129557"/>
                </a:cubicBezTo>
                <a:cubicBezTo>
                  <a:pt x="4492034" y="313988"/>
                  <a:pt x="4487480" y="446733"/>
                  <a:pt x="4498978" y="645395"/>
                </a:cubicBezTo>
                <a:cubicBezTo>
                  <a:pt x="4510477" y="843943"/>
                  <a:pt x="4511388" y="1045336"/>
                  <a:pt x="4498978" y="1278380"/>
                </a:cubicBezTo>
                <a:cubicBezTo>
                  <a:pt x="4486456" y="1511423"/>
                  <a:pt x="4523114" y="1602956"/>
                  <a:pt x="4498978" y="1794104"/>
                </a:cubicBezTo>
                <a:cubicBezTo>
                  <a:pt x="4474843" y="1985366"/>
                  <a:pt x="4486569" y="2324400"/>
                  <a:pt x="4498978" y="2473994"/>
                </a:cubicBezTo>
                <a:cubicBezTo>
                  <a:pt x="4498978" y="2538431"/>
                  <a:pt x="4444560" y="2588637"/>
                  <a:pt x="4393215" y="2579757"/>
                </a:cubicBezTo>
                <a:cubicBezTo>
                  <a:pt x="4225406" y="2601160"/>
                  <a:pt x="3885574" y="2605031"/>
                  <a:pt x="3741901" y="2579757"/>
                </a:cubicBezTo>
                <a:cubicBezTo>
                  <a:pt x="3598341" y="2554483"/>
                  <a:pt x="3289931" y="2592394"/>
                  <a:pt x="3090700" y="2579757"/>
                </a:cubicBezTo>
                <a:cubicBezTo>
                  <a:pt x="2891355" y="2567120"/>
                  <a:pt x="2796407" y="2597062"/>
                  <a:pt x="2609812" y="2579757"/>
                </a:cubicBezTo>
                <a:cubicBezTo>
                  <a:pt x="2423219" y="2562453"/>
                  <a:pt x="2129609" y="2572698"/>
                  <a:pt x="1915920" y="2579757"/>
                </a:cubicBezTo>
                <a:cubicBezTo>
                  <a:pt x="1702230" y="2586815"/>
                  <a:pt x="1572673" y="2576114"/>
                  <a:pt x="1392454" y="2579757"/>
                </a:cubicBezTo>
                <a:cubicBezTo>
                  <a:pt x="1212235" y="2583286"/>
                  <a:pt x="967124" y="2587726"/>
                  <a:pt x="826411" y="2579757"/>
                </a:cubicBezTo>
                <a:cubicBezTo>
                  <a:pt x="685582" y="2571788"/>
                  <a:pt x="422939" y="2599453"/>
                  <a:pt x="132517" y="2579757"/>
                </a:cubicBezTo>
                <a:cubicBezTo>
                  <a:pt x="66487" y="2583286"/>
                  <a:pt x="38822" y="2532738"/>
                  <a:pt x="26754" y="2473994"/>
                </a:cubicBezTo>
                <a:cubicBezTo>
                  <a:pt x="0" y="2297304"/>
                  <a:pt x="37114" y="2056861"/>
                  <a:pt x="26754" y="1841008"/>
                </a:cubicBezTo>
                <a:cubicBezTo>
                  <a:pt x="16394" y="1625270"/>
                  <a:pt x="41896" y="1515864"/>
                  <a:pt x="26754" y="1325285"/>
                </a:cubicBezTo>
                <a:cubicBezTo>
                  <a:pt x="11727" y="1134592"/>
                  <a:pt x="22769" y="907924"/>
                  <a:pt x="26754" y="785994"/>
                </a:cubicBezTo>
                <a:cubicBezTo>
                  <a:pt x="30739" y="664180"/>
                  <a:pt x="48727" y="293382"/>
                  <a:pt x="26754" y="129557"/>
                </a:cubicBezTo>
              </a:path>
            </a:pathLst>
          </a:cu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34">
            <a:extLst xmlns:a="http://schemas.openxmlformats.org/drawingml/2006/main">
              <a:ext uri="{FF2B5EF4-FFF2-40B4-BE49-F238E27FC236}">
                <a16:creationId xmlns:a16="http://schemas.microsoft.com/office/drawing/2014/main" id="{2D19B2D6-E482-442F-9870-EE79CAA9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03" y="2823868"/>
            <a:ext cx="4514803" cy="2606398"/>
          </a:xfrm>
          <a:custGeom xmlns:a="http://schemas.openxmlformats.org/drawingml/2006/main">
            <a:pathLst>
              <a:path w="4514803" h="2606398">
                <a:moveTo>
                  <a:pt x="24249" y="133428"/>
                </a:moveTo>
                <a:cubicBezTo>
                  <a:pt x="27209" y="79921"/>
                  <a:pt x="72862" y="22997"/>
                  <a:pt x="130013" y="27779"/>
                </a:cubicBezTo>
                <a:cubicBezTo>
                  <a:pt x="311711" y="53053"/>
                  <a:pt x="623422" y="25388"/>
                  <a:pt x="781213" y="27779"/>
                </a:cubicBezTo>
                <a:cubicBezTo>
                  <a:pt x="939118" y="30056"/>
                  <a:pt x="1049549" y="24819"/>
                  <a:pt x="1304679" y="27779"/>
                </a:cubicBezTo>
                <a:cubicBezTo>
                  <a:pt x="1559922" y="30625"/>
                  <a:pt x="1647356" y="55443"/>
                  <a:pt x="1913415" y="27779"/>
                </a:cubicBezTo>
                <a:cubicBezTo>
                  <a:pt x="2179360" y="0"/>
                  <a:pt x="2318025" y="47589"/>
                  <a:pt x="2607308" y="27779"/>
                </a:cubicBezTo>
                <a:cubicBezTo>
                  <a:pt x="2896591" y="7856"/>
                  <a:pt x="3118706" y="29258"/>
                  <a:pt x="3258622" y="27779"/>
                </a:cubicBezTo>
                <a:cubicBezTo>
                  <a:pt x="3398540" y="26185"/>
                  <a:pt x="3619288" y="32674"/>
                  <a:pt x="3782088" y="27779"/>
                </a:cubicBezTo>
                <a:cubicBezTo>
                  <a:pt x="3944775" y="22884"/>
                  <a:pt x="4251021" y="11043"/>
                  <a:pt x="4390711" y="27779"/>
                </a:cubicBezTo>
                <a:cubicBezTo>
                  <a:pt x="4453440" y="23794"/>
                  <a:pt x="4500800" y="73431"/>
                  <a:pt x="4496474" y="133428"/>
                </a:cubicBezTo>
                <a:cubicBezTo>
                  <a:pt x="4514803" y="374441"/>
                  <a:pt x="4483951" y="487604"/>
                  <a:pt x="4496474" y="766414"/>
                </a:cubicBezTo>
                <a:cubicBezTo>
                  <a:pt x="4508883" y="1045337"/>
                  <a:pt x="4498182" y="1088143"/>
                  <a:pt x="4496474" y="1329156"/>
                </a:cubicBezTo>
                <a:cubicBezTo>
                  <a:pt x="4494766" y="1570169"/>
                  <a:pt x="4487252" y="1704165"/>
                  <a:pt x="4496474" y="1962142"/>
                </a:cubicBezTo>
                <a:cubicBezTo>
                  <a:pt x="4505696" y="2220117"/>
                  <a:pt x="4494197" y="2340681"/>
                  <a:pt x="4496474" y="2477865"/>
                </a:cubicBezTo>
                <a:cubicBezTo>
                  <a:pt x="4490098" y="2532056"/>
                  <a:pt x="4440120" y="2589207"/>
                  <a:pt x="4390711" y="2583628"/>
                </a:cubicBezTo>
                <a:cubicBezTo>
                  <a:pt x="4230415" y="2567804"/>
                  <a:pt x="4016270" y="2601958"/>
                  <a:pt x="3739396" y="2583628"/>
                </a:cubicBezTo>
                <a:cubicBezTo>
                  <a:pt x="3462636" y="2565299"/>
                  <a:pt x="3437931" y="2602868"/>
                  <a:pt x="3173352" y="2583628"/>
                </a:cubicBezTo>
                <a:cubicBezTo>
                  <a:pt x="2908887" y="2564275"/>
                  <a:pt x="2828739" y="2589777"/>
                  <a:pt x="2692465" y="2583628"/>
                </a:cubicBezTo>
                <a:cubicBezTo>
                  <a:pt x="2556305" y="2577481"/>
                  <a:pt x="2386332" y="2603779"/>
                  <a:pt x="2126422" y="2583628"/>
                </a:cubicBezTo>
                <a:cubicBezTo>
                  <a:pt x="1866624" y="2563478"/>
                  <a:pt x="1628799" y="2606398"/>
                  <a:pt x="1475107" y="2583628"/>
                </a:cubicBezTo>
                <a:cubicBezTo>
                  <a:pt x="1321528" y="2560746"/>
                  <a:pt x="1198346" y="2603551"/>
                  <a:pt x="951642" y="2583628"/>
                </a:cubicBezTo>
                <a:cubicBezTo>
                  <a:pt x="705050" y="2563705"/>
                  <a:pt x="520392" y="2582490"/>
                  <a:pt x="130013" y="2583628"/>
                </a:cubicBezTo>
                <a:cubicBezTo>
                  <a:pt x="78668" y="2583059"/>
                  <a:pt x="23111" y="2526250"/>
                  <a:pt x="24249" y="2477865"/>
                </a:cubicBezTo>
                <a:cubicBezTo>
                  <a:pt x="38822" y="2270095"/>
                  <a:pt x="10360" y="2053218"/>
                  <a:pt x="24249" y="1868332"/>
                </a:cubicBezTo>
                <a:cubicBezTo>
                  <a:pt x="38138" y="1683445"/>
                  <a:pt x="48499" y="1443458"/>
                  <a:pt x="24249" y="1305703"/>
                </a:cubicBezTo>
                <a:cubicBezTo>
                  <a:pt x="0" y="1167950"/>
                  <a:pt x="43262" y="916577"/>
                  <a:pt x="24249" y="696170"/>
                </a:cubicBezTo>
                <a:cubicBezTo>
                  <a:pt x="5351" y="475650"/>
                  <a:pt x="22656" y="246250"/>
                  <a:pt x="24249" y="1334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77">
            <a:solidFill>
              <a:srgbClr val="C04F15"/>
            </a:solidFill>
            <a:prstDash val="solid"/>
          </a:ln>
        </p:spPr>
      </p:sp>
      <p:sp>
        <p:nvSpPr>
          <p:cNvPr id="55" name="text-35 Unkown">
            <a:extLst xmlns:a="http://schemas.openxmlformats.org/drawingml/2006/main">
              <a:ext uri="{FF2B5EF4-FFF2-40B4-BE49-F238E27FC236}">
                <a16:creationId xmlns:a16="http://schemas.microsoft.com/office/drawing/2014/main" id="{E5FE1F83-EA43-461C-A568-73E97D76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010" y="2907211"/>
            <a:ext cx="675130" cy="254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Unkown</a:t>
            </a:r>
          </a:p>
        </p:txBody>
      </p:sp>
      <p:sp>
        <p:nvSpPr>
          <p:cNvPr id="56" name="text-36 .">
            <a:extLst xmlns:a="http://schemas.openxmlformats.org/drawingml/2006/main">
              <a:ext uri="{FF2B5EF4-FFF2-40B4-BE49-F238E27FC236}">
                <a16:creationId xmlns:a16="http://schemas.microsoft.com/office/drawing/2014/main" id="{2B8CD9D2-451C-4A48-8620-39321B9F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7469" y="2907418"/>
            <a:ext cx="77955" cy="25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7" name="text-38 It">
            <a:extLst xmlns:a="http://schemas.openxmlformats.org/drawingml/2006/main">
              <a:ext uri="{FF2B5EF4-FFF2-40B4-BE49-F238E27FC236}">
                <a16:creationId xmlns:a16="http://schemas.microsoft.com/office/drawing/2014/main" id="{52F1218B-DB65-455D-875C-35DED33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7309" y="2906883"/>
            <a:ext cx="218148" cy="255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58" name="text-40 is">
            <a:extLst xmlns:a="http://schemas.openxmlformats.org/drawingml/2006/main">
              <a:ext uri="{FF2B5EF4-FFF2-40B4-BE49-F238E27FC236}">
                <a16:creationId xmlns:a16="http://schemas.microsoft.com/office/drawing/2014/main" id="{F553588C-8751-40AB-A274-C9C91AE2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7863" y="2907763"/>
            <a:ext cx="171648" cy="253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59" name="text-42 not">
            <a:extLst xmlns:a="http://schemas.openxmlformats.org/drawingml/2006/main">
              <a:ext uri="{FF2B5EF4-FFF2-40B4-BE49-F238E27FC236}">
                <a16:creationId xmlns:a16="http://schemas.microsoft.com/office/drawing/2014/main" id="{14E26E94-A4BD-4B37-B8FE-654F918B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602" y="2907073"/>
            <a:ext cx="309351" cy="254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60" name="text-44 possible">
            <a:extLst xmlns:a="http://schemas.openxmlformats.org/drawingml/2006/main">
              <a:ext uri="{FF2B5EF4-FFF2-40B4-BE49-F238E27FC236}">
                <a16:creationId xmlns:a16="http://schemas.microsoft.com/office/drawing/2014/main" id="{74F21C5D-7178-4EE8-9FC3-57226CED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1551" y="2907618"/>
            <a:ext cx="709109" cy="254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2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possible</a:t>
            </a:r>
          </a:p>
        </p:txBody>
      </p:sp>
      <p:sp>
        <p:nvSpPr>
          <p:cNvPr id="61" name="text-46 to">
            <a:extLst xmlns:a="http://schemas.openxmlformats.org/drawingml/2006/main">
              <a:ext uri="{FF2B5EF4-FFF2-40B4-BE49-F238E27FC236}">
                <a16:creationId xmlns:a16="http://schemas.microsoft.com/office/drawing/2014/main" id="{F57A1B10-446A-435E-A364-1CFAC6CB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2555" y="2906881"/>
            <a:ext cx="214424" cy="255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62" name="text-48 determine">
            <a:extLst xmlns:a="http://schemas.openxmlformats.org/drawingml/2006/main">
              <a:ext uri="{FF2B5EF4-FFF2-40B4-BE49-F238E27FC236}">
                <a16:creationId xmlns:a16="http://schemas.microsoft.com/office/drawing/2014/main" id="{CA0B2FA9-9252-4F10-9DAA-51B22C6B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9010" y="2907281"/>
            <a:ext cx="898319" cy="25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determine</a:t>
            </a:r>
          </a:p>
        </p:txBody>
      </p:sp>
      <p:sp>
        <p:nvSpPr>
          <p:cNvPr id="63" name="text-50 the">
            <a:extLst xmlns:a="http://schemas.openxmlformats.org/drawingml/2006/main">
              <a:ext uri="{FF2B5EF4-FFF2-40B4-BE49-F238E27FC236}">
                <a16:creationId xmlns:a16="http://schemas.microsoft.com/office/drawing/2014/main" id="{3F679B9B-B398-492E-A3A3-C848D48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910" y="2907759"/>
            <a:ext cx="322065" cy="25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4" name="text-52 following">
            <a:extLst xmlns:a="http://schemas.openxmlformats.org/drawingml/2006/main">
              <a:ext uri="{FF2B5EF4-FFF2-40B4-BE49-F238E27FC236}">
                <a16:creationId xmlns:a16="http://schemas.microsoft.com/office/drawing/2014/main" id="{18ECAD0E-4E49-4AA9-90A3-F36F7AC6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363" y="3126093"/>
            <a:ext cx="781611" cy="25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following</a:t>
            </a:r>
          </a:p>
        </p:txBody>
      </p:sp>
      <p:sp>
        <p:nvSpPr>
          <p:cNvPr id="65" name="text-54 reasons">
            <a:extLst xmlns:a="http://schemas.openxmlformats.org/drawingml/2006/main">
              <a:ext uri="{FF2B5EF4-FFF2-40B4-BE49-F238E27FC236}">
                <a16:creationId xmlns:a16="http://schemas.microsoft.com/office/drawing/2014/main" id="{2FF9B652-B410-4275-AC74-0D2A6699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5395" y="3125642"/>
            <a:ext cx="681041" cy="254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reasons</a:t>
            </a:r>
          </a:p>
        </p:txBody>
      </p:sp>
      <p:sp>
        <p:nvSpPr>
          <p:cNvPr id="66" name="text-55 :">
            <a:extLst xmlns:a="http://schemas.openxmlformats.org/drawingml/2006/main">
              <a:ext uri="{FF2B5EF4-FFF2-40B4-BE49-F238E27FC236}">
                <a16:creationId xmlns:a16="http://schemas.microsoft.com/office/drawing/2014/main" id="{1B0C66B8-E17E-4613-AE94-84B266EB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319" y="3126003"/>
            <a:ext cx="87005" cy="254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67" name="text-56 1.">
            <a:extLst xmlns:a="http://schemas.openxmlformats.org/drawingml/2006/main">
              <a:ext uri="{FF2B5EF4-FFF2-40B4-BE49-F238E27FC236}">
                <a16:creationId xmlns:a16="http://schemas.microsoft.com/office/drawing/2014/main" id="{790281AD-D269-4932-9DAD-F46331D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363" y="3344245"/>
            <a:ext cx="159987" cy="254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1.</a:t>
            </a:r>
          </a:p>
        </p:txBody>
      </p:sp>
      <p:sp>
        <p:nvSpPr>
          <p:cNvPr id="68" name="text-57 The">
            <a:extLst xmlns:a="http://schemas.openxmlformats.org/drawingml/2006/main">
              <a:ext uri="{FF2B5EF4-FFF2-40B4-BE49-F238E27FC236}">
                <a16:creationId xmlns:a16="http://schemas.microsoft.com/office/drawing/2014/main" id="{310C8ADC-6CA8-4E6E-886D-3A960F7B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3344700"/>
            <a:ext cx="360264" cy="254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9" name="text-59 image">
            <a:extLst xmlns:a="http://schemas.openxmlformats.org/drawingml/2006/main">
              <a:ext uri="{FF2B5EF4-FFF2-40B4-BE49-F238E27FC236}">
                <a16:creationId xmlns:a16="http://schemas.microsoft.com/office/drawing/2014/main" id="{D053AD1E-63E1-4F4B-A5FD-5E504C2B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044" y="3344319"/>
            <a:ext cx="514230" cy="254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70" name="text-61 shows">
            <a:extLst xmlns:a="http://schemas.openxmlformats.org/drawingml/2006/main">
              <a:ext uri="{FF2B5EF4-FFF2-40B4-BE49-F238E27FC236}">
                <a16:creationId xmlns:a16="http://schemas.microsoft.com/office/drawing/2014/main" id="{6DBAD093-F7D0-4A4F-83D5-F9410029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3716" y="3344316"/>
            <a:ext cx="534939" cy="254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shows</a:t>
            </a:r>
          </a:p>
        </p:txBody>
      </p:sp>
      <p:sp>
        <p:nvSpPr>
          <p:cNvPr id="71" name="text-63 the">
            <a:extLst xmlns:a="http://schemas.openxmlformats.org/drawingml/2006/main">
              <a:ext uri="{FF2B5EF4-FFF2-40B4-BE49-F238E27FC236}">
                <a16:creationId xmlns:a16="http://schemas.microsoft.com/office/drawing/2014/main" id="{4F3D33E4-E138-4ED3-A894-760D7E5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5108" y="3344131"/>
            <a:ext cx="323481" cy="25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72" name="text-65 interior">
            <a:extLst xmlns:a="http://schemas.openxmlformats.org/drawingml/2006/main">
              <a:ext uri="{FF2B5EF4-FFF2-40B4-BE49-F238E27FC236}">
                <a16:creationId xmlns:a16="http://schemas.microsoft.com/office/drawing/2014/main" id="{93CB9C18-037B-4446-8815-621ABE49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518" y="3344386"/>
            <a:ext cx="685310" cy="254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interior</a:t>
            </a:r>
          </a:p>
        </p:txBody>
      </p:sp>
      <p:sp>
        <p:nvSpPr>
          <p:cNvPr id="73" name="text-67 of">
            <a:extLst xmlns:a="http://schemas.openxmlformats.org/drawingml/2006/main">
              <a:ext uri="{FF2B5EF4-FFF2-40B4-BE49-F238E27FC236}">
                <a16:creationId xmlns:a16="http://schemas.microsoft.com/office/drawing/2014/main" id="{A6C0663A-AD1B-44FB-A863-714EA891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5958" y="3344359"/>
            <a:ext cx="220738" cy="25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74" name="text-69 a">
            <a:extLst xmlns:a="http://schemas.openxmlformats.org/drawingml/2006/main">
              <a:ext uri="{FF2B5EF4-FFF2-40B4-BE49-F238E27FC236}">
                <a16:creationId xmlns:a16="http://schemas.microsoft.com/office/drawing/2014/main" id="{E45907FA-E3D5-4E42-9E18-585F6BA5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907" y="3344387"/>
            <a:ext cx="125723" cy="254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5" name="text-71 train">
            <a:extLst xmlns:a="http://schemas.openxmlformats.org/drawingml/2006/main">
              <a:ext uri="{FF2B5EF4-FFF2-40B4-BE49-F238E27FC236}">
                <a16:creationId xmlns:a16="http://schemas.microsoft.com/office/drawing/2014/main" id="{B17657DD-BFCC-426F-A0E0-826D9E8C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4224" y="3343818"/>
            <a:ext cx="446290" cy="255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train</a:t>
            </a:r>
          </a:p>
        </p:txBody>
      </p:sp>
      <p:sp>
        <p:nvSpPr>
          <p:cNvPr id="76" name="text-73 station,">
            <a:extLst xmlns:a="http://schemas.openxmlformats.org/drawingml/2006/main">
              <a:ext uri="{FF2B5EF4-FFF2-40B4-BE49-F238E27FC236}">
                <a16:creationId xmlns:a16="http://schemas.microsoft.com/office/drawing/2014/main" id="{3EA4B0DF-5BAC-48C9-A39A-C034A8FB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3562772"/>
            <a:ext cx="678330" cy="25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station,</a:t>
            </a:r>
          </a:p>
        </p:txBody>
      </p:sp>
      <p:sp>
        <p:nvSpPr>
          <p:cNvPr id="77" name="text-75 and">
            <a:extLst xmlns:a="http://schemas.openxmlformats.org/drawingml/2006/main">
              <a:ext uri="{FF2B5EF4-FFF2-40B4-BE49-F238E27FC236}">
                <a16:creationId xmlns:a16="http://schemas.microsoft.com/office/drawing/2014/main" id="{6154B08E-4FAB-42B1-8E76-7B2EAAE0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4417" y="3563075"/>
            <a:ext cx="327515" cy="254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78" name="text-77 there">
            <a:extLst xmlns:a="http://schemas.openxmlformats.org/drawingml/2006/main">
              <a:ext uri="{FF2B5EF4-FFF2-40B4-BE49-F238E27FC236}">
                <a16:creationId xmlns:a16="http://schemas.microsoft.com/office/drawing/2014/main" id="{B2086536-56AD-4D5E-89C4-78C111FF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0984" y="3563349"/>
            <a:ext cx="508882" cy="254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2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there</a:t>
            </a:r>
          </a:p>
        </p:txBody>
      </p:sp>
      <p:sp>
        <p:nvSpPr>
          <p:cNvPr id="79" name="text-79 are">
            <a:extLst xmlns:a="http://schemas.openxmlformats.org/drawingml/2006/main">
              <a:ext uri="{FF2B5EF4-FFF2-40B4-BE49-F238E27FC236}">
                <a16:creationId xmlns:a16="http://schemas.microsoft.com/office/drawing/2014/main" id="{E8B4F8CE-A686-4115-863E-58A4F60D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0842" y="3563099"/>
            <a:ext cx="312510" cy="254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80" name="text-81 not">
            <a:extLst xmlns:a="http://schemas.openxmlformats.org/drawingml/2006/main">
              <a:ext uri="{FF2B5EF4-FFF2-40B4-BE49-F238E27FC236}">
                <a16:creationId xmlns:a16="http://schemas.microsoft.com/office/drawing/2014/main" id="{30894C39-98EE-44C2-AA8A-3E97CE6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3748" y="3562828"/>
            <a:ext cx="309350" cy="2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81" name="text-83 enough">
            <a:extLst xmlns:a="http://schemas.openxmlformats.org/drawingml/2006/main">
              <a:ext uri="{FF2B5EF4-FFF2-40B4-BE49-F238E27FC236}">
                <a16:creationId xmlns:a16="http://schemas.microsoft.com/office/drawing/2014/main" id="{3F5AD317-F03F-4BB5-BF01-49B9A21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2555" y="3562893"/>
            <a:ext cx="619398" cy="254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enough</a:t>
            </a:r>
          </a:p>
        </p:txBody>
      </p:sp>
      <p:sp>
        <p:nvSpPr>
          <p:cNvPr id="82" name="text-85 geographic">
            <a:extLst xmlns:a="http://schemas.openxmlformats.org/drawingml/2006/main">
              <a:ext uri="{FF2B5EF4-FFF2-40B4-BE49-F238E27FC236}">
                <a16:creationId xmlns:a16="http://schemas.microsoft.com/office/drawing/2014/main" id="{CBED9534-F25A-4E41-A803-281425C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845" y="3562905"/>
            <a:ext cx="948094" cy="254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83" name="text-87 markers">
            <a:extLst xmlns:a="http://schemas.openxmlformats.org/drawingml/2006/main">
              <a:ext uri="{FF2B5EF4-FFF2-40B4-BE49-F238E27FC236}">
                <a16:creationId xmlns:a16="http://schemas.microsoft.com/office/drawing/2014/main" id="{60727536-697D-4042-907C-0C7356B2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3781331"/>
            <a:ext cx="728840" cy="25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markers</a:t>
            </a:r>
          </a:p>
        </p:txBody>
      </p:sp>
      <p:sp>
        <p:nvSpPr>
          <p:cNvPr id="84" name="text-89 or">
            <a:extLst xmlns:a="http://schemas.openxmlformats.org/drawingml/2006/main">
              <a:ext uri="{FF2B5EF4-FFF2-40B4-BE49-F238E27FC236}">
                <a16:creationId xmlns:a16="http://schemas.microsoft.com/office/drawing/2014/main" id="{616AAEBB-27C5-491B-9FA9-AFC7C561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5020" y="3781531"/>
            <a:ext cx="215680" cy="25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85" name="text-91 other">
            <a:extLst xmlns:a="http://schemas.openxmlformats.org/drawingml/2006/main">
              <a:ext uri="{FF2B5EF4-FFF2-40B4-BE49-F238E27FC236}">
                <a16:creationId xmlns:a16="http://schemas.microsoft.com/office/drawing/2014/main" id="{FED188D2-E565-4104-8DAB-0C8FD476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9618" y="3781891"/>
            <a:ext cx="505005" cy="254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other</a:t>
            </a:r>
          </a:p>
        </p:txBody>
      </p:sp>
      <p:sp>
        <p:nvSpPr>
          <p:cNvPr id="86" name="text-93 clear">
            <a:extLst xmlns:a="http://schemas.openxmlformats.org/drawingml/2006/main">
              <a:ext uri="{FF2B5EF4-FFF2-40B4-BE49-F238E27FC236}">
                <a16:creationId xmlns:a16="http://schemas.microsoft.com/office/drawing/2014/main" id="{08772837-0053-48B7-967D-8ADD789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4067" y="3781029"/>
            <a:ext cx="457192" cy="255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clear</a:t>
            </a:r>
          </a:p>
        </p:txBody>
      </p:sp>
      <p:sp>
        <p:nvSpPr>
          <p:cNvPr id="87" name="text-95 geographic">
            <a:extLst xmlns:a="http://schemas.openxmlformats.org/drawingml/2006/main">
              <a:ext uri="{FF2B5EF4-FFF2-40B4-BE49-F238E27FC236}">
                <a16:creationId xmlns:a16="http://schemas.microsoft.com/office/drawing/2014/main" id="{5471037F-FDD4-4B67-94DA-12BA6868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0475" y="3781165"/>
            <a:ext cx="949789" cy="255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88" name="text-97 clues">
            <a:extLst xmlns:a="http://schemas.openxmlformats.org/drawingml/2006/main">
              <a:ext uri="{FF2B5EF4-FFF2-40B4-BE49-F238E27FC236}">
                <a16:creationId xmlns:a16="http://schemas.microsoft.com/office/drawing/2014/main" id="{DBC50934-AB7F-4DE5-8378-D002E2BA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0064" y="3781603"/>
            <a:ext cx="458423" cy="25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clues</a:t>
            </a:r>
          </a:p>
        </p:txBody>
      </p:sp>
      <p:sp>
        <p:nvSpPr>
          <p:cNvPr id="89" name="text-99 to">
            <a:extLst xmlns:a="http://schemas.openxmlformats.org/drawingml/2006/main">
              <a:ext uri="{FF2B5EF4-FFF2-40B4-BE49-F238E27FC236}">
                <a16:creationId xmlns:a16="http://schemas.microsoft.com/office/drawing/2014/main" id="{8E1A5A61-F022-436A-B4C9-D12FE95C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7836" y="3781221"/>
            <a:ext cx="214424" cy="25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90" name="text-101 determine">
            <a:extLst xmlns:a="http://schemas.openxmlformats.org/drawingml/2006/main">
              <a:ext uri="{FF2B5EF4-FFF2-40B4-BE49-F238E27FC236}">
                <a16:creationId xmlns:a16="http://schemas.microsoft.com/office/drawing/2014/main" id="{33786AA0-61DD-4DEE-97DC-FD6F71F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4000206"/>
            <a:ext cx="898319" cy="25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determine</a:t>
            </a:r>
          </a:p>
        </p:txBody>
      </p:sp>
      <p:sp>
        <p:nvSpPr>
          <p:cNvPr id="91" name="text-103 its">
            <a:extLst xmlns:a="http://schemas.openxmlformats.org/drawingml/2006/main">
              <a:ext uri="{FF2B5EF4-FFF2-40B4-BE49-F238E27FC236}">
                <a16:creationId xmlns:a16="http://schemas.microsoft.com/office/drawing/2014/main" id="{AA3C8900-87DC-4197-89E2-7C1BF99A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7537" y="4000260"/>
            <a:ext cx="257633" cy="254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its</a:t>
            </a:r>
          </a:p>
        </p:txBody>
      </p:sp>
      <p:sp>
        <p:nvSpPr>
          <p:cNvPr id="92" name="text-105 exact">
            <a:extLst xmlns:a="http://schemas.openxmlformats.org/drawingml/2006/main">
              <a:ext uri="{FF2B5EF4-FFF2-40B4-BE49-F238E27FC236}">
                <a16:creationId xmlns:a16="http://schemas.microsoft.com/office/drawing/2014/main" id="{FE5B5A6A-11A0-497D-9606-41F38D5A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6460" y="4000147"/>
            <a:ext cx="511736" cy="25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exact</a:t>
            </a:r>
          </a:p>
        </p:txBody>
      </p:sp>
      <p:sp>
        <p:nvSpPr>
          <p:cNvPr id="93" name="text-107 location">
            <a:extLst xmlns:a="http://schemas.openxmlformats.org/drawingml/2006/main">
              <a:ext uri="{FF2B5EF4-FFF2-40B4-BE49-F238E27FC236}">
                <a16:creationId xmlns:a16="http://schemas.microsoft.com/office/drawing/2014/main" id="{A41DA164-9195-4434-9804-277DC26E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1994" y="4000506"/>
            <a:ext cx="690507" cy="254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location</a:t>
            </a:r>
          </a:p>
        </p:txBody>
      </p:sp>
      <p:sp>
        <p:nvSpPr>
          <p:cNvPr id="94" name="text-108 .">
            <a:extLst xmlns:a="http://schemas.openxmlformats.org/drawingml/2006/main">
              <a:ext uri="{FF2B5EF4-FFF2-40B4-BE49-F238E27FC236}">
                <a16:creationId xmlns:a16="http://schemas.microsoft.com/office/drawing/2014/main" id="{71C09EF2-8426-4F2F-B6D9-1634382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0481" y="4000343"/>
            <a:ext cx="77955" cy="25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5" name="text-110 2.">
            <a:extLst xmlns:a="http://schemas.openxmlformats.org/drawingml/2006/main">
              <a:ext uri="{FF2B5EF4-FFF2-40B4-BE49-F238E27FC236}">
                <a16:creationId xmlns:a16="http://schemas.microsoft.com/office/drawing/2014/main" id="{1B1CE107-077F-4792-9248-92D074CD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363" y="4219301"/>
            <a:ext cx="188588" cy="25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2.</a:t>
            </a:r>
          </a:p>
        </p:txBody>
      </p:sp>
      <p:sp>
        <p:nvSpPr>
          <p:cNvPr id="96" name="text-111 Although">
            <a:extLst xmlns:a="http://schemas.openxmlformats.org/drawingml/2006/main">
              <a:ext uri="{FF2B5EF4-FFF2-40B4-BE49-F238E27FC236}">
                <a16:creationId xmlns:a16="http://schemas.microsoft.com/office/drawing/2014/main" id="{E63118E6-B1B9-4DE0-996D-0535C817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4218808"/>
            <a:ext cx="798384" cy="254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Although</a:t>
            </a:r>
          </a:p>
        </p:txBody>
      </p:sp>
      <p:sp>
        <p:nvSpPr>
          <p:cNvPr id="97" name="text-113 “Jamaica”">
            <a:extLst xmlns:a="http://schemas.openxmlformats.org/drawingml/2006/main">
              <a:ext uri="{FF2B5EF4-FFF2-40B4-BE49-F238E27FC236}">
                <a16:creationId xmlns:a16="http://schemas.microsoft.com/office/drawing/2014/main" id="{396DE8DA-0340-4045-882C-89488F7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82" y="4218785"/>
            <a:ext cx="862148" cy="254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“Jamaica”</a:t>
            </a:r>
          </a:p>
        </p:txBody>
      </p:sp>
      <p:sp>
        <p:nvSpPr>
          <p:cNvPr id="98" name="text-115 (Jamaica)">
            <a:extLst xmlns:a="http://schemas.openxmlformats.org/drawingml/2006/main">
              <a:ext uri="{FF2B5EF4-FFF2-40B4-BE49-F238E27FC236}">
                <a16:creationId xmlns:a16="http://schemas.microsoft.com/office/drawing/2014/main" id="{0DB2B7CF-524B-43A9-88A4-CAA3F07C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1286" y="4218612"/>
            <a:ext cx="853032" cy="255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(Jamaica)</a:t>
            </a:r>
          </a:p>
        </p:txBody>
      </p:sp>
      <p:sp>
        <p:nvSpPr>
          <p:cNvPr id="99" name="text-117 is">
            <a:extLst xmlns:a="http://schemas.openxmlformats.org/drawingml/2006/main">
              <a:ext uri="{FF2B5EF4-FFF2-40B4-BE49-F238E27FC236}">
                <a16:creationId xmlns:a16="http://schemas.microsoft.com/office/drawing/2014/main" id="{8F16B5E3-EB3B-494C-93EA-53B6776D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8032" y="4219500"/>
            <a:ext cx="171648" cy="253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00" name="text-119 an">
            <a:extLst xmlns:a="http://schemas.openxmlformats.org/drawingml/2006/main">
              <a:ext uri="{FF2B5EF4-FFF2-40B4-BE49-F238E27FC236}">
                <a16:creationId xmlns:a16="http://schemas.microsoft.com/office/drawing/2014/main" id="{4E9AFB4C-228D-48EE-9441-1528D816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1700" y="4219092"/>
            <a:ext cx="220727" cy="254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101" name="text-121 island">
            <a:extLst xmlns:a="http://schemas.openxmlformats.org/drawingml/2006/main">
              <a:ext uri="{FF2B5EF4-FFF2-40B4-BE49-F238E27FC236}">
                <a16:creationId xmlns:a16="http://schemas.microsoft.com/office/drawing/2014/main" id="{B4F7BBCA-F6D0-484E-890E-C095D68C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4550" y="4219241"/>
            <a:ext cx="516085" cy="254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island</a:t>
            </a:r>
          </a:p>
        </p:txBody>
      </p:sp>
      <p:sp>
        <p:nvSpPr>
          <p:cNvPr id="102" name="text-123 country">
            <a:extLst xmlns:a="http://schemas.openxmlformats.org/drawingml/2006/main">
              <a:ext uri="{FF2B5EF4-FFF2-40B4-BE49-F238E27FC236}">
                <a16:creationId xmlns:a16="http://schemas.microsoft.com/office/drawing/2014/main" id="{CE8D80A5-A72E-4F9F-B374-8B73D3B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4437249"/>
            <a:ext cx="680100" cy="255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country</a:t>
            </a:r>
          </a:p>
        </p:txBody>
      </p:sp>
      <p:sp>
        <p:nvSpPr>
          <p:cNvPr id="103" name="text-125 located">
            <a:extLst xmlns:a="http://schemas.openxmlformats.org/drawingml/2006/main">
              <a:ext uri="{FF2B5EF4-FFF2-40B4-BE49-F238E27FC236}">
                <a16:creationId xmlns:a16="http://schemas.microsoft.com/office/drawing/2014/main" id="{FAE9B4F7-F310-4E69-8AC5-B2552B7E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175" y="4437067"/>
            <a:ext cx="658309" cy="25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located</a:t>
            </a:r>
          </a:p>
        </p:txBody>
      </p:sp>
      <p:sp>
        <p:nvSpPr>
          <p:cNvPr id="104" name="text-127 in">
            <a:extLst xmlns:a="http://schemas.openxmlformats.org/drawingml/2006/main">
              <a:ext uri="{FF2B5EF4-FFF2-40B4-BE49-F238E27FC236}">
                <a16:creationId xmlns:a16="http://schemas.microsoft.com/office/drawing/2014/main" id="{161417F5-31F7-4B96-BF4F-054693D7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9969" y="4438087"/>
            <a:ext cx="178301" cy="25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2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05" name="text-129 North">
            <a:extLst xmlns:a="http://schemas.openxmlformats.org/drawingml/2006/main">
              <a:ext uri="{FF2B5EF4-FFF2-40B4-BE49-F238E27FC236}">
                <a16:creationId xmlns:a16="http://schemas.microsoft.com/office/drawing/2014/main" id="{7E640265-BC48-427C-8987-22671160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1016" y="4437470"/>
            <a:ext cx="551440" cy="25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106" name="text-131 America,">
            <a:extLst xmlns:a="http://schemas.openxmlformats.org/drawingml/2006/main">
              <a:ext uri="{FF2B5EF4-FFF2-40B4-BE49-F238E27FC236}">
                <a16:creationId xmlns:a16="http://schemas.microsoft.com/office/drawing/2014/main" id="{7655FE05-7F85-41C7-85E0-E1C224A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3656" y="4437061"/>
            <a:ext cx="783583" cy="25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America,</a:t>
            </a:r>
          </a:p>
        </p:txBody>
      </p:sp>
      <p:sp>
        <p:nvSpPr>
          <p:cNvPr id="107" name="text-133 the">
            <a:extLst xmlns:a="http://schemas.openxmlformats.org/drawingml/2006/main">
              <a:ext uri="{FF2B5EF4-FFF2-40B4-BE49-F238E27FC236}">
                <a16:creationId xmlns:a16="http://schemas.microsoft.com/office/drawing/2014/main" id="{F2EB7259-C05A-41F5-8C06-4208CF60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910" y="4437284"/>
            <a:ext cx="323481" cy="25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08" name="text-135 symbol">
            <a:extLst xmlns:a="http://schemas.openxmlformats.org/drawingml/2006/main">
              <a:ext uri="{FF2B5EF4-FFF2-40B4-BE49-F238E27FC236}">
                <a16:creationId xmlns:a16="http://schemas.microsoft.com/office/drawing/2014/main" id="{1D6BB65A-08C2-447D-A814-DDE08575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4656354"/>
            <a:ext cx="609583" cy="254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symbol</a:t>
            </a:r>
          </a:p>
        </p:txBody>
      </p:sp>
      <p:sp>
        <p:nvSpPr>
          <p:cNvPr id="109" name="text-137 may">
            <a:extLst xmlns:a="http://schemas.openxmlformats.org/drawingml/2006/main">
              <a:ext uri="{FF2B5EF4-FFF2-40B4-BE49-F238E27FC236}">
                <a16:creationId xmlns:a16="http://schemas.microsoft.com/office/drawing/2014/main" id="{F8AA7075-D851-4C74-900E-57303228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8023" y="4655185"/>
            <a:ext cx="363516" cy="25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4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may</a:t>
            </a:r>
          </a:p>
        </p:txBody>
      </p:sp>
      <p:sp>
        <p:nvSpPr>
          <p:cNvPr id="110" name="text-139 be">
            <a:extLst xmlns:a="http://schemas.openxmlformats.org/drawingml/2006/main">
              <a:ext uri="{FF2B5EF4-FFF2-40B4-BE49-F238E27FC236}">
                <a16:creationId xmlns:a16="http://schemas.microsoft.com/office/drawing/2014/main" id="{66372073-A772-4574-8C97-D2917AB4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3390" y="4656075"/>
            <a:ext cx="240223" cy="25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111" name="text-141 only">
            <a:extLst xmlns:a="http://schemas.openxmlformats.org/drawingml/2006/main">
              <a:ext uri="{FF2B5EF4-FFF2-40B4-BE49-F238E27FC236}">
                <a16:creationId xmlns:a16="http://schemas.microsoft.com/office/drawing/2014/main" id="{FB24EAC3-31B2-4DAB-80AC-76617B58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7396" y="4656252"/>
            <a:ext cx="367685" cy="25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only</a:t>
            </a:r>
          </a:p>
        </p:txBody>
      </p:sp>
      <p:sp>
        <p:nvSpPr>
          <p:cNvPr id="112" name="text-143 part">
            <a:extLst xmlns:a="http://schemas.openxmlformats.org/drawingml/2006/main">
              <a:ext uri="{FF2B5EF4-FFF2-40B4-BE49-F238E27FC236}">
                <a16:creationId xmlns:a16="http://schemas.microsoft.com/office/drawing/2014/main" id="{76A0837B-9EA2-4BD2-B6DC-4BFFB0AC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862" y="4655753"/>
            <a:ext cx="396788" cy="255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113" name="text-145 of">
            <a:extLst xmlns:a="http://schemas.openxmlformats.org/drawingml/2006/main">
              <a:ext uri="{FF2B5EF4-FFF2-40B4-BE49-F238E27FC236}">
                <a16:creationId xmlns:a16="http://schemas.microsoft.com/office/drawing/2014/main" id="{6D826B9F-3B52-4722-BE9F-480B88F9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382" y="4656096"/>
            <a:ext cx="220738" cy="25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14" name="text-147 the">
            <a:extLst xmlns:a="http://schemas.openxmlformats.org/drawingml/2006/main">
              <a:ext uri="{FF2B5EF4-FFF2-40B4-BE49-F238E27FC236}">
                <a16:creationId xmlns:a16="http://schemas.microsoft.com/office/drawing/2014/main" id="{4C2FD2C5-E2B1-43AD-B732-D03DAAAC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669" y="4655869"/>
            <a:ext cx="323481" cy="25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15" name="text-149 station's">
            <a:extLst xmlns:a="http://schemas.openxmlformats.org/drawingml/2006/main">
              <a:ext uri="{FF2B5EF4-FFF2-40B4-BE49-F238E27FC236}">
                <a16:creationId xmlns:a16="http://schemas.microsoft.com/office/drawing/2014/main" id="{1AA02162-31D2-46D2-A145-F51F4F0B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417" y="4655969"/>
            <a:ext cx="786970" cy="25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station's</a:t>
            </a:r>
          </a:p>
        </p:txBody>
      </p:sp>
      <p:sp>
        <p:nvSpPr>
          <p:cNvPr id="116" name="text-151 name">
            <a:extLst xmlns:a="http://schemas.openxmlformats.org/drawingml/2006/main">
              <a:ext uri="{FF2B5EF4-FFF2-40B4-BE49-F238E27FC236}">
                <a16:creationId xmlns:a16="http://schemas.microsoft.com/office/drawing/2014/main" id="{2AF23F38-D02F-468A-AC33-2A93931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4874853"/>
            <a:ext cx="461319" cy="254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name</a:t>
            </a:r>
          </a:p>
        </p:txBody>
      </p:sp>
      <p:sp>
        <p:nvSpPr>
          <p:cNvPr id="117" name="text-153 and">
            <a:extLst xmlns:a="http://schemas.openxmlformats.org/drawingml/2006/main">
              <a:ext uri="{FF2B5EF4-FFF2-40B4-BE49-F238E27FC236}">
                <a16:creationId xmlns:a16="http://schemas.microsoft.com/office/drawing/2014/main" id="{ABBA8CA0-DC23-4CAC-9E5F-E7BDF130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5395" y="4874812"/>
            <a:ext cx="327515" cy="254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18" name="text-155 does">
            <a:extLst xmlns:a="http://schemas.openxmlformats.org/drawingml/2006/main">
              <a:ext uri="{FF2B5EF4-FFF2-40B4-BE49-F238E27FC236}">
                <a16:creationId xmlns:a16="http://schemas.microsoft.com/office/drawing/2014/main" id="{3E4A7F26-E194-4FF8-83AA-C32A0DF3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0159" y="4874826"/>
            <a:ext cx="422979" cy="2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119" name="text-157 not">
            <a:extLst xmlns:a="http://schemas.openxmlformats.org/drawingml/2006/main">
              <a:ext uri="{FF2B5EF4-FFF2-40B4-BE49-F238E27FC236}">
                <a16:creationId xmlns:a16="http://schemas.microsoft.com/office/drawing/2014/main" id="{0289483C-BF4E-46F1-8D9B-84A6FFF4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8049" y="4874564"/>
            <a:ext cx="309350" cy="2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120" name="text-159 represent">
            <a:extLst xmlns:a="http://schemas.openxmlformats.org/drawingml/2006/main">
              <a:ext uri="{FF2B5EF4-FFF2-40B4-BE49-F238E27FC236}">
                <a16:creationId xmlns:a16="http://schemas.microsoft.com/office/drawing/2014/main" id="{DAADAD78-1289-464C-89BD-A4E895C7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3686" y="4874535"/>
            <a:ext cx="873531" cy="254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represent</a:t>
            </a:r>
          </a:p>
        </p:txBody>
      </p:sp>
      <p:sp>
        <p:nvSpPr>
          <p:cNvPr id="121" name="text-161 the">
            <a:extLst xmlns:a="http://schemas.openxmlformats.org/drawingml/2006/main">
              <a:ext uri="{FF2B5EF4-FFF2-40B4-BE49-F238E27FC236}">
                <a16:creationId xmlns:a16="http://schemas.microsoft.com/office/drawing/2014/main" id="{7080FE07-51EA-49C5-8794-2899AF35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546" y="4875364"/>
            <a:ext cx="321863" cy="25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2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22" name="text-163 geographic">
            <a:extLst xmlns:a="http://schemas.openxmlformats.org/drawingml/2006/main">
              <a:ext uri="{FF2B5EF4-FFF2-40B4-BE49-F238E27FC236}">
                <a16:creationId xmlns:a16="http://schemas.microsoft.com/office/drawing/2014/main" id="{823DD1D3-527E-4BD0-825A-DD6B981C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845" y="4874570"/>
            <a:ext cx="948471" cy="254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123" name="text-165 location">
            <a:extLst xmlns:a="http://schemas.openxmlformats.org/drawingml/2006/main">
              <a:ext uri="{FF2B5EF4-FFF2-40B4-BE49-F238E27FC236}">
                <a16:creationId xmlns:a16="http://schemas.microsoft.com/office/drawing/2014/main" id="{DEAE1700-3808-4654-8904-D7CAC264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748" y="5093657"/>
            <a:ext cx="690509" cy="254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location</a:t>
            </a:r>
          </a:p>
        </p:txBody>
      </p:sp>
      <p:sp>
        <p:nvSpPr>
          <p:cNvPr id="124" name="text-167 of">
            <a:extLst xmlns:a="http://schemas.openxmlformats.org/drawingml/2006/main">
              <a:ext uri="{FF2B5EF4-FFF2-40B4-BE49-F238E27FC236}">
                <a16:creationId xmlns:a16="http://schemas.microsoft.com/office/drawing/2014/main" id="{36ABF29E-6228-4D28-9985-0D5AC580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1248" y="5093265"/>
            <a:ext cx="220738" cy="25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25" name="text-169 the">
            <a:extLst xmlns:a="http://schemas.openxmlformats.org/drawingml/2006/main">
              <a:ext uri="{FF2B5EF4-FFF2-40B4-BE49-F238E27FC236}">
                <a16:creationId xmlns:a16="http://schemas.microsoft.com/office/drawing/2014/main" id="{73A74AAF-4538-403D-9A8A-AB074809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3057" y="5093038"/>
            <a:ext cx="323481" cy="25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26" name="text-171 entire">
            <a:extLst xmlns:a="http://schemas.openxmlformats.org/drawingml/2006/main">
              <a:ext uri="{FF2B5EF4-FFF2-40B4-BE49-F238E27FC236}">
                <a16:creationId xmlns:a16="http://schemas.microsoft.com/office/drawing/2014/main" id="{0504CFB1-19E9-457B-9842-E904DE97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557" y="5093271"/>
            <a:ext cx="551108" cy="254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entire</a:t>
            </a:r>
          </a:p>
        </p:txBody>
      </p:sp>
      <p:sp>
        <p:nvSpPr>
          <p:cNvPr id="127" name="text-173 area">
            <a:extLst xmlns:a="http://schemas.openxmlformats.org/drawingml/2006/main">
              <a:ext uri="{FF2B5EF4-FFF2-40B4-BE49-F238E27FC236}">
                <a16:creationId xmlns:a16="http://schemas.microsoft.com/office/drawing/2014/main" id="{1F0AA009-3FE7-40CE-8CF7-E45706B6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1342" y="5093375"/>
            <a:ext cx="405524" cy="25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area</a:t>
            </a:r>
          </a:p>
        </p:txBody>
      </p:sp>
      <p:sp>
        <p:nvSpPr>
          <p:cNvPr id="128" name="text-174 .">
            <a:extLst xmlns:a="http://schemas.openxmlformats.org/drawingml/2006/main">
              <a:ext uri="{FF2B5EF4-FFF2-40B4-BE49-F238E27FC236}">
                <a16:creationId xmlns:a16="http://schemas.microsoft.com/office/drawing/2014/main" id="{AEC4024A-E31C-4F91-AC54-CF350DF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4302" y="5093494"/>
            <a:ext cx="77955" cy="25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4E8EBBC-DD37-4935-B3DB-B16EC3C10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b8e44427e48c4"/>
          <a:stretch xmlns:a="http://schemas.openxmlformats.org/drawingml/2006/main"/>
        </p:blipFill>
        <p:spPr>
          <a:xfrm xmlns:a="http://schemas.openxmlformats.org/drawingml/2006/main">
            <a:off x="166105" y="3254582"/>
            <a:ext cx="1047750" cy="1057275"/>
          </a:xfrm>
          <a:prstGeom xmlns:a="http://schemas.openxmlformats.org/drawingml/2006/main" prst="rect">
            <a:avLst/>
          </a:prstGeom>
        </p:spPr>
      </p:pic>
      <p:sp>
        <p:nvSpPr>
          <p:cNvPr id="130" name="text-176 Stage">
            <a:extLst xmlns:a="http://schemas.openxmlformats.org/drawingml/2006/main">
              <a:ext uri="{FF2B5EF4-FFF2-40B4-BE49-F238E27FC236}">
                <a16:creationId xmlns:a16="http://schemas.microsoft.com/office/drawing/2014/main" id="{DA1DA179-825A-47FA-9855-D1EC1536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496" y="79366"/>
            <a:ext cx="612759" cy="287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131" name="text-176 2:">
            <a:extLst xmlns:a="http://schemas.openxmlformats.org/drawingml/2006/main">
              <a:ext uri="{FF2B5EF4-FFF2-40B4-BE49-F238E27FC236}">
                <a16:creationId xmlns:a16="http://schemas.microsoft.com/office/drawing/2014/main" id="{4AC07D88-A847-4DC0-A5CB-44531B8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1243" y="78985"/>
            <a:ext cx="251245" cy="2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2:</a:t>
            </a:r>
          </a:p>
        </p:txBody>
      </p:sp>
      <p:sp>
        <p:nvSpPr>
          <p:cNvPr id="132" name="text-177 Build">
            <a:extLst xmlns:a="http://schemas.openxmlformats.org/drawingml/2006/main">
              <a:ext uri="{FF2B5EF4-FFF2-40B4-BE49-F238E27FC236}">
                <a16:creationId xmlns:a16="http://schemas.microsoft.com/office/drawing/2014/main" id="{8FA06346-C8CD-4741-BD82-B711EAE5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368" y="79237"/>
            <a:ext cx="506904" cy="287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133" name="text-177 an">
            <a:extLst xmlns:a="http://schemas.openxmlformats.org/drawingml/2006/main">
              <a:ext uri="{FF2B5EF4-FFF2-40B4-BE49-F238E27FC236}">
                <a16:creationId xmlns:a16="http://schemas.microsoft.com/office/drawing/2014/main" id="{A86F3400-84F3-40E6-BB09-7A26AA1A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2194" y="80045"/>
            <a:ext cx="257168" cy="28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134" name="text-177 expert">
            <a:extLst xmlns:a="http://schemas.openxmlformats.org/drawingml/2006/main">
              <a:ext uri="{FF2B5EF4-FFF2-40B4-BE49-F238E27FC236}">
                <a16:creationId xmlns:a16="http://schemas.microsoft.com/office/drawing/2014/main" id="{B5EC9E67-62B3-4D2C-83B8-DE7C8E4D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0604" y="79206"/>
            <a:ext cx="692116" cy="287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135" name="text-177 team">
            <a:extLst xmlns:a="http://schemas.openxmlformats.org/drawingml/2006/main">
              <a:ext uri="{FF2B5EF4-FFF2-40B4-BE49-F238E27FC236}">
                <a16:creationId xmlns:a16="http://schemas.microsoft.com/office/drawing/2014/main" id="{5BD2EF88-EEDF-4508-92E7-46CE3BEA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52" y="79175"/>
            <a:ext cx="521557" cy="287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team</a:t>
            </a:r>
          </a:p>
        </p:txBody>
      </p:sp>
      <p:sp>
        <p:nvSpPr>
          <p:cNvPr id="136" name="text-177 based">
            <a:extLst xmlns:a="http://schemas.openxmlformats.org/drawingml/2006/main">
              <a:ext uri="{FF2B5EF4-FFF2-40B4-BE49-F238E27FC236}">
                <a16:creationId xmlns:a16="http://schemas.microsoft.com/office/drawing/2014/main" id="{D68147D4-3290-4FAF-9D69-E7D900D3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7033" y="79570"/>
            <a:ext cx="606437" cy="286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based</a:t>
            </a:r>
          </a:p>
        </p:txBody>
      </p:sp>
      <p:sp>
        <p:nvSpPr>
          <p:cNvPr id="137" name="text-177 on">
            <a:extLst xmlns:a="http://schemas.openxmlformats.org/drawingml/2006/main">
              <a:ext uri="{FF2B5EF4-FFF2-40B4-BE49-F238E27FC236}">
                <a16:creationId xmlns:a16="http://schemas.microsoft.com/office/drawing/2014/main" id="{D4864EB1-7D8A-4FFC-9D58-4215A90C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6682" y="79328"/>
            <a:ext cx="251970" cy="28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138" name="text-177 the">
            <a:extLst xmlns:a="http://schemas.openxmlformats.org/drawingml/2006/main">
              <a:ext uri="{FF2B5EF4-FFF2-40B4-BE49-F238E27FC236}">
                <a16:creationId xmlns:a16="http://schemas.microsoft.com/office/drawing/2014/main" id="{099C7C52-24CC-4561-9FB8-9CA3474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8328" y="78949"/>
            <a:ext cx="367133" cy="287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9" name="text-177 questions">
            <a:extLst xmlns:a="http://schemas.openxmlformats.org/drawingml/2006/main">
              <a:ext uri="{FF2B5EF4-FFF2-40B4-BE49-F238E27FC236}">
                <a16:creationId xmlns:a16="http://schemas.microsoft.com/office/drawing/2014/main" id="{FA179A3C-F3B9-418C-931B-9DEFD885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7398" y="79152"/>
            <a:ext cx="934062" cy="287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140" name="text-179 and">
            <a:extLst xmlns:a="http://schemas.openxmlformats.org/drawingml/2006/main">
              <a:ext uri="{FF2B5EF4-FFF2-40B4-BE49-F238E27FC236}">
                <a16:creationId xmlns:a16="http://schemas.microsoft.com/office/drawing/2014/main" id="{E8964970-B801-4B4D-B1B3-BB2BA68E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466" y="325275"/>
            <a:ext cx="378394" cy="287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41" name="text-179 initial">
            <a:extLst xmlns:a="http://schemas.openxmlformats.org/drawingml/2006/main">
              <a:ext uri="{FF2B5EF4-FFF2-40B4-BE49-F238E27FC236}">
                <a16:creationId xmlns:a16="http://schemas.microsoft.com/office/drawing/2014/main" id="{0A4DE889-482B-4A5C-8EF3-5DB8EA27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805" y="325122"/>
            <a:ext cx="583451" cy="287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42" name="text-179 answers">
            <a:extLst xmlns:a="http://schemas.openxmlformats.org/drawingml/2006/main">
              <a:ext uri="{FF2B5EF4-FFF2-40B4-BE49-F238E27FC236}">
                <a16:creationId xmlns:a16="http://schemas.microsoft.com/office/drawing/2014/main" id="{4D5F6633-C8B2-4E67-B993-162DED7F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200" y="325178"/>
            <a:ext cx="811087" cy="287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answers</a:t>
            </a:r>
          </a:p>
        </p:txBody>
      </p:sp>
      <p:sp>
        <p:nvSpPr>
          <p:cNvPr id="143" name="text-180 .">
            <a:extLst xmlns:a="http://schemas.openxmlformats.org/drawingml/2006/main">
              <a:ext uri="{FF2B5EF4-FFF2-40B4-BE49-F238E27FC236}">
                <a16:creationId xmlns:a16="http://schemas.microsoft.com/office/drawing/2014/main" id="{471F2CCF-A5E6-4501-95E4-0EFF7641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5174" y="325211"/>
            <a:ext cx="125774" cy="287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44" name="text-181 Stage">
            <a:extLst xmlns:a="http://schemas.openxmlformats.org/drawingml/2006/main">
              <a:ext uri="{FF2B5EF4-FFF2-40B4-BE49-F238E27FC236}">
                <a16:creationId xmlns:a16="http://schemas.microsoft.com/office/drawing/2014/main" id="{326D8AFF-E886-486C-9058-BAAE018D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3686" y="79933"/>
            <a:ext cx="612760" cy="287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145" name="text-181 3:">
            <a:extLst xmlns:a="http://schemas.openxmlformats.org/drawingml/2006/main">
              <a:ext uri="{FF2B5EF4-FFF2-40B4-BE49-F238E27FC236}">
                <a16:creationId xmlns:a16="http://schemas.microsoft.com/office/drawing/2014/main" id="{F98AF653-CEB6-4DEE-B16A-FD962782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7434" y="79554"/>
            <a:ext cx="251243" cy="287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3:</a:t>
            </a:r>
          </a:p>
        </p:txBody>
      </p:sp>
      <p:sp>
        <p:nvSpPr>
          <p:cNvPr id="146" name="text-181 Expert">
            <a:extLst xmlns:a="http://schemas.openxmlformats.org/drawingml/2006/main">
              <a:ext uri="{FF2B5EF4-FFF2-40B4-BE49-F238E27FC236}">
                <a16:creationId xmlns:a16="http://schemas.microsoft.com/office/drawing/2014/main" id="{2EF87756-A7CF-40CC-9DA8-C9BEBF3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9081" y="79688"/>
            <a:ext cx="705862" cy="28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147" name="text-181 screening">
            <a:extLst xmlns:a="http://schemas.openxmlformats.org/drawingml/2006/main">
              <a:ext uri="{FF2B5EF4-FFF2-40B4-BE49-F238E27FC236}">
                <a16:creationId xmlns:a16="http://schemas.microsoft.com/office/drawing/2014/main" id="{017750EA-8991-4D2C-8972-570AEED2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659" y="79667"/>
            <a:ext cx="951480" cy="28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screening</a:t>
            </a:r>
          </a:p>
        </p:txBody>
      </p:sp>
      <p:sp>
        <p:nvSpPr>
          <p:cNvPr id="148" name="text-181 model">
            <a:extLst xmlns:a="http://schemas.openxmlformats.org/drawingml/2006/main">
              <a:ext uri="{FF2B5EF4-FFF2-40B4-BE49-F238E27FC236}">
                <a16:creationId xmlns:a16="http://schemas.microsoft.com/office/drawing/2014/main" id="{5861BE85-DDB5-4897-ADD3-177DCCDD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06708" y="79721"/>
            <a:ext cx="595553" cy="287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149" name="text-181 retains">
            <a:extLst xmlns:a="http://schemas.openxmlformats.org/drawingml/2006/main">
              <a:ext uri="{FF2B5EF4-FFF2-40B4-BE49-F238E27FC236}">
                <a16:creationId xmlns:a16="http://schemas.microsoft.com/office/drawing/2014/main" id="{D6E46DCB-2E52-47BF-A34D-FCD4D33E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4266" y="79795"/>
            <a:ext cx="725234" cy="28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retains</a:t>
            </a:r>
          </a:p>
        </p:txBody>
      </p:sp>
      <p:sp>
        <p:nvSpPr>
          <p:cNvPr id="150" name="text-183 the">
            <a:extLst xmlns:a="http://schemas.openxmlformats.org/drawingml/2006/main">
              <a:ext uri="{FF2B5EF4-FFF2-40B4-BE49-F238E27FC236}">
                <a16:creationId xmlns:a16="http://schemas.microsoft.com/office/drawing/2014/main" id="{9765B942-8BFC-44F0-9182-3223E66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3883" y="325425"/>
            <a:ext cx="367133" cy="287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51" name="text-183 most">
            <a:extLst xmlns:a="http://schemas.openxmlformats.org/drawingml/2006/main">
              <a:ext uri="{FF2B5EF4-FFF2-40B4-BE49-F238E27FC236}">
                <a16:creationId xmlns:a16="http://schemas.microsoft.com/office/drawing/2014/main" id="{CE0987FE-CA41-4114-B294-E7E6B8C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2952" y="325626"/>
            <a:ext cx="500728" cy="287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most</a:t>
            </a:r>
          </a:p>
        </p:txBody>
      </p:sp>
      <p:sp>
        <p:nvSpPr>
          <p:cNvPr id="152" name="text-183 reliable">
            <a:extLst xmlns:a="http://schemas.openxmlformats.org/drawingml/2006/main">
              <a:ext uri="{FF2B5EF4-FFF2-40B4-BE49-F238E27FC236}">
                <a16:creationId xmlns:a16="http://schemas.microsoft.com/office/drawing/2014/main" id="{908D16C9-5C34-4945-9456-6CB05602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4607" y="325872"/>
            <a:ext cx="769522" cy="28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reliable</a:t>
            </a:r>
          </a:p>
        </p:txBody>
      </p:sp>
      <p:sp>
        <p:nvSpPr>
          <p:cNvPr id="153" name="text-183 experts.">
            <a:extLst xmlns:a="http://schemas.openxmlformats.org/drawingml/2006/main">
              <a:ext uri="{FF2B5EF4-FFF2-40B4-BE49-F238E27FC236}">
                <a16:creationId xmlns:a16="http://schemas.microsoft.com/office/drawing/2014/main" id="{B969284D-7EC8-460A-BD3B-1CA381F4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4301" y="325718"/>
            <a:ext cx="880723" cy="28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experts.</a:t>
            </a:r>
          </a:p>
        </p:txBody>
      </p:sp>
      <p:sp>
        <p:nvSpPr>
          <p:cNvPr id="154" name="path-184">
            <a:extLst xmlns:a="http://schemas.openxmlformats.org/drawingml/2006/main">
              <a:ext uri="{FF2B5EF4-FFF2-40B4-BE49-F238E27FC236}">
                <a16:creationId xmlns:a16="http://schemas.microsoft.com/office/drawing/2014/main" id="{D6FA8171-3F64-43B0-A232-18525C50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468" y="613201"/>
            <a:ext cx="3889332" cy="3335355"/>
          </a:xfrm>
          <a:custGeom xmlns:a="http://schemas.openxmlformats.org/drawingml/2006/main">
            <a:pathLst>
              <a:path w="3889332" h="3335355">
                <a:moveTo>
                  <a:pt x="0" y="161662"/>
                </a:moveTo>
                <a:cubicBezTo>
                  <a:pt x="0" y="72292"/>
                  <a:pt x="72405" y="0"/>
                  <a:pt x="161662" y="0"/>
                </a:cubicBezTo>
                <a:lnTo>
                  <a:pt x="3727669" y="0"/>
                </a:lnTo>
                <a:cubicBezTo>
                  <a:pt x="3816925" y="0"/>
                  <a:pt x="3889332" y="72292"/>
                  <a:pt x="3889332" y="161662"/>
                </a:cubicBezTo>
                <a:lnTo>
                  <a:pt x="3889332" y="3173693"/>
                </a:lnTo>
                <a:cubicBezTo>
                  <a:pt x="3889332" y="3262949"/>
                  <a:pt x="3816925" y="3335355"/>
                  <a:pt x="3727669" y="3335355"/>
                </a:cubicBezTo>
                <a:lnTo>
                  <a:pt x="161662" y="3335355"/>
                </a:lnTo>
                <a:cubicBezTo>
                  <a:pt x="72405" y="3335355"/>
                  <a:pt x="0" y="3262949"/>
                  <a:pt x="0" y="3173693"/>
                </a:cubicBezTo>
                <a:lnTo>
                  <a:pt x="0" y="161662"/>
                </a:lnTo>
              </a:path>
            </a:pathLst>
          </a:custGeom>
          <a:solidFill xmlns:a="http://schemas.openxmlformats.org/drawingml/2006/main">
            <a:srgbClr val="F4FBF0"/>
          </a:solidFill>
          <a:ln xmlns:a="http://schemas.openxmlformats.org/drawingml/2006/main" w="17077">
            <a:solidFill>
              <a:srgbClr val="4D8526"/>
            </a:solidFill>
            <a:prstDash val="solid"/>
          </a:ln>
        </p:spPr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C3DB08C-359C-476F-8C5D-EB717A1B8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1d458afcf4f64"/>
          <a:stretch xmlns:a="http://schemas.openxmlformats.org/drawingml/2006/main"/>
        </p:blipFill>
        <p:spPr>
          <a:xfrm xmlns:a="http://schemas.openxmlformats.org/drawingml/2006/main">
            <a:off x="10129255" y="587582"/>
            <a:ext cx="1200150" cy="1209675"/>
          </a:xfrm>
          <a:prstGeom xmlns:a="http://schemas.openxmlformats.org/drawingml/2006/main" prst="rect">
            <a:avLst/>
          </a:prstGeom>
        </p:spPr>
      </p:pic>
      <p:sp>
        <p:nvSpPr>
          <p:cNvPr id="156" name="text-186 Scene">
            <a:extLst xmlns:a="http://schemas.openxmlformats.org/drawingml/2006/main">
              <a:ext uri="{FF2B5EF4-FFF2-40B4-BE49-F238E27FC236}">
                <a16:creationId xmlns:a16="http://schemas.microsoft.com/office/drawing/2014/main" id="{8FC4363E-A744-4FA1-913F-1A3B7C93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7128" y="1716819"/>
            <a:ext cx="615992" cy="287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157" name="text-186 understanding">
            <a:extLst xmlns:a="http://schemas.openxmlformats.org/drawingml/2006/main">
              <a:ext uri="{FF2B5EF4-FFF2-40B4-BE49-F238E27FC236}">
                <a16:creationId xmlns:a16="http://schemas.microsoft.com/office/drawing/2014/main" id="{531D770C-E396-41CA-87AC-2F9C80FB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7515" y="1716576"/>
            <a:ext cx="1385709" cy="28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158" name="text-187 expert">
            <a:extLst xmlns:a="http://schemas.openxmlformats.org/drawingml/2006/main">
              <a:ext uri="{FF2B5EF4-FFF2-40B4-BE49-F238E27FC236}">
                <a16:creationId xmlns:a16="http://schemas.microsoft.com/office/drawing/2014/main" id="{28C2FAB3-B1DD-4265-961C-8C82A7E9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7911" y="1962736"/>
            <a:ext cx="686963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349FCB7-0E3F-4CC9-8C3B-50BC48E36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69b171a304a81"/>
          <a:stretch xmlns:a="http://schemas.openxmlformats.org/drawingml/2006/main"/>
        </p:blipFill>
        <p:spPr>
          <a:xfrm xmlns:a="http://schemas.openxmlformats.org/drawingml/2006/main">
            <a:off x="8243305" y="2244932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60" name="text-189 Cultural">
            <a:extLst xmlns:a="http://schemas.openxmlformats.org/drawingml/2006/main">
              <a:ext uri="{FF2B5EF4-FFF2-40B4-BE49-F238E27FC236}">
                <a16:creationId xmlns:a16="http://schemas.microsoft.com/office/drawing/2014/main" id="{CE5C68C6-6520-407B-98F5-974AF6D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856" y="3371846"/>
            <a:ext cx="785469" cy="287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Cultural</a:t>
            </a:r>
          </a:p>
        </p:txBody>
      </p:sp>
      <p:sp>
        <p:nvSpPr>
          <p:cNvPr id="161" name="text-189 analysis">
            <a:extLst xmlns:a="http://schemas.openxmlformats.org/drawingml/2006/main">
              <a:ext uri="{FF2B5EF4-FFF2-40B4-BE49-F238E27FC236}">
                <a16:creationId xmlns:a16="http://schemas.microsoft.com/office/drawing/2014/main" id="{76E6636C-FBF8-44CE-B122-4086BD44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4713" y="3371534"/>
            <a:ext cx="774642" cy="287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162" name="text-190 expert">
            <a:extLst xmlns:a="http://schemas.openxmlformats.org/drawingml/2006/main">
              <a:ext uri="{FF2B5EF4-FFF2-40B4-BE49-F238E27FC236}">
                <a16:creationId xmlns:a16="http://schemas.microsoft.com/office/drawing/2014/main" id="{91762918-D45A-4DDF-91F4-E4464D8A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4320" y="3617720"/>
            <a:ext cx="686963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60476C9-9F97-4191-80A1-B415780523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e8a3856cb4239"/>
          <a:stretch xmlns:a="http://schemas.openxmlformats.org/drawingml/2006/main"/>
        </p:blipFill>
        <p:spPr>
          <a:xfrm xmlns:a="http://schemas.openxmlformats.org/drawingml/2006/main">
            <a:off x="10167355" y="2244932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64" name="text-192 Geospatial">
            <a:extLst xmlns:a="http://schemas.openxmlformats.org/drawingml/2006/main">
              <a:ext uri="{FF2B5EF4-FFF2-40B4-BE49-F238E27FC236}">
                <a16:creationId xmlns:a16="http://schemas.microsoft.com/office/drawing/2014/main" id="{278590CE-8EA0-4E21-8698-FC97650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3744" y="3371168"/>
            <a:ext cx="1025659" cy="28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Geospatial</a:t>
            </a:r>
          </a:p>
        </p:txBody>
      </p:sp>
      <p:sp>
        <p:nvSpPr>
          <p:cNvPr id="165" name="text-192 analysis">
            <a:extLst xmlns:a="http://schemas.openxmlformats.org/drawingml/2006/main">
              <a:ext uri="{FF2B5EF4-FFF2-40B4-BE49-F238E27FC236}">
                <a16:creationId xmlns:a16="http://schemas.microsoft.com/office/drawing/2014/main" id="{8614DF7C-8400-4CA3-98E6-F66CB9A3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3772" y="3370851"/>
            <a:ext cx="775073" cy="287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166" name="text-193 expert">
            <a:extLst xmlns:a="http://schemas.openxmlformats.org/drawingml/2006/main">
              <a:ext uri="{FF2B5EF4-FFF2-40B4-BE49-F238E27FC236}">
                <a16:creationId xmlns:a16="http://schemas.microsoft.com/office/drawing/2014/main" id="{F531CCBD-EDF0-47F4-A9C6-A03F178B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3431" y="3617151"/>
            <a:ext cx="686963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167" name="text-194 Region">
            <a:extLst xmlns:a="http://schemas.openxmlformats.org/drawingml/2006/main">
              <a:ext uri="{FF2B5EF4-FFF2-40B4-BE49-F238E27FC236}">
                <a16:creationId xmlns:a16="http://schemas.microsoft.com/office/drawing/2014/main" id="{F5C46517-BB2C-4A86-9FDD-FAF52729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9400" y="1713302"/>
            <a:ext cx="659151" cy="28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Region</a:t>
            </a:r>
          </a:p>
        </p:txBody>
      </p:sp>
      <p:sp>
        <p:nvSpPr>
          <p:cNvPr id="168" name="text-194 perception">
            <a:extLst xmlns:a="http://schemas.openxmlformats.org/drawingml/2006/main">
              <a:ext uri="{FF2B5EF4-FFF2-40B4-BE49-F238E27FC236}">
                <a16:creationId xmlns:a16="http://schemas.microsoft.com/office/drawing/2014/main" id="{996D5D4E-DAF4-4814-85E0-8735FDB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857" y="1713330"/>
            <a:ext cx="1053126" cy="287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perception</a:t>
            </a:r>
          </a:p>
        </p:txBody>
      </p:sp>
      <p:sp>
        <p:nvSpPr>
          <p:cNvPr id="169" name="text-195 expert">
            <a:extLst xmlns:a="http://schemas.openxmlformats.org/drawingml/2006/main">
              <a:ext uri="{FF2B5EF4-FFF2-40B4-BE49-F238E27FC236}">
                <a16:creationId xmlns:a16="http://schemas.microsoft.com/office/drawing/2014/main" id="{851507D9-0504-4512-972E-376BF31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4003" y="1959434"/>
            <a:ext cx="686963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81F91C5-2729-4897-A321-793E89539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4a90f87024016"/>
          <a:stretch xmlns:a="http://schemas.openxmlformats.org/drawingml/2006/main"/>
        </p:blipFill>
        <p:spPr>
          <a:xfrm xmlns:a="http://schemas.openxmlformats.org/drawingml/2006/main">
            <a:off x="8224255" y="606632"/>
            <a:ext cx="1152525" cy="1200150"/>
          </a:xfrm>
          <a:prstGeom xmlns:a="http://schemas.openxmlformats.org/drawingml/2006/main" prst="rect">
            <a:avLst/>
          </a:prstGeom>
        </p:spPr>
      </p:pic>
      <p:sp>
        <p:nvSpPr>
          <p:cNvPr id="171" name="text-197 Original">
            <a:extLst xmlns:a="http://schemas.openxmlformats.org/drawingml/2006/main">
              <a:ext uri="{FF2B5EF4-FFF2-40B4-BE49-F238E27FC236}">
                <a16:creationId xmlns:a16="http://schemas.microsoft.com/office/drawing/2014/main" id="{0EA3E90C-D65A-4839-8F49-79FA62F0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927" y="4423458"/>
            <a:ext cx="791882" cy="28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Original</a:t>
            </a:r>
          </a:p>
        </p:txBody>
      </p:sp>
      <p:sp>
        <p:nvSpPr>
          <p:cNvPr id="172" name="text-198 model">
            <a:extLst xmlns:a="http://schemas.openxmlformats.org/drawingml/2006/main">
              <a:ext uri="{FF2B5EF4-FFF2-40B4-BE49-F238E27FC236}">
                <a16:creationId xmlns:a16="http://schemas.microsoft.com/office/drawing/2014/main" id="{2709F770-59A9-4E27-81B4-40B5190A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657" y="4665324"/>
            <a:ext cx="593301" cy="28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173" name="text-199 Initial">
            <a:extLst xmlns:a="http://schemas.openxmlformats.org/drawingml/2006/main">
              <a:ext uri="{FF2B5EF4-FFF2-40B4-BE49-F238E27FC236}">
                <a16:creationId xmlns:a16="http://schemas.microsoft.com/office/drawing/2014/main" id="{0F890027-1321-47F2-9A09-6D846CA9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410" y="2586922"/>
            <a:ext cx="629597" cy="28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74" name="text-199 Answer">
            <a:extLst xmlns:a="http://schemas.openxmlformats.org/drawingml/2006/main">
              <a:ext uri="{FF2B5EF4-FFF2-40B4-BE49-F238E27FC236}">
                <a16:creationId xmlns:a16="http://schemas.microsoft.com/office/drawing/2014/main" id="{3099FC1C-B98E-453D-935C-E0402A74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1656" y="2587006"/>
            <a:ext cx="745680" cy="287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8204D9E-899A-42FF-981A-F848EEC0D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b34e80d1b42ff"/>
          <a:stretch xmlns:a="http://schemas.openxmlformats.org/drawingml/2006/main"/>
        </p:blipFill>
        <p:spPr>
          <a:xfrm xmlns:a="http://schemas.openxmlformats.org/drawingml/2006/main">
            <a:off x="6233530" y="1521032"/>
            <a:ext cx="1495425" cy="1495425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EFCD645-F6E3-4CEA-B71A-444452B2A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f9ab7dd0544e1"/>
          <a:stretch xmlns:a="http://schemas.openxmlformats.org/drawingml/2006/main"/>
        </p:blipFill>
        <p:spPr>
          <a:xfrm xmlns:a="http://schemas.openxmlformats.org/drawingml/2006/main">
            <a:off x="6233530" y="4473782"/>
            <a:ext cx="1162050" cy="1162050"/>
          </a:xfrm>
          <a:prstGeom xmlns:a="http://schemas.openxmlformats.org/drawingml/2006/main" prst="rect">
            <a:avLst/>
          </a:prstGeom>
        </p:spPr>
      </p:pic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37A81E3-3D8A-4D39-8CD7-B7F2ADBA1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051fa68604c17"/>
          <a:stretch xmlns:a="http://schemas.openxmlformats.org/drawingml/2006/main"/>
        </p:blipFill>
        <p:spPr>
          <a:xfrm xmlns:a="http://schemas.openxmlformats.org/drawingml/2006/main">
            <a:off x="5881105" y="730457"/>
            <a:ext cx="1133475" cy="1028700"/>
          </a:xfrm>
          <a:prstGeom xmlns:a="http://schemas.openxmlformats.org/drawingml/2006/main" prst="rect">
            <a:avLst/>
          </a:prstGeom>
        </p:spPr>
      </p:pic>
      <p:sp>
        <p:nvSpPr>
          <p:cNvPr id="178" name="path-203">
            <a:extLst xmlns:a="http://schemas.openxmlformats.org/drawingml/2006/main">
              <a:ext uri="{FF2B5EF4-FFF2-40B4-BE49-F238E27FC236}">
                <a16:creationId xmlns:a16="http://schemas.microsoft.com/office/drawing/2014/main" id="{3604A8B6-B3B4-4C99-B826-39978421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48" y="763820"/>
            <a:ext cx="1007654" cy="907924"/>
          </a:xfrm>
          <a:custGeom xmlns:a="http://schemas.openxmlformats.org/drawingml/2006/main">
            <a:pathLst>
              <a:path w="1007654" h="907924">
                <a:moveTo>
                  <a:pt x="0" y="0"/>
                </a:moveTo>
                <a:lnTo>
                  <a:pt x="303401" y="0"/>
                </a:lnTo>
                <a:cubicBezTo>
                  <a:pt x="608850" y="0"/>
                  <a:pt x="856465" y="247615"/>
                  <a:pt x="856465" y="553064"/>
                </a:cubicBezTo>
                <a:lnTo>
                  <a:pt x="856465" y="613290"/>
                </a:lnTo>
                <a:lnTo>
                  <a:pt x="1007654" y="613290"/>
                </a:lnTo>
                <a:lnTo>
                  <a:pt x="761860" y="907924"/>
                </a:lnTo>
                <a:lnTo>
                  <a:pt x="516066" y="613290"/>
                </a:lnTo>
                <a:lnTo>
                  <a:pt x="667140" y="613290"/>
                </a:lnTo>
                <a:lnTo>
                  <a:pt x="667140" y="553064"/>
                </a:lnTo>
                <a:cubicBezTo>
                  <a:pt x="667140" y="352241"/>
                  <a:pt x="504339" y="189327"/>
                  <a:pt x="303401" y="189327"/>
                </a:cubicBezTo>
                <a:lnTo>
                  <a:pt x="0" y="18932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204">
            <a:extLst xmlns:a="http://schemas.openxmlformats.org/drawingml/2006/main">
              <a:ext uri="{FF2B5EF4-FFF2-40B4-BE49-F238E27FC236}">
                <a16:creationId xmlns:a16="http://schemas.microsoft.com/office/drawing/2014/main" id="{CF2270B7-CA20-4532-9C51-344807F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48" y="763820"/>
            <a:ext cx="1007654" cy="907924"/>
          </a:xfrm>
          <a:custGeom xmlns:a="http://schemas.openxmlformats.org/drawingml/2006/main">
            <a:pathLst>
              <a:path w="1007654" h="907924">
                <a:moveTo>
                  <a:pt x="0" y="0"/>
                </a:moveTo>
                <a:lnTo>
                  <a:pt x="303401" y="0"/>
                </a:lnTo>
                <a:cubicBezTo>
                  <a:pt x="608850" y="0"/>
                  <a:pt x="856465" y="247615"/>
                  <a:pt x="856465" y="553064"/>
                </a:cubicBezTo>
                <a:lnTo>
                  <a:pt x="856465" y="613290"/>
                </a:lnTo>
                <a:lnTo>
                  <a:pt x="1007654" y="613290"/>
                </a:lnTo>
                <a:lnTo>
                  <a:pt x="761860" y="907924"/>
                </a:lnTo>
                <a:lnTo>
                  <a:pt x="516066" y="613290"/>
                </a:lnTo>
                <a:lnTo>
                  <a:pt x="667140" y="613290"/>
                </a:lnTo>
                <a:lnTo>
                  <a:pt x="667140" y="553064"/>
                </a:lnTo>
                <a:cubicBezTo>
                  <a:pt x="667140" y="352241"/>
                  <a:pt x="504339" y="189327"/>
                  <a:pt x="303401" y="189327"/>
                </a:cubicBezTo>
                <a:lnTo>
                  <a:pt x="0" y="18932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77">
            <a:solidFill>
              <a:srgbClr val="156082"/>
            </a:solidFill>
            <a:prstDash val="solid"/>
          </a:ln>
        </p:spPr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6467EDE-6773-4600-9E99-55A7D4B73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47e1ce25949f3"/>
          <a:stretch xmlns:a="http://schemas.openxmlformats.org/drawingml/2006/main"/>
        </p:blipFill>
        <p:spPr>
          <a:xfrm xmlns:a="http://schemas.openxmlformats.org/drawingml/2006/main">
            <a:off x="7386055" y="5045282"/>
            <a:ext cx="1095375" cy="561975"/>
          </a:xfrm>
          <a:prstGeom xmlns:a="http://schemas.openxmlformats.org/drawingml/2006/main" prst="rect">
            <a:avLst/>
          </a:prstGeom>
        </p:spPr>
      </p:pic>
      <p:sp>
        <p:nvSpPr>
          <p:cNvPr id="181" name="path-206">
            <a:extLst xmlns:a="http://schemas.openxmlformats.org/drawingml/2006/main">
              <a:ext uri="{FF2B5EF4-FFF2-40B4-BE49-F238E27FC236}">
                <a16:creationId xmlns:a16="http://schemas.microsoft.com/office/drawing/2014/main" id="{3E9BC96F-2B85-44F5-A1F8-0BE8748C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90" y="5092256"/>
            <a:ext cx="981697" cy="420777"/>
          </a:xfrm>
          <a:custGeom xmlns:a="http://schemas.openxmlformats.org/drawingml/2006/main">
            <a:pathLst>
              <a:path w="981697" h="420777">
                <a:moveTo>
                  <a:pt x="0" y="105195"/>
                </a:moveTo>
                <a:lnTo>
                  <a:pt x="771195" y="105195"/>
                </a:lnTo>
                <a:lnTo>
                  <a:pt x="771195" y="0"/>
                </a:lnTo>
                <a:lnTo>
                  <a:pt x="981697" y="210389"/>
                </a:lnTo>
                <a:lnTo>
                  <a:pt x="771195" y="420777"/>
                </a:lnTo>
                <a:lnTo>
                  <a:pt x="771195" y="315583"/>
                </a:lnTo>
                <a:lnTo>
                  <a:pt x="0" y="315583"/>
                </a:lnTo>
                <a:lnTo>
                  <a:pt x="0" y="105195"/>
                </a:lnTo>
              </a:path>
            </a:pathLst>
          </a:custGeom>
          <a:solidFill xmlns:a="http://schemas.openxmlformats.org/drawingml/2006/main">
            <a:srgbClr val="FFFAD1"/>
          </a:solidFill>
          <a:ln xmlns:a="http://schemas.openxmlformats.org/drawingml/2006/main" w="17077">
            <a:solidFill>
              <a:srgbClr val="FFC000"/>
            </a:solidFill>
            <a:prstDash val="solid"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1AA11F8-5212-4074-B22F-CCDB40B56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6ac3c5c7841a9"/>
          <a:stretch xmlns:a="http://schemas.openxmlformats.org/drawingml/2006/main"/>
        </p:blipFill>
        <p:spPr>
          <a:xfrm xmlns:a="http://schemas.openxmlformats.org/drawingml/2006/main">
            <a:off x="12777205" y="2521157"/>
            <a:ext cx="1533525" cy="1533525"/>
          </a:xfrm>
          <a:prstGeom xmlns:a="http://schemas.openxmlformats.org/drawingml/2006/main" prst="rect">
            <a:avLst/>
          </a:prstGeom>
        </p:spPr>
      </p:pic>
      <p:sp>
        <p:nvSpPr>
          <p:cNvPr id="183" name="path-208">
            <a:extLst xmlns:a="http://schemas.openxmlformats.org/drawingml/2006/main">
              <a:ext uri="{FF2B5EF4-FFF2-40B4-BE49-F238E27FC236}">
                <a16:creationId xmlns:a16="http://schemas.microsoft.com/office/drawing/2014/main" id="{9946AF4A-1D6E-4123-AD99-E4225E2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3251" y="2771157"/>
            <a:ext cx="2435742" cy="775294"/>
          </a:xfrm>
          <a:custGeom xmlns:a="http://schemas.openxmlformats.org/drawingml/2006/main">
            <a:pathLst>
              <a:path w="2435742" h="775294">
                <a:moveTo>
                  <a:pt x="2306525" y="0"/>
                </a:moveTo>
                <a:cubicBezTo>
                  <a:pt x="2377906" y="0"/>
                  <a:pt x="2435742" y="57834"/>
                  <a:pt x="2435742" y="129216"/>
                </a:cubicBezTo>
                <a:lnTo>
                  <a:pt x="2435742" y="452198"/>
                </a:lnTo>
                <a:lnTo>
                  <a:pt x="2435742" y="646078"/>
                </a:lnTo>
                <a:cubicBezTo>
                  <a:pt x="2435742" y="717346"/>
                  <a:pt x="2377906" y="775294"/>
                  <a:pt x="2306525" y="775294"/>
                </a:cubicBezTo>
                <a:lnTo>
                  <a:pt x="1170341" y="775294"/>
                </a:lnTo>
                <a:lnTo>
                  <a:pt x="628091" y="775294"/>
                </a:lnTo>
                <a:lnTo>
                  <a:pt x="395730" y="775294"/>
                </a:lnTo>
                <a:cubicBezTo>
                  <a:pt x="324349" y="775294"/>
                  <a:pt x="266514" y="717346"/>
                  <a:pt x="266514" y="646078"/>
                </a:cubicBezTo>
                <a:lnTo>
                  <a:pt x="0" y="583349"/>
                </a:lnTo>
                <a:lnTo>
                  <a:pt x="266514" y="452198"/>
                </a:lnTo>
                <a:lnTo>
                  <a:pt x="266514" y="129216"/>
                </a:lnTo>
                <a:cubicBezTo>
                  <a:pt x="266514" y="57834"/>
                  <a:pt x="324349" y="0"/>
                  <a:pt x="395730" y="0"/>
                </a:cubicBezTo>
                <a:lnTo>
                  <a:pt x="628091" y="0"/>
                </a:lnTo>
                <a:lnTo>
                  <a:pt x="1170341" y="0"/>
                </a:lnTo>
                <a:lnTo>
                  <a:pt x="2306525" y="0"/>
                </a:lnTo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209">
            <a:extLst xmlns:a="http://schemas.openxmlformats.org/drawingml/2006/main">
              <a:ext uri="{FF2B5EF4-FFF2-40B4-BE49-F238E27FC236}">
                <a16:creationId xmlns:a16="http://schemas.microsoft.com/office/drawing/2014/main" id="{1E1AD2D9-A884-4A41-8DB2-7F9436C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3251" y="2771157"/>
            <a:ext cx="2435742" cy="775294"/>
          </a:xfrm>
          <a:custGeom xmlns:a="http://schemas.openxmlformats.org/drawingml/2006/main">
            <a:pathLst>
              <a:path w="2435742" h="775294">
                <a:moveTo>
                  <a:pt x="2306525" y="0"/>
                </a:moveTo>
                <a:cubicBezTo>
                  <a:pt x="2377906" y="0"/>
                  <a:pt x="2435742" y="57834"/>
                  <a:pt x="2435742" y="129216"/>
                </a:cubicBezTo>
                <a:lnTo>
                  <a:pt x="2435742" y="452198"/>
                </a:lnTo>
                <a:lnTo>
                  <a:pt x="2435742" y="646078"/>
                </a:lnTo>
                <a:cubicBezTo>
                  <a:pt x="2435742" y="717346"/>
                  <a:pt x="2377906" y="775294"/>
                  <a:pt x="2306525" y="775294"/>
                </a:cubicBezTo>
                <a:lnTo>
                  <a:pt x="1170341" y="775294"/>
                </a:lnTo>
                <a:lnTo>
                  <a:pt x="628091" y="775294"/>
                </a:lnTo>
                <a:lnTo>
                  <a:pt x="395730" y="775294"/>
                </a:lnTo>
                <a:cubicBezTo>
                  <a:pt x="324349" y="775294"/>
                  <a:pt x="266514" y="717346"/>
                  <a:pt x="266514" y="646078"/>
                </a:cubicBezTo>
                <a:lnTo>
                  <a:pt x="0" y="583349"/>
                </a:lnTo>
                <a:lnTo>
                  <a:pt x="266514" y="452198"/>
                </a:lnTo>
                <a:lnTo>
                  <a:pt x="266514" y="129216"/>
                </a:lnTo>
                <a:cubicBezTo>
                  <a:pt x="266514" y="57834"/>
                  <a:pt x="324349" y="0"/>
                  <a:pt x="395730" y="0"/>
                </a:cubicBezTo>
                <a:lnTo>
                  <a:pt x="628091" y="0"/>
                </a:lnTo>
                <a:lnTo>
                  <a:pt x="1170341" y="0"/>
                </a:lnTo>
                <a:lnTo>
                  <a:pt x="2306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77">
            <a:solidFill>
              <a:srgbClr val="E97132"/>
            </a:solidFill>
            <a:prstDash val="solid"/>
          </a:ln>
        </p:spPr>
      </p:sp>
      <p:sp>
        <p:nvSpPr>
          <p:cNvPr id="185" name="path-210">
            <a:extLst xmlns:a="http://schemas.openxmlformats.org/drawingml/2006/main">
              <a:ext uri="{FF2B5EF4-FFF2-40B4-BE49-F238E27FC236}">
                <a16:creationId xmlns:a16="http://schemas.microsoft.com/office/drawing/2014/main" id="{CB45812E-4FE9-4CCA-AF61-47FAA384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732" y="671263"/>
            <a:ext cx="4159261" cy="1693692"/>
          </a:xfrm>
          <a:custGeom xmlns:a="http://schemas.openxmlformats.org/drawingml/2006/main">
            <a:pathLst>
              <a:path w="4159261" h="1693692">
                <a:moveTo>
                  <a:pt x="0" y="846902"/>
                </a:moveTo>
                <a:cubicBezTo>
                  <a:pt x="0" y="379109"/>
                  <a:pt x="379222" y="0"/>
                  <a:pt x="846902" y="0"/>
                </a:cubicBezTo>
                <a:lnTo>
                  <a:pt x="3312359" y="0"/>
                </a:lnTo>
                <a:cubicBezTo>
                  <a:pt x="3780039" y="0"/>
                  <a:pt x="4159261" y="379109"/>
                  <a:pt x="4159261" y="846902"/>
                </a:cubicBezTo>
                <a:cubicBezTo>
                  <a:pt x="4159261" y="1314583"/>
                  <a:pt x="3780039" y="1693692"/>
                  <a:pt x="3312359" y="1693692"/>
                </a:cubicBezTo>
                <a:lnTo>
                  <a:pt x="846902" y="1693692"/>
                </a:lnTo>
                <a:cubicBezTo>
                  <a:pt x="379222" y="1693692"/>
                  <a:pt x="0" y="1314583"/>
                  <a:pt x="0" y="846902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text-211 Given">
            <a:extLst xmlns:a="http://schemas.openxmlformats.org/drawingml/2006/main">
              <a:ext uri="{FF2B5EF4-FFF2-40B4-BE49-F238E27FC236}">
                <a16:creationId xmlns:a16="http://schemas.microsoft.com/office/drawing/2014/main" id="{2E8DF43A-D069-458F-81B3-8D511A0B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5533" y="729873"/>
            <a:ext cx="489559" cy="254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Given</a:t>
            </a:r>
          </a:p>
        </p:txBody>
      </p:sp>
      <p:sp>
        <p:nvSpPr>
          <p:cNvPr id="187" name="text-211 the">
            <a:extLst xmlns:a="http://schemas.openxmlformats.org/drawingml/2006/main">
              <a:ext uri="{FF2B5EF4-FFF2-40B4-BE49-F238E27FC236}">
                <a16:creationId xmlns:a16="http://schemas.microsoft.com/office/drawing/2014/main" id="{7D7A5BED-38EF-4966-9A98-AB66C380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7378" y="729309"/>
            <a:ext cx="323482" cy="25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8" name="text-211 significant">
            <a:extLst xmlns:a="http://schemas.openxmlformats.org/drawingml/2006/main">
              <a:ext uri="{FF2B5EF4-FFF2-40B4-BE49-F238E27FC236}">
                <a16:creationId xmlns:a16="http://schemas.microsoft.com/office/drawing/2014/main" id="{B29FA06D-6E86-440C-9AFA-9FF696A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1699" y="729613"/>
            <a:ext cx="925090" cy="254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significant</a:t>
            </a:r>
          </a:p>
        </p:txBody>
      </p:sp>
      <p:sp>
        <p:nvSpPr>
          <p:cNvPr id="189" name="text-211 overlap">
            <a:extLst xmlns:a="http://schemas.openxmlformats.org/drawingml/2006/main">
              <a:ext uri="{FF2B5EF4-FFF2-40B4-BE49-F238E27FC236}">
                <a16:creationId xmlns:a16="http://schemas.microsoft.com/office/drawing/2014/main" id="{67170B92-4E79-4F6A-9DE7-7A570EE7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529" y="729563"/>
            <a:ext cx="643737" cy="25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overlap</a:t>
            </a:r>
          </a:p>
        </p:txBody>
      </p:sp>
      <p:sp>
        <p:nvSpPr>
          <p:cNvPr id="190" name="text-212 between">
            <a:extLst xmlns:a="http://schemas.openxmlformats.org/drawingml/2006/main">
              <a:ext uri="{FF2B5EF4-FFF2-40B4-BE49-F238E27FC236}">
                <a16:creationId xmlns:a16="http://schemas.microsoft.com/office/drawing/2014/main" id="{77E6E4E2-D4A5-4D21-946E-EAC5B451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1920" y="948055"/>
            <a:ext cx="744918" cy="25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between</a:t>
            </a:r>
          </a:p>
        </p:txBody>
      </p:sp>
      <p:sp>
        <p:nvSpPr>
          <p:cNvPr id="191" name="text-212 Scene">
            <a:extLst xmlns:a="http://schemas.openxmlformats.org/drawingml/2006/main">
              <a:ext uri="{FF2B5EF4-FFF2-40B4-BE49-F238E27FC236}">
                <a16:creationId xmlns:a16="http://schemas.microsoft.com/office/drawing/2014/main" id="{E078EC12-E5CF-482B-B2CE-A67C8A1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7963" y="948307"/>
            <a:ext cx="545989" cy="254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192" name="text-212 understanding">
            <a:extLst xmlns:a="http://schemas.openxmlformats.org/drawingml/2006/main">
              <a:ext uri="{FF2B5EF4-FFF2-40B4-BE49-F238E27FC236}">
                <a16:creationId xmlns:a16="http://schemas.microsoft.com/office/drawing/2014/main" id="{281FD673-6741-4057-96B5-063A4DF2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228" y="948054"/>
            <a:ext cx="1228473" cy="25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193" name="text-212 and">
            <a:extLst xmlns:a="http://schemas.openxmlformats.org/drawingml/2006/main">
              <a:ext uri="{FF2B5EF4-FFF2-40B4-BE49-F238E27FC236}">
                <a16:creationId xmlns:a16="http://schemas.microsoft.com/office/drawing/2014/main" id="{832B47EF-DEA7-4F5C-BF23-065E179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39310" y="948254"/>
            <a:ext cx="327513" cy="254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94" name="text-213 Geospatial">
            <a:extLst xmlns:a="http://schemas.openxmlformats.org/drawingml/2006/main">
              <a:ext uri="{FF2B5EF4-FFF2-40B4-BE49-F238E27FC236}">
                <a16:creationId xmlns:a16="http://schemas.microsoft.com/office/drawing/2014/main" id="{6F2F64E9-4DA2-4C34-A256-08D1174C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0929" y="1166771"/>
            <a:ext cx="909420" cy="254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Geospatial</a:t>
            </a:r>
          </a:p>
        </p:txBody>
      </p:sp>
      <p:sp>
        <p:nvSpPr>
          <p:cNvPr id="195" name="text-213 analysis">
            <a:extLst xmlns:a="http://schemas.openxmlformats.org/drawingml/2006/main">
              <a:ext uri="{FF2B5EF4-FFF2-40B4-BE49-F238E27FC236}">
                <a16:creationId xmlns:a16="http://schemas.microsoft.com/office/drawing/2014/main" id="{D0918588-8182-454D-AE86-290FDC4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318" y="1166983"/>
            <a:ext cx="685326" cy="254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196" name="text-213 expert,">
            <a:extLst xmlns:a="http://schemas.openxmlformats.org/drawingml/2006/main">
              <a:ext uri="{FF2B5EF4-FFF2-40B4-BE49-F238E27FC236}">
                <a16:creationId xmlns:a16="http://schemas.microsoft.com/office/drawing/2014/main" id="{87CA4954-279F-4438-B861-77547667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2395" y="1166469"/>
            <a:ext cx="660716" cy="255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expert,</a:t>
            </a:r>
          </a:p>
        </p:txBody>
      </p:sp>
      <p:sp>
        <p:nvSpPr>
          <p:cNvPr id="197" name="text-213 as">
            <a:extLst xmlns:a="http://schemas.openxmlformats.org/drawingml/2006/main">
              <a:ext uri="{FF2B5EF4-FFF2-40B4-BE49-F238E27FC236}">
                <a16:creationId xmlns:a16="http://schemas.microsoft.com/office/drawing/2014/main" id="{89ADDB47-7708-482A-ACBF-03AAC83E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3764" y="1166725"/>
            <a:ext cx="214231" cy="25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198" name="text-213 well">
            <a:extLst xmlns:a="http://schemas.openxmlformats.org/drawingml/2006/main">
              <a:ext uri="{FF2B5EF4-FFF2-40B4-BE49-F238E27FC236}">
                <a16:creationId xmlns:a16="http://schemas.microsoft.com/office/drawing/2014/main" id="{72762CDD-3CF5-43E2-B8F1-909F453E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19609" y="1166822"/>
            <a:ext cx="356139" cy="254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well</a:t>
            </a:r>
          </a:p>
        </p:txBody>
      </p:sp>
      <p:sp>
        <p:nvSpPr>
          <p:cNvPr id="199" name="text-213 as">
            <a:extLst xmlns:a="http://schemas.openxmlformats.org/drawingml/2006/main">
              <a:ext uri="{FF2B5EF4-FFF2-40B4-BE49-F238E27FC236}">
                <a16:creationId xmlns:a16="http://schemas.microsoft.com/office/drawing/2014/main" id="{3A866458-90DD-49E2-ADD4-C126A7ED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8270" y="1166726"/>
            <a:ext cx="214229" cy="254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200" name="text-213 the">
            <a:extLst xmlns:a="http://schemas.openxmlformats.org/drawingml/2006/main">
              <a:ext uri="{FF2B5EF4-FFF2-40B4-BE49-F238E27FC236}">
                <a16:creationId xmlns:a16="http://schemas.microsoft.com/office/drawing/2014/main" id="{30EDE3D4-A564-491D-BF18-B9466C2C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4115" y="1166365"/>
            <a:ext cx="323684" cy="255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01" name="text-214 greater">
            <a:extLst xmlns:a="http://schemas.openxmlformats.org/drawingml/2006/main">
              <a:ext uri="{FF2B5EF4-FFF2-40B4-BE49-F238E27FC236}">
                <a16:creationId xmlns:a16="http://schemas.microsoft.com/office/drawing/2014/main" id="{C30804C5-1C32-43F5-A551-95F32FA2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2732" y="1385045"/>
            <a:ext cx="682886" cy="255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greater</a:t>
            </a:r>
          </a:p>
        </p:txBody>
      </p:sp>
      <p:sp>
        <p:nvSpPr>
          <p:cNvPr id="202" name="text-214 suitability">
            <a:extLst xmlns:a="http://schemas.openxmlformats.org/drawingml/2006/main">
              <a:ext uri="{FF2B5EF4-FFF2-40B4-BE49-F238E27FC236}">
                <a16:creationId xmlns:a16="http://schemas.microsoft.com/office/drawing/2014/main" id="{E5FE17B6-1A98-427D-BD03-2CB1E75B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8604" y="1385506"/>
            <a:ext cx="884429" cy="25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suitability</a:t>
            </a:r>
          </a:p>
        </p:txBody>
      </p:sp>
      <p:sp>
        <p:nvSpPr>
          <p:cNvPr id="203" name="text-214 of">
            <a:extLst xmlns:a="http://schemas.openxmlformats.org/drawingml/2006/main">
              <a:ext uri="{FF2B5EF4-FFF2-40B4-BE49-F238E27FC236}">
                <a16:creationId xmlns:a16="http://schemas.microsoft.com/office/drawing/2014/main" id="{A39EEC96-608A-409A-9DE0-F81759C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7004" y="1385168"/>
            <a:ext cx="220986" cy="254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204" name="text-214 geographic">
            <a:extLst xmlns:a="http://schemas.openxmlformats.org/drawingml/2006/main">
              <a:ext uri="{FF2B5EF4-FFF2-40B4-BE49-F238E27FC236}">
                <a16:creationId xmlns:a16="http://schemas.microsoft.com/office/drawing/2014/main" id="{322A17E9-00C2-4FA1-A60A-21AE3C5D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8844" y="1385190"/>
            <a:ext cx="948574" cy="254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205" name="text-214 analysis">
            <a:extLst xmlns:a="http://schemas.openxmlformats.org/drawingml/2006/main">
              <a:ext uri="{FF2B5EF4-FFF2-40B4-BE49-F238E27FC236}">
                <a16:creationId xmlns:a16="http://schemas.microsoft.com/office/drawing/2014/main" id="{394B348E-4834-4AE4-96CB-9DD15D32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1303" y="1385543"/>
            <a:ext cx="685584" cy="254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206" name="text-215 experts">
            <a:extLst xmlns:a="http://schemas.openxmlformats.org/drawingml/2006/main">
              <a:ext uri="{FF2B5EF4-FFF2-40B4-BE49-F238E27FC236}">
                <a16:creationId xmlns:a16="http://schemas.microsoft.com/office/drawing/2014/main" id="{80B51B7C-B318-4711-8450-9F1F3F87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9286" y="1603880"/>
            <a:ext cx="698864" cy="255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experts</a:t>
            </a:r>
          </a:p>
        </p:txBody>
      </p:sp>
      <p:sp>
        <p:nvSpPr>
          <p:cNvPr id="207" name="text-215 for">
            <a:extLst xmlns:a="http://schemas.openxmlformats.org/drawingml/2006/main">
              <a:ext uri="{FF2B5EF4-FFF2-40B4-BE49-F238E27FC236}">
                <a16:creationId xmlns:a16="http://schemas.microsoft.com/office/drawing/2014/main" id="{8B540E17-315F-4669-9B57-98076BB6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8994" y="1603981"/>
            <a:ext cx="308312" cy="25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208" name="text-215 geolocation">
            <a:extLst xmlns:a="http://schemas.openxmlformats.org/drawingml/2006/main">
              <a:ext uri="{FF2B5EF4-FFF2-40B4-BE49-F238E27FC236}">
                <a16:creationId xmlns:a16="http://schemas.microsoft.com/office/drawing/2014/main" id="{9618D86C-A372-4B51-8D42-5FDEE584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9140" y="1604296"/>
            <a:ext cx="982717" cy="254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geolocation</a:t>
            </a:r>
          </a:p>
        </p:txBody>
      </p:sp>
      <p:sp>
        <p:nvSpPr>
          <p:cNvPr id="209" name="text-215 tasks">
            <a:extLst xmlns:a="http://schemas.openxmlformats.org/drawingml/2006/main">
              <a:ext uri="{FF2B5EF4-FFF2-40B4-BE49-F238E27FC236}">
                <a16:creationId xmlns:a16="http://schemas.microsoft.com/office/drawing/2014/main" id="{55DD0EB7-3863-4EE7-A40B-DAFD961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4119" y="1603978"/>
            <a:ext cx="486985" cy="254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tasks</a:t>
            </a:r>
          </a:p>
        </p:txBody>
      </p:sp>
      <p:sp>
        <p:nvSpPr>
          <p:cNvPr id="210" name="text-216 -">
            <a:extLst xmlns:a="http://schemas.openxmlformats.org/drawingml/2006/main">
              <a:ext uri="{FF2B5EF4-FFF2-40B4-BE49-F238E27FC236}">
                <a16:creationId xmlns:a16="http://schemas.microsoft.com/office/drawing/2014/main" id="{0053C53B-367D-42CA-807A-3741FCF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0280" y="1604227"/>
            <a:ext cx="108406" cy="254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11" name="text-217 related">
            <a:extLst xmlns:a="http://schemas.openxmlformats.org/drawingml/2006/main">
              <a:ext uri="{FF2B5EF4-FFF2-40B4-BE49-F238E27FC236}">
                <a16:creationId xmlns:a16="http://schemas.microsoft.com/office/drawing/2014/main" id="{044C35CF-51F4-48C2-91D2-7B4BA603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5419" y="1604214"/>
            <a:ext cx="654212" cy="25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related</a:t>
            </a:r>
          </a:p>
        </p:txBody>
      </p:sp>
      <p:sp>
        <p:nvSpPr>
          <p:cNvPr id="212" name="text-217 tasks,">
            <a:extLst xmlns:a="http://schemas.openxmlformats.org/drawingml/2006/main">
              <a:ext uri="{FF2B5EF4-FFF2-40B4-BE49-F238E27FC236}">
                <a16:creationId xmlns:a16="http://schemas.microsoft.com/office/drawing/2014/main" id="{C4A1C33B-EA49-4455-BD0F-507CBB9A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72794" y="1603868"/>
            <a:ext cx="537705" cy="255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tasks,</a:t>
            </a:r>
          </a:p>
        </p:txBody>
      </p:sp>
      <p:sp>
        <p:nvSpPr>
          <p:cNvPr id="213" name="text-218 experts">
            <a:extLst xmlns:a="http://schemas.openxmlformats.org/drawingml/2006/main">
              <a:ext uri="{FF2B5EF4-FFF2-40B4-BE49-F238E27FC236}">
                <a16:creationId xmlns:a16="http://schemas.microsoft.com/office/drawing/2014/main" id="{86B11C4C-94C1-4FB3-85E5-E9D23507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9944" y="1822465"/>
            <a:ext cx="698864" cy="255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experts</a:t>
            </a:r>
          </a:p>
        </p:txBody>
      </p:sp>
      <p:sp>
        <p:nvSpPr>
          <p:cNvPr id="214" name="text-218 in">
            <a:extLst xmlns:a="http://schemas.openxmlformats.org/drawingml/2006/main">
              <a:ext uri="{FF2B5EF4-FFF2-40B4-BE49-F238E27FC236}">
                <a16:creationId xmlns:a16="http://schemas.microsoft.com/office/drawing/2014/main" id="{3B51B3A6-D1A8-47A4-B772-BADC5E96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9653" y="1822858"/>
            <a:ext cx="178701" cy="254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215" name="text-218 scene">
            <a:extLst xmlns:a="http://schemas.openxmlformats.org/drawingml/2006/main">
              <a:ext uri="{FF2B5EF4-FFF2-40B4-BE49-F238E27FC236}">
                <a16:creationId xmlns:a16="http://schemas.microsoft.com/office/drawing/2014/main" id="{22206372-31E8-461E-9612-E8082E23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0247" y="1822661"/>
            <a:ext cx="509141" cy="254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16" name="text-218 understanding">
            <a:extLst xmlns:a="http://schemas.openxmlformats.org/drawingml/2006/main">
              <a:ext uri="{FF2B5EF4-FFF2-40B4-BE49-F238E27FC236}">
                <a16:creationId xmlns:a16="http://schemas.microsoft.com/office/drawing/2014/main" id="{3E8E84B1-8DF7-4EE9-857D-C31FEB71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0988" y="1822593"/>
            <a:ext cx="1228661" cy="254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217" name="text-218 have">
            <a:extLst xmlns:a="http://schemas.openxmlformats.org/drawingml/2006/main">
              <a:ext uri="{FF2B5EF4-FFF2-40B4-BE49-F238E27FC236}">
                <a16:creationId xmlns:a16="http://schemas.microsoft.com/office/drawing/2014/main" id="{2D7F470F-888E-4855-91F2-B6A0C17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1800" y="1822434"/>
            <a:ext cx="419423" cy="25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have</a:t>
            </a:r>
          </a:p>
        </p:txBody>
      </p:sp>
      <p:sp>
        <p:nvSpPr>
          <p:cNvPr id="218" name="text-218 been">
            <a:extLst xmlns:a="http://schemas.openxmlformats.org/drawingml/2006/main">
              <a:ext uri="{FF2B5EF4-FFF2-40B4-BE49-F238E27FC236}">
                <a16:creationId xmlns:a16="http://schemas.microsoft.com/office/drawing/2014/main" id="{3260246C-3BAE-47C0-9AF5-F4C96C7D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2784" y="1822537"/>
            <a:ext cx="435317" cy="254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been</a:t>
            </a:r>
          </a:p>
        </p:txBody>
      </p:sp>
      <p:sp>
        <p:nvSpPr>
          <p:cNvPr id="219" name="text-219 excluded">
            <a:extLst xmlns:a="http://schemas.openxmlformats.org/drawingml/2006/main">
              <a:ext uri="{FF2B5EF4-FFF2-40B4-BE49-F238E27FC236}">
                <a16:creationId xmlns:a16="http://schemas.microsoft.com/office/drawing/2014/main" id="{5E266FB8-CB84-4791-9993-AA83C46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9576" y="2041475"/>
            <a:ext cx="789744" cy="254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excluded</a:t>
            </a:r>
          </a:p>
        </p:txBody>
      </p:sp>
      <p:sp>
        <p:nvSpPr>
          <p:cNvPr id="220" name="text-219 from">
            <a:extLst xmlns:a="http://schemas.openxmlformats.org/drawingml/2006/main">
              <a:ext uri="{FF2B5EF4-FFF2-40B4-BE49-F238E27FC236}">
                <a16:creationId xmlns:a16="http://schemas.microsoft.com/office/drawing/2014/main" id="{1B30D390-1550-4CD9-A759-CD586453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3406" y="2041274"/>
            <a:ext cx="449357" cy="25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from</a:t>
            </a:r>
          </a:p>
        </p:txBody>
      </p:sp>
      <p:sp>
        <p:nvSpPr>
          <p:cNvPr id="221" name="text-219 consideration.">
            <a:extLst xmlns:a="http://schemas.openxmlformats.org/drawingml/2006/main">
              <a:ext uri="{FF2B5EF4-FFF2-40B4-BE49-F238E27FC236}">
                <a16:creationId xmlns:a16="http://schemas.microsoft.com/office/drawing/2014/main" id="{5187488D-4A23-4488-BFFA-78B79FF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4368" y="2041291"/>
            <a:ext cx="1215791" cy="254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consideration.</a:t>
            </a:r>
          </a:p>
        </p:txBody>
      </p:sp>
      <p:sp>
        <p:nvSpPr>
          <p:cNvPr id="222" name="path-220">
            <a:extLst xmlns:a="http://schemas.openxmlformats.org/drawingml/2006/main">
              <a:ext uri="{FF2B5EF4-FFF2-40B4-BE49-F238E27FC236}">
                <a16:creationId xmlns:a16="http://schemas.microsoft.com/office/drawing/2014/main" id="{97DB35C1-002D-4536-98B0-631F42EF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030" y="2600730"/>
            <a:ext cx="129102" cy="129102"/>
          </a:xfrm>
          <a:custGeom xmlns:a="http://schemas.openxmlformats.org/drawingml/2006/main">
            <a:pathLst>
              <a:path w="129102" h="129102">
                <a:moveTo>
                  <a:pt x="0" y="64550"/>
                </a:moveTo>
                <a:cubicBezTo>
                  <a:pt x="0" y="28917"/>
                  <a:pt x="28917" y="0"/>
                  <a:pt x="64550" y="0"/>
                </a:cubicBezTo>
                <a:cubicBezTo>
                  <a:pt x="100184" y="0"/>
                  <a:pt x="129102" y="28917"/>
                  <a:pt x="129102" y="64550"/>
                </a:cubicBezTo>
                <a:cubicBezTo>
                  <a:pt x="129102" y="100184"/>
                  <a:pt x="100184" y="129102"/>
                  <a:pt x="64550" y="129102"/>
                </a:cubicBezTo>
                <a:cubicBezTo>
                  <a:pt x="28917" y="129102"/>
                  <a:pt x="0" y="100184"/>
                  <a:pt x="0" y="64550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1">
            <a:extLst xmlns:a="http://schemas.openxmlformats.org/drawingml/2006/main">
              <a:ext uri="{FF2B5EF4-FFF2-40B4-BE49-F238E27FC236}">
                <a16:creationId xmlns:a16="http://schemas.microsoft.com/office/drawing/2014/main" id="{221393F1-7912-4892-BEAF-3B3FA95E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390" y="2483582"/>
            <a:ext cx="189782" cy="189781"/>
          </a:xfrm>
          <a:custGeom xmlns:a="http://schemas.openxmlformats.org/drawingml/2006/main">
            <a:pathLst>
              <a:path w="189782" h="189781">
                <a:moveTo>
                  <a:pt x="0" y="94834"/>
                </a:moveTo>
                <a:cubicBezTo>
                  <a:pt x="0" y="42464"/>
                  <a:pt x="42465" y="0"/>
                  <a:pt x="94834" y="0"/>
                </a:cubicBezTo>
                <a:cubicBezTo>
                  <a:pt x="147317" y="0"/>
                  <a:pt x="189782" y="42464"/>
                  <a:pt x="189782" y="94834"/>
                </a:cubicBezTo>
                <a:cubicBezTo>
                  <a:pt x="189782" y="147317"/>
                  <a:pt x="147317" y="189781"/>
                  <a:pt x="94834" y="189781"/>
                </a:cubicBezTo>
                <a:cubicBezTo>
                  <a:pt x="42465" y="189781"/>
                  <a:pt x="0" y="147317"/>
                  <a:pt x="0" y="94834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2">
            <a:extLst xmlns:a="http://schemas.openxmlformats.org/drawingml/2006/main">
              <a:ext uri="{FF2B5EF4-FFF2-40B4-BE49-F238E27FC236}">
                <a16:creationId xmlns:a16="http://schemas.microsoft.com/office/drawing/2014/main" id="{C538C64B-224A-43A7-B916-35A72EA1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369" y="2201356"/>
            <a:ext cx="330724" cy="330838"/>
          </a:xfrm>
          <a:custGeom xmlns:a="http://schemas.openxmlformats.org/drawingml/2006/main">
            <a:pathLst>
              <a:path w="330724" h="330838">
                <a:moveTo>
                  <a:pt x="0" y="165419"/>
                </a:moveTo>
                <a:cubicBezTo>
                  <a:pt x="0" y="74115"/>
                  <a:pt x="74000" y="0"/>
                  <a:pt x="165419" y="0"/>
                </a:cubicBezTo>
                <a:cubicBezTo>
                  <a:pt x="256724" y="0"/>
                  <a:pt x="330724" y="74115"/>
                  <a:pt x="330724" y="165419"/>
                </a:cubicBezTo>
                <a:cubicBezTo>
                  <a:pt x="330724" y="256723"/>
                  <a:pt x="256724" y="330838"/>
                  <a:pt x="165419" y="330838"/>
                </a:cubicBezTo>
                <a:cubicBezTo>
                  <a:pt x="74000" y="330838"/>
                  <a:pt x="0" y="256723"/>
                  <a:pt x="0" y="165419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3">
            <a:extLst xmlns:a="http://schemas.openxmlformats.org/drawingml/2006/main">
              <a:ext uri="{FF2B5EF4-FFF2-40B4-BE49-F238E27FC236}">
                <a16:creationId xmlns:a16="http://schemas.microsoft.com/office/drawing/2014/main" id="{3B9D711F-6F96-48F4-947A-25BCD618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58" y="4600213"/>
            <a:ext cx="7965713" cy="1032813"/>
          </a:xfrm>
          <a:custGeom xmlns:a="http://schemas.openxmlformats.org/drawingml/2006/main">
            <a:pathLst>
              <a:path w="7965713" h="1032813">
                <a:moveTo>
                  <a:pt x="14117" y="73886"/>
                </a:moveTo>
                <a:cubicBezTo>
                  <a:pt x="11271" y="54418"/>
                  <a:pt x="32901" y="33812"/>
                  <a:pt x="54305" y="33585"/>
                </a:cubicBezTo>
                <a:cubicBezTo>
                  <a:pt x="185115" y="53280"/>
                  <a:pt x="328674" y="11726"/>
                  <a:pt x="501265" y="33585"/>
                </a:cubicBezTo>
                <a:cubicBezTo>
                  <a:pt x="673742" y="55557"/>
                  <a:pt x="770056" y="51231"/>
                  <a:pt x="869558" y="33585"/>
                </a:cubicBezTo>
                <a:cubicBezTo>
                  <a:pt x="969173" y="15939"/>
                  <a:pt x="1324488" y="28461"/>
                  <a:pt x="1473513" y="33585"/>
                </a:cubicBezTo>
                <a:cubicBezTo>
                  <a:pt x="1622537" y="38821"/>
                  <a:pt x="1834405" y="7855"/>
                  <a:pt x="1998914" y="33585"/>
                </a:cubicBezTo>
                <a:cubicBezTo>
                  <a:pt x="2163308" y="59314"/>
                  <a:pt x="2435400" y="57834"/>
                  <a:pt x="2759862" y="33585"/>
                </a:cubicBezTo>
                <a:cubicBezTo>
                  <a:pt x="3084211" y="9335"/>
                  <a:pt x="3013512" y="33470"/>
                  <a:pt x="3128155" y="33585"/>
                </a:cubicBezTo>
                <a:cubicBezTo>
                  <a:pt x="3242798" y="33812"/>
                  <a:pt x="3480623" y="13093"/>
                  <a:pt x="3653556" y="33585"/>
                </a:cubicBezTo>
                <a:cubicBezTo>
                  <a:pt x="3826488" y="54191"/>
                  <a:pt x="4249313" y="0"/>
                  <a:pt x="4414504" y="33585"/>
                </a:cubicBezTo>
                <a:cubicBezTo>
                  <a:pt x="4579695" y="67170"/>
                  <a:pt x="4847462" y="13433"/>
                  <a:pt x="5018346" y="33585"/>
                </a:cubicBezTo>
                <a:cubicBezTo>
                  <a:pt x="5189342" y="53849"/>
                  <a:pt x="5412595" y="41326"/>
                  <a:pt x="5779294" y="33585"/>
                </a:cubicBezTo>
                <a:cubicBezTo>
                  <a:pt x="6145993" y="25957"/>
                  <a:pt x="6272703" y="51686"/>
                  <a:pt x="6540243" y="33585"/>
                </a:cubicBezTo>
                <a:cubicBezTo>
                  <a:pt x="6807781" y="15483"/>
                  <a:pt x="6796852" y="41212"/>
                  <a:pt x="6908535" y="33585"/>
                </a:cubicBezTo>
                <a:cubicBezTo>
                  <a:pt x="7020333" y="26071"/>
                  <a:pt x="7526153" y="20492"/>
                  <a:pt x="7905032" y="33585"/>
                </a:cubicBezTo>
                <a:cubicBezTo>
                  <a:pt x="7927347" y="38594"/>
                  <a:pt x="7943284" y="54191"/>
                  <a:pt x="7945219" y="73886"/>
                </a:cubicBezTo>
                <a:cubicBezTo>
                  <a:pt x="7949203" y="228831"/>
                  <a:pt x="7924842" y="422598"/>
                  <a:pt x="7945219" y="529157"/>
                </a:cubicBezTo>
                <a:cubicBezTo>
                  <a:pt x="7965713" y="635604"/>
                  <a:pt x="7932582" y="792256"/>
                  <a:pt x="7945219" y="966441"/>
                </a:cubicBezTo>
                <a:cubicBezTo>
                  <a:pt x="7943398" y="992057"/>
                  <a:pt x="7924388" y="1008109"/>
                  <a:pt x="7905032" y="1006743"/>
                </a:cubicBezTo>
                <a:cubicBezTo>
                  <a:pt x="7663906" y="995813"/>
                  <a:pt x="7416176" y="1012663"/>
                  <a:pt x="7144083" y="1006743"/>
                </a:cubicBezTo>
                <a:cubicBezTo>
                  <a:pt x="6872104" y="1000822"/>
                  <a:pt x="6868576" y="1024844"/>
                  <a:pt x="6618683" y="1006743"/>
                </a:cubicBezTo>
                <a:cubicBezTo>
                  <a:pt x="6368904" y="988641"/>
                  <a:pt x="6310615" y="1032813"/>
                  <a:pt x="6093281" y="1006743"/>
                </a:cubicBezTo>
                <a:cubicBezTo>
                  <a:pt x="5876064" y="980558"/>
                  <a:pt x="5741270" y="1015736"/>
                  <a:pt x="5646435" y="1006743"/>
                </a:cubicBezTo>
                <a:cubicBezTo>
                  <a:pt x="5551601" y="997749"/>
                  <a:pt x="5278028" y="1015850"/>
                  <a:pt x="5121035" y="1006743"/>
                </a:cubicBezTo>
                <a:cubicBezTo>
                  <a:pt x="4964040" y="997635"/>
                  <a:pt x="4627055" y="1005490"/>
                  <a:pt x="4438639" y="1006743"/>
                </a:cubicBezTo>
                <a:cubicBezTo>
                  <a:pt x="4250225" y="1007995"/>
                  <a:pt x="4168824" y="996838"/>
                  <a:pt x="4070233" y="1006743"/>
                </a:cubicBezTo>
                <a:cubicBezTo>
                  <a:pt x="3971756" y="1016533"/>
                  <a:pt x="3836051" y="996952"/>
                  <a:pt x="3623386" y="1006743"/>
                </a:cubicBezTo>
                <a:cubicBezTo>
                  <a:pt x="3410720" y="1016533"/>
                  <a:pt x="3124398" y="988413"/>
                  <a:pt x="2862438" y="1006743"/>
                </a:cubicBezTo>
                <a:cubicBezTo>
                  <a:pt x="2600591" y="1025072"/>
                  <a:pt x="2340339" y="1024388"/>
                  <a:pt x="2180043" y="1006743"/>
                </a:cubicBezTo>
                <a:cubicBezTo>
                  <a:pt x="2019862" y="989097"/>
                  <a:pt x="1832128" y="1022340"/>
                  <a:pt x="1733197" y="1006743"/>
                </a:cubicBezTo>
                <a:cubicBezTo>
                  <a:pt x="1634264" y="991032"/>
                  <a:pt x="1470097" y="1019949"/>
                  <a:pt x="1207795" y="1006743"/>
                </a:cubicBezTo>
                <a:cubicBezTo>
                  <a:pt x="945494" y="993537"/>
                  <a:pt x="850887" y="1025983"/>
                  <a:pt x="760948" y="1006743"/>
                </a:cubicBezTo>
                <a:cubicBezTo>
                  <a:pt x="670896" y="987389"/>
                  <a:pt x="290081" y="1010955"/>
                  <a:pt x="54305" y="1006743"/>
                </a:cubicBezTo>
                <a:cubicBezTo>
                  <a:pt x="32561" y="1007198"/>
                  <a:pt x="13775" y="990349"/>
                  <a:pt x="14117" y="966441"/>
                </a:cubicBezTo>
                <a:cubicBezTo>
                  <a:pt x="6831" y="756623"/>
                  <a:pt x="0" y="649493"/>
                  <a:pt x="14117" y="511283"/>
                </a:cubicBezTo>
                <a:cubicBezTo>
                  <a:pt x="28234" y="373074"/>
                  <a:pt x="14003" y="245794"/>
                  <a:pt x="14117" y="73886"/>
                </a:cubicBezTo>
              </a:path>
            </a:pathLst>
          </a:custGeom>
          <a:solidFill xmlns:a="http://schemas.openxmlformats.org/drawingml/2006/main">
            <a:srgbClr val="FFFA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4">
            <a:extLst xmlns:a="http://schemas.openxmlformats.org/drawingml/2006/main">
              <a:ext uri="{FF2B5EF4-FFF2-40B4-BE49-F238E27FC236}">
                <a16:creationId xmlns:a16="http://schemas.microsoft.com/office/drawing/2014/main" id="{C6BCA4C5-CD92-4205-BB35-0C242977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242" y="4608296"/>
            <a:ext cx="7957514" cy="1022795"/>
          </a:xfrm>
          <a:custGeom xmlns:a="http://schemas.openxmlformats.org/drawingml/2006/main">
            <a:pathLst>
              <a:path w="7957514" h="1022795">
                <a:moveTo>
                  <a:pt x="20833" y="65802"/>
                </a:moveTo>
                <a:cubicBezTo>
                  <a:pt x="22883" y="41667"/>
                  <a:pt x="42920" y="24021"/>
                  <a:pt x="61021" y="25501"/>
                </a:cubicBezTo>
                <a:cubicBezTo>
                  <a:pt x="340286" y="0"/>
                  <a:pt x="529613" y="31649"/>
                  <a:pt x="821969" y="25501"/>
                </a:cubicBezTo>
                <a:cubicBezTo>
                  <a:pt x="1114327" y="19467"/>
                  <a:pt x="1190604" y="30283"/>
                  <a:pt x="1347370" y="25501"/>
                </a:cubicBezTo>
                <a:cubicBezTo>
                  <a:pt x="1504137" y="20833"/>
                  <a:pt x="1771447" y="11042"/>
                  <a:pt x="2108319" y="25501"/>
                </a:cubicBezTo>
                <a:cubicBezTo>
                  <a:pt x="2445190" y="40073"/>
                  <a:pt x="2347282" y="32901"/>
                  <a:pt x="2476611" y="25501"/>
                </a:cubicBezTo>
                <a:cubicBezTo>
                  <a:pt x="2606055" y="18101"/>
                  <a:pt x="2748249" y="6488"/>
                  <a:pt x="3002011" y="25501"/>
                </a:cubicBezTo>
                <a:cubicBezTo>
                  <a:pt x="3255890" y="44627"/>
                  <a:pt x="3382031" y="40984"/>
                  <a:pt x="3605967" y="25501"/>
                </a:cubicBezTo>
                <a:cubicBezTo>
                  <a:pt x="3829903" y="10131"/>
                  <a:pt x="4006479" y="35975"/>
                  <a:pt x="4288361" y="25501"/>
                </a:cubicBezTo>
                <a:cubicBezTo>
                  <a:pt x="4570131" y="15141"/>
                  <a:pt x="4664966" y="3643"/>
                  <a:pt x="4813762" y="25501"/>
                </a:cubicBezTo>
                <a:cubicBezTo>
                  <a:pt x="4962560" y="47473"/>
                  <a:pt x="5060239" y="22086"/>
                  <a:pt x="5182168" y="25501"/>
                </a:cubicBezTo>
                <a:cubicBezTo>
                  <a:pt x="5303985" y="29031"/>
                  <a:pt x="5588600" y="50775"/>
                  <a:pt x="5707455" y="25501"/>
                </a:cubicBezTo>
                <a:cubicBezTo>
                  <a:pt x="5826312" y="341"/>
                  <a:pt x="6067209" y="32332"/>
                  <a:pt x="6389965" y="25501"/>
                </a:cubicBezTo>
                <a:cubicBezTo>
                  <a:pt x="6712605" y="18670"/>
                  <a:pt x="6681639" y="38479"/>
                  <a:pt x="6836811" y="25501"/>
                </a:cubicBezTo>
                <a:cubicBezTo>
                  <a:pt x="6991984" y="12637"/>
                  <a:pt x="7424941" y="35861"/>
                  <a:pt x="7911748" y="25501"/>
                </a:cubicBezTo>
                <a:cubicBezTo>
                  <a:pt x="7937477" y="25273"/>
                  <a:pt x="7951595" y="39959"/>
                  <a:pt x="7951936" y="65802"/>
                </a:cubicBezTo>
                <a:cubicBezTo>
                  <a:pt x="7947838" y="282679"/>
                  <a:pt x="7946471" y="428403"/>
                  <a:pt x="7951936" y="521074"/>
                </a:cubicBezTo>
                <a:cubicBezTo>
                  <a:pt x="7957514" y="613631"/>
                  <a:pt x="7955579" y="868305"/>
                  <a:pt x="7951936" y="958358"/>
                </a:cubicBezTo>
                <a:cubicBezTo>
                  <a:pt x="7957287" y="981468"/>
                  <a:pt x="7930531" y="1001277"/>
                  <a:pt x="7911748" y="998659"/>
                </a:cubicBezTo>
                <a:cubicBezTo>
                  <a:pt x="7821470" y="990121"/>
                  <a:pt x="7691455" y="992284"/>
                  <a:pt x="7543341" y="998659"/>
                </a:cubicBezTo>
                <a:cubicBezTo>
                  <a:pt x="7395227" y="1005035"/>
                  <a:pt x="7153987" y="980671"/>
                  <a:pt x="6782393" y="998659"/>
                </a:cubicBezTo>
                <a:cubicBezTo>
                  <a:pt x="6410912" y="1016533"/>
                  <a:pt x="6327463" y="1009930"/>
                  <a:pt x="6021558" y="998659"/>
                </a:cubicBezTo>
                <a:cubicBezTo>
                  <a:pt x="5715653" y="987389"/>
                  <a:pt x="5686509" y="1011979"/>
                  <a:pt x="5574598" y="998659"/>
                </a:cubicBezTo>
                <a:cubicBezTo>
                  <a:pt x="5462800" y="985226"/>
                  <a:pt x="5195603" y="990917"/>
                  <a:pt x="4970756" y="998659"/>
                </a:cubicBezTo>
                <a:cubicBezTo>
                  <a:pt x="4745910" y="1006401"/>
                  <a:pt x="4694452" y="1015053"/>
                  <a:pt x="4445356" y="998659"/>
                </a:cubicBezTo>
                <a:cubicBezTo>
                  <a:pt x="4196260" y="982265"/>
                  <a:pt x="3933161" y="1022795"/>
                  <a:pt x="3762961" y="998659"/>
                </a:cubicBezTo>
                <a:cubicBezTo>
                  <a:pt x="3592761" y="974524"/>
                  <a:pt x="3547108" y="988413"/>
                  <a:pt x="3394555" y="998659"/>
                </a:cubicBezTo>
                <a:cubicBezTo>
                  <a:pt x="3242001" y="1008906"/>
                  <a:pt x="2891582" y="1011979"/>
                  <a:pt x="2633720" y="998659"/>
                </a:cubicBezTo>
                <a:cubicBezTo>
                  <a:pt x="2375744" y="985339"/>
                  <a:pt x="2284895" y="994561"/>
                  <a:pt x="2029764" y="998659"/>
                </a:cubicBezTo>
                <a:cubicBezTo>
                  <a:pt x="1774636" y="1002758"/>
                  <a:pt x="1760519" y="1021087"/>
                  <a:pt x="1504365" y="998659"/>
                </a:cubicBezTo>
                <a:cubicBezTo>
                  <a:pt x="1248210" y="976232"/>
                  <a:pt x="1083246" y="977484"/>
                  <a:pt x="821969" y="998659"/>
                </a:cubicBezTo>
                <a:cubicBezTo>
                  <a:pt x="560692" y="1019835"/>
                  <a:pt x="319680" y="969857"/>
                  <a:pt x="61021" y="998659"/>
                </a:cubicBezTo>
                <a:cubicBezTo>
                  <a:pt x="38251" y="1000594"/>
                  <a:pt x="20151" y="984656"/>
                  <a:pt x="20833" y="958358"/>
                </a:cubicBezTo>
                <a:cubicBezTo>
                  <a:pt x="35974" y="855668"/>
                  <a:pt x="18100" y="708806"/>
                  <a:pt x="20833" y="538834"/>
                </a:cubicBezTo>
                <a:cubicBezTo>
                  <a:pt x="23451" y="368861"/>
                  <a:pt x="0" y="196840"/>
                  <a:pt x="20833" y="6580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77">
            <a:solidFill>
              <a:srgbClr val="FFC000"/>
            </a:solidFill>
            <a:prstDash val="solid"/>
          </a:ln>
        </p:spPr>
      </p:sp>
      <p:sp>
        <p:nvSpPr>
          <p:cNvPr id="227" name="text-225 North">
            <a:extLst xmlns:a="http://schemas.openxmlformats.org/drawingml/2006/main">
              <a:ext uri="{FF2B5EF4-FFF2-40B4-BE49-F238E27FC236}">
                <a16:creationId xmlns:a16="http://schemas.microsoft.com/office/drawing/2014/main" id="{385EE56A-3D06-413B-B235-E5BB8DA0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4696" y="4670560"/>
            <a:ext cx="554158" cy="254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228" name="text-227 America">
            <a:extLst xmlns:a="http://schemas.openxmlformats.org/drawingml/2006/main">
              <a:ext uri="{FF2B5EF4-FFF2-40B4-BE49-F238E27FC236}">
                <a16:creationId xmlns:a16="http://schemas.microsoft.com/office/drawing/2014/main" id="{3A17D05E-6E15-4B6A-9FE6-45CA956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7170" y="4670623"/>
            <a:ext cx="741121" cy="254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America</a:t>
            </a:r>
          </a:p>
        </p:txBody>
      </p:sp>
      <p:sp>
        <p:nvSpPr>
          <p:cNvPr id="229" name="text-228 .">
            <a:extLst xmlns:a="http://schemas.openxmlformats.org/drawingml/2006/main">
              <a:ext uri="{FF2B5EF4-FFF2-40B4-BE49-F238E27FC236}">
                <a16:creationId xmlns:a16="http://schemas.microsoft.com/office/drawing/2014/main" id="{B5D1C4D4-1474-4AD2-BA58-709C6FD5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7572" y="4670770"/>
            <a:ext cx="111494" cy="254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230" name="text-230 This">
            <a:extLst xmlns:a="http://schemas.openxmlformats.org/drawingml/2006/main">
              <a:ext uri="{FF2B5EF4-FFF2-40B4-BE49-F238E27FC236}">
                <a16:creationId xmlns:a16="http://schemas.microsoft.com/office/drawing/2014/main" id="{2E8F7A61-0C40-4C31-A1FC-5D76DA5D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7412" y="4670271"/>
            <a:ext cx="401434" cy="255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231" name="text-232 conclusion">
            <a:extLst xmlns:a="http://schemas.openxmlformats.org/drawingml/2006/main">
              <a:ext uri="{FF2B5EF4-FFF2-40B4-BE49-F238E27FC236}">
                <a16:creationId xmlns:a16="http://schemas.microsoft.com/office/drawing/2014/main" id="{D26E102F-6947-4E9E-B21B-FA627E0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7314" y="4670660"/>
            <a:ext cx="884431" cy="254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conclusion</a:t>
            </a:r>
          </a:p>
        </p:txBody>
      </p:sp>
      <p:sp>
        <p:nvSpPr>
          <p:cNvPr id="232" name="text-234 is">
            <a:extLst xmlns:a="http://schemas.openxmlformats.org/drawingml/2006/main">
              <a:ext uri="{FF2B5EF4-FFF2-40B4-BE49-F238E27FC236}">
                <a16:creationId xmlns:a16="http://schemas.microsoft.com/office/drawing/2014/main" id="{F4CED802-4EBE-464D-87FC-0A034E2E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2202" y="4671129"/>
            <a:ext cx="171647" cy="25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2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233" name="text-236 robustly">
            <a:extLst xmlns:a="http://schemas.openxmlformats.org/drawingml/2006/main">
              <a:ext uri="{FF2B5EF4-FFF2-40B4-BE49-F238E27FC236}">
                <a16:creationId xmlns:a16="http://schemas.microsoft.com/office/drawing/2014/main" id="{403A3DBA-FB90-4DAE-B9D5-CBA7CC55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2817" y="4670598"/>
            <a:ext cx="736552" cy="25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robustly</a:t>
            </a:r>
          </a:p>
        </p:txBody>
      </p:sp>
      <p:sp>
        <p:nvSpPr>
          <p:cNvPr id="234" name="text-238 supported">
            <a:extLst xmlns:a="http://schemas.openxmlformats.org/drawingml/2006/main">
              <a:ext uri="{FF2B5EF4-FFF2-40B4-BE49-F238E27FC236}">
                <a16:creationId xmlns:a16="http://schemas.microsoft.com/office/drawing/2014/main" id="{41AC0FCE-0FCC-46EC-A06D-9895E4B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7427" y="4670335"/>
            <a:ext cx="886299" cy="25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supported</a:t>
            </a:r>
          </a:p>
        </p:txBody>
      </p:sp>
      <p:sp>
        <p:nvSpPr>
          <p:cNvPr id="235" name="text-240 by">
            <a:extLst xmlns:a="http://schemas.openxmlformats.org/drawingml/2006/main">
              <a:ext uri="{FF2B5EF4-FFF2-40B4-BE49-F238E27FC236}">
                <a16:creationId xmlns:a16="http://schemas.microsoft.com/office/drawing/2014/main" id="{0051073E-DEB9-404A-8906-64338005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2314" y="4670540"/>
            <a:ext cx="235254" cy="254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by</a:t>
            </a:r>
          </a:p>
        </p:txBody>
      </p:sp>
      <p:sp>
        <p:nvSpPr>
          <p:cNvPr id="236" name="text-242 the">
            <a:extLst xmlns:a="http://schemas.openxmlformats.org/drawingml/2006/main">
              <a:ext uri="{FF2B5EF4-FFF2-40B4-BE49-F238E27FC236}">
                <a16:creationId xmlns:a16="http://schemas.microsoft.com/office/drawing/2014/main" id="{DEDE8C92-1FFD-4B6C-A409-2F2D04B2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5546" y="4670327"/>
            <a:ext cx="323482" cy="25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37" name="text-244 collective">
            <a:extLst xmlns:a="http://schemas.openxmlformats.org/drawingml/2006/main">
              <a:ext uri="{FF2B5EF4-FFF2-40B4-BE49-F238E27FC236}">
                <a16:creationId xmlns:a16="http://schemas.microsoft.com/office/drawing/2014/main" id="{AA98A684-27A4-4A6D-B7C3-1E04437E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7578" y="4671017"/>
            <a:ext cx="836841" cy="254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2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collective</a:t>
            </a:r>
          </a:p>
        </p:txBody>
      </p:sp>
      <p:sp>
        <p:nvSpPr>
          <p:cNvPr id="238" name="text-246 expertise">
            <a:extLst xmlns:a="http://schemas.openxmlformats.org/drawingml/2006/main">
              <a:ext uri="{FF2B5EF4-FFF2-40B4-BE49-F238E27FC236}">
                <a16:creationId xmlns:a16="http://schemas.microsoft.com/office/drawing/2014/main" id="{6CFD6ED8-0A6C-4EAE-8711-02658285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3284" y="4672471"/>
            <a:ext cx="839665" cy="25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expertise</a:t>
            </a:r>
          </a:p>
        </p:txBody>
      </p:sp>
      <p:sp>
        <p:nvSpPr>
          <p:cNvPr id="239" name="text-248 of">
            <a:extLst xmlns:a="http://schemas.openxmlformats.org/drawingml/2006/main">
              <a:ext uri="{FF2B5EF4-FFF2-40B4-BE49-F238E27FC236}">
                <a16:creationId xmlns:a16="http://schemas.microsoft.com/office/drawing/2014/main" id="{353AD2D0-EF98-4B28-9DF2-DB700DFA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8989" y="4671878"/>
            <a:ext cx="219131" cy="252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240" name="text-250 the">
            <a:extLst xmlns:a="http://schemas.openxmlformats.org/drawingml/2006/main">
              <a:ext uri="{FF2B5EF4-FFF2-40B4-BE49-F238E27FC236}">
                <a16:creationId xmlns:a16="http://schemas.microsoft.com/office/drawing/2014/main" id="{3332C41D-9812-45A4-86C3-4E5928AE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54802" y="4672035"/>
            <a:ext cx="320448" cy="252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41" name="text-252 Geospatial">
            <a:extLst xmlns:a="http://schemas.openxmlformats.org/drawingml/2006/main">
              <a:ext uri="{FF2B5EF4-FFF2-40B4-BE49-F238E27FC236}">
                <a16:creationId xmlns:a16="http://schemas.microsoft.com/office/drawing/2014/main" id="{32E535F5-855E-4D4F-AD38-F0492A17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4696" y="4889029"/>
            <a:ext cx="910407" cy="254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Geospatial</a:t>
            </a:r>
          </a:p>
        </p:txBody>
      </p:sp>
      <p:sp>
        <p:nvSpPr>
          <p:cNvPr id="242" name="text-254 analysis">
            <a:extLst xmlns:a="http://schemas.openxmlformats.org/drawingml/2006/main">
              <a:ext uri="{FF2B5EF4-FFF2-40B4-BE49-F238E27FC236}">
                <a16:creationId xmlns:a16="http://schemas.microsoft.com/office/drawing/2014/main" id="{6A48F933-79AE-42E5-96E5-7C5363FF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52" y="4888580"/>
            <a:ext cx="688643" cy="255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243" name="text-256 expert,">
            <a:extLst xmlns:a="http://schemas.openxmlformats.org/drawingml/2006/main">
              <a:ext uri="{FF2B5EF4-FFF2-40B4-BE49-F238E27FC236}">
                <a16:creationId xmlns:a16="http://schemas.microsoft.com/office/drawing/2014/main" id="{FAACFB1B-6BF7-4919-ACDB-5CC81481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5290" y="4888922"/>
            <a:ext cx="660747" cy="255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expert,</a:t>
            </a:r>
          </a:p>
        </p:txBody>
      </p:sp>
      <p:sp>
        <p:nvSpPr>
          <p:cNvPr id="244" name="text-258 region">
            <a:extLst xmlns:a="http://schemas.openxmlformats.org/drawingml/2006/main">
              <a:ext uri="{FF2B5EF4-FFF2-40B4-BE49-F238E27FC236}">
                <a16:creationId xmlns:a16="http://schemas.microsoft.com/office/drawing/2014/main" id="{BA8EA135-000C-41C9-B3D6-92383CA9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7604" y="4889034"/>
            <a:ext cx="558382" cy="254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region</a:t>
            </a:r>
          </a:p>
        </p:txBody>
      </p:sp>
      <p:sp>
        <p:nvSpPr>
          <p:cNvPr id="245" name="text-260 perception">
            <a:extLst xmlns:a="http://schemas.openxmlformats.org/drawingml/2006/main">
              <a:ext uri="{FF2B5EF4-FFF2-40B4-BE49-F238E27FC236}">
                <a16:creationId xmlns:a16="http://schemas.microsoft.com/office/drawing/2014/main" id="{87E9E0DD-4E08-485A-9590-EEB3942E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685" y="4889163"/>
            <a:ext cx="934496" cy="254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perception</a:t>
            </a:r>
          </a:p>
        </p:txBody>
      </p:sp>
      <p:sp>
        <p:nvSpPr>
          <p:cNvPr id="246" name="text-262 expert,">
            <a:extLst xmlns:a="http://schemas.openxmlformats.org/drawingml/2006/main">
              <a:ext uri="{FF2B5EF4-FFF2-40B4-BE49-F238E27FC236}">
                <a16:creationId xmlns:a16="http://schemas.microsoft.com/office/drawing/2014/main" id="{EA27B89C-E843-4599-82A4-52C8538C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3231" y="4888922"/>
            <a:ext cx="660748" cy="255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expert,</a:t>
            </a:r>
          </a:p>
        </p:txBody>
      </p:sp>
      <p:sp>
        <p:nvSpPr>
          <p:cNvPr id="247" name="text-264 and">
            <a:extLst xmlns:a="http://schemas.openxmlformats.org/drawingml/2006/main">
              <a:ext uri="{FF2B5EF4-FFF2-40B4-BE49-F238E27FC236}">
                <a16:creationId xmlns:a16="http://schemas.microsoft.com/office/drawing/2014/main" id="{1C88586C-C3F5-4F35-BEAD-64BC1A2C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5546" y="4889018"/>
            <a:ext cx="328003" cy="25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48" name="text-266 cultural">
            <a:extLst xmlns:a="http://schemas.openxmlformats.org/drawingml/2006/main">
              <a:ext uri="{FF2B5EF4-FFF2-40B4-BE49-F238E27FC236}">
                <a16:creationId xmlns:a16="http://schemas.microsoft.com/office/drawing/2014/main" id="{D4107EF5-F49C-4E29-9DAA-5991DF24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4519" y="4888499"/>
            <a:ext cx="683402" cy="255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cultural</a:t>
            </a:r>
          </a:p>
        </p:txBody>
      </p:sp>
      <p:sp>
        <p:nvSpPr>
          <p:cNvPr id="249" name="text-268 analyst,">
            <a:extLst xmlns:a="http://schemas.openxmlformats.org/drawingml/2006/main">
              <a:ext uri="{FF2B5EF4-FFF2-40B4-BE49-F238E27FC236}">
                <a16:creationId xmlns:a16="http://schemas.microsoft.com/office/drawing/2014/main" id="{FF2F23FE-2961-4CB8-8A05-9ADDA51F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00058" y="4888301"/>
            <a:ext cx="686155" cy="25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analyst,</a:t>
            </a:r>
          </a:p>
        </p:txBody>
      </p:sp>
      <p:sp>
        <p:nvSpPr>
          <p:cNvPr id="250" name="text-270 who">
            <a:extLst xmlns:a="http://schemas.openxmlformats.org/drawingml/2006/main">
              <a:ext uri="{FF2B5EF4-FFF2-40B4-BE49-F238E27FC236}">
                <a16:creationId xmlns:a16="http://schemas.microsoft.com/office/drawing/2014/main" id="{ACBDB687-6E1C-4595-80D5-067BFBBD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88331" y="4888965"/>
            <a:ext cx="358125" cy="254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who</a:t>
            </a:r>
          </a:p>
        </p:txBody>
      </p:sp>
      <p:sp>
        <p:nvSpPr>
          <p:cNvPr id="251" name="text-272 all">
            <a:extLst xmlns:a="http://schemas.openxmlformats.org/drawingml/2006/main">
              <a:ext uri="{FF2B5EF4-FFF2-40B4-BE49-F238E27FC236}">
                <a16:creationId xmlns:a16="http://schemas.microsoft.com/office/drawing/2014/main" id="{AE25A5FF-125E-4FED-97AA-8EA24DAD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47700" y="4888931"/>
            <a:ext cx="225666" cy="255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all</a:t>
            </a:r>
          </a:p>
        </p:txBody>
      </p:sp>
      <p:sp>
        <p:nvSpPr>
          <p:cNvPr id="252" name="text-274 independently">
            <a:extLst xmlns:a="http://schemas.openxmlformats.org/drawingml/2006/main">
              <a:ext uri="{FF2B5EF4-FFF2-40B4-BE49-F238E27FC236}">
                <a16:creationId xmlns:a16="http://schemas.microsoft.com/office/drawing/2014/main" id="{C1AA63D2-449F-41F7-AB6A-4E7A595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4696" y="5108032"/>
            <a:ext cx="1209167" cy="254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independently</a:t>
            </a:r>
          </a:p>
        </p:txBody>
      </p:sp>
      <p:sp>
        <p:nvSpPr>
          <p:cNvPr id="253" name="text-276 identified">
            <a:extLst xmlns:a="http://schemas.openxmlformats.org/drawingml/2006/main">
              <a:ext uri="{FF2B5EF4-FFF2-40B4-BE49-F238E27FC236}">
                <a16:creationId xmlns:a16="http://schemas.microsoft.com/office/drawing/2014/main" id="{C08475EA-6E93-4303-A999-60C68656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2434" y="5107860"/>
            <a:ext cx="872671" cy="25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identified</a:t>
            </a:r>
          </a:p>
        </p:txBody>
      </p:sp>
      <p:sp>
        <p:nvSpPr>
          <p:cNvPr id="254" name="text-278 key">
            <a:extLst xmlns:a="http://schemas.openxmlformats.org/drawingml/2006/main">
              <a:ext uri="{FF2B5EF4-FFF2-40B4-BE49-F238E27FC236}">
                <a16:creationId xmlns:a16="http://schemas.microsoft.com/office/drawing/2014/main" id="{7EEBCD72-E26B-4178-8BC3-A128655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4096" y="5107861"/>
            <a:ext cx="325542" cy="255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255" name="text-280 indicators">
            <a:extLst xmlns:a="http://schemas.openxmlformats.org/drawingml/2006/main">
              <a:ext uri="{FF2B5EF4-FFF2-40B4-BE49-F238E27FC236}">
                <a16:creationId xmlns:a16="http://schemas.microsoft.com/office/drawing/2014/main" id="{A5E09359-8B5C-4ABA-A4BC-5DB4F609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7930" y="5107796"/>
            <a:ext cx="881481" cy="255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indicators</a:t>
            </a:r>
          </a:p>
        </p:txBody>
      </p:sp>
      <p:sp>
        <p:nvSpPr>
          <p:cNvPr id="256" name="text-282 consistent">
            <a:extLst xmlns:a="http://schemas.openxmlformats.org/drawingml/2006/main">
              <a:ext uri="{FF2B5EF4-FFF2-40B4-BE49-F238E27FC236}">
                <a16:creationId xmlns:a16="http://schemas.microsoft.com/office/drawing/2014/main" id="{22D036E6-AA67-4586-98BB-50400114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9383" y="5107925"/>
            <a:ext cx="911686" cy="254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consistent</a:t>
            </a:r>
          </a:p>
        </p:txBody>
      </p:sp>
      <p:sp>
        <p:nvSpPr>
          <p:cNvPr id="257" name="text-284 with">
            <a:extLst xmlns:a="http://schemas.openxmlformats.org/drawingml/2006/main">
              <a:ext uri="{FF2B5EF4-FFF2-40B4-BE49-F238E27FC236}">
                <a16:creationId xmlns:a16="http://schemas.microsoft.com/office/drawing/2014/main" id="{910A88D8-5694-4312-942E-BB85068A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0665" y="5108247"/>
            <a:ext cx="398410" cy="254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258" name="text-286 North">
            <a:extLst xmlns:a="http://schemas.openxmlformats.org/drawingml/2006/main">
              <a:ext uri="{FF2B5EF4-FFF2-40B4-BE49-F238E27FC236}">
                <a16:creationId xmlns:a16="http://schemas.microsoft.com/office/drawing/2014/main" id="{D5574891-994D-4481-8A06-EC86C62A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8271" y="5108024"/>
            <a:ext cx="551441" cy="25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259" name="text-288 American,">
            <a:extLst xmlns:a="http://schemas.openxmlformats.org/drawingml/2006/main">
              <a:ext uri="{FF2B5EF4-FFF2-40B4-BE49-F238E27FC236}">
                <a16:creationId xmlns:a16="http://schemas.microsoft.com/office/drawing/2014/main" id="{69E68A32-803D-4AC0-8733-3151CB0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8888" y="5107701"/>
            <a:ext cx="878595" cy="255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American,</a:t>
            </a:r>
          </a:p>
        </p:txBody>
      </p:sp>
      <p:sp>
        <p:nvSpPr>
          <p:cNvPr id="260" name="text-290 particularly">
            <a:extLst xmlns:a="http://schemas.openxmlformats.org/drawingml/2006/main">
              <a:ext uri="{FF2B5EF4-FFF2-40B4-BE49-F238E27FC236}">
                <a16:creationId xmlns:a16="http://schemas.microsoft.com/office/drawing/2014/main" id="{10A49C99-9205-414E-8415-E79A868D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7382" y="5107395"/>
            <a:ext cx="1013226" cy="255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particularly</a:t>
            </a:r>
          </a:p>
        </p:txBody>
      </p:sp>
      <p:sp>
        <p:nvSpPr>
          <p:cNvPr id="261" name="text-292 New">
            <a:extLst xmlns:a="http://schemas.openxmlformats.org/drawingml/2006/main">
              <a:ext uri="{FF2B5EF4-FFF2-40B4-BE49-F238E27FC236}">
                <a16:creationId xmlns:a16="http://schemas.microsoft.com/office/drawing/2014/main" id="{581F62CD-70A6-4342-8038-4C880EA1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0100" y="5107508"/>
            <a:ext cx="402803" cy="25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New</a:t>
            </a:r>
          </a:p>
        </p:txBody>
      </p:sp>
      <p:sp>
        <p:nvSpPr>
          <p:cNvPr id="262" name="text-294 York">
            <a:extLst xmlns:a="http://schemas.openxmlformats.org/drawingml/2006/main">
              <a:ext uri="{FF2B5EF4-FFF2-40B4-BE49-F238E27FC236}">
                <a16:creationId xmlns:a16="http://schemas.microsoft.com/office/drawing/2014/main" id="{37DB5FE4-A84D-4651-B44B-0A8B925C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4696" y="5327075"/>
            <a:ext cx="428420" cy="254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29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York</a:t>
            </a:r>
          </a:p>
        </p:txBody>
      </p:sp>
      <p:sp>
        <p:nvSpPr>
          <p:cNvPr id="263" name="text-296 City,">
            <a:extLst xmlns:a="http://schemas.openxmlformats.org/drawingml/2006/main">
              <a:ext uri="{FF2B5EF4-FFF2-40B4-BE49-F238E27FC236}">
                <a16:creationId xmlns:a16="http://schemas.microsoft.com/office/drawing/2014/main" id="{12878D0F-9AB3-4F87-A1B9-41F1100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527" y="5326974"/>
            <a:ext cx="423137" cy="254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City,</a:t>
            </a:r>
          </a:p>
        </p:txBody>
      </p:sp>
      <p:sp>
        <p:nvSpPr>
          <p:cNvPr id="264" name="text-298 urban">
            <a:extLst xmlns:a="http://schemas.openxmlformats.org/drawingml/2006/main">
              <a:ext uri="{FF2B5EF4-FFF2-40B4-BE49-F238E27FC236}">
                <a16:creationId xmlns:a16="http://schemas.microsoft.com/office/drawing/2014/main" id="{0EBBB1C1-1559-4562-81A4-F04A2A83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0894" y="5326784"/>
            <a:ext cx="510309" cy="254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urban</a:t>
            </a:r>
          </a:p>
        </p:txBody>
      </p:sp>
      <p:sp>
        <p:nvSpPr>
          <p:cNvPr id="265" name="text-300 planning">
            <a:extLst xmlns:a="http://schemas.openxmlformats.org/drawingml/2006/main">
              <a:ext uri="{FF2B5EF4-FFF2-40B4-BE49-F238E27FC236}">
                <a16:creationId xmlns:a16="http://schemas.microsoft.com/office/drawing/2014/main" id="{D45EC523-123C-482A-A948-1B168D5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427" y="5326752"/>
            <a:ext cx="705337" cy="254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planning</a:t>
            </a:r>
          </a:p>
        </p:txBody>
      </p:sp>
      <p:sp>
        <p:nvSpPr>
          <p:cNvPr id="266" name="text-302 and">
            <a:extLst xmlns:a="http://schemas.openxmlformats.org/drawingml/2006/main">
              <a:ext uri="{FF2B5EF4-FFF2-40B4-BE49-F238E27FC236}">
                <a16:creationId xmlns:a16="http://schemas.microsoft.com/office/drawing/2014/main" id="{1AEAE064-A5BE-48CD-8416-F0A517FC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4588" y="5326782"/>
            <a:ext cx="327514" cy="254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67" name="text-304 transportation">
            <a:extLst xmlns:a="http://schemas.openxmlformats.org/drawingml/2006/main">
              <a:ext uri="{FF2B5EF4-FFF2-40B4-BE49-F238E27FC236}">
                <a16:creationId xmlns:a16="http://schemas.microsoft.com/office/drawing/2014/main" id="{EF750042-083F-451E-B7E6-BAB75D3B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5690" y="5326570"/>
            <a:ext cx="1269302" cy="25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transportation</a:t>
            </a:r>
          </a:p>
        </p:txBody>
      </p:sp>
      <p:sp>
        <p:nvSpPr>
          <p:cNvPr id="268" name="text-306 infrastructure">
            <a:extLst xmlns:a="http://schemas.openxmlformats.org/drawingml/2006/main">
              <a:ext uri="{FF2B5EF4-FFF2-40B4-BE49-F238E27FC236}">
                <a16:creationId xmlns:a16="http://schemas.microsoft.com/office/drawing/2014/main" id="{37A306DC-3A83-4232-A09C-045ABCDD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6936" y="5326610"/>
            <a:ext cx="1268643" cy="254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infrastructure</a:t>
            </a:r>
          </a:p>
        </p:txBody>
      </p:sp>
      <p:sp>
        <p:nvSpPr>
          <p:cNvPr id="269" name="text-307 .">
            <a:extLst xmlns:a="http://schemas.openxmlformats.org/drawingml/2006/main">
              <a:ext uri="{FF2B5EF4-FFF2-40B4-BE49-F238E27FC236}">
                <a16:creationId xmlns:a16="http://schemas.microsoft.com/office/drawing/2014/main" id="{55ED620A-D823-4A83-B51A-8BA2B67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3306" y="5326877"/>
            <a:ext cx="77957" cy="254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270" name="text-308 Stage">
            <a:extLst xmlns:a="http://schemas.openxmlformats.org/drawingml/2006/main">
              <a:ext uri="{FF2B5EF4-FFF2-40B4-BE49-F238E27FC236}">
                <a16:creationId xmlns:a16="http://schemas.microsoft.com/office/drawing/2014/main" id="{7844CCD6-DD50-4F2B-B820-F95A600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9222" y="4190924"/>
            <a:ext cx="612760" cy="287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271" name="text-309 4:">
            <a:extLst xmlns:a="http://schemas.openxmlformats.org/drawingml/2006/main">
              <a:ext uri="{FF2B5EF4-FFF2-40B4-BE49-F238E27FC236}">
                <a16:creationId xmlns:a16="http://schemas.microsoft.com/office/drawing/2014/main" id="{CF524F71-0FA0-42B4-B161-D0419ED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3175" y="4190545"/>
            <a:ext cx="251243" cy="287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4:</a:t>
            </a:r>
          </a:p>
        </p:txBody>
      </p:sp>
      <p:sp>
        <p:nvSpPr>
          <p:cNvPr id="272" name="text-310 Integrate">
            <a:extLst xmlns:a="http://schemas.openxmlformats.org/drawingml/2006/main">
              <a:ext uri="{FF2B5EF4-FFF2-40B4-BE49-F238E27FC236}">
                <a16:creationId xmlns:a16="http://schemas.microsoft.com/office/drawing/2014/main" id="{502280D2-411A-4DCE-952A-3DDC3B34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5321" y="4190744"/>
            <a:ext cx="1000304" cy="28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Integrate</a:t>
            </a:r>
          </a:p>
        </p:txBody>
      </p:sp>
      <p:sp>
        <p:nvSpPr>
          <p:cNvPr id="273" name="text-310 to">
            <a:extLst xmlns:a="http://schemas.openxmlformats.org/drawingml/2006/main">
              <a:ext uri="{FF2B5EF4-FFF2-40B4-BE49-F238E27FC236}">
                <a16:creationId xmlns:a16="http://schemas.microsoft.com/office/drawing/2014/main" id="{7F260551-737B-4C2C-9E12-EFCFFB2A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784" y="4190980"/>
            <a:ext cx="241183" cy="28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274" name="text-310 obtain">
            <a:extLst xmlns:a="http://schemas.openxmlformats.org/drawingml/2006/main">
              <a:ext uri="{FF2B5EF4-FFF2-40B4-BE49-F238E27FC236}">
                <a16:creationId xmlns:a16="http://schemas.microsoft.com/office/drawing/2014/main" id="{9A66DCFC-CEB5-4963-97FF-B5FC909B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0030" y="4190796"/>
            <a:ext cx="641752" cy="287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obtain</a:t>
            </a:r>
          </a:p>
        </p:txBody>
      </p:sp>
      <p:sp>
        <p:nvSpPr>
          <p:cNvPr id="275" name="text-310 the">
            <a:extLst xmlns:a="http://schemas.openxmlformats.org/drawingml/2006/main">
              <a:ext uri="{FF2B5EF4-FFF2-40B4-BE49-F238E27FC236}">
                <a16:creationId xmlns:a16="http://schemas.microsoft.com/office/drawing/2014/main" id="{FE63783D-D2A7-41CA-A70F-D207CBC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238" y="4190508"/>
            <a:ext cx="367131" cy="28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76" name="text-310 final">
            <a:extLst xmlns:a="http://schemas.openxmlformats.org/drawingml/2006/main">
              <a:ext uri="{FF2B5EF4-FFF2-40B4-BE49-F238E27FC236}">
                <a16:creationId xmlns:a16="http://schemas.microsoft.com/office/drawing/2014/main" id="{2D51984D-21CC-49EF-800A-C6E4EE5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9078" y="4190959"/>
            <a:ext cx="475627" cy="287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277" name="text-310 answer">
            <a:extLst xmlns:a="http://schemas.openxmlformats.org/drawingml/2006/main">
              <a:ext uri="{FF2B5EF4-FFF2-40B4-BE49-F238E27FC236}">
                <a16:creationId xmlns:a16="http://schemas.microsoft.com/office/drawing/2014/main" id="{6B4D68AA-6A41-487B-9125-9517C260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5115" y="4190806"/>
            <a:ext cx="711430" cy="287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78" name="text-311 .">
            <a:extLst xmlns:a="http://schemas.openxmlformats.org/drawingml/2006/main">
              <a:ext uri="{FF2B5EF4-FFF2-40B4-BE49-F238E27FC236}">
                <a16:creationId xmlns:a16="http://schemas.microsoft.com/office/drawing/2014/main" id="{4F70AE87-E6DC-4E1A-A1A0-EDAED01E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1155" y="4190862"/>
            <a:ext cx="125774" cy="287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279" name="text-312 Remove">
            <a:extLst xmlns:a="http://schemas.openxmlformats.org/drawingml/2006/main">
              <a:ext uri="{FF2B5EF4-FFF2-40B4-BE49-F238E27FC236}">
                <a16:creationId xmlns:a16="http://schemas.microsoft.com/office/drawing/2014/main" id="{15DA13B9-20EC-497E-ABF3-7B31C9E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8464" y="2902410"/>
            <a:ext cx="756774" cy="287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Remove</a:t>
            </a:r>
          </a:p>
        </p:txBody>
      </p:sp>
      <p:sp>
        <p:nvSpPr>
          <p:cNvPr id="280" name="text-312 the">
            <a:extLst xmlns:a="http://schemas.openxmlformats.org/drawingml/2006/main">
              <a:ext uri="{FF2B5EF4-FFF2-40B4-BE49-F238E27FC236}">
                <a16:creationId xmlns:a16="http://schemas.microsoft.com/office/drawing/2014/main" id="{87EF5AD6-A6DF-4DD3-831B-149D51CE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9631" y="2901872"/>
            <a:ext cx="365059" cy="2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81" name="text-312 Scene">
            <a:extLst xmlns:a="http://schemas.openxmlformats.org/drawingml/2006/main">
              <a:ext uri="{FF2B5EF4-FFF2-40B4-BE49-F238E27FC236}">
                <a16:creationId xmlns:a16="http://schemas.microsoft.com/office/drawing/2014/main" id="{066F08A2-306A-4CCB-B42E-2A79AFE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7962" y="2902269"/>
            <a:ext cx="616427" cy="287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82" name="text-313 understanding">
            <a:extLst xmlns:a="http://schemas.openxmlformats.org/drawingml/2006/main">
              <a:ext uri="{FF2B5EF4-FFF2-40B4-BE49-F238E27FC236}">
                <a16:creationId xmlns:a16="http://schemas.microsoft.com/office/drawing/2014/main" id="{80EB99C8-FCBA-402C-9A57-4E0D6322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8131" y="3148111"/>
            <a:ext cx="1385498" cy="28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283" name="text-313 expert.">
            <a:extLst xmlns:a="http://schemas.openxmlformats.org/drawingml/2006/main">
              <a:ext uri="{FF2B5EF4-FFF2-40B4-BE49-F238E27FC236}">
                <a16:creationId xmlns:a16="http://schemas.microsoft.com/office/drawing/2014/main" id="{D1FD22A0-871E-47D9-A707-7152C82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54518" y="3148330"/>
            <a:ext cx="737957" cy="287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expert.</a:t>
            </a:r>
          </a:p>
        </p:txBody>
      </p:sp>
      <p:sp>
        <p:nvSpPr>
          <p:cNvPr id="284" name="text-314 Final">
            <a:extLst xmlns:a="http://schemas.openxmlformats.org/drawingml/2006/main">
              <a:ext uri="{FF2B5EF4-FFF2-40B4-BE49-F238E27FC236}">
                <a16:creationId xmlns:a16="http://schemas.microsoft.com/office/drawing/2014/main" id="{4BB0E52F-2D37-4309-B901-56EFA689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0516" y="4635556"/>
            <a:ext cx="487345" cy="287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285" name="text-315 Answer">
            <a:extLst xmlns:a="http://schemas.openxmlformats.org/drawingml/2006/main">
              <a:ext uri="{FF2B5EF4-FFF2-40B4-BE49-F238E27FC236}">
                <a16:creationId xmlns:a16="http://schemas.microsoft.com/office/drawing/2014/main" id="{0A759842-D3F9-4938-9D83-1AB6BFE5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0731" y="4881350"/>
            <a:ext cx="745681" cy="287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86" name="text-316 Expert">
            <a:extLst xmlns:a="http://schemas.openxmlformats.org/drawingml/2006/main">
              <a:ext uri="{FF2B5EF4-FFF2-40B4-BE49-F238E27FC236}">
                <a16:creationId xmlns:a16="http://schemas.microsoft.com/office/drawing/2014/main" id="{94B2F660-E3E3-40CC-9395-1A4C4EBD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3638" y="3051681"/>
            <a:ext cx="702966" cy="28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287" name="text-317 construction">
            <a:extLst xmlns:a="http://schemas.openxmlformats.org/drawingml/2006/main">
              <a:ext uri="{FF2B5EF4-FFF2-40B4-BE49-F238E27FC236}">
                <a16:creationId xmlns:a16="http://schemas.microsoft.com/office/drawing/2014/main" id="{6895D607-1FC4-456A-9085-BF50CF6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8605" y="3297477"/>
            <a:ext cx="1233993" cy="28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288" name="text-318 model">
            <a:extLst xmlns:a="http://schemas.openxmlformats.org/drawingml/2006/main">
              <a:ext uri="{FF2B5EF4-FFF2-40B4-BE49-F238E27FC236}">
                <a16:creationId xmlns:a16="http://schemas.microsoft.com/office/drawing/2014/main" id="{6D39DA04-BE61-488D-850C-A32B1B33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9651" y="3539270"/>
            <a:ext cx="593301" cy="28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289" name="text-319 Expert">
            <a:extLst xmlns:a="http://schemas.openxmlformats.org/drawingml/2006/main">
              <a:ext uri="{FF2B5EF4-FFF2-40B4-BE49-F238E27FC236}">
                <a16:creationId xmlns:a16="http://schemas.microsoft.com/office/drawing/2014/main" id="{47390B6F-A161-495C-97CB-D15137C8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0245" y="2922238"/>
            <a:ext cx="702967" cy="287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290" name="text-320 screening">
            <a:extLst xmlns:a="http://schemas.openxmlformats.org/drawingml/2006/main">
              <a:ext uri="{FF2B5EF4-FFF2-40B4-BE49-F238E27FC236}">
                <a16:creationId xmlns:a16="http://schemas.microsoft.com/office/drawing/2014/main" id="{70445297-FBB7-4A72-9417-C925DEBE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8657" y="3168170"/>
            <a:ext cx="945911" cy="28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screening</a:t>
            </a:r>
          </a:p>
        </p:txBody>
      </p:sp>
      <p:sp>
        <p:nvSpPr>
          <p:cNvPr id="291" name="text-321 model">
            <a:extLst xmlns:a="http://schemas.openxmlformats.org/drawingml/2006/main">
              <a:ext uri="{FF2B5EF4-FFF2-40B4-BE49-F238E27FC236}">
                <a16:creationId xmlns:a16="http://schemas.microsoft.com/office/drawing/2014/main" id="{96F6AFA9-3E53-4395-8325-855BC11B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4893" y="3409827"/>
            <a:ext cx="593299" cy="287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6136819-1107-4837-B089-1E1378853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b0c8f10f246d7"/>
          <a:stretch xmlns:a="http://schemas.openxmlformats.org/drawingml/2006/main"/>
        </p:blipFill>
        <p:spPr>
          <a:xfrm xmlns:a="http://schemas.openxmlformats.org/drawingml/2006/main">
            <a:off x="7671805" y="2025857"/>
            <a:ext cx="619125" cy="561975"/>
          </a:xfrm>
          <a:prstGeom xmlns:a="http://schemas.openxmlformats.org/drawingml/2006/main" prst="rect">
            <a:avLst/>
          </a:prstGeom>
        </p:spPr>
      </p:pic>
      <p:sp>
        <p:nvSpPr>
          <p:cNvPr id="293" name="path-323">
            <a:extLst xmlns:a="http://schemas.openxmlformats.org/drawingml/2006/main">
              <a:ext uri="{FF2B5EF4-FFF2-40B4-BE49-F238E27FC236}">
                <a16:creationId xmlns:a16="http://schemas.microsoft.com/office/drawing/2014/main" id="{F135FB29-DAFD-4102-896B-589E8273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49" y="2075557"/>
            <a:ext cx="495800" cy="420776"/>
          </a:xfrm>
          <a:custGeom xmlns:a="http://schemas.openxmlformats.org/drawingml/2006/main">
            <a:pathLst>
              <a:path w="495800" h="420776">
                <a:moveTo>
                  <a:pt x="0" y="105193"/>
                </a:moveTo>
                <a:lnTo>
                  <a:pt x="285412" y="105193"/>
                </a:lnTo>
                <a:lnTo>
                  <a:pt x="285412" y="0"/>
                </a:lnTo>
                <a:lnTo>
                  <a:pt x="495800" y="210387"/>
                </a:lnTo>
                <a:lnTo>
                  <a:pt x="285412" y="420776"/>
                </a:lnTo>
                <a:lnTo>
                  <a:pt x="285412" y="315581"/>
                </a:lnTo>
                <a:lnTo>
                  <a:pt x="0" y="315581"/>
                </a:lnTo>
                <a:lnTo>
                  <a:pt x="0" y="105193"/>
                </a:lnTo>
              </a:path>
            </a:pathLst>
          </a:custGeom>
          <a:solidFill xmlns:a="http://schemas.openxmlformats.org/drawingml/2006/main">
            <a:srgbClr val="F4FBF0"/>
          </a:solidFill>
          <a:ln xmlns:a="http://schemas.openxmlformats.org/drawingml/2006/main" w="17077">
            <a:solidFill>
              <a:srgbClr val="4D8526"/>
            </a:solidFill>
            <a:prstDash val="solid"/>
          </a:ln>
        </p:spPr>
      </p:sp>
      <p:sp>
        <p:nvSpPr>
          <p:cNvPr id="294" name="path-324">
            <a:extLst xmlns:a="http://schemas.openxmlformats.org/drawingml/2006/main">
              <a:ext uri="{FF2B5EF4-FFF2-40B4-BE49-F238E27FC236}">
                <a16:creationId xmlns:a16="http://schemas.microsoft.com/office/drawing/2014/main" id="{CE3F26EF-E597-4EF5-B247-6B45B2DB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054" y="1260076"/>
            <a:ext cx="1271322" cy="1622879"/>
          </a:xfrm>
          <a:custGeom xmlns:a="http://schemas.openxmlformats.org/drawingml/2006/main">
            <a:pathLst>
              <a:path w="1271322" h="1622879">
                <a:moveTo>
                  <a:pt x="1271322" y="1622310"/>
                </a:moveTo>
                <a:lnTo>
                  <a:pt x="1269500" y="1546715"/>
                </a:lnTo>
                <a:lnTo>
                  <a:pt x="1267564" y="1519279"/>
                </a:lnTo>
                <a:lnTo>
                  <a:pt x="1242063" y="1521214"/>
                </a:lnTo>
                <a:lnTo>
                  <a:pt x="1243999" y="1547286"/>
                </a:lnTo>
                <a:lnTo>
                  <a:pt x="1245707" y="1622879"/>
                </a:lnTo>
                <a:lnTo>
                  <a:pt x="1271322" y="1622310"/>
                </a:lnTo>
                <a:moveTo>
                  <a:pt x="1260734" y="1442204"/>
                </a:moveTo>
                <a:lnTo>
                  <a:pt x="1255155" y="1394845"/>
                </a:lnTo>
                <a:lnTo>
                  <a:pt x="1246275" y="1340199"/>
                </a:lnTo>
                <a:lnTo>
                  <a:pt x="1221001" y="1344411"/>
                </a:lnTo>
                <a:lnTo>
                  <a:pt x="1229767" y="1397805"/>
                </a:lnTo>
                <a:lnTo>
                  <a:pt x="1235347" y="1445165"/>
                </a:lnTo>
                <a:lnTo>
                  <a:pt x="1260734" y="1442204"/>
                </a:lnTo>
                <a:moveTo>
                  <a:pt x="1231362" y="1264263"/>
                </a:moveTo>
                <a:lnTo>
                  <a:pt x="1227378" y="1244910"/>
                </a:lnTo>
                <a:lnTo>
                  <a:pt x="1208707" y="1170909"/>
                </a:lnTo>
                <a:lnTo>
                  <a:pt x="1206657" y="1163850"/>
                </a:lnTo>
                <a:lnTo>
                  <a:pt x="1182065" y="1171137"/>
                </a:lnTo>
                <a:lnTo>
                  <a:pt x="1183888" y="1177285"/>
                </a:lnTo>
                <a:lnTo>
                  <a:pt x="1202330" y="1250146"/>
                </a:lnTo>
                <a:lnTo>
                  <a:pt x="1206315" y="1269500"/>
                </a:lnTo>
                <a:lnTo>
                  <a:pt x="1231362" y="1264263"/>
                </a:lnTo>
                <a:moveTo>
                  <a:pt x="1184230" y="1089737"/>
                </a:moveTo>
                <a:lnTo>
                  <a:pt x="1162485" y="1025983"/>
                </a:lnTo>
                <a:lnTo>
                  <a:pt x="1149619" y="992740"/>
                </a:lnTo>
                <a:lnTo>
                  <a:pt x="1125712" y="1001961"/>
                </a:lnTo>
                <a:lnTo>
                  <a:pt x="1138235" y="1034293"/>
                </a:lnTo>
                <a:lnTo>
                  <a:pt x="1159981" y="1098048"/>
                </a:lnTo>
                <a:lnTo>
                  <a:pt x="1184230" y="1089737"/>
                </a:lnTo>
                <a:moveTo>
                  <a:pt x="1120475" y="921130"/>
                </a:moveTo>
                <a:lnTo>
                  <a:pt x="1105219" y="885838"/>
                </a:lnTo>
                <a:lnTo>
                  <a:pt x="1077327" y="827662"/>
                </a:lnTo>
                <a:lnTo>
                  <a:pt x="1054216" y="838820"/>
                </a:lnTo>
                <a:lnTo>
                  <a:pt x="1081654" y="895970"/>
                </a:lnTo>
                <a:lnTo>
                  <a:pt x="1096909" y="931376"/>
                </a:lnTo>
                <a:lnTo>
                  <a:pt x="1120475" y="921130"/>
                </a:lnTo>
                <a:moveTo>
                  <a:pt x="1041580" y="759127"/>
                </a:moveTo>
                <a:lnTo>
                  <a:pt x="1037481" y="751499"/>
                </a:lnTo>
                <a:lnTo>
                  <a:pt x="1000253" y="687063"/>
                </a:lnTo>
                <a:lnTo>
                  <a:pt x="989325" y="669872"/>
                </a:lnTo>
                <a:lnTo>
                  <a:pt x="967693" y="683534"/>
                </a:lnTo>
                <a:lnTo>
                  <a:pt x="978054" y="699926"/>
                </a:lnTo>
                <a:lnTo>
                  <a:pt x="1014940" y="763454"/>
                </a:lnTo>
                <a:lnTo>
                  <a:pt x="1018924" y="771080"/>
                </a:lnTo>
                <a:lnTo>
                  <a:pt x="1041580" y="759127"/>
                </a:lnTo>
                <a:moveTo>
                  <a:pt x="947314" y="604980"/>
                </a:moveTo>
                <a:lnTo>
                  <a:pt x="919080" y="563995"/>
                </a:lnTo>
                <a:lnTo>
                  <a:pt x="887204" y="521302"/>
                </a:lnTo>
                <a:lnTo>
                  <a:pt x="866712" y="536672"/>
                </a:lnTo>
                <a:lnTo>
                  <a:pt x="898019" y="578453"/>
                </a:lnTo>
                <a:lnTo>
                  <a:pt x="926139" y="619437"/>
                </a:lnTo>
                <a:lnTo>
                  <a:pt x="947314" y="604980"/>
                </a:lnTo>
                <a:moveTo>
                  <a:pt x="839047" y="460849"/>
                </a:moveTo>
                <a:lnTo>
                  <a:pt x="830054" y="449693"/>
                </a:lnTo>
                <a:lnTo>
                  <a:pt x="782807" y="396299"/>
                </a:lnTo>
                <a:lnTo>
                  <a:pt x="770398" y="383321"/>
                </a:lnTo>
                <a:lnTo>
                  <a:pt x="751955" y="401080"/>
                </a:lnTo>
                <a:lnTo>
                  <a:pt x="763566" y="413262"/>
                </a:lnTo>
                <a:lnTo>
                  <a:pt x="810130" y="465858"/>
                </a:lnTo>
                <a:lnTo>
                  <a:pt x="819123" y="477016"/>
                </a:lnTo>
                <a:lnTo>
                  <a:pt x="839047" y="460849"/>
                </a:lnTo>
                <a:moveTo>
                  <a:pt x="715865" y="328332"/>
                </a:moveTo>
                <a:lnTo>
                  <a:pt x="683534" y="297594"/>
                </a:lnTo>
                <a:lnTo>
                  <a:pt x="639475" y="259342"/>
                </a:lnTo>
                <a:lnTo>
                  <a:pt x="622624" y="278695"/>
                </a:lnTo>
                <a:lnTo>
                  <a:pt x="665887" y="316265"/>
                </a:lnTo>
                <a:lnTo>
                  <a:pt x="698218" y="346890"/>
                </a:lnTo>
                <a:lnTo>
                  <a:pt x="715865" y="328332"/>
                </a:lnTo>
                <a:moveTo>
                  <a:pt x="578908" y="211072"/>
                </a:moveTo>
                <a:lnTo>
                  <a:pt x="578566" y="210843"/>
                </a:lnTo>
                <a:lnTo>
                  <a:pt x="524263" y="172135"/>
                </a:lnTo>
                <a:lnTo>
                  <a:pt x="493295" y="152440"/>
                </a:lnTo>
                <a:lnTo>
                  <a:pt x="479635" y="174072"/>
                </a:lnTo>
                <a:lnTo>
                  <a:pt x="509462" y="193083"/>
                </a:lnTo>
                <a:lnTo>
                  <a:pt x="562742" y="230880"/>
                </a:lnTo>
                <a:lnTo>
                  <a:pt x="563083" y="231108"/>
                </a:lnTo>
                <a:lnTo>
                  <a:pt x="578908" y="211072"/>
                </a:lnTo>
                <a:moveTo>
                  <a:pt x="426581" y="113163"/>
                </a:moveTo>
                <a:lnTo>
                  <a:pt x="412579" y="105308"/>
                </a:lnTo>
                <a:lnTo>
                  <a:pt x="355427" y="77302"/>
                </a:lnTo>
                <a:lnTo>
                  <a:pt x="332886" y="67966"/>
                </a:lnTo>
                <a:lnTo>
                  <a:pt x="323096" y="91647"/>
                </a:lnTo>
                <a:lnTo>
                  <a:pt x="344157" y="100412"/>
                </a:lnTo>
                <a:lnTo>
                  <a:pt x="400055" y="127622"/>
                </a:lnTo>
                <a:lnTo>
                  <a:pt x="413945" y="135477"/>
                </a:lnTo>
                <a:lnTo>
                  <a:pt x="426581" y="113163"/>
                </a:lnTo>
                <a:moveTo>
                  <a:pt x="260366" y="40530"/>
                </a:moveTo>
                <a:lnTo>
                  <a:pt x="238849" y="33242"/>
                </a:lnTo>
                <a:lnTo>
                  <a:pt x="179763" y="17305"/>
                </a:lnTo>
                <a:lnTo>
                  <a:pt x="159840" y="13433"/>
                </a:lnTo>
                <a:lnTo>
                  <a:pt x="154944" y="38594"/>
                </a:lnTo>
                <a:lnTo>
                  <a:pt x="173160" y="42009"/>
                </a:lnTo>
                <a:lnTo>
                  <a:pt x="230539" y="57379"/>
                </a:lnTo>
                <a:lnTo>
                  <a:pt x="252055" y="64779"/>
                </a:lnTo>
                <a:lnTo>
                  <a:pt x="260366" y="40530"/>
                </a:lnTo>
                <a:moveTo>
                  <a:pt x="82766" y="1822"/>
                </a:moveTo>
                <a:lnTo>
                  <a:pt x="65234" y="0"/>
                </a:lnTo>
                <a:lnTo>
                  <a:pt x="62615" y="25502"/>
                </a:lnTo>
                <a:lnTo>
                  <a:pt x="80147" y="27323"/>
                </a:lnTo>
                <a:lnTo>
                  <a:pt x="82766" y="1822"/>
                </a:lnTo>
                <a:moveTo>
                  <a:pt x="80375" y="-50435"/>
                </a:moveTo>
                <a:lnTo>
                  <a:pt x="0" y="9108"/>
                </a:lnTo>
                <a:lnTo>
                  <a:pt x="73089" y="77415"/>
                </a:lnTo>
                <a:lnTo>
                  <a:pt x="80375" y="-504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325">
            <a:extLst xmlns:a="http://schemas.openxmlformats.org/drawingml/2006/main">
              <a:ext uri="{FF2B5EF4-FFF2-40B4-BE49-F238E27FC236}">
                <a16:creationId xmlns:a16="http://schemas.microsoft.com/office/drawing/2014/main" id="{AEFEE186-2BC6-4DC1-AFE2-DF7FCFDB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662" y="839073"/>
            <a:ext cx="281999" cy="281997"/>
          </a:xfrm>
          <a:custGeom xmlns:a="http://schemas.openxmlformats.org/drawingml/2006/main">
            <a:pathLst>
              <a:path w="281999" h="281997">
                <a:moveTo>
                  <a:pt x="54191" y="0"/>
                </a:moveTo>
                <a:lnTo>
                  <a:pt x="141397" y="88459"/>
                </a:lnTo>
                <a:lnTo>
                  <a:pt x="229856" y="1366"/>
                </a:lnTo>
                <a:lnTo>
                  <a:pt x="281999" y="54190"/>
                </a:lnTo>
                <a:lnTo>
                  <a:pt x="193540" y="141396"/>
                </a:lnTo>
                <a:lnTo>
                  <a:pt x="280745" y="229855"/>
                </a:lnTo>
                <a:lnTo>
                  <a:pt x="227807" y="281997"/>
                </a:lnTo>
                <a:lnTo>
                  <a:pt x="140601" y="193539"/>
                </a:lnTo>
                <a:lnTo>
                  <a:pt x="52143" y="280744"/>
                </a:lnTo>
                <a:lnTo>
                  <a:pt x="0" y="227806"/>
                </a:lnTo>
                <a:lnTo>
                  <a:pt x="88459" y="140599"/>
                </a:lnTo>
                <a:lnTo>
                  <a:pt x="1254" y="52141"/>
                </a:lnTo>
                <a:lnTo>
                  <a:pt x="54191" y="0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326">
            <a:extLst xmlns:a="http://schemas.openxmlformats.org/drawingml/2006/main">
              <a:ext uri="{FF2B5EF4-FFF2-40B4-BE49-F238E27FC236}">
                <a16:creationId xmlns:a16="http://schemas.microsoft.com/office/drawing/2014/main" id="{4E381024-D7C7-4B81-9727-48AC43E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662" y="839073"/>
            <a:ext cx="281999" cy="281997"/>
          </a:xfrm>
          <a:custGeom xmlns:a="http://schemas.openxmlformats.org/drawingml/2006/main">
            <a:pathLst>
              <a:path w="281999" h="281997">
                <a:moveTo>
                  <a:pt x="54191" y="0"/>
                </a:moveTo>
                <a:lnTo>
                  <a:pt x="141397" y="88459"/>
                </a:lnTo>
                <a:lnTo>
                  <a:pt x="229856" y="1366"/>
                </a:lnTo>
                <a:lnTo>
                  <a:pt x="281999" y="54190"/>
                </a:lnTo>
                <a:lnTo>
                  <a:pt x="193540" y="141396"/>
                </a:lnTo>
                <a:lnTo>
                  <a:pt x="280745" y="229855"/>
                </a:lnTo>
                <a:lnTo>
                  <a:pt x="227807" y="281997"/>
                </a:lnTo>
                <a:lnTo>
                  <a:pt x="140601" y="193539"/>
                </a:lnTo>
                <a:lnTo>
                  <a:pt x="52143" y="280744"/>
                </a:lnTo>
                <a:lnTo>
                  <a:pt x="0" y="227806"/>
                </a:lnTo>
                <a:lnTo>
                  <a:pt x="88459" y="140599"/>
                </a:lnTo>
                <a:lnTo>
                  <a:pt x="1254" y="52141"/>
                </a:lnTo>
                <a:lnTo>
                  <a:pt x="541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77">
            <a:solidFill>
              <a:srgbClr val="C00000"/>
            </a:solidFill>
            <a:prstDash val="solid"/>
          </a:ln>
        </p:spPr>
      </p:sp>
      <p:sp>
        <p:nvSpPr>
          <p:cNvPr id="297" name="path-327">
            <a:extLst xmlns:a="http://schemas.openxmlformats.org/drawingml/2006/main">
              <a:ext uri="{FF2B5EF4-FFF2-40B4-BE49-F238E27FC236}">
                <a16:creationId xmlns:a16="http://schemas.microsoft.com/office/drawing/2014/main" id="{4A5EE222-B44D-4257-8D6C-1EFAAEF9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85" y="4958942"/>
            <a:ext cx="5706876" cy="657006"/>
          </a:xfrm>
          <a:custGeom xmlns:a="http://schemas.openxmlformats.org/drawingml/2006/main">
            <a:pathLst>
              <a:path w="5706876" h="657006">
                <a:moveTo>
                  <a:pt x="25593" y="0"/>
                </a:moveTo>
                <a:lnTo>
                  <a:pt x="27300" y="43717"/>
                </a:lnTo>
                <a:lnTo>
                  <a:pt x="28404" y="65462"/>
                </a:lnTo>
                <a:lnTo>
                  <a:pt x="30010" y="86751"/>
                </a:lnTo>
                <a:lnTo>
                  <a:pt x="31410" y="101551"/>
                </a:lnTo>
                <a:lnTo>
                  <a:pt x="5909" y="103942"/>
                </a:lnTo>
                <a:lnTo>
                  <a:pt x="4463" y="88686"/>
                </a:lnTo>
                <a:lnTo>
                  <a:pt x="2823" y="66714"/>
                </a:lnTo>
                <a:lnTo>
                  <a:pt x="1707" y="44742"/>
                </a:lnTo>
                <a:lnTo>
                  <a:pt x="0" y="1024"/>
                </a:lnTo>
                <a:lnTo>
                  <a:pt x="25593" y="0"/>
                </a:lnTo>
                <a:moveTo>
                  <a:pt x="43831" y="175210"/>
                </a:moveTo>
                <a:lnTo>
                  <a:pt x="48066" y="191148"/>
                </a:lnTo>
                <a:lnTo>
                  <a:pt x="54612" y="211413"/>
                </a:lnTo>
                <a:lnTo>
                  <a:pt x="62376" y="231108"/>
                </a:lnTo>
                <a:lnTo>
                  <a:pt x="71598" y="250689"/>
                </a:lnTo>
                <a:lnTo>
                  <a:pt x="80694" y="266970"/>
                </a:lnTo>
                <a:lnTo>
                  <a:pt x="58301" y="279379"/>
                </a:lnTo>
                <a:lnTo>
                  <a:pt x="48430" y="261619"/>
                </a:lnTo>
                <a:lnTo>
                  <a:pt x="38526" y="240443"/>
                </a:lnTo>
                <a:lnTo>
                  <a:pt x="30237" y="219268"/>
                </a:lnTo>
                <a:lnTo>
                  <a:pt x="23293" y="197751"/>
                </a:lnTo>
                <a:lnTo>
                  <a:pt x="19058" y="181698"/>
                </a:lnTo>
                <a:lnTo>
                  <a:pt x="43831" y="175210"/>
                </a:lnTo>
                <a:moveTo>
                  <a:pt x="124935" y="325486"/>
                </a:moveTo>
                <a:lnTo>
                  <a:pt x="133621" y="334481"/>
                </a:lnTo>
                <a:lnTo>
                  <a:pt x="142934" y="343360"/>
                </a:lnTo>
                <a:lnTo>
                  <a:pt x="152896" y="352241"/>
                </a:lnTo>
                <a:lnTo>
                  <a:pt x="163381" y="361006"/>
                </a:lnTo>
                <a:lnTo>
                  <a:pt x="174424" y="369545"/>
                </a:lnTo>
                <a:lnTo>
                  <a:pt x="186173" y="378083"/>
                </a:lnTo>
                <a:lnTo>
                  <a:pt x="198514" y="386621"/>
                </a:lnTo>
                <a:lnTo>
                  <a:pt x="201576" y="388558"/>
                </a:lnTo>
                <a:lnTo>
                  <a:pt x="187653" y="410074"/>
                </a:lnTo>
                <a:lnTo>
                  <a:pt x="183987" y="407683"/>
                </a:lnTo>
                <a:lnTo>
                  <a:pt x="171054" y="398803"/>
                </a:lnTo>
                <a:lnTo>
                  <a:pt x="158724" y="389810"/>
                </a:lnTo>
                <a:lnTo>
                  <a:pt x="146884" y="380588"/>
                </a:lnTo>
                <a:lnTo>
                  <a:pt x="135853" y="371253"/>
                </a:lnTo>
                <a:lnTo>
                  <a:pt x="125322" y="361917"/>
                </a:lnTo>
                <a:lnTo>
                  <a:pt x="115167" y="352241"/>
                </a:lnTo>
                <a:lnTo>
                  <a:pt x="106480" y="343246"/>
                </a:lnTo>
                <a:lnTo>
                  <a:pt x="124935" y="325486"/>
                </a:lnTo>
                <a:moveTo>
                  <a:pt x="267186" y="425899"/>
                </a:moveTo>
                <a:lnTo>
                  <a:pt x="270260" y="427379"/>
                </a:lnTo>
                <a:lnTo>
                  <a:pt x="286767" y="435234"/>
                </a:lnTo>
                <a:lnTo>
                  <a:pt x="304072" y="442862"/>
                </a:lnTo>
                <a:lnTo>
                  <a:pt x="322060" y="450490"/>
                </a:lnTo>
                <a:lnTo>
                  <a:pt x="340958" y="457890"/>
                </a:lnTo>
                <a:lnTo>
                  <a:pt x="360198" y="464948"/>
                </a:lnTo>
                <a:lnTo>
                  <a:pt x="351318" y="488970"/>
                </a:lnTo>
                <a:lnTo>
                  <a:pt x="331509" y="481684"/>
                </a:lnTo>
                <a:lnTo>
                  <a:pt x="312155" y="474056"/>
                </a:lnTo>
                <a:lnTo>
                  <a:pt x="293598" y="466314"/>
                </a:lnTo>
                <a:lnTo>
                  <a:pt x="275838" y="458346"/>
                </a:lnTo>
                <a:lnTo>
                  <a:pt x="258761" y="450262"/>
                </a:lnTo>
                <a:lnTo>
                  <a:pt x="255573" y="448668"/>
                </a:lnTo>
                <a:lnTo>
                  <a:pt x="267186" y="425899"/>
                </a:lnTo>
                <a:moveTo>
                  <a:pt x="432377" y="488514"/>
                </a:moveTo>
                <a:lnTo>
                  <a:pt x="447404" y="492840"/>
                </a:lnTo>
                <a:lnTo>
                  <a:pt x="471312" y="499330"/>
                </a:lnTo>
                <a:lnTo>
                  <a:pt x="496017" y="505819"/>
                </a:lnTo>
                <a:lnTo>
                  <a:pt x="521746" y="511967"/>
                </a:lnTo>
                <a:lnTo>
                  <a:pt x="530854" y="514016"/>
                </a:lnTo>
                <a:lnTo>
                  <a:pt x="525162" y="538948"/>
                </a:lnTo>
                <a:lnTo>
                  <a:pt x="515712" y="536899"/>
                </a:lnTo>
                <a:lnTo>
                  <a:pt x="489641" y="530523"/>
                </a:lnTo>
                <a:lnTo>
                  <a:pt x="464481" y="524034"/>
                </a:lnTo>
                <a:lnTo>
                  <a:pt x="440232" y="517432"/>
                </a:lnTo>
                <a:lnTo>
                  <a:pt x="425318" y="513106"/>
                </a:lnTo>
                <a:lnTo>
                  <a:pt x="432377" y="488514"/>
                </a:lnTo>
                <a:moveTo>
                  <a:pt x="605537" y="529840"/>
                </a:moveTo>
                <a:lnTo>
                  <a:pt x="634112" y="535078"/>
                </a:lnTo>
                <a:lnTo>
                  <a:pt x="664623" y="540428"/>
                </a:lnTo>
                <a:lnTo>
                  <a:pt x="696273" y="545665"/>
                </a:lnTo>
                <a:lnTo>
                  <a:pt x="706063" y="547146"/>
                </a:lnTo>
                <a:lnTo>
                  <a:pt x="702193" y="572533"/>
                </a:lnTo>
                <a:lnTo>
                  <a:pt x="692060" y="570939"/>
                </a:lnTo>
                <a:lnTo>
                  <a:pt x="660183" y="565702"/>
                </a:lnTo>
                <a:lnTo>
                  <a:pt x="629445" y="560351"/>
                </a:lnTo>
                <a:lnTo>
                  <a:pt x="600869" y="555001"/>
                </a:lnTo>
                <a:lnTo>
                  <a:pt x="605537" y="529840"/>
                </a:lnTo>
                <a:moveTo>
                  <a:pt x="781885" y="558074"/>
                </a:moveTo>
                <a:lnTo>
                  <a:pt x="797595" y="560124"/>
                </a:lnTo>
                <a:lnTo>
                  <a:pt x="834710" y="564677"/>
                </a:lnTo>
                <a:lnTo>
                  <a:pt x="873645" y="569004"/>
                </a:lnTo>
                <a:lnTo>
                  <a:pt x="883208" y="569914"/>
                </a:lnTo>
                <a:lnTo>
                  <a:pt x="880704" y="595416"/>
                </a:lnTo>
                <a:lnTo>
                  <a:pt x="870913" y="594391"/>
                </a:lnTo>
                <a:lnTo>
                  <a:pt x="831636" y="590065"/>
                </a:lnTo>
                <a:lnTo>
                  <a:pt x="794294" y="585512"/>
                </a:lnTo>
                <a:lnTo>
                  <a:pt x="778583" y="583462"/>
                </a:lnTo>
                <a:lnTo>
                  <a:pt x="781885" y="558074"/>
                </a:lnTo>
                <a:moveTo>
                  <a:pt x="959599" y="577314"/>
                </a:moveTo>
                <a:lnTo>
                  <a:pt x="1001153" y="580843"/>
                </a:lnTo>
                <a:lnTo>
                  <a:pt x="1047033" y="584600"/>
                </a:lnTo>
                <a:lnTo>
                  <a:pt x="1061606" y="585625"/>
                </a:lnTo>
                <a:lnTo>
                  <a:pt x="1059670" y="611241"/>
                </a:lnTo>
                <a:lnTo>
                  <a:pt x="1044984" y="610102"/>
                </a:lnTo>
                <a:lnTo>
                  <a:pt x="998990" y="606459"/>
                </a:lnTo>
                <a:lnTo>
                  <a:pt x="957322" y="602816"/>
                </a:lnTo>
                <a:lnTo>
                  <a:pt x="959599" y="577314"/>
                </a:lnTo>
                <a:moveTo>
                  <a:pt x="1138110" y="591090"/>
                </a:moveTo>
                <a:lnTo>
                  <a:pt x="1143347" y="591432"/>
                </a:lnTo>
                <a:lnTo>
                  <a:pt x="1193781" y="594733"/>
                </a:lnTo>
                <a:lnTo>
                  <a:pt x="1240230" y="597465"/>
                </a:lnTo>
                <a:lnTo>
                  <a:pt x="1238750" y="623081"/>
                </a:lnTo>
                <a:lnTo>
                  <a:pt x="1192187" y="620234"/>
                </a:lnTo>
                <a:lnTo>
                  <a:pt x="1141639" y="617047"/>
                </a:lnTo>
                <a:lnTo>
                  <a:pt x="1136403" y="616705"/>
                </a:lnTo>
                <a:lnTo>
                  <a:pt x="1138110" y="591090"/>
                </a:lnTo>
                <a:moveTo>
                  <a:pt x="1316849" y="601563"/>
                </a:moveTo>
                <a:lnTo>
                  <a:pt x="1408723" y="606118"/>
                </a:lnTo>
                <a:lnTo>
                  <a:pt x="1419083" y="606572"/>
                </a:lnTo>
                <a:lnTo>
                  <a:pt x="1418058" y="632188"/>
                </a:lnTo>
                <a:lnTo>
                  <a:pt x="1407470" y="631733"/>
                </a:lnTo>
                <a:lnTo>
                  <a:pt x="1315596" y="627179"/>
                </a:lnTo>
                <a:lnTo>
                  <a:pt x="1316849" y="601563"/>
                </a:lnTo>
                <a:moveTo>
                  <a:pt x="1495929" y="609875"/>
                </a:moveTo>
                <a:lnTo>
                  <a:pt x="1523252" y="611013"/>
                </a:lnTo>
                <a:lnTo>
                  <a:pt x="1598163" y="613631"/>
                </a:lnTo>
                <a:lnTo>
                  <a:pt x="1597252" y="639246"/>
                </a:lnTo>
                <a:lnTo>
                  <a:pt x="1522227" y="636628"/>
                </a:lnTo>
                <a:lnTo>
                  <a:pt x="1494791" y="635376"/>
                </a:lnTo>
                <a:lnTo>
                  <a:pt x="1495929" y="609875"/>
                </a:lnTo>
                <a:moveTo>
                  <a:pt x="1674896" y="616250"/>
                </a:moveTo>
                <a:lnTo>
                  <a:pt x="1764264" y="619096"/>
                </a:lnTo>
                <a:lnTo>
                  <a:pt x="1777243" y="619437"/>
                </a:lnTo>
                <a:lnTo>
                  <a:pt x="1776674" y="645053"/>
                </a:lnTo>
                <a:lnTo>
                  <a:pt x="1763468" y="644712"/>
                </a:lnTo>
                <a:lnTo>
                  <a:pt x="1674099" y="641866"/>
                </a:lnTo>
                <a:lnTo>
                  <a:pt x="1674896" y="616250"/>
                </a:lnTo>
                <a:moveTo>
                  <a:pt x="1854089" y="621373"/>
                </a:moveTo>
                <a:lnTo>
                  <a:pt x="1889723" y="622283"/>
                </a:lnTo>
                <a:lnTo>
                  <a:pt x="1956437" y="623650"/>
                </a:lnTo>
                <a:lnTo>
                  <a:pt x="1955982" y="649265"/>
                </a:lnTo>
                <a:lnTo>
                  <a:pt x="1889041" y="647899"/>
                </a:lnTo>
                <a:lnTo>
                  <a:pt x="1853407" y="646988"/>
                </a:lnTo>
                <a:lnTo>
                  <a:pt x="1854089" y="621373"/>
                </a:lnTo>
                <a:moveTo>
                  <a:pt x="2033284" y="625243"/>
                </a:moveTo>
                <a:lnTo>
                  <a:pt x="2135745" y="627065"/>
                </a:lnTo>
                <a:lnTo>
                  <a:pt x="2135290" y="652680"/>
                </a:lnTo>
                <a:lnTo>
                  <a:pt x="2032828" y="650859"/>
                </a:lnTo>
                <a:lnTo>
                  <a:pt x="2033284" y="625243"/>
                </a:lnTo>
                <a:moveTo>
                  <a:pt x="2212478" y="628090"/>
                </a:moveTo>
                <a:lnTo>
                  <a:pt x="2280216" y="629001"/>
                </a:lnTo>
                <a:lnTo>
                  <a:pt x="2314939" y="629228"/>
                </a:lnTo>
                <a:lnTo>
                  <a:pt x="2314711" y="654844"/>
                </a:lnTo>
                <a:lnTo>
                  <a:pt x="2279988" y="654617"/>
                </a:lnTo>
                <a:lnTo>
                  <a:pt x="2212136" y="653705"/>
                </a:lnTo>
                <a:lnTo>
                  <a:pt x="2212478" y="628090"/>
                </a:lnTo>
                <a:moveTo>
                  <a:pt x="2391672" y="629798"/>
                </a:moveTo>
                <a:lnTo>
                  <a:pt x="2494133" y="630595"/>
                </a:lnTo>
                <a:lnTo>
                  <a:pt x="2494019" y="656210"/>
                </a:lnTo>
                <a:lnTo>
                  <a:pt x="2391558" y="655413"/>
                </a:lnTo>
                <a:lnTo>
                  <a:pt x="2391672" y="629798"/>
                </a:lnTo>
                <a:moveTo>
                  <a:pt x="2570980" y="631050"/>
                </a:moveTo>
                <a:lnTo>
                  <a:pt x="2673441" y="631164"/>
                </a:lnTo>
                <a:lnTo>
                  <a:pt x="2673327" y="656779"/>
                </a:lnTo>
                <a:lnTo>
                  <a:pt x="2570866" y="656665"/>
                </a:lnTo>
                <a:lnTo>
                  <a:pt x="2570980" y="631050"/>
                </a:lnTo>
                <a:moveTo>
                  <a:pt x="2750288" y="631278"/>
                </a:moveTo>
                <a:lnTo>
                  <a:pt x="2815977" y="631391"/>
                </a:lnTo>
                <a:lnTo>
                  <a:pt x="2852635" y="631278"/>
                </a:lnTo>
                <a:lnTo>
                  <a:pt x="2852749" y="656893"/>
                </a:lnTo>
                <a:lnTo>
                  <a:pt x="2815977" y="657006"/>
                </a:lnTo>
                <a:lnTo>
                  <a:pt x="2750174" y="656893"/>
                </a:lnTo>
                <a:lnTo>
                  <a:pt x="2750288" y="631278"/>
                </a:lnTo>
                <a:moveTo>
                  <a:pt x="2929481" y="630936"/>
                </a:moveTo>
                <a:lnTo>
                  <a:pt x="2949405" y="630822"/>
                </a:lnTo>
                <a:lnTo>
                  <a:pt x="3031943" y="630367"/>
                </a:lnTo>
                <a:lnTo>
                  <a:pt x="3032057" y="655982"/>
                </a:lnTo>
                <a:lnTo>
                  <a:pt x="2949518" y="656437"/>
                </a:lnTo>
                <a:lnTo>
                  <a:pt x="2929596" y="656552"/>
                </a:lnTo>
                <a:lnTo>
                  <a:pt x="2929481" y="630936"/>
                </a:lnTo>
                <a:moveTo>
                  <a:pt x="3108676" y="629798"/>
                </a:moveTo>
                <a:lnTo>
                  <a:pt x="3211138" y="628773"/>
                </a:lnTo>
                <a:lnTo>
                  <a:pt x="3211479" y="654388"/>
                </a:lnTo>
                <a:lnTo>
                  <a:pt x="3109018" y="655413"/>
                </a:lnTo>
                <a:lnTo>
                  <a:pt x="3108676" y="629798"/>
                </a:lnTo>
                <a:moveTo>
                  <a:pt x="3287984" y="627749"/>
                </a:moveTo>
                <a:lnTo>
                  <a:pt x="3340695" y="627065"/>
                </a:lnTo>
                <a:lnTo>
                  <a:pt x="3390445" y="626382"/>
                </a:lnTo>
                <a:lnTo>
                  <a:pt x="3390787" y="651997"/>
                </a:lnTo>
                <a:lnTo>
                  <a:pt x="3341036" y="652680"/>
                </a:lnTo>
                <a:lnTo>
                  <a:pt x="3288326" y="653364"/>
                </a:lnTo>
                <a:lnTo>
                  <a:pt x="3287984" y="627749"/>
                </a:lnTo>
                <a:moveTo>
                  <a:pt x="3467178" y="625130"/>
                </a:moveTo>
                <a:lnTo>
                  <a:pt x="3569639" y="623195"/>
                </a:lnTo>
                <a:lnTo>
                  <a:pt x="3570095" y="648810"/>
                </a:lnTo>
                <a:lnTo>
                  <a:pt x="3467633" y="650745"/>
                </a:lnTo>
                <a:lnTo>
                  <a:pt x="3467178" y="625130"/>
                </a:lnTo>
                <a:moveTo>
                  <a:pt x="3646372" y="621487"/>
                </a:moveTo>
                <a:lnTo>
                  <a:pt x="3708532" y="620121"/>
                </a:lnTo>
                <a:lnTo>
                  <a:pt x="3748833" y="619096"/>
                </a:lnTo>
                <a:lnTo>
                  <a:pt x="3749516" y="644712"/>
                </a:lnTo>
                <a:lnTo>
                  <a:pt x="3709101" y="645736"/>
                </a:lnTo>
                <a:lnTo>
                  <a:pt x="3646941" y="647102"/>
                </a:lnTo>
                <a:lnTo>
                  <a:pt x="3646372" y="621487"/>
                </a:lnTo>
                <a:moveTo>
                  <a:pt x="3825566" y="617047"/>
                </a:moveTo>
                <a:lnTo>
                  <a:pt x="3928028" y="613973"/>
                </a:lnTo>
                <a:lnTo>
                  <a:pt x="3928711" y="639589"/>
                </a:lnTo>
                <a:lnTo>
                  <a:pt x="3826363" y="642662"/>
                </a:lnTo>
                <a:lnTo>
                  <a:pt x="3825566" y="617047"/>
                </a:lnTo>
                <a:moveTo>
                  <a:pt x="4004760" y="611468"/>
                </a:moveTo>
                <a:lnTo>
                  <a:pt x="4040053" y="610216"/>
                </a:lnTo>
                <a:lnTo>
                  <a:pt x="4090828" y="608395"/>
                </a:lnTo>
                <a:lnTo>
                  <a:pt x="4107108" y="607712"/>
                </a:lnTo>
                <a:lnTo>
                  <a:pt x="4108133" y="633327"/>
                </a:lnTo>
                <a:lnTo>
                  <a:pt x="4091739" y="633896"/>
                </a:lnTo>
                <a:lnTo>
                  <a:pt x="4040963" y="635831"/>
                </a:lnTo>
                <a:lnTo>
                  <a:pt x="4005670" y="637083"/>
                </a:lnTo>
                <a:lnTo>
                  <a:pt x="4004760" y="611468"/>
                </a:lnTo>
                <a:moveTo>
                  <a:pt x="4183841" y="604524"/>
                </a:moveTo>
                <a:lnTo>
                  <a:pt x="4188053" y="604296"/>
                </a:lnTo>
                <a:lnTo>
                  <a:pt x="4234388" y="602246"/>
                </a:lnTo>
                <a:lnTo>
                  <a:pt x="4279130" y="600084"/>
                </a:lnTo>
                <a:lnTo>
                  <a:pt x="4286074" y="599742"/>
                </a:lnTo>
                <a:lnTo>
                  <a:pt x="4287327" y="625243"/>
                </a:lnTo>
                <a:lnTo>
                  <a:pt x="4280382" y="625699"/>
                </a:lnTo>
                <a:lnTo>
                  <a:pt x="4235526" y="627749"/>
                </a:lnTo>
                <a:lnTo>
                  <a:pt x="4189191" y="629911"/>
                </a:lnTo>
                <a:lnTo>
                  <a:pt x="4184865" y="630139"/>
                </a:lnTo>
                <a:lnTo>
                  <a:pt x="4183841" y="604524"/>
                </a:lnTo>
                <a:moveTo>
                  <a:pt x="4362693" y="595644"/>
                </a:moveTo>
                <a:lnTo>
                  <a:pt x="4363490" y="595530"/>
                </a:lnTo>
                <a:lnTo>
                  <a:pt x="4402994" y="593253"/>
                </a:lnTo>
                <a:lnTo>
                  <a:pt x="4464813" y="588927"/>
                </a:lnTo>
                <a:lnTo>
                  <a:pt x="4466520" y="614428"/>
                </a:lnTo>
                <a:lnTo>
                  <a:pt x="4404474" y="618869"/>
                </a:lnTo>
                <a:lnTo>
                  <a:pt x="4364856" y="621145"/>
                </a:lnTo>
                <a:lnTo>
                  <a:pt x="4364173" y="621145"/>
                </a:lnTo>
                <a:lnTo>
                  <a:pt x="4362693" y="595644"/>
                </a:lnTo>
                <a:moveTo>
                  <a:pt x="4540976" y="582323"/>
                </a:moveTo>
                <a:lnTo>
                  <a:pt x="4553044" y="581186"/>
                </a:lnTo>
                <a:lnTo>
                  <a:pt x="4589133" y="577314"/>
                </a:lnTo>
                <a:lnTo>
                  <a:pt x="4624881" y="573216"/>
                </a:lnTo>
                <a:lnTo>
                  <a:pt x="4642413" y="571053"/>
                </a:lnTo>
                <a:lnTo>
                  <a:pt x="4645714" y="596441"/>
                </a:lnTo>
                <a:lnTo>
                  <a:pt x="4627727" y="598717"/>
                </a:lnTo>
                <a:lnTo>
                  <a:pt x="4591866" y="602816"/>
                </a:lnTo>
                <a:lnTo>
                  <a:pt x="4555435" y="606687"/>
                </a:lnTo>
                <a:lnTo>
                  <a:pt x="4543481" y="607826"/>
                </a:lnTo>
                <a:lnTo>
                  <a:pt x="4540976" y="582323"/>
                </a:lnTo>
                <a:moveTo>
                  <a:pt x="4718349" y="560807"/>
                </a:moveTo>
                <a:lnTo>
                  <a:pt x="4728823" y="559327"/>
                </a:lnTo>
                <a:lnTo>
                  <a:pt x="4762407" y="554203"/>
                </a:lnTo>
                <a:lnTo>
                  <a:pt x="4795423" y="548852"/>
                </a:lnTo>
                <a:lnTo>
                  <a:pt x="4819217" y="544754"/>
                </a:lnTo>
                <a:lnTo>
                  <a:pt x="4823543" y="569914"/>
                </a:lnTo>
                <a:lnTo>
                  <a:pt x="4799521" y="574127"/>
                </a:lnTo>
                <a:lnTo>
                  <a:pt x="4766164" y="579478"/>
                </a:lnTo>
                <a:lnTo>
                  <a:pt x="4732466" y="584600"/>
                </a:lnTo>
                <a:lnTo>
                  <a:pt x="4722106" y="586195"/>
                </a:lnTo>
                <a:lnTo>
                  <a:pt x="4718349" y="560807"/>
                </a:lnTo>
                <a:moveTo>
                  <a:pt x="4894469" y="530865"/>
                </a:moveTo>
                <a:lnTo>
                  <a:pt x="4922248" y="525287"/>
                </a:lnTo>
                <a:lnTo>
                  <a:pt x="4952530" y="518911"/>
                </a:lnTo>
                <a:lnTo>
                  <a:pt x="4982244" y="512535"/>
                </a:lnTo>
                <a:lnTo>
                  <a:pt x="4994426" y="509690"/>
                </a:lnTo>
                <a:lnTo>
                  <a:pt x="5000004" y="534736"/>
                </a:lnTo>
                <a:lnTo>
                  <a:pt x="4987709" y="537468"/>
                </a:lnTo>
                <a:lnTo>
                  <a:pt x="4957767" y="544071"/>
                </a:lnTo>
                <a:lnTo>
                  <a:pt x="4927257" y="550447"/>
                </a:lnTo>
                <a:lnTo>
                  <a:pt x="4899478" y="555911"/>
                </a:lnTo>
                <a:lnTo>
                  <a:pt x="4894469" y="530865"/>
                </a:lnTo>
                <a:moveTo>
                  <a:pt x="5068881" y="492044"/>
                </a:moveTo>
                <a:lnTo>
                  <a:pt x="5095749" y="485213"/>
                </a:lnTo>
                <a:lnTo>
                  <a:pt x="5122731" y="478154"/>
                </a:lnTo>
                <a:lnTo>
                  <a:pt x="5149029" y="470982"/>
                </a:lnTo>
                <a:lnTo>
                  <a:pt x="5167587" y="465745"/>
                </a:lnTo>
                <a:lnTo>
                  <a:pt x="5174417" y="490449"/>
                </a:lnTo>
                <a:lnTo>
                  <a:pt x="5155860" y="495687"/>
                </a:lnTo>
                <a:lnTo>
                  <a:pt x="5129220" y="502973"/>
                </a:lnTo>
                <a:lnTo>
                  <a:pt x="5102011" y="510145"/>
                </a:lnTo>
                <a:lnTo>
                  <a:pt x="5075143" y="516862"/>
                </a:lnTo>
                <a:lnTo>
                  <a:pt x="5068881" y="492044"/>
                </a:lnTo>
                <a:moveTo>
                  <a:pt x="5240903" y="444114"/>
                </a:moveTo>
                <a:lnTo>
                  <a:pt x="5248759" y="441723"/>
                </a:lnTo>
                <a:lnTo>
                  <a:pt x="5272211" y="434323"/>
                </a:lnTo>
                <a:lnTo>
                  <a:pt x="5295207" y="426924"/>
                </a:lnTo>
                <a:lnTo>
                  <a:pt x="5317521" y="419523"/>
                </a:lnTo>
                <a:lnTo>
                  <a:pt x="5338014" y="412465"/>
                </a:lnTo>
                <a:lnTo>
                  <a:pt x="5346212" y="436714"/>
                </a:lnTo>
                <a:lnTo>
                  <a:pt x="5325491" y="443773"/>
                </a:lnTo>
                <a:lnTo>
                  <a:pt x="5303063" y="451287"/>
                </a:lnTo>
                <a:lnTo>
                  <a:pt x="5279953" y="458800"/>
                </a:lnTo>
                <a:lnTo>
                  <a:pt x="5256272" y="466201"/>
                </a:lnTo>
                <a:lnTo>
                  <a:pt x="5248417" y="468591"/>
                </a:lnTo>
                <a:lnTo>
                  <a:pt x="5240903" y="444114"/>
                </a:lnTo>
                <a:moveTo>
                  <a:pt x="5409965" y="386621"/>
                </a:moveTo>
                <a:lnTo>
                  <a:pt x="5419870" y="382865"/>
                </a:lnTo>
                <a:lnTo>
                  <a:pt x="5438541" y="375693"/>
                </a:lnTo>
                <a:lnTo>
                  <a:pt x="5456642" y="368634"/>
                </a:lnTo>
                <a:lnTo>
                  <a:pt x="5474060" y="361689"/>
                </a:lnTo>
                <a:lnTo>
                  <a:pt x="5490796" y="354859"/>
                </a:lnTo>
                <a:lnTo>
                  <a:pt x="5504799" y="349052"/>
                </a:lnTo>
                <a:lnTo>
                  <a:pt x="5514590" y="372733"/>
                </a:lnTo>
                <a:lnTo>
                  <a:pt x="5500587" y="378539"/>
                </a:lnTo>
                <a:lnTo>
                  <a:pt x="5483510" y="385483"/>
                </a:lnTo>
                <a:lnTo>
                  <a:pt x="5465977" y="392542"/>
                </a:lnTo>
                <a:lnTo>
                  <a:pt x="5447648" y="399714"/>
                </a:lnTo>
                <a:lnTo>
                  <a:pt x="5428864" y="406887"/>
                </a:lnTo>
                <a:lnTo>
                  <a:pt x="5418958" y="410644"/>
                </a:lnTo>
                <a:lnTo>
                  <a:pt x="5409965" y="386621"/>
                </a:lnTo>
                <a:moveTo>
                  <a:pt x="5574701" y="318428"/>
                </a:moveTo>
                <a:lnTo>
                  <a:pt x="5578343" y="316720"/>
                </a:lnTo>
                <a:lnTo>
                  <a:pt x="5590753" y="310914"/>
                </a:lnTo>
                <a:lnTo>
                  <a:pt x="5602593" y="305449"/>
                </a:lnTo>
                <a:lnTo>
                  <a:pt x="5613522" y="300099"/>
                </a:lnTo>
                <a:lnTo>
                  <a:pt x="5623996" y="294975"/>
                </a:lnTo>
                <a:lnTo>
                  <a:pt x="5644602" y="284388"/>
                </a:lnTo>
                <a:lnTo>
                  <a:pt x="5656442" y="307043"/>
                </a:lnTo>
                <a:lnTo>
                  <a:pt x="5635266" y="317973"/>
                </a:lnTo>
                <a:lnTo>
                  <a:pt x="5624793" y="323096"/>
                </a:lnTo>
                <a:lnTo>
                  <a:pt x="5613522" y="328560"/>
                </a:lnTo>
                <a:lnTo>
                  <a:pt x="5601568" y="334139"/>
                </a:lnTo>
                <a:lnTo>
                  <a:pt x="5589045" y="340059"/>
                </a:lnTo>
                <a:lnTo>
                  <a:pt x="5585403" y="341653"/>
                </a:lnTo>
                <a:lnTo>
                  <a:pt x="5574701" y="318428"/>
                </a:lnTo>
                <a:moveTo>
                  <a:pt x="5608968" y="245339"/>
                </a:moveTo>
                <a:lnTo>
                  <a:pt x="5706876" y="265376"/>
                </a:lnTo>
                <a:lnTo>
                  <a:pt x="5669535" y="358160"/>
                </a:lnTo>
                <a:lnTo>
                  <a:pt x="5608968" y="24533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9846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2026-10-14T12:17:02.9960000Z</dcterms:created>
  <dcterms:modified xsi:type="dcterms:W3CDTF">2026-10-14T12:17:02.9960000Z</dcterms:modified>
</coreProperties>
</file>