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b6c6610fd648e4" /><Relationship Type="http://schemas.openxmlformats.org/officeDocument/2006/relationships/extended-properties" Target="/docProps/app.xml" Id="R1661ec6582224e3c" /><Relationship Type="http://schemas.openxmlformats.org/officeDocument/2006/relationships/officeDocument" Target="/ppt/presentation.xml" Id="R0caab371b35e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932190be04840"/>
  </p:sldMasterIdLst>
  <p:notesMasterIdLst>
    <p:notesMasterId xmlns:r="http://schemas.openxmlformats.org/officeDocument/2006/relationships" r:id="R036b8d8df4b94919"/>
  </p:notesMasterIdLst>
  <p:sldIdLst>
    <p:sldId xmlns:r="http://schemas.openxmlformats.org/officeDocument/2006/relationships" id="256" r:id="R30a4b525571e4bd8"/>
    <p:sldId xmlns:r="http://schemas.openxmlformats.org/officeDocument/2006/relationships" id="257" r:id="R94a10e5284f9419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b735c660c402a" /><Relationship Type="http://schemas.openxmlformats.org/officeDocument/2006/relationships/slideMaster" Target="/ppt/slideMasters/slideMaster1.xml" Id="R9af932190be04840" /><Relationship Type="http://schemas.openxmlformats.org/officeDocument/2006/relationships/notesMaster" Target="/ppt/notesMasters/notesMaster1.xml" Id="R036b8d8df4b94919" /><Relationship Type="http://schemas.openxmlformats.org/officeDocument/2006/relationships/presProps" Target="/ppt/presProps.xml" Id="Rac31ab0439244359" /><Relationship Type="http://schemas.openxmlformats.org/officeDocument/2006/relationships/tableStyles" Target="/ppt/tableStyles.xml" Id="R06816f8f02874f6c" /><Relationship Type="http://schemas.openxmlformats.org/officeDocument/2006/relationships/slide" Target="/ppt/slides/slide1.xml" Id="R30a4b525571e4bd8" /><Relationship Type="http://schemas.openxmlformats.org/officeDocument/2006/relationships/slide" Target="/ppt/slides/slide2.xml" Id="R94a10e5284f941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1f9bcec76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48874ef414626" /><Relationship Type="http://schemas.openxmlformats.org/officeDocument/2006/relationships/notesMaster" Target="/ppt/notesMasters/notesMaster1.xml" Id="R17666c96850d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28f67ff5e454f" /><Relationship Type="http://schemas.openxmlformats.org/officeDocument/2006/relationships/notesMaster" Target="/ppt/notesMasters/notesMaster1.xml" Id="R21892343a6ae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LENS Multi-level Task Taxonomy</a:t>
            </a:r>
          </a:p>
          <a:p xmlns:a="http://schemas.openxmlformats.org/drawingml/2006/main">
            <a:r>
              <a:t>Source: https://arxiv.org/abs/2505.15616</a:t>
            </a:r>
          </a:p>
          <a:p xmlns:a="http://schemas.openxmlformats.org/drawingml/2006/main">
            <a:r>
              <a:t>Approved image: image1.png; SHA-256: 89a2989ca49faa50cf4bd7fb32eac537d693b3f07de4ee435ef691821c7a2e31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(34), whose internal pixels are not editable.</a:t>
            </a:r>
          </a:p>
          <a:p xmlns:a="http://schemas.openxmlformats.org/drawingml/2006/main">
            <a:r>
              <a:t>Font substitution: source PDF families mapped to Comic Sans MS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Self-driven Multi-expert Collaborative Reasoning</a:t>
            </a:r>
          </a:p>
          <a:p xmlns:a="http://schemas.openxmlformats.org/drawingml/2006/main">
            <a:r>
              <a:t>Source: https://arxiv.org/abs/2505.15616</a:t>
            </a:r>
          </a:p>
          <a:p xmlns:a="http://schemas.openxmlformats.org/drawingml/2006/main">
            <a:r>
              <a:t>Approved image: image2.png; SHA-256: e8af5812119e3979016587628efe087c9aaed77408324037bd3b1e366d48b01b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(12), whose internal pixels are not editable.</a:t>
            </a:r>
          </a:p>
          <a:p xmlns:a="http://schemas.openxmlformats.org/drawingml/2006/main">
            <a:r>
              <a:t>Font substitution: source PDF families mapped to Comic Sans MS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d57a3a8054e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8fb4a7f8a41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df67752194a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da00e95894f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cec0cb36c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a91ba7099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406F5-E121-44E0-AC6E-48F77A9A6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45DBCD-8D85-4B2C-8193-A684D3FC20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A0F64E-8C17-4D30-8065-EE4FD475A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4070F-43EA-41E4-AFA0-7800B366F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3F6BC0-3450-443B-AB90-C62D141D7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AF5871-F6BF-4DB4-BBE5-38FCF3101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546D93-D715-46DC-BBBC-DFBB02F39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EE3F9F-A8BB-4BF4-B6B0-A4F353D75F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5A8FEE-070B-4B27-889B-8F9D2BF9C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BAA3ED-D0EA-4762-A051-11EBAC16C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e5faa7e1054db4" /><Relationship Type="http://schemas.openxmlformats.org/officeDocument/2006/relationships/slideLayout" Target="/ppt/slideLayouts/slideLayout1.xml" Id="R0abed3b1ffc8428f" /><Relationship Type="http://schemas.openxmlformats.org/officeDocument/2006/relationships/slideLayout" Target="/ppt/slideLayouts/slideLayout2.xml" Id="Ra4a407e691f54555" /><Relationship Type="http://schemas.openxmlformats.org/officeDocument/2006/relationships/slideLayout" Target="/ppt/slideLayouts/slideLayout3.xml" Id="Re99f34aa02824cb6" /><Relationship Type="http://schemas.openxmlformats.org/officeDocument/2006/relationships/slideLayout" Target="/ppt/slideLayouts/slideLayout4.xml" Id="R7d961efadbb7448e" /><Relationship Type="http://schemas.openxmlformats.org/officeDocument/2006/relationships/slideLayout" Target="/ppt/slideLayouts/slideLayout5.xml" Id="R655027d38f55437f" /><Relationship Type="http://schemas.openxmlformats.org/officeDocument/2006/relationships/slideLayout" Target="/ppt/slideLayouts/slideLayout6.xml" Id="R9b03b1e8f9044c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ed3b1ffc8428f"/>
    <p:sldLayoutId xmlns:r="http://schemas.openxmlformats.org/officeDocument/2006/relationships" id="2147483650" r:id="Ra4a407e691f54555"/>
    <p:sldLayoutId xmlns:r="http://schemas.openxmlformats.org/officeDocument/2006/relationships" id="2147483651" r:id="Re99f34aa02824cb6"/>
    <p:sldLayoutId xmlns:r="http://schemas.openxmlformats.org/officeDocument/2006/relationships" id="2147483652" r:id="R7d961efadbb7448e"/>
    <p:sldLayoutId xmlns:r="http://schemas.openxmlformats.org/officeDocument/2006/relationships" id="2147483653" r:id="R655027d38f55437f"/>
    <p:sldLayoutId xmlns:r="http://schemas.openxmlformats.org/officeDocument/2006/relationships" id="2147483654" r:id="R9b03b1e8f9044c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44c74e25344a9" /><Relationship Type="http://schemas.openxmlformats.org/officeDocument/2006/relationships/image" Target="/ppt/media/image.png" Id="Rc2f97f2d86944907" /><Relationship Type="http://schemas.openxmlformats.org/officeDocument/2006/relationships/image" Target="/ppt/media/image2.png" Id="Re9eb547e62354827" /><Relationship Type="http://schemas.openxmlformats.org/officeDocument/2006/relationships/image" Target="/ppt/media/image3.png" Id="Rb5eaad60a95a49da" /><Relationship Type="http://schemas.openxmlformats.org/officeDocument/2006/relationships/image" Target="/ppt/media/image4.png" Id="Ra3e4bcae21934ca0" /><Relationship Type="http://schemas.openxmlformats.org/officeDocument/2006/relationships/image" Target="/ppt/media/image5.png" Id="Rd32411656b5c46c0" /><Relationship Type="http://schemas.openxmlformats.org/officeDocument/2006/relationships/image" Target="/ppt/media/image6.png" Id="Re0f16508e7af4ac9" /><Relationship Type="http://schemas.openxmlformats.org/officeDocument/2006/relationships/image" Target="/ppt/media/image7.png" Id="R205bc21bcb2741bf" /><Relationship Type="http://schemas.openxmlformats.org/officeDocument/2006/relationships/image" Target="/ppt/media/image8.png" Id="R7f5c4b9bde11470e" /><Relationship Type="http://schemas.openxmlformats.org/officeDocument/2006/relationships/image" Target="/ppt/media/image9.png" Id="R6ee397967c1446fc" /><Relationship Type="http://schemas.openxmlformats.org/officeDocument/2006/relationships/image" Target="/ppt/media/image10.png" Id="Ra0644a38afcc48b8" /><Relationship Type="http://schemas.openxmlformats.org/officeDocument/2006/relationships/image" Target="/ppt/media/image11.png" Id="Ra6df4d4bdfb642d7" /><Relationship Type="http://schemas.openxmlformats.org/officeDocument/2006/relationships/image" Target="/ppt/media/image12.png" Id="Rb17e13a9a4fd47d5" /><Relationship Type="http://schemas.openxmlformats.org/officeDocument/2006/relationships/image" Target="/ppt/media/image13.png" Id="R9cb625c33fbe490f" /><Relationship Type="http://schemas.openxmlformats.org/officeDocument/2006/relationships/image" Target="/ppt/media/image14.png" Id="R8cf1f2ee765f4a8b" /><Relationship Type="http://schemas.openxmlformats.org/officeDocument/2006/relationships/image" Target="/ppt/media/image15.png" Id="R5a5f582b347c42be" /><Relationship Type="http://schemas.openxmlformats.org/officeDocument/2006/relationships/image" Target="/ppt/media/image16.png" Id="R4db3a658cc964354" /><Relationship Type="http://schemas.openxmlformats.org/officeDocument/2006/relationships/image" Target="/ppt/media/image17.png" Id="Rfe6619b699ba4734" /><Relationship Type="http://schemas.openxmlformats.org/officeDocument/2006/relationships/image" Target="/ppt/media/image18.png" Id="Rbc46d2cb7b9f49da" /><Relationship Type="http://schemas.openxmlformats.org/officeDocument/2006/relationships/image" Target="/ppt/media/image19.png" Id="Rdf0ce47e333b48d1" /><Relationship Type="http://schemas.openxmlformats.org/officeDocument/2006/relationships/image" Target="/ppt/media/image20.png" Id="Rdd0946533fa045d4" /><Relationship Type="http://schemas.openxmlformats.org/officeDocument/2006/relationships/image" Target="/ppt/media/image21.png" Id="Rc58c79f7bc784c13" /><Relationship Type="http://schemas.openxmlformats.org/officeDocument/2006/relationships/image" Target="/ppt/media/image22.png" Id="R531a4572bee8419a" /><Relationship Type="http://schemas.openxmlformats.org/officeDocument/2006/relationships/image" Target="/ppt/media/image23.png" Id="R112bbba70bee4d89" /><Relationship Type="http://schemas.openxmlformats.org/officeDocument/2006/relationships/image" Target="/ppt/media/image24.png" Id="Rb6059e4ba32643d6" /><Relationship Type="http://schemas.openxmlformats.org/officeDocument/2006/relationships/image" Target="/ppt/media/image25.png" Id="Rad4e9a0043fc4bd5" /><Relationship Type="http://schemas.openxmlformats.org/officeDocument/2006/relationships/image" Target="/ppt/media/image26.png" Id="Rd7b3de01939b4886" /><Relationship Type="http://schemas.openxmlformats.org/officeDocument/2006/relationships/image" Target="/ppt/media/image27.png" Id="R26819829a1994ce0" /><Relationship Type="http://schemas.openxmlformats.org/officeDocument/2006/relationships/image" Target="/ppt/media/image28.png" Id="Re530150c823c4962" /><Relationship Type="http://schemas.openxmlformats.org/officeDocument/2006/relationships/image" Target="/ppt/media/image29.png" Id="Rdf229f1ae0074a34" /><Relationship Type="http://schemas.openxmlformats.org/officeDocument/2006/relationships/image" Target="/ppt/media/image30.png" Id="R7aa21937ffc044b0" /><Relationship Type="http://schemas.openxmlformats.org/officeDocument/2006/relationships/image" Target="/ppt/media/image31.png" Id="R5afe6826cc014f64" /><Relationship Type="http://schemas.openxmlformats.org/officeDocument/2006/relationships/image" Target="/ppt/media/image32.png" Id="R48e7ca0eea7a47da" /><Relationship Type="http://schemas.openxmlformats.org/officeDocument/2006/relationships/image" Target="/ppt/media/image33.png" Id="R81514ba804c94f43" /><Relationship Type="http://schemas.openxmlformats.org/officeDocument/2006/relationships/image" Target="/ppt/media/image34.png" Id="Re589e7c4a878491c" /><Relationship Type="http://schemas.openxmlformats.org/officeDocument/2006/relationships/notesSlide" Target="/ppt/notesSlides/notesSlide1.xml" Id="R6441e55ac3be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8c603597545e3" /><Relationship Type="http://schemas.openxmlformats.org/officeDocument/2006/relationships/image" Target="/ppt/media/image35.png" Id="R6735bab303df4b17" /><Relationship Type="http://schemas.openxmlformats.org/officeDocument/2006/relationships/image" Target="/ppt/media/image36.png" Id="R9cdbb75a5c084e6d" /><Relationship Type="http://schemas.openxmlformats.org/officeDocument/2006/relationships/image" Target="/ppt/media/image37.png" Id="Re1893f1a39ec440b" /><Relationship Type="http://schemas.openxmlformats.org/officeDocument/2006/relationships/image" Target="/ppt/media/image38.png" Id="Rdf0aa49695c548c0" /><Relationship Type="http://schemas.openxmlformats.org/officeDocument/2006/relationships/image" Target="/ppt/media/image39.png" Id="R24aa36485d61468c" /><Relationship Type="http://schemas.openxmlformats.org/officeDocument/2006/relationships/image" Target="/ppt/media/image40.png" Id="R97e98301d2a14d56" /><Relationship Type="http://schemas.openxmlformats.org/officeDocument/2006/relationships/image" Target="/ppt/media/image41.png" Id="Rf0a86b3bd1bb40e5" /><Relationship Type="http://schemas.openxmlformats.org/officeDocument/2006/relationships/image" Target="/ppt/media/image42.png" Id="Rf4d2b4a26a7c49bb" /><Relationship Type="http://schemas.openxmlformats.org/officeDocument/2006/relationships/image" Target="/ppt/media/image43.png" Id="R599d3c0d6a794153" /><Relationship Type="http://schemas.openxmlformats.org/officeDocument/2006/relationships/image" Target="/ppt/media/image44.png" Id="R7d4ef17a86144442" /><Relationship Type="http://schemas.openxmlformats.org/officeDocument/2006/relationships/image" Target="/ppt/media/image45.png" Id="Re5161ed85de34df5" /><Relationship Type="http://schemas.openxmlformats.org/officeDocument/2006/relationships/image" Target="/ppt/media/image46.png" Id="R8f1653c01c46420d" /><Relationship Type="http://schemas.openxmlformats.org/officeDocument/2006/relationships/notesSlide" Target="/ppt/notesSlides/notesSlide2.xml" Id="Ra5f278df51c644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0" name="path-1">
            <a:extLst xmlns:a="http://schemas.openxmlformats.org/drawingml/2006/main">
              <a:ext uri="{FF2B5EF4-FFF2-40B4-BE49-F238E27FC236}">
                <a16:creationId xmlns:a16="http://schemas.microsoft.com/office/drawing/2014/main" id="{D184263E-7EC9-4779-8E2E-F76CCA3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375"/>
            <a:ext cx="18288000" cy="9569678"/>
          </a:xfrm>
          <a:custGeom xmlns:a="http://schemas.openxmlformats.org/drawingml/2006/main">
            <a:pathLst>
              <a:path w="12715875" h="6653916">
                <a:moveTo>
                  <a:pt x="12715875" y="0"/>
                </a:moveTo>
                <a:lnTo>
                  <a:pt x="0" y="0"/>
                </a:lnTo>
                <a:lnTo>
                  <a:pt x="0" y="6653916"/>
                </a:lnTo>
                <a:lnTo>
                  <a:pt x="12715875" y="6653916"/>
                </a:lnTo>
                <a:lnTo>
                  <a:pt x="127158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DF6643B8-E5D3-4C45-8939-677B582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146" y="2122582"/>
            <a:ext cx="8678232" cy="7863471"/>
          </a:xfrm>
          <a:custGeom xmlns:a="http://schemas.openxmlformats.org/drawingml/2006/main">
            <a:pathLst>
              <a:path w="6034083" h="5467570">
                <a:moveTo>
                  <a:pt x="6034083" y="0"/>
                </a:moveTo>
                <a:lnTo>
                  <a:pt x="1823450" y="2465427"/>
                </a:lnTo>
                <a:lnTo>
                  <a:pt x="1828381" y="2562679"/>
                </a:lnTo>
                <a:lnTo>
                  <a:pt x="1828300" y="2581240"/>
                </a:lnTo>
                <a:lnTo>
                  <a:pt x="1828059" y="2599763"/>
                </a:lnTo>
                <a:lnTo>
                  <a:pt x="1827657" y="2618246"/>
                </a:lnTo>
                <a:lnTo>
                  <a:pt x="1827095" y="2636690"/>
                </a:lnTo>
                <a:lnTo>
                  <a:pt x="1826374" y="2655093"/>
                </a:lnTo>
                <a:lnTo>
                  <a:pt x="1825495" y="2673455"/>
                </a:lnTo>
                <a:lnTo>
                  <a:pt x="1824458" y="2691775"/>
                </a:lnTo>
                <a:lnTo>
                  <a:pt x="1823264" y="2710053"/>
                </a:lnTo>
                <a:lnTo>
                  <a:pt x="1821914" y="2728287"/>
                </a:lnTo>
                <a:lnTo>
                  <a:pt x="1820408" y="2746478"/>
                </a:lnTo>
                <a:lnTo>
                  <a:pt x="1818747" y="2764625"/>
                </a:lnTo>
                <a:lnTo>
                  <a:pt x="1816931" y="2782726"/>
                </a:lnTo>
                <a:lnTo>
                  <a:pt x="1814962" y="2800781"/>
                </a:lnTo>
                <a:lnTo>
                  <a:pt x="1812840" y="2818790"/>
                </a:lnTo>
                <a:lnTo>
                  <a:pt x="1810566" y="2836752"/>
                </a:lnTo>
                <a:lnTo>
                  <a:pt x="1808139" y="2854666"/>
                </a:lnTo>
                <a:lnTo>
                  <a:pt x="1805562" y="2872532"/>
                </a:lnTo>
                <a:lnTo>
                  <a:pt x="1802834" y="2890349"/>
                </a:lnTo>
                <a:lnTo>
                  <a:pt x="1799957" y="2908116"/>
                </a:lnTo>
                <a:lnTo>
                  <a:pt x="1796931" y="2925832"/>
                </a:lnTo>
                <a:lnTo>
                  <a:pt x="1793756" y="2943497"/>
                </a:lnTo>
                <a:lnTo>
                  <a:pt x="1790433" y="2961111"/>
                </a:lnTo>
                <a:lnTo>
                  <a:pt x="1786964" y="2978672"/>
                </a:lnTo>
                <a:lnTo>
                  <a:pt x="1783348" y="2996180"/>
                </a:lnTo>
                <a:lnTo>
                  <a:pt x="1779586" y="3013634"/>
                </a:lnTo>
                <a:lnTo>
                  <a:pt x="1775680" y="3031034"/>
                </a:lnTo>
                <a:lnTo>
                  <a:pt x="1771629" y="3048379"/>
                </a:lnTo>
                <a:lnTo>
                  <a:pt x="1767434" y="3065668"/>
                </a:lnTo>
                <a:lnTo>
                  <a:pt x="1763096" y="3082900"/>
                </a:lnTo>
                <a:lnTo>
                  <a:pt x="1758616" y="3100076"/>
                </a:lnTo>
                <a:lnTo>
                  <a:pt x="1753994" y="3117194"/>
                </a:lnTo>
                <a:lnTo>
                  <a:pt x="1749230" y="3134253"/>
                </a:lnTo>
                <a:lnTo>
                  <a:pt x="1744327" y="3151253"/>
                </a:lnTo>
                <a:lnTo>
                  <a:pt x="1739284" y="3168194"/>
                </a:lnTo>
                <a:lnTo>
                  <a:pt x="1734101" y="3185074"/>
                </a:lnTo>
                <a:lnTo>
                  <a:pt x="1728781" y="3201893"/>
                </a:lnTo>
                <a:lnTo>
                  <a:pt x="1723322" y="3218650"/>
                </a:lnTo>
                <a:lnTo>
                  <a:pt x="1717727" y="3235345"/>
                </a:lnTo>
                <a:lnTo>
                  <a:pt x="1711995" y="3251977"/>
                </a:lnTo>
                <a:lnTo>
                  <a:pt x="1706127" y="3268545"/>
                </a:lnTo>
                <a:lnTo>
                  <a:pt x="1700124" y="3285049"/>
                </a:lnTo>
                <a:lnTo>
                  <a:pt x="1693987" y="3301487"/>
                </a:lnTo>
                <a:lnTo>
                  <a:pt x="1687716" y="3317860"/>
                </a:lnTo>
                <a:lnTo>
                  <a:pt x="1681312" y="3334167"/>
                </a:lnTo>
                <a:lnTo>
                  <a:pt x="1674776" y="3350406"/>
                </a:lnTo>
                <a:lnTo>
                  <a:pt x="1668108" y="3366578"/>
                </a:lnTo>
                <a:lnTo>
                  <a:pt x="1661308" y="3382681"/>
                </a:lnTo>
                <a:lnTo>
                  <a:pt x="1654379" y="3398715"/>
                </a:lnTo>
                <a:lnTo>
                  <a:pt x="1647319" y="3414680"/>
                </a:lnTo>
                <a:lnTo>
                  <a:pt x="1640131" y="3430574"/>
                </a:lnTo>
                <a:lnTo>
                  <a:pt x="1632814" y="3446397"/>
                </a:lnTo>
                <a:lnTo>
                  <a:pt x="1625369" y="3462149"/>
                </a:lnTo>
                <a:lnTo>
                  <a:pt x="1617797" y="3477828"/>
                </a:lnTo>
                <a:lnTo>
                  <a:pt x="1610099" y="3493434"/>
                </a:lnTo>
                <a:lnTo>
                  <a:pt x="1602275" y="3508966"/>
                </a:lnTo>
                <a:lnTo>
                  <a:pt x="1594326" y="3524424"/>
                </a:lnTo>
                <a:lnTo>
                  <a:pt x="1586252" y="3539807"/>
                </a:lnTo>
                <a:lnTo>
                  <a:pt x="1578055" y="3555114"/>
                </a:lnTo>
                <a:lnTo>
                  <a:pt x="1569734" y="3570345"/>
                </a:lnTo>
                <a:lnTo>
                  <a:pt x="1561292" y="3585499"/>
                </a:lnTo>
                <a:lnTo>
                  <a:pt x="1552727" y="3600575"/>
                </a:lnTo>
                <a:lnTo>
                  <a:pt x="1544041" y="3615572"/>
                </a:lnTo>
                <a:lnTo>
                  <a:pt x="1535235" y="3630491"/>
                </a:lnTo>
                <a:lnTo>
                  <a:pt x="1526309" y="3645330"/>
                </a:lnTo>
                <a:lnTo>
                  <a:pt x="1517264" y="3660089"/>
                </a:lnTo>
                <a:lnTo>
                  <a:pt x="1508100" y="3674766"/>
                </a:lnTo>
                <a:lnTo>
                  <a:pt x="1498819" y="3689362"/>
                </a:lnTo>
                <a:lnTo>
                  <a:pt x="1489420" y="3703876"/>
                </a:lnTo>
                <a:lnTo>
                  <a:pt x="1479905" y="3718306"/>
                </a:lnTo>
                <a:lnTo>
                  <a:pt x="1470275" y="3732653"/>
                </a:lnTo>
                <a:lnTo>
                  <a:pt x="1460529" y="3746916"/>
                </a:lnTo>
                <a:lnTo>
                  <a:pt x="1450668" y="3761093"/>
                </a:lnTo>
                <a:lnTo>
                  <a:pt x="1440694" y="3775185"/>
                </a:lnTo>
                <a:lnTo>
                  <a:pt x="1430607" y="3789191"/>
                </a:lnTo>
                <a:lnTo>
                  <a:pt x="1420407" y="3803109"/>
                </a:lnTo>
                <a:lnTo>
                  <a:pt x="1410096" y="3816940"/>
                </a:lnTo>
                <a:lnTo>
                  <a:pt x="1399673" y="3830682"/>
                </a:lnTo>
                <a:lnTo>
                  <a:pt x="1389140" y="3844336"/>
                </a:lnTo>
                <a:lnTo>
                  <a:pt x="1378497" y="3857900"/>
                </a:lnTo>
                <a:lnTo>
                  <a:pt x="1367745" y="3871373"/>
                </a:lnTo>
                <a:lnTo>
                  <a:pt x="1356885" y="3884756"/>
                </a:lnTo>
                <a:lnTo>
                  <a:pt x="1345916" y="3898046"/>
                </a:lnTo>
                <a:lnTo>
                  <a:pt x="1334841" y="3911245"/>
                </a:lnTo>
                <a:lnTo>
                  <a:pt x="1323659" y="3924350"/>
                </a:lnTo>
                <a:lnTo>
                  <a:pt x="1312371" y="3937362"/>
                </a:lnTo>
                <a:lnTo>
                  <a:pt x="1300978" y="3950280"/>
                </a:lnTo>
                <a:lnTo>
                  <a:pt x="1289481" y="3963102"/>
                </a:lnTo>
                <a:lnTo>
                  <a:pt x="1277880" y="3975829"/>
                </a:lnTo>
                <a:lnTo>
                  <a:pt x="1266175" y="3988460"/>
                </a:lnTo>
                <a:lnTo>
                  <a:pt x="1254368" y="4000993"/>
                </a:lnTo>
                <a:lnTo>
                  <a:pt x="1242460" y="4013429"/>
                </a:lnTo>
                <a:lnTo>
                  <a:pt x="1230450" y="4025767"/>
                </a:lnTo>
                <a:lnTo>
                  <a:pt x="1218340" y="4038006"/>
                </a:lnTo>
                <a:lnTo>
                  <a:pt x="1206129" y="4050145"/>
                </a:lnTo>
                <a:lnTo>
                  <a:pt x="1193820" y="4062183"/>
                </a:lnTo>
                <a:lnTo>
                  <a:pt x="1181412" y="4074121"/>
                </a:lnTo>
                <a:lnTo>
                  <a:pt x="1168907" y="4085957"/>
                </a:lnTo>
                <a:lnTo>
                  <a:pt x="1156304" y="4097691"/>
                </a:lnTo>
                <a:lnTo>
                  <a:pt x="1143604" y="4109322"/>
                </a:lnTo>
                <a:lnTo>
                  <a:pt x="1130809" y="4120849"/>
                </a:lnTo>
                <a:lnTo>
                  <a:pt x="1117919" y="4132272"/>
                </a:lnTo>
                <a:lnTo>
                  <a:pt x="1104934" y="4143590"/>
                </a:lnTo>
                <a:lnTo>
                  <a:pt x="1091856" y="4154802"/>
                </a:lnTo>
                <a:lnTo>
                  <a:pt x="1078684" y="4165908"/>
                </a:lnTo>
                <a:lnTo>
                  <a:pt x="1065419" y="4176907"/>
                </a:lnTo>
                <a:lnTo>
                  <a:pt x="1052063" y="4187799"/>
                </a:lnTo>
                <a:lnTo>
                  <a:pt x="1038616" y="4198582"/>
                </a:lnTo>
                <a:lnTo>
                  <a:pt x="1025078" y="4209256"/>
                </a:lnTo>
                <a:lnTo>
                  <a:pt x="1011450" y="4219821"/>
                </a:lnTo>
                <a:lnTo>
                  <a:pt x="997733" y="4230275"/>
                </a:lnTo>
                <a:lnTo>
                  <a:pt x="983928" y="4240618"/>
                </a:lnTo>
                <a:lnTo>
                  <a:pt x="970034" y="4250850"/>
                </a:lnTo>
                <a:lnTo>
                  <a:pt x="956054" y="4260970"/>
                </a:lnTo>
                <a:lnTo>
                  <a:pt x="941987" y="4270976"/>
                </a:lnTo>
                <a:lnTo>
                  <a:pt x="927834" y="4280869"/>
                </a:lnTo>
                <a:lnTo>
                  <a:pt x="913596" y="4290648"/>
                </a:lnTo>
                <a:lnTo>
                  <a:pt x="899273" y="4300311"/>
                </a:lnTo>
                <a:lnTo>
                  <a:pt x="884867" y="4309860"/>
                </a:lnTo>
                <a:lnTo>
                  <a:pt x="870377" y="4319291"/>
                </a:lnTo>
                <a:lnTo>
                  <a:pt x="855805" y="4328606"/>
                </a:lnTo>
                <a:lnTo>
                  <a:pt x="841151" y="4337804"/>
                </a:lnTo>
                <a:lnTo>
                  <a:pt x="826416" y="4346883"/>
                </a:lnTo>
                <a:lnTo>
                  <a:pt x="811600" y="4355843"/>
                </a:lnTo>
                <a:lnTo>
                  <a:pt x="796704" y="4364683"/>
                </a:lnTo>
                <a:lnTo>
                  <a:pt x="781730" y="4373404"/>
                </a:lnTo>
                <a:lnTo>
                  <a:pt x="766676" y="4382003"/>
                </a:lnTo>
                <a:lnTo>
                  <a:pt x="751545" y="4390481"/>
                </a:lnTo>
                <a:lnTo>
                  <a:pt x="736336" y="4398837"/>
                </a:lnTo>
                <a:lnTo>
                  <a:pt x="721051" y="4407069"/>
                </a:lnTo>
                <a:lnTo>
                  <a:pt x="705690" y="4415178"/>
                </a:lnTo>
                <a:lnTo>
                  <a:pt x="690254" y="4423163"/>
                </a:lnTo>
                <a:lnTo>
                  <a:pt x="674744" y="4431023"/>
                </a:lnTo>
                <a:lnTo>
                  <a:pt x="659159" y="4438757"/>
                </a:lnTo>
                <a:lnTo>
                  <a:pt x="643501" y="4446365"/>
                </a:lnTo>
                <a:lnTo>
                  <a:pt x="627771" y="4453847"/>
                </a:lnTo>
                <a:lnTo>
                  <a:pt x="611969" y="4461200"/>
                </a:lnTo>
                <a:lnTo>
                  <a:pt x="596095" y="4468426"/>
                </a:lnTo>
                <a:lnTo>
                  <a:pt x="580151" y="4475522"/>
                </a:lnTo>
                <a:lnTo>
                  <a:pt x="564137" y="4482489"/>
                </a:lnTo>
                <a:lnTo>
                  <a:pt x="548054" y="4489326"/>
                </a:lnTo>
                <a:lnTo>
                  <a:pt x="531902" y="4496031"/>
                </a:lnTo>
                <a:lnTo>
                  <a:pt x="515683" y="4502606"/>
                </a:lnTo>
                <a:lnTo>
                  <a:pt x="499396" y="4509048"/>
                </a:lnTo>
                <a:lnTo>
                  <a:pt x="483043" y="4515357"/>
                </a:lnTo>
                <a:lnTo>
                  <a:pt x="466623" y="4521532"/>
                </a:lnTo>
                <a:lnTo>
                  <a:pt x="450139" y="4527574"/>
                </a:lnTo>
                <a:lnTo>
                  <a:pt x="433590" y="4533480"/>
                </a:lnTo>
                <a:lnTo>
                  <a:pt x="416976" y="4539251"/>
                </a:lnTo>
                <a:lnTo>
                  <a:pt x="400300" y="4544886"/>
                </a:lnTo>
                <a:lnTo>
                  <a:pt x="383561" y="4550384"/>
                </a:lnTo>
                <a:lnTo>
                  <a:pt x="366761" y="4555744"/>
                </a:lnTo>
                <a:lnTo>
                  <a:pt x="349899" y="4560966"/>
                </a:lnTo>
                <a:lnTo>
                  <a:pt x="332976" y="4566049"/>
                </a:lnTo>
                <a:lnTo>
                  <a:pt x="315993" y="4570993"/>
                </a:lnTo>
                <a:lnTo>
                  <a:pt x="298952" y="4575796"/>
                </a:lnTo>
                <a:lnTo>
                  <a:pt x="281851" y="4580459"/>
                </a:lnTo>
                <a:lnTo>
                  <a:pt x="264693" y="4584980"/>
                </a:lnTo>
                <a:lnTo>
                  <a:pt x="247477" y="4589359"/>
                </a:lnTo>
                <a:lnTo>
                  <a:pt x="230205" y="4593595"/>
                </a:lnTo>
                <a:lnTo>
                  <a:pt x="212877" y="4597687"/>
                </a:lnTo>
                <a:lnTo>
                  <a:pt x="195494" y="4601636"/>
                </a:lnTo>
                <a:lnTo>
                  <a:pt x="178056" y="4605439"/>
                </a:lnTo>
                <a:lnTo>
                  <a:pt x="160564" y="4609097"/>
                </a:lnTo>
                <a:lnTo>
                  <a:pt x="1945" y="4633342"/>
                </a:lnTo>
                <a:lnTo>
                  <a:pt x="1261" y="4896801"/>
                </a:lnTo>
                <a:lnTo>
                  <a:pt x="1210" y="4913875"/>
                </a:lnTo>
                <a:lnTo>
                  <a:pt x="1159" y="4930952"/>
                </a:lnTo>
                <a:lnTo>
                  <a:pt x="1108" y="4948033"/>
                </a:lnTo>
                <a:lnTo>
                  <a:pt x="1057" y="4965120"/>
                </a:lnTo>
                <a:lnTo>
                  <a:pt x="1007" y="4982216"/>
                </a:lnTo>
                <a:lnTo>
                  <a:pt x="958" y="4999323"/>
                </a:lnTo>
                <a:lnTo>
                  <a:pt x="909" y="5016443"/>
                </a:lnTo>
                <a:lnTo>
                  <a:pt x="860" y="5033578"/>
                </a:lnTo>
                <a:lnTo>
                  <a:pt x="812" y="5050731"/>
                </a:lnTo>
                <a:lnTo>
                  <a:pt x="765" y="5067903"/>
                </a:lnTo>
                <a:lnTo>
                  <a:pt x="718" y="5085097"/>
                </a:lnTo>
                <a:lnTo>
                  <a:pt x="672" y="5102315"/>
                </a:lnTo>
                <a:lnTo>
                  <a:pt x="628" y="5119558"/>
                </a:lnTo>
                <a:lnTo>
                  <a:pt x="584" y="5136830"/>
                </a:lnTo>
                <a:lnTo>
                  <a:pt x="540" y="5154133"/>
                </a:lnTo>
                <a:lnTo>
                  <a:pt x="498" y="5171468"/>
                </a:lnTo>
                <a:lnTo>
                  <a:pt x="457" y="5188837"/>
                </a:lnTo>
                <a:lnTo>
                  <a:pt x="418" y="5206244"/>
                </a:lnTo>
                <a:lnTo>
                  <a:pt x="379" y="5223689"/>
                </a:lnTo>
                <a:lnTo>
                  <a:pt x="342" y="5241176"/>
                </a:lnTo>
                <a:lnTo>
                  <a:pt x="306" y="5258706"/>
                </a:lnTo>
                <a:lnTo>
                  <a:pt x="271" y="5276282"/>
                </a:lnTo>
                <a:lnTo>
                  <a:pt x="238" y="5293905"/>
                </a:lnTo>
                <a:lnTo>
                  <a:pt x="206" y="5311578"/>
                </a:lnTo>
                <a:lnTo>
                  <a:pt x="175" y="5329304"/>
                </a:lnTo>
                <a:lnTo>
                  <a:pt x="147" y="5347083"/>
                </a:lnTo>
                <a:lnTo>
                  <a:pt x="120" y="5364919"/>
                </a:lnTo>
                <a:lnTo>
                  <a:pt x="94" y="5382814"/>
                </a:lnTo>
                <a:lnTo>
                  <a:pt x="71" y="5400769"/>
                </a:lnTo>
                <a:lnTo>
                  <a:pt x="49" y="5418787"/>
                </a:lnTo>
                <a:lnTo>
                  <a:pt x="29" y="5436871"/>
                </a:lnTo>
                <a:lnTo>
                  <a:pt x="11" y="5455021"/>
                </a:lnTo>
                <a:lnTo>
                  <a:pt x="0" y="5467570"/>
                </a:lnTo>
                <a:lnTo>
                  <a:pt x="6034083" y="5467570"/>
                </a:lnTo>
                <a:lnTo>
                  <a:pt x="6034083" y="0"/>
                </a:lnTo>
                <a:close/>
              </a:path>
            </a:pathLst>
          </a:custGeom>
          <a:solidFill xmlns:a="http://schemas.openxmlformats.org/drawingml/2006/main">
            <a:srgbClr val="FE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EF2D27DE-E256-4836-8351-35FBF7E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5" y="2122582"/>
            <a:ext cx="8678202" cy="7863471"/>
          </a:xfrm>
          <a:custGeom xmlns:a="http://schemas.openxmlformats.org/drawingml/2006/main">
            <a:pathLst>
              <a:path w="6034062" h="5467570">
                <a:moveTo>
                  <a:pt x="6034050" y="5455021"/>
                </a:moveTo>
                <a:lnTo>
                  <a:pt x="6034030" y="5436871"/>
                </a:lnTo>
                <a:lnTo>
                  <a:pt x="6034008" y="5418787"/>
                </a:lnTo>
                <a:lnTo>
                  <a:pt x="6033985" y="5400769"/>
                </a:lnTo>
                <a:lnTo>
                  <a:pt x="6033959" y="5382814"/>
                </a:lnTo>
                <a:lnTo>
                  <a:pt x="6033932" y="5364919"/>
                </a:lnTo>
                <a:lnTo>
                  <a:pt x="6033903" y="5347083"/>
                </a:lnTo>
                <a:lnTo>
                  <a:pt x="6033873" y="5329304"/>
                </a:lnTo>
                <a:lnTo>
                  <a:pt x="6033841" y="5311578"/>
                </a:lnTo>
                <a:lnTo>
                  <a:pt x="6033807" y="5293905"/>
                </a:lnTo>
                <a:lnTo>
                  <a:pt x="6033772" y="5276282"/>
                </a:lnTo>
                <a:lnTo>
                  <a:pt x="6033735" y="5258706"/>
                </a:lnTo>
                <a:lnTo>
                  <a:pt x="6033697" y="5241176"/>
                </a:lnTo>
                <a:lnTo>
                  <a:pt x="6033658" y="5223689"/>
                </a:lnTo>
                <a:lnTo>
                  <a:pt x="6033617" y="5206244"/>
                </a:lnTo>
                <a:lnTo>
                  <a:pt x="6033576" y="5188837"/>
                </a:lnTo>
                <a:lnTo>
                  <a:pt x="6033533" y="5171468"/>
                </a:lnTo>
                <a:lnTo>
                  <a:pt x="6033489" y="5154133"/>
                </a:lnTo>
                <a:lnTo>
                  <a:pt x="6033445" y="5136830"/>
                </a:lnTo>
                <a:lnTo>
                  <a:pt x="6033399" y="5119558"/>
                </a:lnTo>
                <a:lnTo>
                  <a:pt x="6033353" y="5102315"/>
                </a:lnTo>
                <a:lnTo>
                  <a:pt x="6033306" y="5085097"/>
                </a:lnTo>
                <a:lnTo>
                  <a:pt x="6033258" y="5067903"/>
                </a:lnTo>
                <a:lnTo>
                  <a:pt x="6033209" y="5050731"/>
                </a:lnTo>
                <a:lnTo>
                  <a:pt x="6033160" y="5033578"/>
                </a:lnTo>
                <a:lnTo>
                  <a:pt x="6033111" y="5016443"/>
                </a:lnTo>
                <a:lnTo>
                  <a:pt x="6033061" y="4999323"/>
                </a:lnTo>
                <a:lnTo>
                  <a:pt x="6033011" y="4982216"/>
                </a:lnTo>
                <a:lnTo>
                  <a:pt x="6032960" y="4965120"/>
                </a:lnTo>
                <a:lnTo>
                  <a:pt x="6032909" y="4948033"/>
                </a:lnTo>
                <a:lnTo>
                  <a:pt x="6032858" y="4930952"/>
                </a:lnTo>
                <a:lnTo>
                  <a:pt x="6032807" y="4913875"/>
                </a:lnTo>
                <a:lnTo>
                  <a:pt x="6032755" y="4896801"/>
                </a:lnTo>
                <a:lnTo>
                  <a:pt x="6032070" y="4630328"/>
                </a:lnTo>
                <a:lnTo>
                  <a:pt x="5893039" y="4609097"/>
                </a:lnTo>
                <a:lnTo>
                  <a:pt x="5875547" y="4605439"/>
                </a:lnTo>
                <a:lnTo>
                  <a:pt x="5858109" y="4601636"/>
                </a:lnTo>
                <a:lnTo>
                  <a:pt x="5840726" y="4597687"/>
                </a:lnTo>
                <a:lnTo>
                  <a:pt x="5823398" y="4593595"/>
                </a:lnTo>
                <a:lnTo>
                  <a:pt x="5806126" y="4589359"/>
                </a:lnTo>
                <a:lnTo>
                  <a:pt x="5788910" y="4584980"/>
                </a:lnTo>
                <a:lnTo>
                  <a:pt x="5771752" y="4580459"/>
                </a:lnTo>
                <a:lnTo>
                  <a:pt x="5754652" y="4575796"/>
                </a:lnTo>
                <a:lnTo>
                  <a:pt x="5737610" y="4570993"/>
                </a:lnTo>
                <a:lnTo>
                  <a:pt x="5720627" y="4566049"/>
                </a:lnTo>
                <a:lnTo>
                  <a:pt x="5703705" y="4560966"/>
                </a:lnTo>
                <a:lnTo>
                  <a:pt x="5686843" y="4555744"/>
                </a:lnTo>
                <a:lnTo>
                  <a:pt x="5670042" y="4550384"/>
                </a:lnTo>
                <a:lnTo>
                  <a:pt x="5653303" y="4544886"/>
                </a:lnTo>
                <a:lnTo>
                  <a:pt x="5636627" y="4539251"/>
                </a:lnTo>
                <a:lnTo>
                  <a:pt x="5620014" y="4533480"/>
                </a:lnTo>
                <a:lnTo>
                  <a:pt x="5603465" y="4527574"/>
                </a:lnTo>
                <a:lnTo>
                  <a:pt x="5586980" y="4521532"/>
                </a:lnTo>
                <a:lnTo>
                  <a:pt x="5570561" y="4515357"/>
                </a:lnTo>
                <a:lnTo>
                  <a:pt x="5554207" y="4509048"/>
                </a:lnTo>
                <a:lnTo>
                  <a:pt x="5537920" y="4502606"/>
                </a:lnTo>
                <a:lnTo>
                  <a:pt x="5521701" y="4496031"/>
                </a:lnTo>
                <a:lnTo>
                  <a:pt x="5505549" y="4489326"/>
                </a:lnTo>
                <a:lnTo>
                  <a:pt x="5489466" y="4482489"/>
                </a:lnTo>
                <a:lnTo>
                  <a:pt x="5473452" y="4475522"/>
                </a:lnTo>
                <a:lnTo>
                  <a:pt x="5457508" y="4468426"/>
                </a:lnTo>
                <a:lnTo>
                  <a:pt x="5441635" y="4461200"/>
                </a:lnTo>
                <a:lnTo>
                  <a:pt x="5425832" y="4453847"/>
                </a:lnTo>
                <a:lnTo>
                  <a:pt x="5410102" y="4446365"/>
                </a:lnTo>
                <a:lnTo>
                  <a:pt x="5394444" y="4438757"/>
                </a:lnTo>
                <a:lnTo>
                  <a:pt x="5378860" y="4431023"/>
                </a:lnTo>
                <a:lnTo>
                  <a:pt x="5363349" y="4423163"/>
                </a:lnTo>
                <a:lnTo>
                  <a:pt x="5347913" y="4415178"/>
                </a:lnTo>
                <a:lnTo>
                  <a:pt x="5332552" y="4407069"/>
                </a:lnTo>
                <a:lnTo>
                  <a:pt x="5317267" y="4398837"/>
                </a:lnTo>
                <a:lnTo>
                  <a:pt x="5302058" y="4390481"/>
                </a:lnTo>
                <a:lnTo>
                  <a:pt x="5286927" y="4382003"/>
                </a:lnTo>
                <a:lnTo>
                  <a:pt x="5271874" y="4373404"/>
                </a:lnTo>
                <a:lnTo>
                  <a:pt x="5256899" y="4364683"/>
                </a:lnTo>
                <a:lnTo>
                  <a:pt x="5242003" y="4355843"/>
                </a:lnTo>
                <a:lnTo>
                  <a:pt x="5227187" y="4346883"/>
                </a:lnTo>
                <a:lnTo>
                  <a:pt x="5212452" y="4337804"/>
                </a:lnTo>
                <a:lnTo>
                  <a:pt x="5197798" y="4328606"/>
                </a:lnTo>
                <a:lnTo>
                  <a:pt x="5183226" y="4319291"/>
                </a:lnTo>
                <a:lnTo>
                  <a:pt x="5168736" y="4309860"/>
                </a:lnTo>
                <a:lnTo>
                  <a:pt x="5154330" y="4300311"/>
                </a:lnTo>
                <a:lnTo>
                  <a:pt x="5140007" y="4290648"/>
                </a:lnTo>
                <a:lnTo>
                  <a:pt x="5125769" y="4280869"/>
                </a:lnTo>
                <a:lnTo>
                  <a:pt x="5111616" y="4270976"/>
                </a:lnTo>
                <a:lnTo>
                  <a:pt x="5097549" y="4260970"/>
                </a:lnTo>
                <a:lnTo>
                  <a:pt x="5083569" y="4250850"/>
                </a:lnTo>
                <a:lnTo>
                  <a:pt x="5069676" y="4240618"/>
                </a:lnTo>
                <a:lnTo>
                  <a:pt x="5055870" y="4230275"/>
                </a:lnTo>
                <a:lnTo>
                  <a:pt x="5042153" y="4219821"/>
                </a:lnTo>
                <a:lnTo>
                  <a:pt x="5028525" y="4209256"/>
                </a:lnTo>
                <a:lnTo>
                  <a:pt x="5014988" y="4198582"/>
                </a:lnTo>
                <a:lnTo>
                  <a:pt x="5001540" y="4187799"/>
                </a:lnTo>
                <a:lnTo>
                  <a:pt x="4988184" y="4176907"/>
                </a:lnTo>
                <a:lnTo>
                  <a:pt x="4974920" y="4165908"/>
                </a:lnTo>
                <a:lnTo>
                  <a:pt x="4961748" y="4154802"/>
                </a:lnTo>
                <a:lnTo>
                  <a:pt x="4948669" y="4143590"/>
                </a:lnTo>
                <a:lnTo>
                  <a:pt x="4935684" y="4132272"/>
                </a:lnTo>
                <a:lnTo>
                  <a:pt x="4922794" y="4120849"/>
                </a:lnTo>
                <a:lnTo>
                  <a:pt x="4909999" y="4109322"/>
                </a:lnTo>
                <a:lnTo>
                  <a:pt x="4897300" y="4097691"/>
                </a:lnTo>
                <a:lnTo>
                  <a:pt x="4884697" y="4085957"/>
                </a:lnTo>
                <a:lnTo>
                  <a:pt x="4872191" y="4074121"/>
                </a:lnTo>
                <a:lnTo>
                  <a:pt x="4859783" y="4062183"/>
                </a:lnTo>
                <a:lnTo>
                  <a:pt x="4847474" y="4050145"/>
                </a:lnTo>
                <a:lnTo>
                  <a:pt x="4835264" y="4038006"/>
                </a:lnTo>
                <a:lnTo>
                  <a:pt x="4823154" y="4025767"/>
                </a:lnTo>
                <a:lnTo>
                  <a:pt x="4811144" y="4013429"/>
                </a:lnTo>
                <a:lnTo>
                  <a:pt x="4799235" y="4000993"/>
                </a:lnTo>
                <a:lnTo>
                  <a:pt x="4787428" y="3988460"/>
                </a:lnTo>
                <a:lnTo>
                  <a:pt x="4775724" y="3975829"/>
                </a:lnTo>
                <a:lnTo>
                  <a:pt x="4764123" y="3963102"/>
                </a:lnTo>
                <a:lnTo>
                  <a:pt x="4752625" y="3950280"/>
                </a:lnTo>
                <a:lnTo>
                  <a:pt x="4741232" y="3937362"/>
                </a:lnTo>
                <a:lnTo>
                  <a:pt x="4729945" y="3924350"/>
                </a:lnTo>
                <a:lnTo>
                  <a:pt x="4718763" y="3911245"/>
                </a:lnTo>
                <a:lnTo>
                  <a:pt x="4707687" y="3898046"/>
                </a:lnTo>
                <a:lnTo>
                  <a:pt x="4696719" y="3884756"/>
                </a:lnTo>
                <a:lnTo>
                  <a:pt x="4685858" y="3871373"/>
                </a:lnTo>
                <a:lnTo>
                  <a:pt x="4675106" y="3857900"/>
                </a:lnTo>
                <a:lnTo>
                  <a:pt x="4664463" y="3844336"/>
                </a:lnTo>
                <a:lnTo>
                  <a:pt x="4653930" y="3830682"/>
                </a:lnTo>
                <a:lnTo>
                  <a:pt x="4643508" y="3816940"/>
                </a:lnTo>
                <a:lnTo>
                  <a:pt x="4633196" y="3803109"/>
                </a:lnTo>
                <a:lnTo>
                  <a:pt x="4622996" y="3789191"/>
                </a:lnTo>
                <a:lnTo>
                  <a:pt x="4612909" y="3775185"/>
                </a:lnTo>
                <a:lnTo>
                  <a:pt x="4602935" y="3761093"/>
                </a:lnTo>
                <a:lnTo>
                  <a:pt x="4593075" y="3746916"/>
                </a:lnTo>
                <a:lnTo>
                  <a:pt x="4583329" y="3732653"/>
                </a:lnTo>
                <a:lnTo>
                  <a:pt x="4573698" y="3718306"/>
                </a:lnTo>
                <a:lnTo>
                  <a:pt x="4564183" y="3703876"/>
                </a:lnTo>
                <a:lnTo>
                  <a:pt x="4554785" y="3689362"/>
                </a:lnTo>
                <a:lnTo>
                  <a:pt x="4545503" y="3674766"/>
                </a:lnTo>
                <a:lnTo>
                  <a:pt x="4536340" y="3660089"/>
                </a:lnTo>
                <a:lnTo>
                  <a:pt x="4527295" y="3645330"/>
                </a:lnTo>
                <a:lnTo>
                  <a:pt x="4518369" y="3630491"/>
                </a:lnTo>
                <a:lnTo>
                  <a:pt x="4509562" y="3615572"/>
                </a:lnTo>
                <a:lnTo>
                  <a:pt x="4500877" y="3600575"/>
                </a:lnTo>
                <a:lnTo>
                  <a:pt x="4492312" y="3585499"/>
                </a:lnTo>
                <a:lnTo>
                  <a:pt x="4483869" y="3570345"/>
                </a:lnTo>
                <a:lnTo>
                  <a:pt x="4475549" y="3555114"/>
                </a:lnTo>
                <a:lnTo>
                  <a:pt x="4467351" y="3539807"/>
                </a:lnTo>
                <a:lnTo>
                  <a:pt x="4459278" y="3524424"/>
                </a:lnTo>
                <a:lnTo>
                  <a:pt x="4451329" y="3508966"/>
                </a:lnTo>
                <a:lnTo>
                  <a:pt x="4443505" y="3493434"/>
                </a:lnTo>
                <a:lnTo>
                  <a:pt x="4435806" y="3477828"/>
                </a:lnTo>
                <a:lnTo>
                  <a:pt x="4428235" y="3462149"/>
                </a:lnTo>
                <a:lnTo>
                  <a:pt x="4420790" y="3446397"/>
                </a:lnTo>
                <a:lnTo>
                  <a:pt x="4413473" y="3430574"/>
                </a:lnTo>
                <a:lnTo>
                  <a:pt x="4406284" y="3414680"/>
                </a:lnTo>
                <a:lnTo>
                  <a:pt x="4399225" y="3398715"/>
                </a:lnTo>
                <a:lnTo>
                  <a:pt x="4392295" y="3382681"/>
                </a:lnTo>
                <a:lnTo>
                  <a:pt x="4385496" y="3366578"/>
                </a:lnTo>
                <a:lnTo>
                  <a:pt x="4378828" y="3350406"/>
                </a:lnTo>
                <a:lnTo>
                  <a:pt x="4372291" y="3334167"/>
                </a:lnTo>
                <a:lnTo>
                  <a:pt x="4365887" y="3317860"/>
                </a:lnTo>
                <a:lnTo>
                  <a:pt x="4359616" y="3301487"/>
                </a:lnTo>
                <a:lnTo>
                  <a:pt x="4353479" y="3285049"/>
                </a:lnTo>
                <a:lnTo>
                  <a:pt x="4347476" y="3268545"/>
                </a:lnTo>
                <a:lnTo>
                  <a:pt x="4341609" y="3251977"/>
                </a:lnTo>
                <a:lnTo>
                  <a:pt x="4335877" y="3235345"/>
                </a:lnTo>
                <a:lnTo>
                  <a:pt x="4330281" y="3218650"/>
                </a:lnTo>
                <a:lnTo>
                  <a:pt x="4324823" y="3201893"/>
                </a:lnTo>
                <a:lnTo>
                  <a:pt x="4319502" y="3185074"/>
                </a:lnTo>
                <a:lnTo>
                  <a:pt x="4314320" y="3168194"/>
                </a:lnTo>
                <a:lnTo>
                  <a:pt x="4309277" y="3151253"/>
                </a:lnTo>
                <a:lnTo>
                  <a:pt x="4304373" y="3134253"/>
                </a:lnTo>
                <a:lnTo>
                  <a:pt x="4299610" y="3117194"/>
                </a:lnTo>
                <a:lnTo>
                  <a:pt x="4294988" y="3100076"/>
                </a:lnTo>
                <a:lnTo>
                  <a:pt x="4290508" y="3082900"/>
                </a:lnTo>
                <a:lnTo>
                  <a:pt x="4286170" y="3065668"/>
                </a:lnTo>
                <a:lnTo>
                  <a:pt x="4281975" y="3048379"/>
                </a:lnTo>
                <a:lnTo>
                  <a:pt x="4277924" y="3031034"/>
                </a:lnTo>
                <a:lnTo>
                  <a:pt x="4274017" y="3013634"/>
                </a:lnTo>
                <a:lnTo>
                  <a:pt x="4270256" y="2996180"/>
                </a:lnTo>
                <a:lnTo>
                  <a:pt x="4266640" y="2978672"/>
                </a:lnTo>
                <a:lnTo>
                  <a:pt x="4263170" y="2961111"/>
                </a:lnTo>
                <a:lnTo>
                  <a:pt x="4259848" y="2943497"/>
                </a:lnTo>
                <a:lnTo>
                  <a:pt x="4256673" y="2925832"/>
                </a:lnTo>
                <a:lnTo>
                  <a:pt x="4253647" y="2908116"/>
                </a:lnTo>
                <a:lnTo>
                  <a:pt x="4250769" y="2890349"/>
                </a:lnTo>
                <a:lnTo>
                  <a:pt x="4248042" y="2872532"/>
                </a:lnTo>
                <a:lnTo>
                  <a:pt x="4245464" y="2854666"/>
                </a:lnTo>
                <a:lnTo>
                  <a:pt x="4243038" y="2836752"/>
                </a:lnTo>
                <a:lnTo>
                  <a:pt x="4240764" y="2818790"/>
                </a:lnTo>
                <a:lnTo>
                  <a:pt x="4238641" y="2800781"/>
                </a:lnTo>
                <a:lnTo>
                  <a:pt x="4236672" y="2782726"/>
                </a:lnTo>
                <a:lnTo>
                  <a:pt x="4234857" y="2764625"/>
                </a:lnTo>
                <a:lnTo>
                  <a:pt x="4233196" y="2746478"/>
                </a:lnTo>
                <a:lnTo>
                  <a:pt x="4231690" y="2728287"/>
                </a:lnTo>
                <a:lnTo>
                  <a:pt x="4230340" y="2710053"/>
                </a:lnTo>
                <a:lnTo>
                  <a:pt x="4229146" y="2691775"/>
                </a:lnTo>
                <a:lnTo>
                  <a:pt x="4228109" y="2673455"/>
                </a:lnTo>
                <a:lnTo>
                  <a:pt x="4227230" y="2655093"/>
                </a:lnTo>
                <a:lnTo>
                  <a:pt x="4226509" y="2636690"/>
                </a:lnTo>
                <a:lnTo>
                  <a:pt x="4225947" y="2618246"/>
                </a:lnTo>
                <a:lnTo>
                  <a:pt x="4225545" y="2599763"/>
                </a:lnTo>
                <a:lnTo>
                  <a:pt x="4225303" y="2581240"/>
                </a:lnTo>
                <a:lnTo>
                  <a:pt x="4225223" y="2562679"/>
                </a:lnTo>
                <a:lnTo>
                  <a:pt x="4229606" y="2476522"/>
                </a:lnTo>
                <a:lnTo>
                  <a:pt x="0" y="0"/>
                </a:lnTo>
                <a:lnTo>
                  <a:pt x="0" y="5467570"/>
                </a:lnTo>
                <a:lnTo>
                  <a:pt x="6034062" y="5467570"/>
                </a:lnTo>
                <a:lnTo>
                  <a:pt x="6034050" y="5455021"/>
                </a:lnTo>
                <a:close/>
              </a:path>
            </a:pathLst>
          </a:custGeom>
          <a:solidFill xmlns:a="http://schemas.openxmlformats.org/drawingml/2006/main">
            <a:srgbClr val="E9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7ECBB05-71AF-45B2-8DAA-34D027D0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8" y="1330647"/>
            <a:ext cx="18143161" cy="3642902"/>
          </a:xfrm>
          <a:custGeom xmlns:a="http://schemas.openxmlformats.org/drawingml/2006/main">
            <a:pathLst>
              <a:path w="12615167" h="2532955">
                <a:moveTo>
                  <a:pt x="4308819" y="2532955"/>
                </a:moveTo>
                <a:lnTo>
                  <a:pt x="0" y="0"/>
                </a:lnTo>
                <a:lnTo>
                  <a:pt x="12615167" y="0"/>
                </a:lnTo>
                <a:lnTo>
                  <a:pt x="8317824" y="2526244"/>
                </a:lnTo>
                <a:lnTo>
                  <a:pt x="8309195" y="2492273"/>
                </a:lnTo>
                <a:cubicBezTo>
                  <a:pt x="8044696" y="1641928"/>
                  <a:pt x="7251469" y="1024578"/>
                  <a:pt x="6314144" y="1024578"/>
                </a:cubicBezTo>
                <a:cubicBezTo>
                  <a:pt x="5376819" y="1024578"/>
                  <a:pt x="4583729" y="1641928"/>
                  <a:pt x="4319229" y="2492273"/>
                </a:cubicBezTo>
                <a:lnTo>
                  <a:pt x="4308819" y="2532955"/>
                </a:lnTo>
              </a:path>
            </a:pathLst>
          </a:custGeom>
          <a:solidFill xmlns:a="http://schemas.openxmlformats.org/drawingml/2006/main">
            <a:srgbClr val="C5C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5313D241-F286-4E89-93C0-9BADE4EC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" y="416434"/>
            <a:ext cx="18152459" cy="914213"/>
          </a:xfrm>
          <a:custGeom xmlns:a="http://schemas.openxmlformats.org/drawingml/2006/main">
            <a:pathLst>
              <a:path w="12621632" h="635664">
                <a:moveTo>
                  <a:pt x="0" y="0"/>
                </a:moveTo>
                <a:lnTo>
                  <a:pt x="12621632" y="0"/>
                </a:lnTo>
                <a:lnTo>
                  <a:pt x="12621632" y="635664"/>
                </a:lnTo>
                <a:lnTo>
                  <a:pt x="0" y="635664"/>
                </a:lnTo>
                <a:close/>
              </a:path>
            </a:pathLst>
          </a:custGeom>
          <a:solidFill xmlns:a="http://schemas.openxmlformats.org/drawingml/2006/main">
            <a:srgbClr val="C5C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B4665006-EAA7-4D8F-B978-3AA9257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989" y="5665015"/>
            <a:ext cx="2626783" cy="3117901"/>
          </a:xfrm>
          <a:custGeom xmlns:a="http://schemas.openxmlformats.org/drawingml/2006/main">
            <a:pathLst>
              <a:path w="1826435" h="2167916">
                <a:moveTo>
                  <a:pt x="0" y="2167916"/>
                </a:moveTo>
                <a:lnTo>
                  <a:pt x="137" y="2121891"/>
                </a:lnTo>
                <a:cubicBezTo>
                  <a:pt x="685" y="1912867"/>
                  <a:pt x="822" y="1695349"/>
                  <a:pt x="412" y="1452491"/>
                </a:cubicBezTo>
                <a:lnTo>
                  <a:pt x="137" y="1377429"/>
                </a:lnTo>
                <a:lnTo>
                  <a:pt x="958" y="1377292"/>
                </a:lnTo>
                <a:cubicBezTo>
                  <a:pt x="426132" y="1290312"/>
                  <a:pt x="776105" y="996636"/>
                  <a:pt x="941434" y="605844"/>
                </a:cubicBezTo>
                <a:lnTo>
                  <a:pt x="983623" y="490647"/>
                </a:lnTo>
                <a:lnTo>
                  <a:pt x="1821504" y="0"/>
                </a:lnTo>
                <a:lnTo>
                  <a:pt x="1826435" y="97390"/>
                </a:lnTo>
                <a:cubicBezTo>
                  <a:pt x="1826435" y="1106764"/>
                  <a:pt x="1110463" y="1948892"/>
                  <a:pt x="158618" y="2143671"/>
                </a:cubicBezTo>
                <a:lnTo>
                  <a:pt x="0" y="2167916"/>
                </a:lnTo>
              </a:path>
            </a:pathLst>
          </a:custGeom>
          <a:solidFill xmlns:a="http://schemas.openxmlformats.org/drawingml/2006/main">
            <a:srgbClr val="FAD9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AAAA3DB6-85A5-4A79-9D7F-176B09B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504" y="5680972"/>
            <a:ext cx="2598612" cy="3097610"/>
          </a:xfrm>
          <a:custGeom xmlns:a="http://schemas.openxmlformats.org/drawingml/2006/main">
            <a:pathLst>
              <a:path w="1806847" h="2153807">
                <a:moveTo>
                  <a:pt x="1806847" y="2153807"/>
                </a:moveTo>
                <a:lnTo>
                  <a:pt x="1667817" y="2132576"/>
                </a:lnTo>
                <a:cubicBezTo>
                  <a:pt x="715973" y="1937797"/>
                  <a:pt x="0" y="1095669"/>
                  <a:pt x="0" y="86295"/>
                </a:cubicBezTo>
                <a:lnTo>
                  <a:pt x="4383" y="0"/>
                </a:lnTo>
                <a:lnTo>
                  <a:pt x="848153" y="494072"/>
                </a:lnTo>
                <a:lnTo>
                  <a:pt x="885001" y="594749"/>
                </a:lnTo>
                <a:cubicBezTo>
                  <a:pt x="1033756" y="946503"/>
                  <a:pt x="1332089" y="1219496"/>
                  <a:pt x="1700280" y="1334007"/>
                </a:cubicBezTo>
                <a:lnTo>
                  <a:pt x="1806710" y="1361402"/>
                </a:lnTo>
                <a:lnTo>
                  <a:pt x="1806436" y="1441396"/>
                </a:lnTo>
                <a:cubicBezTo>
                  <a:pt x="1806026" y="1684254"/>
                  <a:pt x="1806162" y="1901772"/>
                  <a:pt x="1806710" y="2110796"/>
                </a:cubicBezTo>
                <a:lnTo>
                  <a:pt x="1806847" y="2153807"/>
                </a:lnTo>
              </a:path>
            </a:pathLst>
          </a:custGeom>
          <a:solidFill xmlns:a="http://schemas.openxmlformats.org/drawingml/2006/main">
            <a:srgbClr val="ADC2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8FB343CE-C030-40A0-BE2F-1A565F4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978" y="2800849"/>
            <a:ext cx="5765959" cy="2769804"/>
          </a:xfrm>
          <a:custGeom xmlns:a="http://schemas.openxmlformats.org/drawingml/2006/main">
            <a:pathLst>
              <a:path w="4009144" h="1925880">
                <a:moveTo>
                  <a:pt x="710219" y="1925880"/>
                </a:moveTo>
                <a:lnTo>
                  <a:pt x="0" y="1508377"/>
                </a:lnTo>
                <a:lnTo>
                  <a:pt x="10547" y="1467695"/>
                </a:lnTo>
                <a:cubicBezTo>
                  <a:pt x="274910" y="617349"/>
                  <a:pt x="1068137" y="0"/>
                  <a:pt x="2005462" y="0"/>
                </a:cubicBezTo>
                <a:cubicBezTo>
                  <a:pt x="2942787" y="0"/>
                  <a:pt x="3735877" y="617349"/>
                  <a:pt x="4000376" y="1467695"/>
                </a:cubicBezTo>
                <a:lnTo>
                  <a:pt x="4009144" y="1501665"/>
                </a:lnTo>
                <a:lnTo>
                  <a:pt x="3299609" y="1918757"/>
                </a:lnTo>
                <a:lnTo>
                  <a:pt x="3285364" y="1825476"/>
                </a:lnTo>
                <a:cubicBezTo>
                  <a:pt x="3163591" y="1230180"/>
                  <a:pt x="2636783" y="782406"/>
                  <a:pt x="2005462" y="782406"/>
                </a:cubicBezTo>
                <a:cubicBezTo>
                  <a:pt x="1374004" y="782406"/>
                  <a:pt x="847332" y="1230180"/>
                  <a:pt x="725423" y="1825476"/>
                </a:cubicBezTo>
                <a:lnTo>
                  <a:pt x="710219" y="1925880"/>
                </a:lnTo>
              </a:path>
            </a:pathLst>
          </a:custGeom>
          <a:solidFill xmlns:a="http://schemas.openxmlformats.org/drawingml/2006/main">
            <a:srgbClr val="B9AA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F50BA518-A18A-4ACE-B4E9-CB31F7F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79" y="3523834"/>
            <a:ext cx="486587" cy="486391"/>
          </a:xfrm>
          <a:custGeom xmlns:a="http://schemas.openxmlformats.org/drawingml/2006/main">
            <a:pathLst>
              <a:path w="338330" h="338193">
                <a:moveTo>
                  <a:pt x="49858" y="62735"/>
                </a:moveTo>
                <a:lnTo>
                  <a:pt x="63009" y="85199"/>
                </a:lnTo>
                <a:cubicBezTo>
                  <a:pt x="68487" y="94377"/>
                  <a:pt x="72734" y="101910"/>
                  <a:pt x="75610" y="107937"/>
                </a:cubicBezTo>
                <a:cubicBezTo>
                  <a:pt x="80541" y="118210"/>
                  <a:pt x="85884" y="131497"/>
                  <a:pt x="91637" y="147523"/>
                </a:cubicBezTo>
                <a:lnTo>
                  <a:pt x="106019" y="187931"/>
                </a:lnTo>
                <a:cubicBezTo>
                  <a:pt x="107799" y="187109"/>
                  <a:pt x="110676" y="185876"/>
                  <a:pt x="114512" y="184096"/>
                </a:cubicBezTo>
                <a:cubicBezTo>
                  <a:pt x="118347" y="182452"/>
                  <a:pt x="121360" y="181082"/>
                  <a:pt x="123278" y="180124"/>
                </a:cubicBezTo>
                <a:cubicBezTo>
                  <a:pt x="156015" y="164371"/>
                  <a:pt x="178480" y="148208"/>
                  <a:pt x="190670" y="131497"/>
                </a:cubicBezTo>
                <a:cubicBezTo>
                  <a:pt x="196013" y="124100"/>
                  <a:pt x="200121" y="115608"/>
                  <a:pt x="203272" y="106293"/>
                </a:cubicBezTo>
                <a:cubicBezTo>
                  <a:pt x="206559" y="95747"/>
                  <a:pt x="207108" y="87939"/>
                  <a:pt x="204642" y="83007"/>
                </a:cubicBezTo>
                <a:cubicBezTo>
                  <a:pt x="196013" y="65064"/>
                  <a:pt x="177795" y="53284"/>
                  <a:pt x="149988" y="47668"/>
                </a:cubicBezTo>
                <a:cubicBezTo>
                  <a:pt x="124511" y="42463"/>
                  <a:pt x="101088" y="43695"/>
                  <a:pt x="79582" y="51366"/>
                </a:cubicBezTo>
                <a:lnTo>
                  <a:pt x="49858" y="62735"/>
                </a:lnTo>
                <a:moveTo>
                  <a:pt x="17258" y="27806"/>
                </a:moveTo>
                <a:lnTo>
                  <a:pt x="65611" y="9041"/>
                </a:lnTo>
                <a:cubicBezTo>
                  <a:pt x="84377" y="2740"/>
                  <a:pt x="101225" y="0"/>
                  <a:pt x="116429" y="548"/>
                </a:cubicBezTo>
                <a:cubicBezTo>
                  <a:pt x="181903" y="3151"/>
                  <a:pt x="224229" y="24382"/>
                  <a:pt x="243405" y="64242"/>
                </a:cubicBezTo>
                <a:cubicBezTo>
                  <a:pt x="252857" y="83830"/>
                  <a:pt x="252309" y="105472"/>
                  <a:pt x="241762" y="129032"/>
                </a:cubicBezTo>
                <a:cubicBezTo>
                  <a:pt x="233270" y="148071"/>
                  <a:pt x="219983" y="165878"/>
                  <a:pt x="201628" y="182452"/>
                </a:cubicBezTo>
                <a:cubicBezTo>
                  <a:pt x="252034" y="184644"/>
                  <a:pt x="292854" y="192862"/>
                  <a:pt x="324085" y="207108"/>
                </a:cubicBezTo>
                <a:cubicBezTo>
                  <a:pt x="329426" y="209710"/>
                  <a:pt x="333261" y="213271"/>
                  <a:pt x="335453" y="217929"/>
                </a:cubicBezTo>
                <a:cubicBezTo>
                  <a:pt x="338056" y="223271"/>
                  <a:pt x="338330" y="228887"/>
                  <a:pt x="336276" y="234777"/>
                </a:cubicBezTo>
                <a:cubicBezTo>
                  <a:pt x="334358" y="240667"/>
                  <a:pt x="330659" y="244913"/>
                  <a:pt x="325454" y="247378"/>
                </a:cubicBezTo>
                <a:cubicBezTo>
                  <a:pt x="320523" y="249845"/>
                  <a:pt x="314907" y="249981"/>
                  <a:pt x="308743" y="247927"/>
                </a:cubicBezTo>
                <a:cubicBezTo>
                  <a:pt x="245871" y="226284"/>
                  <a:pt x="184779" y="220805"/>
                  <a:pt x="125743" y="231353"/>
                </a:cubicBezTo>
                <a:lnTo>
                  <a:pt x="145468" y="268336"/>
                </a:lnTo>
                <a:lnTo>
                  <a:pt x="164782" y="306004"/>
                </a:lnTo>
                <a:cubicBezTo>
                  <a:pt x="167521" y="311620"/>
                  <a:pt x="167932" y="317236"/>
                  <a:pt x="166015" y="322852"/>
                </a:cubicBezTo>
                <a:cubicBezTo>
                  <a:pt x="164234" y="328331"/>
                  <a:pt x="160535" y="332441"/>
                  <a:pt x="155056" y="335180"/>
                </a:cubicBezTo>
                <a:cubicBezTo>
                  <a:pt x="149440" y="337782"/>
                  <a:pt x="143961" y="338193"/>
                  <a:pt x="138482" y="336139"/>
                </a:cubicBezTo>
                <a:cubicBezTo>
                  <a:pt x="133003" y="334084"/>
                  <a:pt x="128894" y="330249"/>
                  <a:pt x="126153" y="324496"/>
                </a:cubicBezTo>
                <a:cubicBezTo>
                  <a:pt x="121224" y="314360"/>
                  <a:pt x="113416" y="299430"/>
                  <a:pt x="102732" y="279842"/>
                </a:cubicBezTo>
                <a:cubicBezTo>
                  <a:pt x="92184" y="260117"/>
                  <a:pt x="84377" y="245187"/>
                  <a:pt x="79446" y="235051"/>
                </a:cubicBezTo>
                <a:cubicBezTo>
                  <a:pt x="73693" y="223134"/>
                  <a:pt x="66570" y="204916"/>
                  <a:pt x="57804" y="180260"/>
                </a:cubicBezTo>
                <a:cubicBezTo>
                  <a:pt x="49173" y="155605"/>
                  <a:pt x="42051" y="137387"/>
                  <a:pt x="36298" y="125607"/>
                </a:cubicBezTo>
                <a:cubicBezTo>
                  <a:pt x="33148" y="119032"/>
                  <a:pt x="27943" y="109718"/>
                  <a:pt x="20546" y="97390"/>
                </a:cubicBezTo>
                <a:cubicBezTo>
                  <a:pt x="13012" y="85062"/>
                  <a:pt x="7808" y="75611"/>
                  <a:pt x="4657" y="69173"/>
                </a:cubicBezTo>
                <a:cubicBezTo>
                  <a:pt x="1096" y="61776"/>
                  <a:pt x="0" y="54379"/>
                  <a:pt x="1506" y="46846"/>
                </a:cubicBezTo>
                <a:cubicBezTo>
                  <a:pt x="3151" y="37669"/>
                  <a:pt x="8355" y="31368"/>
                  <a:pt x="17258" y="278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R">
            <a:extLst xmlns:a="http://schemas.openxmlformats.org/drawingml/2006/main">
              <a:ext uri="{FF2B5EF4-FFF2-40B4-BE49-F238E27FC236}">
                <a16:creationId xmlns:a16="http://schemas.microsoft.com/office/drawing/2014/main" id="{7C98DBBC-E26B-405C-BBC2-DCCD109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42260">
            <a:off x="7781094" y="3302676"/>
            <a:ext cx="511910" cy="886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5960941F-BDAB-4832-A484-766EF849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63" y="3486208"/>
            <a:ext cx="336474" cy="345733"/>
          </a:xfrm>
          <a:custGeom xmlns:a="http://schemas.openxmlformats.org/drawingml/2006/main">
            <a:pathLst>
              <a:path w="233955" h="240393">
                <a:moveTo>
                  <a:pt x="83144" y="46161"/>
                </a:moveTo>
                <a:cubicBezTo>
                  <a:pt x="66571" y="51640"/>
                  <a:pt x="54791" y="62461"/>
                  <a:pt x="48079" y="78898"/>
                </a:cubicBezTo>
                <a:cubicBezTo>
                  <a:pt x="41230" y="95335"/>
                  <a:pt x="39312" y="117388"/>
                  <a:pt x="42326" y="144921"/>
                </a:cubicBezTo>
                <a:lnTo>
                  <a:pt x="95061" y="94787"/>
                </a:lnTo>
                <a:cubicBezTo>
                  <a:pt x="115744" y="74789"/>
                  <a:pt x="129990" y="58625"/>
                  <a:pt x="137524" y="46435"/>
                </a:cubicBezTo>
                <a:cubicBezTo>
                  <a:pt x="122320" y="39449"/>
                  <a:pt x="104102" y="39312"/>
                  <a:pt x="83144" y="46161"/>
                </a:cubicBezTo>
                <a:moveTo>
                  <a:pt x="71090" y="9451"/>
                </a:moveTo>
                <a:cubicBezTo>
                  <a:pt x="93692" y="2191"/>
                  <a:pt x="113279" y="0"/>
                  <a:pt x="130127" y="2877"/>
                </a:cubicBezTo>
                <a:cubicBezTo>
                  <a:pt x="150674" y="6575"/>
                  <a:pt x="164097" y="18081"/>
                  <a:pt x="170398" y="37532"/>
                </a:cubicBezTo>
                <a:cubicBezTo>
                  <a:pt x="174918" y="51092"/>
                  <a:pt x="171220" y="66022"/>
                  <a:pt x="159439" y="82049"/>
                </a:cubicBezTo>
                <a:cubicBezTo>
                  <a:pt x="154372" y="89171"/>
                  <a:pt x="142455" y="101499"/>
                  <a:pt x="123827" y="119032"/>
                </a:cubicBezTo>
                <a:lnTo>
                  <a:pt x="57941" y="181219"/>
                </a:lnTo>
                <a:cubicBezTo>
                  <a:pt x="69309" y="190122"/>
                  <a:pt x="81501" y="195465"/>
                  <a:pt x="94650" y="197519"/>
                </a:cubicBezTo>
                <a:cubicBezTo>
                  <a:pt x="107937" y="199437"/>
                  <a:pt x="122046" y="198067"/>
                  <a:pt x="137113" y="193136"/>
                </a:cubicBezTo>
                <a:cubicBezTo>
                  <a:pt x="146427" y="189986"/>
                  <a:pt x="156975" y="184644"/>
                  <a:pt x="168343" y="176973"/>
                </a:cubicBezTo>
                <a:cubicBezTo>
                  <a:pt x="183000" y="167384"/>
                  <a:pt x="191355" y="158070"/>
                  <a:pt x="193547" y="149304"/>
                </a:cubicBezTo>
                <a:cubicBezTo>
                  <a:pt x="195875" y="140537"/>
                  <a:pt x="199574" y="135332"/>
                  <a:pt x="204916" y="133551"/>
                </a:cubicBezTo>
                <a:cubicBezTo>
                  <a:pt x="209710" y="132045"/>
                  <a:pt x="214504" y="132456"/>
                  <a:pt x="219435" y="134785"/>
                </a:cubicBezTo>
                <a:cubicBezTo>
                  <a:pt x="224367" y="137113"/>
                  <a:pt x="227517" y="140811"/>
                  <a:pt x="229160" y="145469"/>
                </a:cubicBezTo>
                <a:cubicBezTo>
                  <a:pt x="233955" y="160536"/>
                  <a:pt x="226148" y="177521"/>
                  <a:pt x="205327" y="196286"/>
                </a:cubicBezTo>
                <a:cubicBezTo>
                  <a:pt x="187520" y="212312"/>
                  <a:pt x="168892" y="223544"/>
                  <a:pt x="149167" y="229982"/>
                </a:cubicBezTo>
                <a:cubicBezTo>
                  <a:pt x="118485" y="239982"/>
                  <a:pt x="91089" y="240393"/>
                  <a:pt x="67118" y="231215"/>
                </a:cubicBezTo>
                <a:cubicBezTo>
                  <a:pt x="40681" y="221079"/>
                  <a:pt x="22602" y="200670"/>
                  <a:pt x="12602" y="170124"/>
                </a:cubicBezTo>
                <a:cubicBezTo>
                  <a:pt x="1097" y="134785"/>
                  <a:pt x="0" y="102458"/>
                  <a:pt x="9315" y="72871"/>
                </a:cubicBezTo>
                <a:cubicBezTo>
                  <a:pt x="19451" y="40819"/>
                  <a:pt x="39997" y="19588"/>
                  <a:pt x="71090" y="94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2 e">
            <a:extLst xmlns:a="http://schemas.openxmlformats.org/drawingml/2006/main">
              <a:ext uri="{FF2B5EF4-FFF2-40B4-BE49-F238E27FC236}">
                <a16:creationId xmlns:a16="http://schemas.microsoft.com/office/drawing/2014/main" id="{CCB8098D-7028-4E94-B3CE-5208927F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4137">
            <a:off x="8165244" y="3174459"/>
            <a:ext cx="455751" cy="87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D48AA1EE-918F-4C6A-951A-EC7C759B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278" y="3402287"/>
            <a:ext cx="327806" cy="352037"/>
          </a:xfrm>
          <a:custGeom xmlns:a="http://schemas.openxmlformats.org/drawingml/2006/main">
            <a:pathLst>
              <a:path w="227927" h="244776">
                <a:moveTo>
                  <a:pt x="111087" y="39175"/>
                </a:moveTo>
                <a:cubicBezTo>
                  <a:pt x="89308" y="43421"/>
                  <a:pt x="72324" y="55886"/>
                  <a:pt x="60132" y="76843"/>
                </a:cubicBezTo>
                <a:cubicBezTo>
                  <a:pt x="47804" y="97664"/>
                  <a:pt x="43969" y="119579"/>
                  <a:pt x="48489" y="142728"/>
                </a:cubicBezTo>
                <a:cubicBezTo>
                  <a:pt x="53010" y="165741"/>
                  <a:pt x="60407" y="182178"/>
                  <a:pt x="70817" y="192040"/>
                </a:cubicBezTo>
                <a:cubicBezTo>
                  <a:pt x="81227" y="201902"/>
                  <a:pt x="94514" y="205326"/>
                  <a:pt x="110813" y="202039"/>
                </a:cubicBezTo>
                <a:cubicBezTo>
                  <a:pt x="124237" y="199437"/>
                  <a:pt x="135195" y="194780"/>
                  <a:pt x="143687" y="188067"/>
                </a:cubicBezTo>
                <a:cubicBezTo>
                  <a:pt x="148208" y="184369"/>
                  <a:pt x="154234" y="177657"/>
                  <a:pt x="161769" y="167795"/>
                </a:cubicBezTo>
                <a:cubicBezTo>
                  <a:pt x="149989" y="131633"/>
                  <a:pt x="142181" y="104238"/>
                  <a:pt x="138620" y="85746"/>
                </a:cubicBezTo>
                <a:cubicBezTo>
                  <a:pt x="137388" y="79720"/>
                  <a:pt x="136564" y="73008"/>
                  <a:pt x="135879" y="65748"/>
                </a:cubicBezTo>
                <a:cubicBezTo>
                  <a:pt x="135195" y="58625"/>
                  <a:pt x="134922" y="50818"/>
                  <a:pt x="134922" y="42463"/>
                </a:cubicBezTo>
                <a:cubicBezTo>
                  <a:pt x="129168" y="40819"/>
                  <a:pt x="124374" y="39723"/>
                  <a:pt x="120402" y="39312"/>
                </a:cubicBezTo>
                <a:cubicBezTo>
                  <a:pt x="116429" y="38764"/>
                  <a:pt x="113279" y="38627"/>
                  <a:pt x="111087" y="39175"/>
                </a:cubicBezTo>
                <a:moveTo>
                  <a:pt x="101088" y="2465"/>
                </a:moveTo>
                <a:cubicBezTo>
                  <a:pt x="113279" y="0"/>
                  <a:pt x="127525" y="547"/>
                  <a:pt x="143962" y="3835"/>
                </a:cubicBezTo>
                <a:cubicBezTo>
                  <a:pt x="164507" y="7944"/>
                  <a:pt x="175877" y="15478"/>
                  <a:pt x="178068" y="26573"/>
                </a:cubicBezTo>
                <a:cubicBezTo>
                  <a:pt x="178891" y="30409"/>
                  <a:pt x="178068" y="33970"/>
                  <a:pt x="175877" y="37531"/>
                </a:cubicBezTo>
                <a:cubicBezTo>
                  <a:pt x="175466" y="43147"/>
                  <a:pt x="176151" y="52051"/>
                  <a:pt x="177795" y="64515"/>
                </a:cubicBezTo>
                <a:cubicBezTo>
                  <a:pt x="179438" y="76843"/>
                  <a:pt x="182041" y="92459"/>
                  <a:pt x="185602" y="111635"/>
                </a:cubicBezTo>
                <a:cubicBezTo>
                  <a:pt x="188891" y="129031"/>
                  <a:pt x="192724" y="142455"/>
                  <a:pt x="197245" y="152180"/>
                </a:cubicBezTo>
                <a:cubicBezTo>
                  <a:pt x="199847" y="158070"/>
                  <a:pt x="206696" y="169439"/>
                  <a:pt x="217791" y="186561"/>
                </a:cubicBezTo>
                <a:cubicBezTo>
                  <a:pt x="219298" y="188889"/>
                  <a:pt x="221627" y="192314"/>
                  <a:pt x="224914" y="196697"/>
                </a:cubicBezTo>
                <a:lnTo>
                  <a:pt x="226833" y="199985"/>
                </a:lnTo>
                <a:cubicBezTo>
                  <a:pt x="227927" y="205600"/>
                  <a:pt x="226833" y="210669"/>
                  <a:pt x="223682" y="215052"/>
                </a:cubicBezTo>
                <a:cubicBezTo>
                  <a:pt x="220395" y="219435"/>
                  <a:pt x="216285" y="222175"/>
                  <a:pt x="211081" y="223270"/>
                </a:cubicBezTo>
                <a:cubicBezTo>
                  <a:pt x="208340" y="223818"/>
                  <a:pt x="202998" y="221627"/>
                  <a:pt x="194780" y="216832"/>
                </a:cubicBezTo>
                <a:cubicBezTo>
                  <a:pt x="187246" y="212312"/>
                  <a:pt x="181629" y="208066"/>
                  <a:pt x="177657" y="204231"/>
                </a:cubicBezTo>
                <a:cubicBezTo>
                  <a:pt x="165604" y="214230"/>
                  <a:pt x="154782" y="222037"/>
                  <a:pt x="145332" y="227791"/>
                </a:cubicBezTo>
                <a:cubicBezTo>
                  <a:pt x="135879" y="233406"/>
                  <a:pt x="127662" y="236968"/>
                  <a:pt x="120812" y="238338"/>
                </a:cubicBezTo>
                <a:cubicBezTo>
                  <a:pt x="87938" y="244776"/>
                  <a:pt x="62325" y="240255"/>
                  <a:pt x="43558" y="224640"/>
                </a:cubicBezTo>
                <a:cubicBezTo>
                  <a:pt x="26025" y="210121"/>
                  <a:pt x="13698" y="184917"/>
                  <a:pt x="6711" y="149029"/>
                </a:cubicBezTo>
                <a:cubicBezTo>
                  <a:pt x="0" y="115059"/>
                  <a:pt x="6027" y="83692"/>
                  <a:pt x="24519" y="55064"/>
                </a:cubicBezTo>
                <a:cubicBezTo>
                  <a:pt x="43147" y="26299"/>
                  <a:pt x="68624" y="8766"/>
                  <a:pt x="101088" y="2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4 a">
            <a:extLst xmlns:a="http://schemas.openxmlformats.org/drawingml/2006/main">
              <a:ext uri="{FF2B5EF4-FFF2-40B4-BE49-F238E27FC236}">
                <a16:creationId xmlns:a16="http://schemas.microsoft.com/office/drawing/2014/main" id="{12DE6744-E552-4F41-B991-6CC7E851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7532">
            <a:off x="8509299" y="3076191"/>
            <a:ext cx="445152" cy="900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B6F505C2-2CF0-4C4D-B158-65AAF147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359" y="3326836"/>
            <a:ext cx="258856" cy="380602"/>
          </a:xfrm>
          <a:custGeom xmlns:a="http://schemas.openxmlformats.org/drawingml/2006/main">
            <a:pathLst>
              <a:path w="179986" h="264637">
                <a:moveTo>
                  <a:pt x="143139" y="548"/>
                </a:moveTo>
                <a:cubicBezTo>
                  <a:pt x="149166" y="0"/>
                  <a:pt x="154371" y="1644"/>
                  <a:pt x="158617" y="5205"/>
                </a:cubicBezTo>
                <a:cubicBezTo>
                  <a:pt x="162864" y="8904"/>
                  <a:pt x="165192" y="13972"/>
                  <a:pt x="165740" y="20410"/>
                </a:cubicBezTo>
                <a:cubicBezTo>
                  <a:pt x="166015" y="24519"/>
                  <a:pt x="167385" y="30546"/>
                  <a:pt x="169849" y="38353"/>
                </a:cubicBezTo>
                <a:cubicBezTo>
                  <a:pt x="172314" y="46161"/>
                  <a:pt x="173684" y="52188"/>
                  <a:pt x="173959" y="56297"/>
                </a:cubicBezTo>
                <a:cubicBezTo>
                  <a:pt x="174507" y="62735"/>
                  <a:pt x="173000" y="68077"/>
                  <a:pt x="169302" y="72323"/>
                </a:cubicBezTo>
                <a:cubicBezTo>
                  <a:pt x="165740" y="76569"/>
                  <a:pt x="160947" y="79035"/>
                  <a:pt x="154781" y="79583"/>
                </a:cubicBezTo>
                <a:cubicBezTo>
                  <a:pt x="146975" y="80131"/>
                  <a:pt x="141222" y="77939"/>
                  <a:pt x="137660" y="72871"/>
                </a:cubicBezTo>
                <a:cubicBezTo>
                  <a:pt x="135195" y="69447"/>
                  <a:pt x="132729" y="61913"/>
                  <a:pt x="130264" y="50270"/>
                </a:cubicBezTo>
                <a:cubicBezTo>
                  <a:pt x="119854" y="53832"/>
                  <a:pt x="103827" y="60133"/>
                  <a:pt x="82185" y="69173"/>
                </a:cubicBezTo>
                <a:cubicBezTo>
                  <a:pt x="59995" y="80131"/>
                  <a:pt x="49312" y="92322"/>
                  <a:pt x="50269" y="105745"/>
                </a:cubicBezTo>
                <a:cubicBezTo>
                  <a:pt x="54653" y="106978"/>
                  <a:pt x="58898" y="107800"/>
                  <a:pt x="63145" y="108074"/>
                </a:cubicBezTo>
                <a:cubicBezTo>
                  <a:pt x="96294" y="111361"/>
                  <a:pt x="121360" y="117388"/>
                  <a:pt x="138071" y="126429"/>
                </a:cubicBezTo>
                <a:cubicBezTo>
                  <a:pt x="162453" y="139578"/>
                  <a:pt x="175876" y="160262"/>
                  <a:pt x="178068" y="188616"/>
                </a:cubicBezTo>
                <a:cubicBezTo>
                  <a:pt x="179986" y="211765"/>
                  <a:pt x="171357" y="230119"/>
                  <a:pt x="152179" y="243543"/>
                </a:cubicBezTo>
                <a:cubicBezTo>
                  <a:pt x="136290" y="254501"/>
                  <a:pt x="115607" y="261076"/>
                  <a:pt x="90129" y="263131"/>
                </a:cubicBezTo>
                <a:cubicBezTo>
                  <a:pt x="71502" y="264637"/>
                  <a:pt x="53420" y="262856"/>
                  <a:pt x="35887" y="257925"/>
                </a:cubicBezTo>
                <a:cubicBezTo>
                  <a:pt x="13424" y="251761"/>
                  <a:pt x="1506" y="241488"/>
                  <a:pt x="411" y="227243"/>
                </a:cubicBezTo>
                <a:cubicBezTo>
                  <a:pt x="0" y="221627"/>
                  <a:pt x="1781" y="216422"/>
                  <a:pt x="5889" y="211765"/>
                </a:cubicBezTo>
                <a:cubicBezTo>
                  <a:pt x="10136" y="207107"/>
                  <a:pt x="14930" y="204642"/>
                  <a:pt x="20684" y="204231"/>
                </a:cubicBezTo>
                <a:cubicBezTo>
                  <a:pt x="25066" y="203820"/>
                  <a:pt x="31093" y="206834"/>
                  <a:pt x="38627" y="212998"/>
                </a:cubicBezTo>
                <a:cubicBezTo>
                  <a:pt x="42325" y="216011"/>
                  <a:pt x="50133" y="218203"/>
                  <a:pt x="62324" y="219298"/>
                </a:cubicBezTo>
                <a:cubicBezTo>
                  <a:pt x="72049" y="220257"/>
                  <a:pt x="80131" y="220531"/>
                  <a:pt x="86705" y="219983"/>
                </a:cubicBezTo>
                <a:cubicBezTo>
                  <a:pt x="98621" y="219024"/>
                  <a:pt x="109032" y="216696"/>
                  <a:pt x="117935" y="213134"/>
                </a:cubicBezTo>
                <a:cubicBezTo>
                  <a:pt x="130811" y="207929"/>
                  <a:pt x="136976" y="200944"/>
                  <a:pt x="136290" y="191903"/>
                </a:cubicBezTo>
                <a:cubicBezTo>
                  <a:pt x="134646" y="172590"/>
                  <a:pt x="120127" y="160536"/>
                  <a:pt x="92458" y="155878"/>
                </a:cubicBezTo>
                <a:lnTo>
                  <a:pt x="69857" y="152728"/>
                </a:lnTo>
                <a:cubicBezTo>
                  <a:pt x="50680" y="150126"/>
                  <a:pt x="36708" y="146290"/>
                  <a:pt x="28353" y="141359"/>
                </a:cubicBezTo>
                <a:cubicBezTo>
                  <a:pt x="16163" y="134373"/>
                  <a:pt x="9451" y="122731"/>
                  <a:pt x="8219" y="106704"/>
                </a:cubicBezTo>
                <a:cubicBezTo>
                  <a:pt x="5753" y="76981"/>
                  <a:pt x="18080" y="54654"/>
                  <a:pt x="45201" y="39723"/>
                </a:cubicBezTo>
                <a:cubicBezTo>
                  <a:pt x="53420" y="35203"/>
                  <a:pt x="66706" y="29450"/>
                  <a:pt x="85061" y="22601"/>
                </a:cubicBezTo>
                <a:cubicBezTo>
                  <a:pt x="103417" y="15753"/>
                  <a:pt x="116567" y="10137"/>
                  <a:pt x="124373" y="5890"/>
                </a:cubicBezTo>
                <a:cubicBezTo>
                  <a:pt x="129989" y="2877"/>
                  <a:pt x="136290" y="959"/>
                  <a:pt x="143139" y="5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6 s">
            <a:extLst xmlns:a="http://schemas.openxmlformats.org/drawingml/2006/main">
              <a:ext uri="{FF2B5EF4-FFF2-40B4-BE49-F238E27FC236}">
                <a16:creationId xmlns:a16="http://schemas.microsoft.com/office/drawing/2014/main" id="{458FFF0C-3571-4C1E-9A2F-ECB6871E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3940">
            <a:off x="8841606" y="3062621"/>
            <a:ext cx="413487" cy="86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8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E0C494BC-E291-4D7B-ACA5-1C9EA1D1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723" y="3358158"/>
            <a:ext cx="275996" cy="340020"/>
          </a:xfrm>
          <a:custGeom xmlns:a="http://schemas.openxmlformats.org/drawingml/2006/main">
            <a:pathLst>
              <a:path w="191903" h="236420">
                <a:moveTo>
                  <a:pt x="108347" y="44517"/>
                </a:moveTo>
                <a:cubicBezTo>
                  <a:pt x="87391" y="43695"/>
                  <a:pt x="70679" y="53147"/>
                  <a:pt x="58352" y="72871"/>
                </a:cubicBezTo>
                <a:cubicBezTo>
                  <a:pt x="48489" y="88623"/>
                  <a:pt x="43147" y="106841"/>
                  <a:pt x="42462" y="127525"/>
                </a:cubicBezTo>
                <a:cubicBezTo>
                  <a:pt x="41641" y="148208"/>
                  <a:pt x="46709" y="164645"/>
                  <a:pt x="57530" y="176562"/>
                </a:cubicBezTo>
                <a:cubicBezTo>
                  <a:pt x="66707" y="186424"/>
                  <a:pt x="77528" y="191630"/>
                  <a:pt x="90267" y="192040"/>
                </a:cubicBezTo>
                <a:cubicBezTo>
                  <a:pt x="105060" y="192588"/>
                  <a:pt x="118074" y="187657"/>
                  <a:pt x="129169" y="177247"/>
                </a:cubicBezTo>
                <a:cubicBezTo>
                  <a:pt x="141770" y="165604"/>
                  <a:pt x="148756" y="149715"/>
                  <a:pt x="150125" y="129305"/>
                </a:cubicBezTo>
                <a:cubicBezTo>
                  <a:pt x="154235" y="74104"/>
                  <a:pt x="140264" y="45887"/>
                  <a:pt x="108347" y="44517"/>
                </a:cubicBezTo>
                <a:moveTo>
                  <a:pt x="112732" y="1233"/>
                </a:moveTo>
                <a:cubicBezTo>
                  <a:pt x="141360" y="2192"/>
                  <a:pt x="162454" y="16027"/>
                  <a:pt x="176288" y="42737"/>
                </a:cubicBezTo>
                <a:cubicBezTo>
                  <a:pt x="187246" y="64242"/>
                  <a:pt x="191903" y="89857"/>
                  <a:pt x="190397" y="119580"/>
                </a:cubicBezTo>
                <a:cubicBezTo>
                  <a:pt x="188890" y="151221"/>
                  <a:pt x="179575" y="178069"/>
                  <a:pt x="162727" y="199848"/>
                </a:cubicBezTo>
                <a:cubicBezTo>
                  <a:pt x="143551" y="224641"/>
                  <a:pt x="118895" y="236420"/>
                  <a:pt x="88761" y="235325"/>
                </a:cubicBezTo>
                <a:cubicBezTo>
                  <a:pt x="64790" y="234503"/>
                  <a:pt x="44381" y="224914"/>
                  <a:pt x="27806" y="206560"/>
                </a:cubicBezTo>
                <a:cubicBezTo>
                  <a:pt x="9177" y="186150"/>
                  <a:pt x="0" y="159303"/>
                  <a:pt x="274" y="126018"/>
                </a:cubicBezTo>
                <a:cubicBezTo>
                  <a:pt x="548" y="93829"/>
                  <a:pt x="9726" y="65612"/>
                  <a:pt x="27669" y="41641"/>
                </a:cubicBezTo>
                <a:cubicBezTo>
                  <a:pt x="48627" y="13424"/>
                  <a:pt x="77117" y="0"/>
                  <a:pt x="112732" y="12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8 o">
            <a:extLst xmlns:a="http://schemas.openxmlformats.org/drawingml/2006/main">
              <a:ext uri="{FF2B5EF4-FFF2-40B4-BE49-F238E27FC236}">
                <a16:creationId xmlns:a16="http://schemas.microsoft.com/office/drawing/2014/main" id="{D72DD7F6-6775-4828-A9CA-5135FD8E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094">
            <a:off x="9159546" y="3055407"/>
            <a:ext cx="442026" cy="876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</a:t>
            </a:r>
          </a:p>
        </p:txBody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0001B9D6-2831-4BAF-92B2-B3EB59FE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75" y="3361311"/>
            <a:ext cx="286830" cy="388285"/>
          </a:xfrm>
          <a:custGeom xmlns:a="http://schemas.openxmlformats.org/drawingml/2006/main">
            <a:pathLst>
              <a:path w="199437" h="269979">
                <a:moveTo>
                  <a:pt x="58352" y="959"/>
                </a:moveTo>
                <a:cubicBezTo>
                  <a:pt x="71364" y="2877"/>
                  <a:pt x="77117" y="13287"/>
                  <a:pt x="75474" y="31778"/>
                </a:cubicBezTo>
                <a:lnTo>
                  <a:pt x="72186" y="56571"/>
                </a:lnTo>
                <a:cubicBezTo>
                  <a:pt x="100952" y="28765"/>
                  <a:pt x="127662" y="16711"/>
                  <a:pt x="152728" y="20683"/>
                </a:cubicBezTo>
                <a:cubicBezTo>
                  <a:pt x="175330" y="24245"/>
                  <a:pt x="189437" y="36710"/>
                  <a:pt x="195190" y="57941"/>
                </a:cubicBezTo>
                <a:cubicBezTo>
                  <a:pt x="199162" y="72187"/>
                  <a:pt x="199437" y="92322"/>
                  <a:pt x="196013" y="118347"/>
                </a:cubicBezTo>
                <a:lnTo>
                  <a:pt x="192588" y="139715"/>
                </a:lnTo>
                <a:lnTo>
                  <a:pt x="189300" y="159440"/>
                </a:lnTo>
                <a:cubicBezTo>
                  <a:pt x="187383" y="171083"/>
                  <a:pt x="186561" y="186424"/>
                  <a:pt x="186697" y="205464"/>
                </a:cubicBezTo>
                <a:cubicBezTo>
                  <a:pt x="186835" y="224504"/>
                  <a:pt x="186013" y="239845"/>
                  <a:pt x="184232" y="251488"/>
                </a:cubicBezTo>
                <a:cubicBezTo>
                  <a:pt x="183137" y="257652"/>
                  <a:pt x="180398" y="262309"/>
                  <a:pt x="175740" y="265596"/>
                </a:cubicBezTo>
                <a:cubicBezTo>
                  <a:pt x="171083" y="268883"/>
                  <a:pt x="165741" y="269979"/>
                  <a:pt x="159714" y="269020"/>
                </a:cubicBezTo>
                <a:cubicBezTo>
                  <a:pt x="147523" y="267103"/>
                  <a:pt x="141770" y="259432"/>
                  <a:pt x="142318" y="246009"/>
                </a:cubicBezTo>
                <a:lnTo>
                  <a:pt x="143687" y="198615"/>
                </a:lnTo>
                <a:cubicBezTo>
                  <a:pt x="144236" y="181767"/>
                  <a:pt x="145742" y="166152"/>
                  <a:pt x="147934" y="151769"/>
                </a:cubicBezTo>
                <a:cubicBezTo>
                  <a:pt x="148619" y="147934"/>
                  <a:pt x="149852" y="141222"/>
                  <a:pt x="151906" y="131771"/>
                </a:cubicBezTo>
                <a:cubicBezTo>
                  <a:pt x="153824" y="122456"/>
                  <a:pt x="155194" y="115744"/>
                  <a:pt x="155742" y="111772"/>
                </a:cubicBezTo>
                <a:cubicBezTo>
                  <a:pt x="160535" y="81364"/>
                  <a:pt x="157248" y="65200"/>
                  <a:pt x="146017" y="63420"/>
                </a:cubicBezTo>
                <a:cubicBezTo>
                  <a:pt x="130127" y="60954"/>
                  <a:pt x="113553" y="67940"/>
                  <a:pt x="96295" y="84514"/>
                </a:cubicBezTo>
                <a:cubicBezTo>
                  <a:pt x="80542" y="99582"/>
                  <a:pt x="67118" y="119580"/>
                  <a:pt x="55612" y="144510"/>
                </a:cubicBezTo>
                <a:cubicBezTo>
                  <a:pt x="54517" y="149988"/>
                  <a:pt x="52736" y="156700"/>
                  <a:pt x="50407" y="164919"/>
                </a:cubicBezTo>
                <a:cubicBezTo>
                  <a:pt x="48489" y="171905"/>
                  <a:pt x="46983" y="178616"/>
                  <a:pt x="46024" y="185328"/>
                </a:cubicBezTo>
                <a:cubicBezTo>
                  <a:pt x="45339" y="189438"/>
                  <a:pt x="44792" y="195876"/>
                  <a:pt x="44243" y="204505"/>
                </a:cubicBezTo>
                <a:cubicBezTo>
                  <a:pt x="43832" y="213134"/>
                  <a:pt x="43147" y="219572"/>
                  <a:pt x="42462" y="223818"/>
                </a:cubicBezTo>
                <a:cubicBezTo>
                  <a:pt x="41504" y="230119"/>
                  <a:pt x="38764" y="234914"/>
                  <a:pt x="34244" y="238338"/>
                </a:cubicBezTo>
                <a:cubicBezTo>
                  <a:pt x="29725" y="241625"/>
                  <a:pt x="24519" y="242858"/>
                  <a:pt x="18491" y="241899"/>
                </a:cubicBezTo>
                <a:cubicBezTo>
                  <a:pt x="12192" y="240940"/>
                  <a:pt x="7535" y="238201"/>
                  <a:pt x="4384" y="233681"/>
                </a:cubicBezTo>
                <a:cubicBezTo>
                  <a:pt x="1097" y="229024"/>
                  <a:pt x="0" y="223681"/>
                  <a:pt x="1097" y="217244"/>
                </a:cubicBezTo>
                <a:cubicBezTo>
                  <a:pt x="1644" y="212998"/>
                  <a:pt x="2192" y="206560"/>
                  <a:pt x="2603" y="197930"/>
                </a:cubicBezTo>
                <a:cubicBezTo>
                  <a:pt x="3014" y="189438"/>
                  <a:pt x="3561" y="183000"/>
                  <a:pt x="4246" y="178754"/>
                </a:cubicBezTo>
                <a:cubicBezTo>
                  <a:pt x="6575" y="164234"/>
                  <a:pt x="10684" y="144236"/>
                  <a:pt x="16849" y="118758"/>
                </a:cubicBezTo>
                <a:cubicBezTo>
                  <a:pt x="22875" y="93281"/>
                  <a:pt x="27122" y="73282"/>
                  <a:pt x="29313" y="58763"/>
                </a:cubicBezTo>
                <a:cubicBezTo>
                  <a:pt x="30135" y="54243"/>
                  <a:pt x="30820" y="47530"/>
                  <a:pt x="31779" y="38627"/>
                </a:cubicBezTo>
                <a:cubicBezTo>
                  <a:pt x="32737" y="29587"/>
                  <a:pt x="33559" y="22875"/>
                  <a:pt x="34244" y="18355"/>
                </a:cubicBezTo>
                <a:cubicBezTo>
                  <a:pt x="35203" y="12328"/>
                  <a:pt x="37942" y="7671"/>
                  <a:pt x="42600" y="4383"/>
                </a:cubicBezTo>
                <a:cubicBezTo>
                  <a:pt x="47257" y="1096"/>
                  <a:pt x="52461" y="0"/>
                  <a:pt x="58352" y="9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0 n">
            <a:extLst xmlns:a="http://schemas.openxmlformats.org/drawingml/2006/main">
              <a:ext uri="{FF2B5EF4-FFF2-40B4-BE49-F238E27FC236}">
                <a16:creationId xmlns:a16="http://schemas.microsoft.com/office/drawing/2014/main" id="{15A73799-7955-4C9D-A44A-962AD56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4971">
            <a:off x="9498281" y="3091893"/>
            <a:ext cx="442548" cy="88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BF0E7A72-534B-4649-98DE-18E4F9C4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580" y="3311076"/>
            <a:ext cx="179858" cy="450339"/>
          </a:xfrm>
          <a:custGeom xmlns:a="http://schemas.openxmlformats.org/drawingml/2006/main">
            <a:pathLst>
              <a:path w="125058" h="313126">
                <a:moveTo>
                  <a:pt x="73419" y="98485"/>
                </a:moveTo>
                <a:cubicBezTo>
                  <a:pt x="79446" y="99992"/>
                  <a:pt x="83829" y="103143"/>
                  <a:pt x="86569" y="107937"/>
                </a:cubicBezTo>
                <a:cubicBezTo>
                  <a:pt x="89444" y="112868"/>
                  <a:pt x="90130" y="118347"/>
                  <a:pt x="88486" y="124648"/>
                </a:cubicBezTo>
                <a:cubicBezTo>
                  <a:pt x="85199" y="137661"/>
                  <a:pt x="80404" y="153687"/>
                  <a:pt x="74104" y="172726"/>
                </a:cubicBezTo>
                <a:cubicBezTo>
                  <a:pt x="67802" y="191903"/>
                  <a:pt x="63009" y="207929"/>
                  <a:pt x="59721" y="220942"/>
                </a:cubicBezTo>
                <a:cubicBezTo>
                  <a:pt x="57530" y="229297"/>
                  <a:pt x="54653" y="241762"/>
                  <a:pt x="50954" y="258473"/>
                </a:cubicBezTo>
                <a:cubicBezTo>
                  <a:pt x="47256" y="275047"/>
                  <a:pt x="44380" y="287649"/>
                  <a:pt x="42189" y="295868"/>
                </a:cubicBezTo>
                <a:cubicBezTo>
                  <a:pt x="40680" y="302031"/>
                  <a:pt x="37531" y="306551"/>
                  <a:pt x="32872" y="309428"/>
                </a:cubicBezTo>
                <a:cubicBezTo>
                  <a:pt x="28079" y="312442"/>
                  <a:pt x="22737" y="313126"/>
                  <a:pt x="16573" y="311483"/>
                </a:cubicBezTo>
                <a:cubicBezTo>
                  <a:pt x="10682" y="309976"/>
                  <a:pt x="6301" y="306825"/>
                  <a:pt x="3423" y="302031"/>
                </a:cubicBezTo>
                <a:cubicBezTo>
                  <a:pt x="684" y="297100"/>
                  <a:pt x="0" y="291758"/>
                  <a:pt x="1506" y="285594"/>
                </a:cubicBezTo>
                <a:cubicBezTo>
                  <a:pt x="3698" y="277239"/>
                  <a:pt x="6574" y="264774"/>
                  <a:pt x="10273" y="248063"/>
                </a:cubicBezTo>
                <a:cubicBezTo>
                  <a:pt x="13971" y="231489"/>
                  <a:pt x="16848" y="219024"/>
                  <a:pt x="18902" y="210668"/>
                </a:cubicBezTo>
                <a:cubicBezTo>
                  <a:pt x="22190" y="197656"/>
                  <a:pt x="27121" y="181630"/>
                  <a:pt x="33421" y="162453"/>
                </a:cubicBezTo>
                <a:cubicBezTo>
                  <a:pt x="39722" y="143413"/>
                  <a:pt x="44516" y="127251"/>
                  <a:pt x="47803" y="114238"/>
                </a:cubicBezTo>
                <a:cubicBezTo>
                  <a:pt x="49311" y="108074"/>
                  <a:pt x="52598" y="103417"/>
                  <a:pt x="57392" y="100540"/>
                </a:cubicBezTo>
                <a:cubicBezTo>
                  <a:pt x="62186" y="97664"/>
                  <a:pt x="67529" y="96979"/>
                  <a:pt x="73419" y="98485"/>
                </a:cubicBezTo>
                <a:moveTo>
                  <a:pt x="105197" y="1781"/>
                </a:moveTo>
                <a:cubicBezTo>
                  <a:pt x="111909" y="3424"/>
                  <a:pt x="116976" y="7260"/>
                  <a:pt x="120538" y="13150"/>
                </a:cubicBezTo>
                <a:cubicBezTo>
                  <a:pt x="124099" y="19039"/>
                  <a:pt x="125058" y="25340"/>
                  <a:pt x="123415" y="31915"/>
                </a:cubicBezTo>
                <a:cubicBezTo>
                  <a:pt x="121771" y="38627"/>
                  <a:pt x="117935" y="43695"/>
                  <a:pt x="111909" y="47257"/>
                </a:cubicBezTo>
                <a:cubicBezTo>
                  <a:pt x="106019" y="50681"/>
                  <a:pt x="99717" y="51640"/>
                  <a:pt x="93006" y="49859"/>
                </a:cubicBezTo>
                <a:cubicBezTo>
                  <a:pt x="86431" y="48215"/>
                  <a:pt x="81227" y="44380"/>
                  <a:pt x="77527" y="38490"/>
                </a:cubicBezTo>
                <a:cubicBezTo>
                  <a:pt x="73965" y="32600"/>
                  <a:pt x="72871" y="26299"/>
                  <a:pt x="74651" y="19588"/>
                </a:cubicBezTo>
                <a:cubicBezTo>
                  <a:pt x="76295" y="13013"/>
                  <a:pt x="80130" y="7944"/>
                  <a:pt x="86157" y="4383"/>
                </a:cubicBezTo>
                <a:cubicBezTo>
                  <a:pt x="92183" y="959"/>
                  <a:pt x="98622" y="0"/>
                  <a:pt x="105197" y="17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2 i">
            <a:extLst xmlns:a="http://schemas.openxmlformats.org/drawingml/2006/main">
              <a:ext uri="{FF2B5EF4-FFF2-40B4-BE49-F238E27FC236}">
                <a16:creationId xmlns:a16="http://schemas.microsoft.com/office/drawing/2014/main" id="{2B5C536F-4327-45F7-88FC-D8A7CE6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2363">
            <a:off x="9830864" y="3142043"/>
            <a:ext cx="292954" cy="891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BD588330-4E32-4161-9273-D29C3A4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964" y="3478525"/>
            <a:ext cx="321502" cy="411727"/>
          </a:xfrm>
          <a:custGeom xmlns:a="http://schemas.openxmlformats.org/drawingml/2006/main">
            <a:pathLst>
              <a:path w="223545" h="286279">
                <a:moveTo>
                  <a:pt x="98213" y="2054"/>
                </a:moveTo>
                <a:cubicBezTo>
                  <a:pt x="110539" y="6438"/>
                  <a:pt x="114238" y="17533"/>
                  <a:pt x="109308" y="35476"/>
                </a:cubicBezTo>
                <a:lnTo>
                  <a:pt x="101636" y="59310"/>
                </a:lnTo>
                <a:cubicBezTo>
                  <a:pt x="134921" y="37120"/>
                  <a:pt x="163413" y="30271"/>
                  <a:pt x="187246" y="38764"/>
                </a:cubicBezTo>
                <a:cubicBezTo>
                  <a:pt x="208888" y="46297"/>
                  <a:pt x="220531" y="61228"/>
                  <a:pt x="222312" y="83144"/>
                </a:cubicBezTo>
                <a:cubicBezTo>
                  <a:pt x="223545" y="97800"/>
                  <a:pt x="220121" y="117662"/>
                  <a:pt x="211902" y="142728"/>
                </a:cubicBezTo>
                <a:lnTo>
                  <a:pt x="204642" y="163138"/>
                </a:lnTo>
                <a:lnTo>
                  <a:pt x="197793" y="181767"/>
                </a:lnTo>
                <a:cubicBezTo>
                  <a:pt x="193821" y="192998"/>
                  <a:pt x="190260" y="207929"/>
                  <a:pt x="186836" y="226695"/>
                </a:cubicBezTo>
                <a:cubicBezTo>
                  <a:pt x="183411" y="245460"/>
                  <a:pt x="179850" y="260254"/>
                  <a:pt x="175878" y="271349"/>
                </a:cubicBezTo>
                <a:cubicBezTo>
                  <a:pt x="173822" y="277239"/>
                  <a:pt x="170261" y="281348"/>
                  <a:pt x="165056" y="283814"/>
                </a:cubicBezTo>
                <a:cubicBezTo>
                  <a:pt x="159851" y="286142"/>
                  <a:pt x="154372" y="286279"/>
                  <a:pt x="148619" y="284224"/>
                </a:cubicBezTo>
                <a:cubicBezTo>
                  <a:pt x="137114" y="280115"/>
                  <a:pt x="132729" y="271486"/>
                  <a:pt x="135743" y="258336"/>
                </a:cubicBezTo>
                <a:lnTo>
                  <a:pt x="145743" y="212039"/>
                </a:lnTo>
                <a:cubicBezTo>
                  <a:pt x="149441" y="195601"/>
                  <a:pt x="153688" y="180534"/>
                  <a:pt x="158619" y="166836"/>
                </a:cubicBezTo>
                <a:cubicBezTo>
                  <a:pt x="159851" y="163001"/>
                  <a:pt x="162453" y="156700"/>
                  <a:pt x="166015" y="147797"/>
                </a:cubicBezTo>
                <a:cubicBezTo>
                  <a:pt x="169714" y="139030"/>
                  <a:pt x="172180" y="132729"/>
                  <a:pt x="173548" y="128894"/>
                </a:cubicBezTo>
                <a:cubicBezTo>
                  <a:pt x="183822" y="99855"/>
                  <a:pt x="183547" y="83418"/>
                  <a:pt x="172864" y="79583"/>
                </a:cubicBezTo>
                <a:cubicBezTo>
                  <a:pt x="157796" y="74240"/>
                  <a:pt x="140127" y="78076"/>
                  <a:pt x="120128" y="91089"/>
                </a:cubicBezTo>
                <a:cubicBezTo>
                  <a:pt x="101910" y="103005"/>
                  <a:pt x="84926" y="120264"/>
                  <a:pt x="69173" y="142592"/>
                </a:cubicBezTo>
                <a:cubicBezTo>
                  <a:pt x="66983" y="147797"/>
                  <a:pt x="64105" y="154234"/>
                  <a:pt x="60269" y="161768"/>
                </a:cubicBezTo>
                <a:cubicBezTo>
                  <a:pt x="57120" y="168206"/>
                  <a:pt x="54379" y="174644"/>
                  <a:pt x="52188" y="180944"/>
                </a:cubicBezTo>
                <a:cubicBezTo>
                  <a:pt x="50818" y="185054"/>
                  <a:pt x="49038" y="191218"/>
                  <a:pt x="46983" y="199573"/>
                </a:cubicBezTo>
                <a:cubicBezTo>
                  <a:pt x="44929" y="207929"/>
                  <a:pt x="43148" y="214093"/>
                  <a:pt x="41778" y="218202"/>
                </a:cubicBezTo>
                <a:cubicBezTo>
                  <a:pt x="39587" y="224229"/>
                  <a:pt x="36025" y="228475"/>
                  <a:pt x="30957" y="230941"/>
                </a:cubicBezTo>
                <a:cubicBezTo>
                  <a:pt x="25890" y="233406"/>
                  <a:pt x="20547" y="233680"/>
                  <a:pt x="14795" y="231626"/>
                </a:cubicBezTo>
                <a:cubicBezTo>
                  <a:pt x="8767" y="229571"/>
                  <a:pt x="4657" y="225873"/>
                  <a:pt x="2330" y="220805"/>
                </a:cubicBezTo>
                <a:cubicBezTo>
                  <a:pt x="138" y="215873"/>
                  <a:pt x="0" y="210258"/>
                  <a:pt x="2191" y="204231"/>
                </a:cubicBezTo>
                <a:cubicBezTo>
                  <a:pt x="3561" y="200121"/>
                  <a:pt x="5343" y="193957"/>
                  <a:pt x="7260" y="185602"/>
                </a:cubicBezTo>
                <a:cubicBezTo>
                  <a:pt x="9314" y="177110"/>
                  <a:pt x="10959" y="170946"/>
                  <a:pt x="12328" y="166836"/>
                </a:cubicBezTo>
                <a:cubicBezTo>
                  <a:pt x="17260" y="153002"/>
                  <a:pt x="25067" y="134099"/>
                  <a:pt x="35751" y="110265"/>
                </a:cubicBezTo>
                <a:cubicBezTo>
                  <a:pt x="46299" y="86432"/>
                  <a:pt x="54107" y="67529"/>
                  <a:pt x="59037" y="53557"/>
                </a:cubicBezTo>
                <a:cubicBezTo>
                  <a:pt x="60544" y="49311"/>
                  <a:pt x="62598" y="42873"/>
                  <a:pt x="65064" y="34107"/>
                </a:cubicBezTo>
                <a:cubicBezTo>
                  <a:pt x="67667" y="25477"/>
                  <a:pt x="69721" y="19039"/>
                  <a:pt x="71228" y="14793"/>
                </a:cubicBezTo>
                <a:cubicBezTo>
                  <a:pt x="73282" y="8903"/>
                  <a:pt x="76844" y="4931"/>
                  <a:pt x="82049" y="2465"/>
                </a:cubicBezTo>
                <a:cubicBezTo>
                  <a:pt x="87118" y="137"/>
                  <a:pt x="92596" y="0"/>
                  <a:pt x="98213" y="20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4 n">
            <a:extLst xmlns:a="http://schemas.openxmlformats.org/drawingml/2006/main">
              <a:ext uri="{FF2B5EF4-FFF2-40B4-BE49-F238E27FC236}">
                <a16:creationId xmlns:a16="http://schemas.microsoft.com/office/drawing/2014/main" id="{0D4B5E2A-0396-428B-814D-75F4A1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8914">
            <a:off x="10002260" y="3229752"/>
            <a:ext cx="442547" cy="880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2AEBA068-3FC8-40AD-9E41-4F76873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0011" y="3655627"/>
            <a:ext cx="451520" cy="462751"/>
          </a:xfrm>
          <a:custGeom xmlns:a="http://schemas.openxmlformats.org/drawingml/2006/main">
            <a:pathLst>
              <a:path w="313947" h="321756">
                <a:moveTo>
                  <a:pt x="240939" y="50271"/>
                </a:moveTo>
                <a:cubicBezTo>
                  <a:pt x="216558" y="38217"/>
                  <a:pt x="193683" y="37258"/>
                  <a:pt x="172042" y="47531"/>
                </a:cubicBezTo>
                <a:cubicBezTo>
                  <a:pt x="152590" y="56708"/>
                  <a:pt x="137248" y="73008"/>
                  <a:pt x="125743" y="96294"/>
                </a:cubicBezTo>
                <a:cubicBezTo>
                  <a:pt x="116565" y="114923"/>
                  <a:pt x="113141" y="130538"/>
                  <a:pt x="115607" y="143414"/>
                </a:cubicBezTo>
                <a:cubicBezTo>
                  <a:pt x="117935" y="156290"/>
                  <a:pt x="126153" y="166152"/>
                  <a:pt x="140263" y="173137"/>
                </a:cubicBezTo>
                <a:cubicBezTo>
                  <a:pt x="153275" y="179439"/>
                  <a:pt x="169439" y="178343"/>
                  <a:pt x="188751" y="169850"/>
                </a:cubicBezTo>
                <a:cubicBezTo>
                  <a:pt x="206422" y="161769"/>
                  <a:pt x="219297" y="151632"/>
                  <a:pt x="227379" y="139167"/>
                </a:cubicBezTo>
                <a:cubicBezTo>
                  <a:pt x="236831" y="126703"/>
                  <a:pt x="250528" y="106293"/>
                  <a:pt x="268197" y="78350"/>
                </a:cubicBezTo>
                <a:cubicBezTo>
                  <a:pt x="265047" y="71776"/>
                  <a:pt x="261212" y="66159"/>
                  <a:pt x="256692" y="61639"/>
                </a:cubicBezTo>
                <a:cubicBezTo>
                  <a:pt x="252034" y="56982"/>
                  <a:pt x="246829" y="53146"/>
                  <a:pt x="240939" y="50271"/>
                </a:cubicBezTo>
                <a:moveTo>
                  <a:pt x="258062" y="20410"/>
                </a:moveTo>
                <a:cubicBezTo>
                  <a:pt x="269978" y="26300"/>
                  <a:pt x="279156" y="32874"/>
                  <a:pt x="285731" y="39860"/>
                </a:cubicBezTo>
                <a:cubicBezTo>
                  <a:pt x="292305" y="46983"/>
                  <a:pt x="296141" y="54654"/>
                  <a:pt x="297374" y="62872"/>
                </a:cubicBezTo>
                <a:cubicBezTo>
                  <a:pt x="310934" y="69995"/>
                  <a:pt x="313947" y="80953"/>
                  <a:pt x="306552" y="95883"/>
                </a:cubicBezTo>
                <a:cubicBezTo>
                  <a:pt x="302168" y="104923"/>
                  <a:pt x="294771" y="116429"/>
                  <a:pt x="284498" y="130401"/>
                </a:cubicBezTo>
                <a:cubicBezTo>
                  <a:pt x="272855" y="146564"/>
                  <a:pt x="265185" y="157796"/>
                  <a:pt x="261486" y="163960"/>
                </a:cubicBezTo>
                <a:lnTo>
                  <a:pt x="225187" y="226284"/>
                </a:lnTo>
                <a:cubicBezTo>
                  <a:pt x="211764" y="251488"/>
                  <a:pt x="198751" y="271212"/>
                  <a:pt x="186286" y="285184"/>
                </a:cubicBezTo>
                <a:cubicBezTo>
                  <a:pt x="170261" y="303127"/>
                  <a:pt x="153411" y="313812"/>
                  <a:pt x="135879" y="317373"/>
                </a:cubicBezTo>
                <a:cubicBezTo>
                  <a:pt x="114648" y="321756"/>
                  <a:pt x="89444" y="316688"/>
                  <a:pt x="60406" y="302305"/>
                </a:cubicBezTo>
                <a:cubicBezTo>
                  <a:pt x="43421" y="293950"/>
                  <a:pt x="29724" y="285732"/>
                  <a:pt x="19313" y="277650"/>
                </a:cubicBezTo>
                <a:cubicBezTo>
                  <a:pt x="4656" y="266555"/>
                  <a:pt x="0" y="255871"/>
                  <a:pt x="4931" y="245735"/>
                </a:cubicBezTo>
                <a:cubicBezTo>
                  <a:pt x="10546" y="234366"/>
                  <a:pt x="18903" y="231489"/>
                  <a:pt x="30134" y="236968"/>
                </a:cubicBezTo>
                <a:cubicBezTo>
                  <a:pt x="34654" y="239160"/>
                  <a:pt x="41777" y="244091"/>
                  <a:pt x="51502" y="251624"/>
                </a:cubicBezTo>
                <a:cubicBezTo>
                  <a:pt x="61090" y="259295"/>
                  <a:pt x="72597" y="266144"/>
                  <a:pt x="85746" y="272308"/>
                </a:cubicBezTo>
                <a:cubicBezTo>
                  <a:pt x="110539" y="284088"/>
                  <a:pt x="133415" y="280527"/>
                  <a:pt x="154371" y="261761"/>
                </a:cubicBezTo>
                <a:cubicBezTo>
                  <a:pt x="168206" y="249159"/>
                  <a:pt x="183273" y="226832"/>
                  <a:pt x="199710" y="194506"/>
                </a:cubicBezTo>
                <a:cubicBezTo>
                  <a:pt x="186424" y="203957"/>
                  <a:pt x="173548" y="209436"/>
                  <a:pt x="160809" y="211217"/>
                </a:cubicBezTo>
                <a:cubicBezTo>
                  <a:pt x="148071" y="212860"/>
                  <a:pt x="135605" y="210669"/>
                  <a:pt x="123278" y="204642"/>
                </a:cubicBezTo>
                <a:cubicBezTo>
                  <a:pt x="100129" y="193136"/>
                  <a:pt x="85199" y="175877"/>
                  <a:pt x="78486" y="152865"/>
                </a:cubicBezTo>
                <a:cubicBezTo>
                  <a:pt x="71774" y="129853"/>
                  <a:pt x="74651" y="105745"/>
                  <a:pt x="87116" y="80542"/>
                </a:cubicBezTo>
                <a:cubicBezTo>
                  <a:pt x="104238" y="46024"/>
                  <a:pt x="127934" y="23012"/>
                  <a:pt x="158207" y="11780"/>
                </a:cubicBezTo>
                <a:cubicBezTo>
                  <a:pt x="189436" y="0"/>
                  <a:pt x="222722" y="3014"/>
                  <a:pt x="258062" y="204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6 g">
            <a:extLst xmlns:a="http://schemas.openxmlformats.org/drawingml/2006/main">
              <a:ext uri="{FF2B5EF4-FFF2-40B4-BE49-F238E27FC236}">
                <a16:creationId xmlns:a16="http://schemas.microsoft.com/office/drawing/2014/main" id="{2DDE9A2A-159C-466A-9789-6FFB248B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78221">
            <a:off x="10312461" y="3376509"/>
            <a:ext cx="441001" cy="86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8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245EE32C-D95F-45D0-87CC-0627095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01" y="8020334"/>
            <a:ext cx="380798" cy="435170"/>
          </a:xfrm>
          <a:custGeom xmlns:a="http://schemas.openxmlformats.org/drawingml/2006/main">
            <a:pathLst>
              <a:path w="264774" h="302579">
                <a:moveTo>
                  <a:pt x="180807" y="3835"/>
                </a:moveTo>
                <a:cubicBezTo>
                  <a:pt x="191902" y="0"/>
                  <a:pt x="200121" y="5753"/>
                  <a:pt x="205463" y="20957"/>
                </a:cubicBezTo>
                <a:cubicBezTo>
                  <a:pt x="207108" y="25614"/>
                  <a:pt x="209573" y="32463"/>
                  <a:pt x="212860" y="41640"/>
                </a:cubicBezTo>
                <a:cubicBezTo>
                  <a:pt x="216010" y="50954"/>
                  <a:pt x="218476" y="57804"/>
                  <a:pt x="219983" y="62324"/>
                </a:cubicBezTo>
                <a:cubicBezTo>
                  <a:pt x="264774" y="191355"/>
                  <a:pt x="253815" y="267513"/>
                  <a:pt x="187109" y="290663"/>
                </a:cubicBezTo>
                <a:cubicBezTo>
                  <a:pt x="152454" y="302579"/>
                  <a:pt x="123141" y="301620"/>
                  <a:pt x="99170" y="287649"/>
                </a:cubicBezTo>
                <a:cubicBezTo>
                  <a:pt x="79856" y="276417"/>
                  <a:pt x="62871" y="255733"/>
                  <a:pt x="48352" y="225462"/>
                </a:cubicBezTo>
                <a:cubicBezTo>
                  <a:pt x="41778" y="211901"/>
                  <a:pt x="31230" y="183958"/>
                  <a:pt x="16437" y="141633"/>
                </a:cubicBezTo>
                <a:cubicBezTo>
                  <a:pt x="11095" y="126017"/>
                  <a:pt x="6986" y="113279"/>
                  <a:pt x="4383" y="103553"/>
                </a:cubicBezTo>
                <a:cubicBezTo>
                  <a:pt x="1506" y="93143"/>
                  <a:pt x="136" y="85746"/>
                  <a:pt x="0" y="81227"/>
                </a:cubicBezTo>
                <a:cubicBezTo>
                  <a:pt x="0" y="72186"/>
                  <a:pt x="3561" y="66296"/>
                  <a:pt x="10821" y="63830"/>
                </a:cubicBezTo>
                <a:cubicBezTo>
                  <a:pt x="21094" y="60268"/>
                  <a:pt x="29449" y="67940"/>
                  <a:pt x="36024" y="86705"/>
                </a:cubicBezTo>
                <a:lnTo>
                  <a:pt x="69994" y="184780"/>
                </a:lnTo>
                <a:cubicBezTo>
                  <a:pt x="93554" y="252309"/>
                  <a:pt x="128894" y="277923"/>
                  <a:pt x="176014" y="261487"/>
                </a:cubicBezTo>
                <a:cubicBezTo>
                  <a:pt x="220530" y="246008"/>
                  <a:pt x="222996" y="181492"/>
                  <a:pt x="183547" y="67940"/>
                </a:cubicBezTo>
                <a:cubicBezTo>
                  <a:pt x="182041" y="63694"/>
                  <a:pt x="180260" y="58214"/>
                  <a:pt x="177931" y="51503"/>
                </a:cubicBezTo>
                <a:cubicBezTo>
                  <a:pt x="175465" y="44928"/>
                  <a:pt x="173822" y="40408"/>
                  <a:pt x="173000" y="38216"/>
                </a:cubicBezTo>
                <a:cubicBezTo>
                  <a:pt x="170672" y="31367"/>
                  <a:pt x="169849" y="24792"/>
                  <a:pt x="170397" y="18765"/>
                </a:cubicBezTo>
                <a:cubicBezTo>
                  <a:pt x="171220" y="10958"/>
                  <a:pt x="174644" y="6026"/>
                  <a:pt x="180807" y="3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8 U">
            <a:extLst xmlns:a="http://schemas.openxmlformats.org/drawingml/2006/main">
              <a:ext uri="{FF2B5EF4-FFF2-40B4-BE49-F238E27FC236}">
                <a16:creationId xmlns:a16="http://schemas.microsoft.com/office/drawing/2014/main" id="{7FB623E8-9B82-4E3F-8E21-1A6C48EA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8767">
            <a:off x="9510631" y="7905555"/>
            <a:ext cx="477735" cy="729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</a:t>
            </a:r>
          </a:p>
        </p:txBody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E16D924-BAA6-43EB-BEC9-137556CE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067" y="8029986"/>
            <a:ext cx="309288" cy="321896"/>
          </a:xfrm>
          <a:custGeom xmlns:a="http://schemas.openxmlformats.org/drawingml/2006/main">
            <a:pathLst>
              <a:path w="215052" h="223818">
                <a:moveTo>
                  <a:pt x="10958" y="37942"/>
                </a:moveTo>
                <a:cubicBezTo>
                  <a:pt x="20821" y="33285"/>
                  <a:pt x="29450" y="37669"/>
                  <a:pt x="36846" y="51230"/>
                </a:cubicBezTo>
                <a:lnTo>
                  <a:pt x="46161" y="69721"/>
                </a:lnTo>
                <a:cubicBezTo>
                  <a:pt x="52872" y="37394"/>
                  <a:pt x="65748" y="16849"/>
                  <a:pt x="84651" y="7945"/>
                </a:cubicBezTo>
                <a:cubicBezTo>
                  <a:pt x="101773" y="0"/>
                  <a:pt x="117115" y="1918"/>
                  <a:pt x="130949" y="13834"/>
                </a:cubicBezTo>
                <a:cubicBezTo>
                  <a:pt x="140263" y="21779"/>
                  <a:pt x="149715" y="35477"/>
                  <a:pt x="159303" y="54927"/>
                </a:cubicBezTo>
                <a:lnTo>
                  <a:pt x="166837" y="71090"/>
                </a:lnTo>
                <a:lnTo>
                  <a:pt x="173685" y="86021"/>
                </a:lnTo>
                <a:cubicBezTo>
                  <a:pt x="177796" y="94925"/>
                  <a:pt x="184232" y="105882"/>
                  <a:pt x="193136" y="118758"/>
                </a:cubicBezTo>
                <a:cubicBezTo>
                  <a:pt x="202039" y="131771"/>
                  <a:pt x="208477" y="142592"/>
                  <a:pt x="212587" y="151358"/>
                </a:cubicBezTo>
                <a:cubicBezTo>
                  <a:pt x="214778" y="156152"/>
                  <a:pt x="215052" y="160673"/>
                  <a:pt x="213408" y="165056"/>
                </a:cubicBezTo>
                <a:cubicBezTo>
                  <a:pt x="211765" y="169303"/>
                  <a:pt x="208615" y="172590"/>
                  <a:pt x="203957" y="174781"/>
                </a:cubicBezTo>
                <a:cubicBezTo>
                  <a:pt x="194780" y="179027"/>
                  <a:pt x="187246" y="176425"/>
                  <a:pt x="181355" y="166974"/>
                </a:cubicBezTo>
                <a:lnTo>
                  <a:pt x="160535" y="133962"/>
                </a:lnTo>
                <a:cubicBezTo>
                  <a:pt x="153139" y="122182"/>
                  <a:pt x="146975" y="110814"/>
                  <a:pt x="141907" y="99856"/>
                </a:cubicBezTo>
                <a:cubicBezTo>
                  <a:pt x="140400" y="96979"/>
                  <a:pt x="138345" y="91774"/>
                  <a:pt x="135332" y="84377"/>
                </a:cubicBezTo>
                <a:cubicBezTo>
                  <a:pt x="132319" y="77117"/>
                  <a:pt x="130127" y="71912"/>
                  <a:pt x="128757" y="68899"/>
                </a:cubicBezTo>
                <a:cubicBezTo>
                  <a:pt x="117936" y="45887"/>
                  <a:pt x="108348" y="36299"/>
                  <a:pt x="99718" y="40271"/>
                </a:cubicBezTo>
                <a:cubicBezTo>
                  <a:pt x="87802" y="45887"/>
                  <a:pt x="79719" y="58352"/>
                  <a:pt x="75474" y="77665"/>
                </a:cubicBezTo>
                <a:cubicBezTo>
                  <a:pt x="71639" y="95198"/>
                  <a:pt x="71639" y="115197"/>
                  <a:pt x="75337" y="137524"/>
                </a:cubicBezTo>
                <a:cubicBezTo>
                  <a:pt x="76980" y="141770"/>
                  <a:pt x="79035" y="147249"/>
                  <a:pt x="81227" y="153824"/>
                </a:cubicBezTo>
                <a:cubicBezTo>
                  <a:pt x="83007" y="159577"/>
                  <a:pt x="85061" y="164782"/>
                  <a:pt x="87527" y="169850"/>
                </a:cubicBezTo>
                <a:cubicBezTo>
                  <a:pt x="89034" y="173000"/>
                  <a:pt x="91499" y="177657"/>
                  <a:pt x="95198" y="183822"/>
                </a:cubicBezTo>
                <a:cubicBezTo>
                  <a:pt x="98759" y="189985"/>
                  <a:pt x="101362" y="194642"/>
                  <a:pt x="102869" y="197793"/>
                </a:cubicBezTo>
                <a:cubicBezTo>
                  <a:pt x="105061" y="202588"/>
                  <a:pt x="105471" y="207245"/>
                  <a:pt x="103964" y="211627"/>
                </a:cubicBezTo>
                <a:cubicBezTo>
                  <a:pt x="102458" y="215874"/>
                  <a:pt x="99307" y="219161"/>
                  <a:pt x="94788" y="221353"/>
                </a:cubicBezTo>
                <a:cubicBezTo>
                  <a:pt x="89993" y="223545"/>
                  <a:pt x="85610" y="223818"/>
                  <a:pt x="81227" y="222175"/>
                </a:cubicBezTo>
                <a:cubicBezTo>
                  <a:pt x="76980" y="220531"/>
                  <a:pt x="73693" y="217244"/>
                  <a:pt x="71502" y="212450"/>
                </a:cubicBezTo>
                <a:cubicBezTo>
                  <a:pt x="69994" y="209299"/>
                  <a:pt x="67392" y="204642"/>
                  <a:pt x="63694" y="198615"/>
                </a:cubicBezTo>
                <a:cubicBezTo>
                  <a:pt x="59995" y="192451"/>
                  <a:pt x="57393" y="187794"/>
                  <a:pt x="55887" y="184644"/>
                </a:cubicBezTo>
                <a:cubicBezTo>
                  <a:pt x="50818" y="173548"/>
                  <a:pt x="44380" y="158070"/>
                  <a:pt x="36846" y="137797"/>
                </a:cubicBezTo>
                <a:cubicBezTo>
                  <a:pt x="29313" y="117525"/>
                  <a:pt x="22876" y="101910"/>
                  <a:pt x="17806" y="90952"/>
                </a:cubicBezTo>
                <a:cubicBezTo>
                  <a:pt x="16163" y="87527"/>
                  <a:pt x="13698" y="82597"/>
                  <a:pt x="10137" y="76022"/>
                </a:cubicBezTo>
                <a:cubicBezTo>
                  <a:pt x="6575" y="69447"/>
                  <a:pt x="3973" y="64379"/>
                  <a:pt x="2465" y="61092"/>
                </a:cubicBezTo>
                <a:cubicBezTo>
                  <a:pt x="273" y="56434"/>
                  <a:pt x="0" y="51915"/>
                  <a:pt x="1781" y="47531"/>
                </a:cubicBezTo>
                <a:cubicBezTo>
                  <a:pt x="3424" y="43284"/>
                  <a:pt x="6438" y="39997"/>
                  <a:pt x="10958" y="379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30 n">
            <a:extLst xmlns:a="http://schemas.openxmlformats.org/drawingml/2006/main">
              <a:ext uri="{FF2B5EF4-FFF2-40B4-BE49-F238E27FC236}">
                <a16:creationId xmlns:a16="http://schemas.microsoft.com/office/drawing/2014/main" id="{4C1B9152-3A7B-4E31-89E6-2816492A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3385">
            <a:off x="9862436" y="7777775"/>
            <a:ext cx="368208" cy="73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AD039517-141E-4DEC-B0F8-D4035C9A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015" y="7756749"/>
            <a:ext cx="299833" cy="444626"/>
          </a:xfrm>
          <a:custGeom xmlns:a="http://schemas.openxmlformats.org/drawingml/2006/main">
            <a:pathLst>
              <a:path w="208478" h="309154">
                <a:moveTo>
                  <a:pt x="63969" y="153002"/>
                </a:moveTo>
                <a:cubicBezTo>
                  <a:pt x="46847" y="162865"/>
                  <a:pt x="36985" y="175466"/>
                  <a:pt x="34244" y="190533"/>
                </a:cubicBezTo>
                <a:cubicBezTo>
                  <a:pt x="31642" y="205737"/>
                  <a:pt x="36162" y="223408"/>
                  <a:pt x="47942" y="243817"/>
                </a:cubicBezTo>
                <a:cubicBezTo>
                  <a:pt x="55613" y="256967"/>
                  <a:pt x="66844" y="265596"/>
                  <a:pt x="81775" y="269705"/>
                </a:cubicBezTo>
                <a:cubicBezTo>
                  <a:pt x="96568" y="273815"/>
                  <a:pt x="110266" y="272170"/>
                  <a:pt x="122731" y="264911"/>
                </a:cubicBezTo>
                <a:cubicBezTo>
                  <a:pt x="131361" y="259843"/>
                  <a:pt x="137661" y="254091"/>
                  <a:pt x="141771" y="247515"/>
                </a:cubicBezTo>
                <a:cubicBezTo>
                  <a:pt x="144099" y="243680"/>
                  <a:pt x="147386" y="236146"/>
                  <a:pt x="151358" y="224914"/>
                </a:cubicBezTo>
                <a:cubicBezTo>
                  <a:pt x="152180" y="222722"/>
                  <a:pt x="152728" y="220257"/>
                  <a:pt x="153003" y="217655"/>
                </a:cubicBezTo>
                <a:lnTo>
                  <a:pt x="137250" y="191493"/>
                </a:lnTo>
                <a:lnTo>
                  <a:pt x="127115" y="173548"/>
                </a:lnTo>
                <a:lnTo>
                  <a:pt x="116978" y="155331"/>
                </a:lnTo>
                <a:cubicBezTo>
                  <a:pt x="108212" y="149304"/>
                  <a:pt x="99444" y="146153"/>
                  <a:pt x="90679" y="145742"/>
                </a:cubicBezTo>
                <a:cubicBezTo>
                  <a:pt x="81913" y="145332"/>
                  <a:pt x="73009" y="147797"/>
                  <a:pt x="63969" y="153002"/>
                </a:cubicBezTo>
                <a:moveTo>
                  <a:pt x="58626" y="5342"/>
                </a:moveTo>
                <a:cubicBezTo>
                  <a:pt x="67940" y="0"/>
                  <a:pt x="75474" y="2192"/>
                  <a:pt x="81227" y="12054"/>
                </a:cubicBezTo>
                <a:cubicBezTo>
                  <a:pt x="89446" y="26299"/>
                  <a:pt x="105610" y="58763"/>
                  <a:pt x="129581" y="109581"/>
                </a:cubicBezTo>
                <a:cubicBezTo>
                  <a:pt x="137113" y="125333"/>
                  <a:pt x="145196" y="140675"/>
                  <a:pt x="153825" y="155605"/>
                </a:cubicBezTo>
                <a:cubicBezTo>
                  <a:pt x="173550" y="189575"/>
                  <a:pt x="189985" y="214368"/>
                  <a:pt x="203274" y="229845"/>
                </a:cubicBezTo>
                <a:cubicBezTo>
                  <a:pt x="204369" y="231078"/>
                  <a:pt x="205054" y="232174"/>
                  <a:pt x="205601" y="233132"/>
                </a:cubicBezTo>
                <a:cubicBezTo>
                  <a:pt x="207930" y="237242"/>
                  <a:pt x="208478" y="241488"/>
                  <a:pt x="207245" y="245735"/>
                </a:cubicBezTo>
                <a:cubicBezTo>
                  <a:pt x="205876" y="250117"/>
                  <a:pt x="203274" y="253268"/>
                  <a:pt x="199574" y="255460"/>
                </a:cubicBezTo>
                <a:cubicBezTo>
                  <a:pt x="193273" y="259158"/>
                  <a:pt x="185877" y="257240"/>
                  <a:pt x="177658" y="249844"/>
                </a:cubicBezTo>
                <a:cubicBezTo>
                  <a:pt x="173412" y="259433"/>
                  <a:pt x="168208" y="267925"/>
                  <a:pt x="161906" y="275321"/>
                </a:cubicBezTo>
                <a:cubicBezTo>
                  <a:pt x="155605" y="282718"/>
                  <a:pt x="148071" y="288745"/>
                  <a:pt x="139579" y="293813"/>
                </a:cubicBezTo>
                <a:cubicBezTo>
                  <a:pt x="118486" y="306004"/>
                  <a:pt x="96842" y="309154"/>
                  <a:pt x="74790" y="303128"/>
                </a:cubicBezTo>
                <a:cubicBezTo>
                  <a:pt x="52188" y="296963"/>
                  <a:pt x="34382" y="282718"/>
                  <a:pt x="21232" y="260117"/>
                </a:cubicBezTo>
                <a:cubicBezTo>
                  <a:pt x="5480" y="232996"/>
                  <a:pt x="0" y="206970"/>
                  <a:pt x="4932" y="182178"/>
                </a:cubicBezTo>
                <a:cubicBezTo>
                  <a:pt x="9863" y="157385"/>
                  <a:pt x="23834" y="138209"/>
                  <a:pt x="46847" y="124922"/>
                </a:cubicBezTo>
                <a:cubicBezTo>
                  <a:pt x="58764" y="117936"/>
                  <a:pt x="68900" y="114512"/>
                  <a:pt x="77393" y="114512"/>
                </a:cubicBezTo>
                <a:lnTo>
                  <a:pt x="97938" y="116704"/>
                </a:lnTo>
                <a:cubicBezTo>
                  <a:pt x="74515" y="72871"/>
                  <a:pt x="59311" y="43011"/>
                  <a:pt x="52737" y="26984"/>
                </a:cubicBezTo>
                <a:cubicBezTo>
                  <a:pt x="48764" y="17122"/>
                  <a:pt x="50682" y="9999"/>
                  <a:pt x="58626" y="53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2 d">
            <a:extLst xmlns:a="http://schemas.openxmlformats.org/drawingml/2006/main">
              <a:ext uri="{FF2B5EF4-FFF2-40B4-BE49-F238E27FC236}">
                <a16:creationId xmlns:a16="http://schemas.microsoft.com/office/drawing/2014/main" id="{1CD6E0AD-B64C-43FB-B7BD-23723BEF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7834">
            <a:off x="10097327" y="7654789"/>
            <a:ext cx="393725" cy="71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0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</a:t>
            </a:r>
          </a:p>
        </p:txBody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FAB56923-5ED2-4AD2-98D1-2E384326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311" y="7752218"/>
            <a:ext cx="285845" cy="286238"/>
          </a:xfrm>
          <a:custGeom xmlns:a="http://schemas.openxmlformats.org/drawingml/2006/main">
            <a:pathLst>
              <a:path w="198752" h="199025">
                <a:moveTo>
                  <a:pt x="51777" y="47667"/>
                </a:moveTo>
                <a:cubicBezTo>
                  <a:pt x="40134" y="56023"/>
                  <a:pt x="33558" y="67391"/>
                  <a:pt x="32188" y="82048"/>
                </a:cubicBezTo>
                <a:cubicBezTo>
                  <a:pt x="30819" y="96704"/>
                  <a:pt x="34655" y="114512"/>
                  <a:pt x="43696" y="135469"/>
                </a:cubicBezTo>
                <a:lnTo>
                  <a:pt x="73145" y="83144"/>
                </a:lnTo>
                <a:cubicBezTo>
                  <a:pt x="84651" y="62324"/>
                  <a:pt x="91774" y="46161"/>
                  <a:pt x="94786" y="34654"/>
                </a:cubicBezTo>
                <a:cubicBezTo>
                  <a:pt x="81089" y="32873"/>
                  <a:pt x="66707" y="37120"/>
                  <a:pt x="51777" y="47667"/>
                </a:cubicBezTo>
                <a:moveTo>
                  <a:pt x="33422" y="21641"/>
                </a:moveTo>
                <a:cubicBezTo>
                  <a:pt x="49448" y="10410"/>
                  <a:pt x="64379" y="3835"/>
                  <a:pt x="78351" y="2191"/>
                </a:cubicBezTo>
                <a:cubicBezTo>
                  <a:pt x="95472" y="0"/>
                  <a:pt x="108896" y="5889"/>
                  <a:pt x="118621" y="19587"/>
                </a:cubicBezTo>
                <a:cubicBezTo>
                  <a:pt x="125470" y="29313"/>
                  <a:pt x="126154" y="41914"/>
                  <a:pt x="120812" y="57392"/>
                </a:cubicBezTo>
                <a:cubicBezTo>
                  <a:pt x="118485" y="64379"/>
                  <a:pt x="112046" y="76980"/>
                  <a:pt x="101636" y="95198"/>
                </a:cubicBezTo>
                <a:lnTo>
                  <a:pt x="64927" y="160398"/>
                </a:lnTo>
                <a:cubicBezTo>
                  <a:pt x="75884" y="164507"/>
                  <a:pt x="86843" y="165877"/>
                  <a:pt x="97801" y="164234"/>
                </a:cubicBezTo>
                <a:cubicBezTo>
                  <a:pt x="108622" y="162589"/>
                  <a:pt x="119443" y="157932"/>
                  <a:pt x="130127" y="150399"/>
                </a:cubicBezTo>
                <a:cubicBezTo>
                  <a:pt x="136839" y="145741"/>
                  <a:pt x="143687" y="139030"/>
                  <a:pt x="150947" y="130127"/>
                </a:cubicBezTo>
                <a:cubicBezTo>
                  <a:pt x="160125" y="119032"/>
                  <a:pt x="164508" y="109580"/>
                  <a:pt x="164097" y="102184"/>
                </a:cubicBezTo>
                <a:cubicBezTo>
                  <a:pt x="163686" y="94649"/>
                  <a:pt x="165467" y="89581"/>
                  <a:pt x="169164" y="86979"/>
                </a:cubicBezTo>
                <a:cubicBezTo>
                  <a:pt x="172590" y="84651"/>
                  <a:pt x="176425" y="83829"/>
                  <a:pt x="180945" y="84514"/>
                </a:cubicBezTo>
                <a:cubicBezTo>
                  <a:pt x="185329" y="85199"/>
                  <a:pt x="188752" y="87116"/>
                  <a:pt x="191218" y="90541"/>
                </a:cubicBezTo>
                <a:cubicBezTo>
                  <a:pt x="198752" y="101225"/>
                  <a:pt x="196560" y="116566"/>
                  <a:pt x="184780" y="136427"/>
                </a:cubicBezTo>
                <a:cubicBezTo>
                  <a:pt x="174645" y="153412"/>
                  <a:pt x="162590" y="166700"/>
                  <a:pt x="148619" y="176561"/>
                </a:cubicBezTo>
                <a:cubicBezTo>
                  <a:pt x="126839" y="192039"/>
                  <a:pt x="105334" y="199025"/>
                  <a:pt x="84240" y="197655"/>
                </a:cubicBezTo>
                <a:cubicBezTo>
                  <a:pt x="60954" y="196012"/>
                  <a:pt x="41777" y="184232"/>
                  <a:pt x="26436" y="162589"/>
                </a:cubicBezTo>
                <a:cubicBezTo>
                  <a:pt x="8766" y="137523"/>
                  <a:pt x="0" y="112320"/>
                  <a:pt x="137" y="86705"/>
                </a:cubicBezTo>
                <a:cubicBezTo>
                  <a:pt x="274" y="58899"/>
                  <a:pt x="11369" y="37257"/>
                  <a:pt x="33422" y="216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4 e">
            <a:extLst xmlns:a="http://schemas.openxmlformats.org/drawingml/2006/main">
              <a:ext uri="{FF2B5EF4-FFF2-40B4-BE49-F238E27FC236}">
                <a16:creationId xmlns:a16="http://schemas.microsoft.com/office/drawing/2014/main" id="{CC6FBB84-E754-405E-92D5-215EE026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12403">
            <a:off x="10346741" y="7480372"/>
            <a:ext cx="382562" cy="735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E285C98C-4490-49AF-A6E9-3D8C758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702" y="7575706"/>
            <a:ext cx="206650" cy="326427"/>
          </a:xfrm>
          <a:custGeom xmlns:a="http://schemas.openxmlformats.org/drawingml/2006/main">
            <a:pathLst>
              <a:path w="143686" h="226969">
                <a:moveTo>
                  <a:pt x="77391" y="7945"/>
                </a:moveTo>
                <a:cubicBezTo>
                  <a:pt x="84788" y="1781"/>
                  <a:pt x="92458" y="0"/>
                  <a:pt x="100677" y="2603"/>
                </a:cubicBezTo>
                <a:cubicBezTo>
                  <a:pt x="108895" y="5068"/>
                  <a:pt x="117662" y="11917"/>
                  <a:pt x="126977" y="23012"/>
                </a:cubicBezTo>
                <a:cubicBezTo>
                  <a:pt x="130949" y="27807"/>
                  <a:pt x="133551" y="30956"/>
                  <a:pt x="134785" y="32737"/>
                </a:cubicBezTo>
                <a:cubicBezTo>
                  <a:pt x="143550" y="44517"/>
                  <a:pt x="143686" y="53969"/>
                  <a:pt x="135332" y="60954"/>
                </a:cubicBezTo>
                <a:cubicBezTo>
                  <a:pt x="127524" y="67530"/>
                  <a:pt x="119854" y="66297"/>
                  <a:pt x="112456" y="57257"/>
                </a:cubicBezTo>
                <a:cubicBezTo>
                  <a:pt x="110950" y="55612"/>
                  <a:pt x="108211" y="52462"/>
                  <a:pt x="104102" y="48079"/>
                </a:cubicBezTo>
                <a:lnTo>
                  <a:pt x="94239" y="36984"/>
                </a:lnTo>
                <a:cubicBezTo>
                  <a:pt x="81227" y="50681"/>
                  <a:pt x="73145" y="64241"/>
                  <a:pt x="69857" y="77666"/>
                </a:cubicBezTo>
                <a:cubicBezTo>
                  <a:pt x="66706" y="90267"/>
                  <a:pt x="67392" y="104787"/>
                  <a:pt x="71912" y="121087"/>
                </a:cubicBezTo>
                <a:lnTo>
                  <a:pt x="134100" y="195465"/>
                </a:lnTo>
                <a:cubicBezTo>
                  <a:pt x="141769" y="204505"/>
                  <a:pt x="141085" y="212861"/>
                  <a:pt x="132044" y="220394"/>
                </a:cubicBezTo>
                <a:cubicBezTo>
                  <a:pt x="124099" y="226969"/>
                  <a:pt x="116292" y="225736"/>
                  <a:pt x="108759" y="216559"/>
                </a:cubicBezTo>
                <a:lnTo>
                  <a:pt x="29313" y="121087"/>
                </a:lnTo>
                <a:cubicBezTo>
                  <a:pt x="26847" y="118073"/>
                  <a:pt x="23149" y="113553"/>
                  <a:pt x="18492" y="107390"/>
                </a:cubicBezTo>
                <a:cubicBezTo>
                  <a:pt x="13697" y="101225"/>
                  <a:pt x="10136" y="96568"/>
                  <a:pt x="7534" y="93554"/>
                </a:cubicBezTo>
                <a:cubicBezTo>
                  <a:pt x="0" y="84515"/>
                  <a:pt x="136" y="76569"/>
                  <a:pt x="8081" y="69858"/>
                </a:cubicBezTo>
                <a:cubicBezTo>
                  <a:pt x="16984" y="62461"/>
                  <a:pt x="27807" y="66297"/>
                  <a:pt x="40408" y="81227"/>
                </a:cubicBezTo>
                <a:cubicBezTo>
                  <a:pt x="43831" y="49997"/>
                  <a:pt x="56160" y="25614"/>
                  <a:pt x="77391" y="79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6 r">
            <a:extLst xmlns:a="http://schemas.openxmlformats.org/drawingml/2006/main">
              <a:ext uri="{FF2B5EF4-FFF2-40B4-BE49-F238E27FC236}">
                <a16:creationId xmlns:a16="http://schemas.microsoft.com/office/drawing/2014/main" id="{3C19FCB7-92CB-4B64-A5EC-6F27BD8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5667">
            <a:off x="10573127" y="7332143"/>
            <a:ext cx="338982" cy="718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0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A6F14713-F0C8-44AE-A1C4-CD6C3436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247" y="7396438"/>
            <a:ext cx="272844" cy="335686"/>
          </a:xfrm>
          <a:custGeom xmlns:a="http://schemas.openxmlformats.org/drawingml/2006/main">
            <a:pathLst>
              <a:path w="189712" h="233406">
                <a:moveTo>
                  <a:pt x="51230" y="5205"/>
                </a:moveTo>
                <a:cubicBezTo>
                  <a:pt x="54927" y="1781"/>
                  <a:pt x="59037" y="0"/>
                  <a:pt x="63695" y="137"/>
                </a:cubicBezTo>
                <a:cubicBezTo>
                  <a:pt x="68352" y="274"/>
                  <a:pt x="72460" y="2192"/>
                  <a:pt x="76158" y="6027"/>
                </a:cubicBezTo>
                <a:cubicBezTo>
                  <a:pt x="78487" y="8493"/>
                  <a:pt x="82597" y="11643"/>
                  <a:pt x="88212" y="15341"/>
                </a:cubicBezTo>
                <a:cubicBezTo>
                  <a:pt x="93829" y="19040"/>
                  <a:pt x="97801" y="22190"/>
                  <a:pt x="100267" y="24655"/>
                </a:cubicBezTo>
                <a:cubicBezTo>
                  <a:pt x="103964" y="28491"/>
                  <a:pt x="105745" y="32600"/>
                  <a:pt x="105745" y="37258"/>
                </a:cubicBezTo>
                <a:cubicBezTo>
                  <a:pt x="105609" y="41915"/>
                  <a:pt x="103828" y="46024"/>
                  <a:pt x="100129" y="49448"/>
                </a:cubicBezTo>
                <a:cubicBezTo>
                  <a:pt x="95472" y="53968"/>
                  <a:pt x="90678" y="55612"/>
                  <a:pt x="85885" y="54243"/>
                </a:cubicBezTo>
                <a:cubicBezTo>
                  <a:pt x="82459" y="53284"/>
                  <a:pt x="76844" y="49722"/>
                  <a:pt x="69309" y="43695"/>
                </a:cubicBezTo>
                <a:cubicBezTo>
                  <a:pt x="64379" y="51503"/>
                  <a:pt x="57529" y="63830"/>
                  <a:pt x="48489" y="80953"/>
                </a:cubicBezTo>
                <a:cubicBezTo>
                  <a:pt x="39997" y="99581"/>
                  <a:pt x="39586" y="113005"/>
                  <a:pt x="47257" y="120949"/>
                </a:cubicBezTo>
                <a:cubicBezTo>
                  <a:pt x="50681" y="119443"/>
                  <a:pt x="53832" y="117799"/>
                  <a:pt x="56708" y="115745"/>
                </a:cubicBezTo>
                <a:cubicBezTo>
                  <a:pt x="79583" y="100403"/>
                  <a:pt x="98760" y="91226"/>
                  <a:pt x="114101" y="88212"/>
                </a:cubicBezTo>
                <a:cubicBezTo>
                  <a:pt x="136565" y="83692"/>
                  <a:pt x="155878" y="89993"/>
                  <a:pt x="172179" y="106841"/>
                </a:cubicBezTo>
                <a:cubicBezTo>
                  <a:pt x="185603" y="120676"/>
                  <a:pt x="189712" y="136839"/>
                  <a:pt x="184507" y="155468"/>
                </a:cubicBezTo>
                <a:cubicBezTo>
                  <a:pt x="180123" y="170808"/>
                  <a:pt x="170398" y="185739"/>
                  <a:pt x="155194" y="200396"/>
                </a:cubicBezTo>
                <a:cubicBezTo>
                  <a:pt x="144099" y="211217"/>
                  <a:pt x="131635" y="219572"/>
                  <a:pt x="117937" y="225599"/>
                </a:cubicBezTo>
                <a:cubicBezTo>
                  <a:pt x="100267" y="233406"/>
                  <a:pt x="87391" y="233133"/>
                  <a:pt x="79172" y="224640"/>
                </a:cubicBezTo>
                <a:cubicBezTo>
                  <a:pt x="75885" y="221216"/>
                  <a:pt x="74379" y="216970"/>
                  <a:pt x="74651" y="211901"/>
                </a:cubicBezTo>
                <a:cubicBezTo>
                  <a:pt x="74790" y="206696"/>
                  <a:pt x="76707" y="202587"/>
                  <a:pt x="79994" y="199299"/>
                </a:cubicBezTo>
                <a:cubicBezTo>
                  <a:pt x="82597" y="196697"/>
                  <a:pt x="88076" y="195464"/>
                  <a:pt x="96157" y="195601"/>
                </a:cubicBezTo>
                <a:cubicBezTo>
                  <a:pt x="99992" y="195464"/>
                  <a:pt x="106156" y="192725"/>
                  <a:pt x="114513" y="187108"/>
                </a:cubicBezTo>
                <a:cubicBezTo>
                  <a:pt x="121224" y="182588"/>
                  <a:pt x="126429" y="178479"/>
                  <a:pt x="130401" y="174781"/>
                </a:cubicBezTo>
                <a:cubicBezTo>
                  <a:pt x="137524" y="167932"/>
                  <a:pt x="143002" y="160946"/>
                  <a:pt x="146702" y="153961"/>
                </a:cubicBezTo>
                <a:cubicBezTo>
                  <a:pt x="152317" y="143961"/>
                  <a:pt x="152455" y="136291"/>
                  <a:pt x="147249" y="130949"/>
                </a:cubicBezTo>
                <a:cubicBezTo>
                  <a:pt x="136154" y="119306"/>
                  <a:pt x="120540" y="119306"/>
                  <a:pt x="100541" y="130812"/>
                </a:cubicBezTo>
                <a:lnTo>
                  <a:pt x="84377" y="140674"/>
                </a:lnTo>
                <a:cubicBezTo>
                  <a:pt x="70818" y="149166"/>
                  <a:pt x="59995" y="153961"/>
                  <a:pt x="52051" y="155193"/>
                </a:cubicBezTo>
                <a:cubicBezTo>
                  <a:pt x="40545" y="157111"/>
                  <a:pt x="30271" y="153276"/>
                  <a:pt x="20957" y="143688"/>
                </a:cubicBezTo>
                <a:cubicBezTo>
                  <a:pt x="3836" y="126018"/>
                  <a:pt x="0" y="105197"/>
                  <a:pt x="9451" y="81500"/>
                </a:cubicBezTo>
                <a:cubicBezTo>
                  <a:pt x="12328" y="74378"/>
                  <a:pt x="17807" y="63830"/>
                  <a:pt x="25889" y="49722"/>
                </a:cubicBezTo>
                <a:cubicBezTo>
                  <a:pt x="34107" y="35750"/>
                  <a:pt x="39449" y="25340"/>
                  <a:pt x="42189" y="18492"/>
                </a:cubicBezTo>
                <a:cubicBezTo>
                  <a:pt x="44244" y="13560"/>
                  <a:pt x="47257" y="9178"/>
                  <a:pt x="51230" y="52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38 s">
            <a:extLst xmlns:a="http://schemas.openxmlformats.org/drawingml/2006/main">
              <a:ext uri="{FF2B5EF4-FFF2-40B4-BE49-F238E27FC236}">
                <a16:creationId xmlns:a16="http://schemas.microsoft.com/office/drawing/2014/main" id="{F2722A3D-3E87-45D6-81CE-4D8F31A3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40538">
            <a:off x="10746516" y="7140632"/>
            <a:ext cx="356529" cy="748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2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63C7DFE1-0A82-4328-9C83-0B30E48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0" y="7228201"/>
            <a:ext cx="301015" cy="270874"/>
          </a:xfrm>
          <a:custGeom xmlns:a="http://schemas.openxmlformats.org/drawingml/2006/main">
            <a:pathLst>
              <a:path w="209300" h="188342">
                <a:moveTo>
                  <a:pt x="4932" y="13012"/>
                </a:moveTo>
                <a:cubicBezTo>
                  <a:pt x="11917" y="5068"/>
                  <a:pt x="22602" y="6301"/>
                  <a:pt x="36709" y="16437"/>
                </a:cubicBezTo>
                <a:cubicBezTo>
                  <a:pt x="40134" y="19177"/>
                  <a:pt x="44244" y="22464"/>
                  <a:pt x="48764" y="26573"/>
                </a:cubicBezTo>
                <a:lnTo>
                  <a:pt x="56161" y="33696"/>
                </a:lnTo>
                <a:lnTo>
                  <a:pt x="64241" y="41093"/>
                </a:lnTo>
                <a:cubicBezTo>
                  <a:pt x="72598" y="29039"/>
                  <a:pt x="77392" y="22053"/>
                  <a:pt x="78898" y="20546"/>
                </a:cubicBezTo>
                <a:cubicBezTo>
                  <a:pt x="86980" y="11369"/>
                  <a:pt x="92869" y="5753"/>
                  <a:pt x="96157" y="3835"/>
                </a:cubicBezTo>
                <a:cubicBezTo>
                  <a:pt x="102732" y="0"/>
                  <a:pt x="109307" y="959"/>
                  <a:pt x="115744" y="6849"/>
                </a:cubicBezTo>
                <a:cubicBezTo>
                  <a:pt x="119717" y="10273"/>
                  <a:pt x="121772" y="14383"/>
                  <a:pt x="122046" y="19040"/>
                </a:cubicBezTo>
                <a:cubicBezTo>
                  <a:pt x="122457" y="23697"/>
                  <a:pt x="120950" y="27806"/>
                  <a:pt x="117525" y="31642"/>
                </a:cubicBezTo>
                <a:cubicBezTo>
                  <a:pt x="115882" y="33559"/>
                  <a:pt x="113827" y="35614"/>
                  <a:pt x="111498" y="37943"/>
                </a:cubicBezTo>
                <a:cubicBezTo>
                  <a:pt x="109033" y="40271"/>
                  <a:pt x="106978" y="42325"/>
                  <a:pt x="105334" y="44243"/>
                </a:cubicBezTo>
                <a:cubicBezTo>
                  <a:pt x="103554" y="46298"/>
                  <a:pt x="98897" y="52873"/>
                  <a:pt x="91363" y="63968"/>
                </a:cubicBezTo>
                <a:lnTo>
                  <a:pt x="171494" y="131086"/>
                </a:lnTo>
                <a:lnTo>
                  <a:pt x="177383" y="136154"/>
                </a:lnTo>
                <a:lnTo>
                  <a:pt x="184233" y="142044"/>
                </a:lnTo>
                <a:cubicBezTo>
                  <a:pt x="203820" y="158892"/>
                  <a:pt x="209300" y="172178"/>
                  <a:pt x="200671" y="181767"/>
                </a:cubicBezTo>
                <a:cubicBezTo>
                  <a:pt x="197520" y="185191"/>
                  <a:pt x="193684" y="187246"/>
                  <a:pt x="189163" y="187794"/>
                </a:cubicBezTo>
                <a:cubicBezTo>
                  <a:pt x="184506" y="188342"/>
                  <a:pt x="180534" y="187109"/>
                  <a:pt x="177109" y="184096"/>
                </a:cubicBezTo>
                <a:cubicBezTo>
                  <a:pt x="173685" y="181082"/>
                  <a:pt x="168754" y="176425"/>
                  <a:pt x="162316" y="170261"/>
                </a:cubicBezTo>
                <a:cubicBezTo>
                  <a:pt x="155878" y="163960"/>
                  <a:pt x="151085" y="159303"/>
                  <a:pt x="147659" y="156426"/>
                </a:cubicBezTo>
                <a:lnTo>
                  <a:pt x="68351" y="90130"/>
                </a:lnTo>
                <a:cubicBezTo>
                  <a:pt x="62325" y="96294"/>
                  <a:pt x="52873" y="105471"/>
                  <a:pt x="39860" y="117388"/>
                </a:cubicBezTo>
                <a:cubicBezTo>
                  <a:pt x="31916" y="124237"/>
                  <a:pt x="23971" y="124374"/>
                  <a:pt x="16437" y="117525"/>
                </a:cubicBezTo>
                <a:cubicBezTo>
                  <a:pt x="12465" y="113964"/>
                  <a:pt x="10411" y="109992"/>
                  <a:pt x="10000" y="105334"/>
                </a:cubicBezTo>
                <a:cubicBezTo>
                  <a:pt x="9451" y="100677"/>
                  <a:pt x="10959" y="96431"/>
                  <a:pt x="14246" y="92733"/>
                </a:cubicBezTo>
                <a:lnTo>
                  <a:pt x="41230" y="67118"/>
                </a:lnTo>
                <a:cubicBezTo>
                  <a:pt x="36709" y="63146"/>
                  <a:pt x="30546" y="57941"/>
                  <a:pt x="22738" y="51640"/>
                </a:cubicBezTo>
                <a:cubicBezTo>
                  <a:pt x="14794" y="45339"/>
                  <a:pt x="9178" y="40682"/>
                  <a:pt x="5890" y="37668"/>
                </a:cubicBezTo>
                <a:cubicBezTo>
                  <a:pt x="2192" y="34381"/>
                  <a:pt x="274" y="30272"/>
                  <a:pt x="137" y="25615"/>
                </a:cubicBezTo>
                <a:cubicBezTo>
                  <a:pt x="0" y="20958"/>
                  <a:pt x="1644" y="16711"/>
                  <a:pt x="4932" y="130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40 t">
            <a:extLst xmlns:a="http://schemas.openxmlformats.org/drawingml/2006/main">
              <a:ext uri="{FF2B5EF4-FFF2-40B4-BE49-F238E27FC236}">
                <a16:creationId xmlns:a16="http://schemas.microsoft.com/office/drawing/2014/main" id="{F8CA5DA9-C7A6-4D42-990C-46C9798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92090">
            <a:off x="10920919" y="6975160"/>
            <a:ext cx="340773" cy="73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691BD15C-D7B3-4BE7-BA51-EDF4469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93" y="7050311"/>
            <a:ext cx="309484" cy="290967"/>
          </a:xfrm>
          <a:custGeom xmlns:a="http://schemas.openxmlformats.org/drawingml/2006/main">
            <a:pathLst>
              <a:path w="215188" h="202313">
                <a:moveTo>
                  <a:pt x="49035" y="49996"/>
                </a:moveTo>
                <a:cubicBezTo>
                  <a:pt x="37804" y="64516"/>
                  <a:pt x="34243" y="81638"/>
                  <a:pt x="37940" y="101225"/>
                </a:cubicBezTo>
                <a:cubicBezTo>
                  <a:pt x="41640" y="120813"/>
                  <a:pt x="51365" y="136565"/>
                  <a:pt x="66706" y="148345"/>
                </a:cubicBezTo>
                <a:cubicBezTo>
                  <a:pt x="82048" y="160125"/>
                  <a:pt x="95609" y="166289"/>
                  <a:pt x="107525" y="166700"/>
                </a:cubicBezTo>
                <a:cubicBezTo>
                  <a:pt x="119305" y="167110"/>
                  <a:pt x="129441" y="161905"/>
                  <a:pt x="137797" y="151085"/>
                </a:cubicBezTo>
                <a:cubicBezTo>
                  <a:pt x="144646" y="142181"/>
                  <a:pt x="148892" y="133277"/>
                  <a:pt x="150399" y="124511"/>
                </a:cubicBezTo>
                <a:cubicBezTo>
                  <a:pt x="151220" y="119717"/>
                  <a:pt x="151220" y="112320"/>
                  <a:pt x="150535" y="102184"/>
                </a:cubicBezTo>
                <a:cubicBezTo>
                  <a:pt x="123551" y="86158"/>
                  <a:pt x="103827" y="73282"/>
                  <a:pt x="91498" y="63831"/>
                </a:cubicBezTo>
                <a:cubicBezTo>
                  <a:pt x="87388" y="60817"/>
                  <a:pt x="83280" y="57119"/>
                  <a:pt x="78897" y="53009"/>
                </a:cubicBezTo>
                <a:cubicBezTo>
                  <a:pt x="74514" y="48900"/>
                  <a:pt x="70132" y="44243"/>
                  <a:pt x="65611" y="39175"/>
                </a:cubicBezTo>
                <a:cubicBezTo>
                  <a:pt x="61228" y="41230"/>
                  <a:pt x="57528" y="43147"/>
                  <a:pt x="54790" y="45065"/>
                </a:cubicBezTo>
                <a:cubicBezTo>
                  <a:pt x="52050" y="46846"/>
                  <a:pt x="50133" y="48489"/>
                  <a:pt x="49035" y="49996"/>
                </a:cubicBezTo>
                <a:moveTo>
                  <a:pt x="22737" y="32737"/>
                </a:moveTo>
                <a:cubicBezTo>
                  <a:pt x="29039" y="24656"/>
                  <a:pt x="38078" y="17122"/>
                  <a:pt x="49995" y="10273"/>
                </a:cubicBezTo>
                <a:cubicBezTo>
                  <a:pt x="65062" y="1507"/>
                  <a:pt x="76293" y="0"/>
                  <a:pt x="83690" y="5753"/>
                </a:cubicBezTo>
                <a:cubicBezTo>
                  <a:pt x="86156" y="7671"/>
                  <a:pt x="87663" y="10273"/>
                  <a:pt x="88211" y="13698"/>
                </a:cubicBezTo>
                <a:cubicBezTo>
                  <a:pt x="91088" y="17396"/>
                  <a:pt x="96294" y="22601"/>
                  <a:pt x="104100" y="29313"/>
                </a:cubicBezTo>
                <a:cubicBezTo>
                  <a:pt x="111908" y="36161"/>
                  <a:pt x="122045" y="44380"/>
                  <a:pt x="134646" y="54243"/>
                </a:cubicBezTo>
                <a:cubicBezTo>
                  <a:pt x="146288" y="63283"/>
                  <a:pt x="156013" y="69447"/>
                  <a:pt x="164096" y="73008"/>
                </a:cubicBezTo>
                <a:cubicBezTo>
                  <a:pt x="168889" y="75200"/>
                  <a:pt x="179301" y="78625"/>
                  <a:pt x="195464" y="83007"/>
                </a:cubicBezTo>
                <a:cubicBezTo>
                  <a:pt x="197655" y="83692"/>
                  <a:pt x="201080" y="84514"/>
                  <a:pt x="205463" y="85610"/>
                </a:cubicBezTo>
                <a:lnTo>
                  <a:pt x="208476" y="86569"/>
                </a:lnTo>
                <a:cubicBezTo>
                  <a:pt x="212175" y="89445"/>
                  <a:pt x="214229" y="93144"/>
                  <a:pt x="214777" y="97527"/>
                </a:cubicBezTo>
                <a:cubicBezTo>
                  <a:pt x="215188" y="102047"/>
                  <a:pt x="213956" y="106020"/>
                  <a:pt x="211352" y="109444"/>
                </a:cubicBezTo>
                <a:cubicBezTo>
                  <a:pt x="209982" y="111225"/>
                  <a:pt x="205463" y="112868"/>
                  <a:pt x="197793" y="114512"/>
                </a:cubicBezTo>
                <a:cubicBezTo>
                  <a:pt x="190668" y="115744"/>
                  <a:pt x="184917" y="116292"/>
                  <a:pt x="180258" y="116019"/>
                </a:cubicBezTo>
                <a:cubicBezTo>
                  <a:pt x="178341" y="128757"/>
                  <a:pt x="175876" y="139441"/>
                  <a:pt x="173136" y="148208"/>
                </a:cubicBezTo>
                <a:cubicBezTo>
                  <a:pt x="170397" y="156837"/>
                  <a:pt x="167246" y="163549"/>
                  <a:pt x="163685" y="168070"/>
                </a:cubicBezTo>
                <a:cubicBezTo>
                  <a:pt x="146973" y="189985"/>
                  <a:pt x="128481" y="201217"/>
                  <a:pt x="108484" y="201765"/>
                </a:cubicBezTo>
                <a:cubicBezTo>
                  <a:pt x="89581" y="202313"/>
                  <a:pt x="68213" y="193410"/>
                  <a:pt x="44242" y="175055"/>
                </a:cubicBezTo>
                <a:cubicBezTo>
                  <a:pt x="21641" y="157659"/>
                  <a:pt x="8217" y="135058"/>
                  <a:pt x="4108" y="107115"/>
                </a:cubicBezTo>
                <a:cubicBezTo>
                  <a:pt x="0" y="79172"/>
                  <a:pt x="6163" y="54379"/>
                  <a:pt x="22737" y="327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2 a">
            <a:extLst xmlns:a="http://schemas.openxmlformats.org/drawingml/2006/main">
              <a:ext uri="{FF2B5EF4-FFF2-40B4-BE49-F238E27FC236}">
                <a16:creationId xmlns:a16="http://schemas.microsoft.com/office/drawing/2014/main" id="{365B89AF-9BBF-4535-A6A0-CA519A3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50657">
            <a:off x="11073653" y="6796420"/>
            <a:ext cx="351847" cy="71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00C1439C-DF4B-4ED7-96CE-7FFC392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405" y="6837355"/>
            <a:ext cx="350066" cy="297075"/>
          </a:xfrm>
          <a:custGeom xmlns:a="http://schemas.openxmlformats.org/drawingml/2006/main">
            <a:pathLst>
              <a:path w="243405" h="206560">
                <a:moveTo>
                  <a:pt x="3560" y="86706"/>
                </a:moveTo>
                <a:cubicBezTo>
                  <a:pt x="9451" y="77666"/>
                  <a:pt x="19175" y="76844"/>
                  <a:pt x="32600" y="84240"/>
                </a:cubicBezTo>
                <a:lnTo>
                  <a:pt x="50269" y="95062"/>
                </a:lnTo>
                <a:cubicBezTo>
                  <a:pt x="38900" y="64105"/>
                  <a:pt x="38763" y="39860"/>
                  <a:pt x="50133" y="22327"/>
                </a:cubicBezTo>
                <a:cubicBezTo>
                  <a:pt x="60405" y="6438"/>
                  <a:pt x="74514" y="0"/>
                  <a:pt x="92458" y="2740"/>
                </a:cubicBezTo>
                <a:cubicBezTo>
                  <a:pt x="104512" y="4521"/>
                  <a:pt x="119854" y="11095"/>
                  <a:pt x="138344" y="22464"/>
                </a:cubicBezTo>
                <a:lnTo>
                  <a:pt x="153275" y="32189"/>
                </a:lnTo>
                <a:lnTo>
                  <a:pt x="166974" y="41230"/>
                </a:lnTo>
                <a:cubicBezTo>
                  <a:pt x="175191" y="46572"/>
                  <a:pt x="186560" y="52462"/>
                  <a:pt x="200942" y="58763"/>
                </a:cubicBezTo>
                <a:cubicBezTo>
                  <a:pt x="215324" y="65064"/>
                  <a:pt x="226557" y="70817"/>
                  <a:pt x="234640" y="76022"/>
                </a:cubicBezTo>
                <a:cubicBezTo>
                  <a:pt x="239022" y="78898"/>
                  <a:pt x="241624" y="82597"/>
                  <a:pt x="242584" y="87117"/>
                </a:cubicBezTo>
                <a:cubicBezTo>
                  <a:pt x="243405" y="91774"/>
                  <a:pt x="242584" y="96157"/>
                  <a:pt x="239844" y="100404"/>
                </a:cubicBezTo>
                <a:cubicBezTo>
                  <a:pt x="234227" y="108896"/>
                  <a:pt x="226557" y="110677"/>
                  <a:pt x="216558" y="105746"/>
                </a:cubicBezTo>
                <a:lnTo>
                  <a:pt x="181356" y="88897"/>
                </a:lnTo>
                <a:cubicBezTo>
                  <a:pt x="168755" y="82734"/>
                  <a:pt x="157522" y="76433"/>
                  <a:pt x="147384" y="69858"/>
                </a:cubicBezTo>
                <a:cubicBezTo>
                  <a:pt x="144646" y="68077"/>
                  <a:pt x="140125" y="64927"/>
                  <a:pt x="133687" y="60269"/>
                </a:cubicBezTo>
                <a:cubicBezTo>
                  <a:pt x="127249" y="55612"/>
                  <a:pt x="122730" y="52325"/>
                  <a:pt x="119854" y="50544"/>
                </a:cubicBezTo>
                <a:cubicBezTo>
                  <a:pt x="98485" y="36710"/>
                  <a:pt x="85199" y="33833"/>
                  <a:pt x="80131" y="41641"/>
                </a:cubicBezTo>
                <a:cubicBezTo>
                  <a:pt x="73008" y="52736"/>
                  <a:pt x="72734" y="67667"/>
                  <a:pt x="79308" y="86295"/>
                </a:cubicBezTo>
                <a:cubicBezTo>
                  <a:pt x="85335" y="103143"/>
                  <a:pt x="95883" y="120128"/>
                  <a:pt x="110950" y="137113"/>
                </a:cubicBezTo>
                <a:cubicBezTo>
                  <a:pt x="114648" y="139715"/>
                  <a:pt x="119169" y="143414"/>
                  <a:pt x="124647" y="147797"/>
                </a:cubicBezTo>
                <a:cubicBezTo>
                  <a:pt x="129168" y="151632"/>
                  <a:pt x="133825" y="155057"/>
                  <a:pt x="138482" y="158070"/>
                </a:cubicBezTo>
                <a:cubicBezTo>
                  <a:pt x="141359" y="159988"/>
                  <a:pt x="146016" y="162590"/>
                  <a:pt x="152316" y="165741"/>
                </a:cubicBezTo>
                <a:cubicBezTo>
                  <a:pt x="158617" y="169028"/>
                  <a:pt x="163274" y="171631"/>
                  <a:pt x="166287" y="173549"/>
                </a:cubicBezTo>
                <a:cubicBezTo>
                  <a:pt x="170808" y="176425"/>
                  <a:pt x="173548" y="180123"/>
                  <a:pt x="174506" y="184644"/>
                </a:cubicBezTo>
                <a:cubicBezTo>
                  <a:pt x="175465" y="189164"/>
                  <a:pt x="174644" y="193547"/>
                  <a:pt x="171904" y="197793"/>
                </a:cubicBezTo>
                <a:cubicBezTo>
                  <a:pt x="169027" y="202176"/>
                  <a:pt x="165329" y="204779"/>
                  <a:pt x="160947" y="205601"/>
                </a:cubicBezTo>
                <a:cubicBezTo>
                  <a:pt x="156426" y="206560"/>
                  <a:pt x="151905" y="205601"/>
                  <a:pt x="147384" y="202725"/>
                </a:cubicBezTo>
                <a:cubicBezTo>
                  <a:pt x="144510" y="200670"/>
                  <a:pt x="139851" y="198204"/>
                  <a:pt x="133415" y="194917"/>
                </a:cubicBezTo>
                <a:cubicBezTo>
                  <a:pt x="127113" y="191766"/>
                  <a:pt x="122456" y="189164"/>
                  <a:pt x="119441" y="187246"/>
                </a:cubicBezTo>
                <a:cubicBezTo>
                  <a:pt x="109306" y="180671"/>
                  <a:pt x="95609" y="170809"/>
                  <a:pt x="78486" y="157660"/>
                </a:cubicBezTo>
                <a:cubicBezTo>
                  <a:pt x="61364" y="144510"/>
                  <a:pt x="47667" y="134647"/>
                  <a:pt x="37532" y="128072"/>
                </a:cubicBezTo>
                <a:cubicBezTo>
                  <a:pt x="34379" y="126018"/>
                  <a:pt x="29449" y="123141"/>
                  <a:pt x="23011" y="119443"/>
                </a:cubicBezTo>
                <a:cubicBezTo>
                  <a:pt x="16573" y="115744"/>
                  <a:pt x="11780" y="112868"/>
                  <a:pt x="8629" y="110814"/>
                </a:cubicBezTo>
                <a:cubicBezTo>
                  <a:pt x="4383" y="108074"/>
                  <a:pt x="1781" y="104376"/>
                  <a:pt x="821" y="99856"/>
                </a:cubicBezTo>
                <a:cubicBezTo>
                  <a:pt x="0" y="95335"/>
                  <a:pt x="821" y="90952"/>
                  <a:pt x="3560" y="867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44 n">
            <a:extLst xmlns:a="http://schemas.openxmlformats.org/drawingml/2006/main">
              <a:ext uri="{FF2B5EF4-FFF2-40B4-BE49-F238E27FC236}">
                <a16:creationId xmlns:a16="http://schemas.microsoft.com/office/drawing/2014/main" id="{406473C7-0683-4642-8B1C-88E415A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25040">
            <a:off x="11214384" y="6560084"/>
            <a:ext cx="368531" cy="733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BCE580DD-292A-44FC-9FED-A04E56C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875" y="6496350"/>
            <a:ext cx="371934" cy="377647"/>
          </a:xfrm>
          <a:custGeom xmlns:a="http://schemas.openxmlformats.org/drawingml/2006/main">
            <a:pathLst>
              <a:path w="258610" h="262583">
                <a:moveTo>
                  <a:pt x="86843" y="133962"/>
                </a:moveTo>
                <a:cubicBezTo>
                  <a:pt x="77529" y="151495"/>
                  <a:pt x="75748" y="167385"/>
                  <a:pt x="81501" y="181629"/>
                </a:cubicBezTo>
                <a:cubicBezTo>
                  <a:pt x="87118" y="195875"/>
                  <a:pt x="100404" y="208477"/>
                  <a:pt x="121224" y="219572"/>
                </a:cubicBezTo>
                <a:cubicBezTo>
                  <a:pt x="134785" y="226695"/>
                  <a:pt x="148756" y="228065"/>
                  <a:pt x="163549" y="223681"/>
                </a:cubicBezTo>
                <a:cubicBezTo>
                  <a:pt x="178343" y="219298"/>
                  <a:pt x="189028" y="210668"/>
                  <a:pt x="195876" y="197929"/>
                </a:cubicBezTo>
                <a:cubicBezTo>
                  <a:pt x="200533" y="189163"/>
                  <a:pt x="202861" y="180944"/>
                  <a:pt x="202861" y="173137"/>
                </a:cubicBezTo>
                <a:cubicBezTo>
                  <a:pt x="202861" y="168617"/>
                  <a:pt x="201491" y="160535"/>
                  <a:pt x="199025" y="148892"/>
                </a:cubicBezTo>
                <a:cubicBezTo>
                  <a:pt x="198478" y="146701"/>
                  <a:pt x="197657" y="144235"/>
                  <a:pt x="196561" y="141769"/>
                </a:cubicBezTo>
                <a:lnTo>
                  <a:pt x="169303" y="127935"/>
                </a:lnTo>
                <a:lnTo>
                  <a:pt x="151222" y="118210"/>
                </a:lnTo>
                <a:lnTo>
                  <a:pt x="133004" y="108074"/>
                </a:lnTo>
                <a:cubicBezTo>
                  <a:pt x="122456" y="107526"/>
                  <a:pt x="113416" y="109443"/>
                  <a:pt x="105608" y="113827"/>
                </a:cubicBezTo>
                <a:cubicBezTo>
                  <a:pt x="97938" y="118073"/>
                  <a:pt x="91637" y="124922"/>
                  <a:pt x="86843" y="133962"/>
                </a:cubicBezTo>
                <a:moveTo>
                  <a:pt x="4246" y="11506"/>
                </a:moveTo>
                <a:cubicBezTo>
                  <a:pt x="9314" y="2054"/>
                  <a:pt x="16848" y="0"/>
                  <a:pt x="26985" y="5342"/>
                </a:cubicBezTo>
                <a:cubicBezTo>
                  <a:pt x="41367" y="13012"/>
                  <a:pt x="72323" y="32052"/>
                  <a:pt x="119579" y="62461"/>
                </a:cubicBezTo>
                <a:cubicBezTo>
                  <a:pt x="134238" y="71912"/>
                  <a:pt x="149167" y="80679"/>
                  <a:pt x="164508" y="88760"/>
                </a:cubicBezTo>
                <a:cubicBezTo>
                  <a:pt x="199163" y="107115"/>
                  <a:pt x="226285" y="119443"/>
                  <a:pt x="245598" y="125607"/>
                </a:cubicBezTo>
                <a:cubicBezTo>
                  <a:pt x="247241" y="126154"/>
                  <a:pt x="248475" y="126702"/>
                  <a:pt x="249432" y="127250"/>
                </a:cubicBezTo>
                <a:cubicBezTo>
                  <a:pt x="253543" y="129442"/>
                  <a:pt x="256281" y="132729"/>
                  <a:pt x="257379" y="137112"/>
                </a:cubicBezTo>
                <a:cubicBezTo>
                  <a:pt x="258610" y="141359"/>
                  <a:pt x="258062" y="145468"/>
                  <a:pt x="256145" y="149303"/>
                </a:cubicBezTo>
                <a:cubicBezTo>
                  <a:pt x="252719" y="155878"/>
                  <a:pt x="245460" y="158070"/>
                  <a:pt x="234503" y="156152"/>
                </a:cubicBezTo>
                <a:cubicBezTo>
                  <a:pt x="236010" y="166562"/>
                  <a:pt x="236010" y="176562"/>
                  <a:pt x="234640" y="186150"/>
                </a:cubicBezTo>
                <a:cubicBezTo>
                  <a:pt x="233133" y="195738"/>
                  <a:pt x="229983" y="204778"/>
                  <a:pt x="225462" y="213545"/>
                </a:cubicBezTo>
                <a:cubicBezTo>
                  <a:pt x="213956" y="235188"/>
                  <a:pt x="197244" y="249159"/>
                  <a:pt x="175467" y="255734"/>
                </a:cubicBezTo>
                <a:cubicBezTo>
                  <a:pt x="153003" y="262583"/>
                  <a:pt x="130264" y="259843"/>
                  <a:pt x="107252" y="247652"/>
                </a:cubicBezTo>
                <a:cubicBezTo>
                  <a:pt x="79446" y="232859"/>
                  <a:pt x="61092" y="213682"/>
                  <a:pt x="52052" y="189985"/>
                </a:cubicBezTo>
                <a:cubicBezTo>
                  <a:pt x="43148" y="166288"/>
                  <a:pt x="44929" y="142729"/>
                  <a:pt x="57392" y="119169"/>
                </a:cubicBezTo>
                <a:cubicBezTo>
                  <a:pt x="63832" y="107115"/>
                  <a:pt x="70680" y="98759"/>
                  <a:pt x="77939" y="94239"/>
                </a:cubicBezTo>
                <a:lnTo>
                  <a:pt x="96432" y="85336"/>
                </a:lnTo>
                <a:cubicBezTo>
                  <a:pt x="53420" y="60543"/>
                  <a:pt x="24794" y="43147"/>
                  <a:pt x="10548" y="33148"/>
                </a:cubicBezTo>
                <a:cubicBezTo>
                  <a:pt x="2055" y="26847"/>
                  <a:pt x="0" y="19587"/>
                  <a:pt x="4246" y="115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46 d">
            <a:extLst xmlns:a="http://schemas.openxmlformats.org/drawingml/2006/main">
              <a:ext uri="{FF2B5EF4-FFF2-40B4-BE49-F238E27FC236}">
                <a16:creationId xmlns:a16="http://schemas.microsoft.com/office/drawing/2014/main" id="{6447474A-B466-43AB-82FE-E8AB552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22654">
            <a:off x="11342334" y="6325228"/>
            <a:ext cx="394111" cy="71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</a:t>
            </a:r>
          </a:p>
        </p:txBody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5F2DE651-05C7-4065-8A9C-058AFEA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09" y="6401988"/>
            <a:ext cx="351443" cy="200741"/>
          </a:xfrm>
          <a:custGeom xmlns:a="http://schemas.openxmlformats.org/drawingml/2006/main">
            <a:pathLst>
              <a:path w="244363" h="139578">
                <a:moveTo>
                  <a:pt x="76706" y="52325"/>
                </a:moveTo>
                <a:cubicBezTo>
                  <a:pt x="78761" y="47804"/>
                  <a:pt x="82048" y="44654"/>
                  <a:pt x="86294" y="43010"/>
                </a:cubicBezTo>
                <a:cubicBezTo>
                  <a:pt x="90677" y="41366"/>
                  <a:pt x="95196" y="41641"/>
                  <a:pt x="100129" y="43832"/>
                </a:cubicBezTo>
                <a:cubicBezTo>
                  <a:pt x="110265" y="48352"/>
                  <a:pt x="122592" y="54517"/>
                  <a:pt x="137248" y="62324"/>
                </a:cubicBezTo>
                <a:cubicBezTo>
                  <a:pt x="151905" y="70132"/>
                  <a:pt x="164370" y="76295"/>
                  <a:pt x="174369" y="80816"/>
                </a:cubicBezTo>
                <a:cubicBezTo>
                  <a:pt x="180943" y="83692"/>
                  <a:pt x="190668" y="87802"/>
                  <a:pt x="203682" y="93144"/>
                </a:cubicBezTo>
                <a:cubicBezTo>
                  <a:pt x="216694" y="98485"/>
                  <a:pt x="226419" y="102595"/>
                  <a:pt x="232995" y="105471"/>
                </a:cubicBezTo>
                <a:cubicBezTo>
                  <a:pt x="237652" y="107663"/>
                  <a:pt x="240939" y="110813"/>
                  <a:pt x="242582" y="115059"/>
                </a:cubicBezTo>
                <a:cubicBezTo>
                  <a:pt x="244363" y="119306"/>
                  <a:pt x="244090" y="123826"/>
                  <a:pt x="242035" y="128483"/>
                </a:cubicBezTo>
                <a:cubicBezTo>
                  <a:pt x="239980" y="133140"/>
                  <a:pt x="236829" y="136291"/>
                  <a:pt x="232446" y="137934"/>
                </a:cubicBezTo>
                <a:cubicBezTo>
                  <a:pt x="228064" y="139578"/>
                  <a:pt x="223543" y="139305"/>
                  <a:pt x="218886" y="137249"/>
                </a:cubicBezTo>
                <a:cubicBezTo>
                  <a:pt x="212312" y="134373"/>
                  <a:pt x="202587" y="130127"/>
                  <a:pt x="189573" y="124785"/>
                </a:cubicBezTo>
                <a:cubicBezTo>
                  <a:pt x="176561" y="119443"/>
                  <a:pt x="166836" y="115334"/>
                  <a:pt x="160260" y="112457"/>
                </a:cubicBezTo>
                <a:cubicBezTo>
                  <a:pt x="150260" y="107937"/>
                  <a:pt x="137797" y="101773"/>
                  <a:pt x="123141" y="93965"/>
                </a:cubicBezTo>
                <a:cubicBezTo>
                  <a:pt x="108484" y="86158"/>
                  <a:pt x="96156" y="79994"/>
                  <a:pt x="86020" y="75474"/>
                </a:cubicBezTo>
                <a:cubicBezTo>
                  <a:pt x="81088" y="73282"/>
                  <a:pt x="77801" y="70132"/>
                  <a:pt x="76159" y="65748"/>
                </a:cubicBezTo>
                <a:cubicBezTo>
                  <a:pt x="74514" y="61502"/>
                  <a:pt x="74651" y="56982"/>
                  <a:pt x="76706" y="52325"/>
                </a:cubicBezTo>
                <a:moveTo>
                  <a:pt x="2464" y="13013"/>
                </a:moveTo>
                <a:cubicBezTo>
                  <a:pt x="4793" y="7808"/>
                  <a:pt x="8627" y="4109"/>
                  <a:pt x="13970" y="2055"/>
                </a:cubicBezTo>
                <a:cubicBezTo>
                  <a:pt x="19312" y="0"/>
                  <a:pt x="24518" y="137"/>
                  <a:pt x="29724" y="2329"/>
                </a:cubicBezTo>
                <a:cubicBezTo>
                  <a:pt x="34791" y="4657"/>
                  <a:pt x="38489" y="8493"/>
                  <a:pt x="40406" y="13835"/>
                </a:cubicBezTo>
                <a:cubicBezTo>
                  <a:pt x="42461" y="19176"/>
                  <a:pt x="42325" y="24519"/>
                  <a:pt x="39995" y="29587"/>
                </a:cubicBezTo>
                <a:cubicBezTo>
                  <a:pt x="37668" y="34792"/>
                  <a:pt x="33832" y="38490"/>
                  <a:pt x="28490" y="40545"/>
                </a:cubicBezTo>
                <a:cubicBezTo>
                  <a:pt x="23148" y="42737"/>
                  <a:pt x="17944" y="42599"/>
                  <a:pt x="12738" y="40408"/>
                </a:cubicBezTo>
                <a:cubicBezTo>
                  <a:pt x="7534" y="38079"/>
                  <a:pt x="3972" y="34244"/>
                  <a:pt x="2053" y="28765"/>
                </a:cubicBezTo>
                <a:cubicBezTo>
                  <a:pt x="0" y="23423"/>
                  <a:pt x="136" y="18081"/>
                  <a:pt x="2464" y="130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8 i">
            <a:extLst xmlns:a="http://schemas.openxmlformats.org/drawingml/2006/main">
              <a:ext uri="{FF2B5EF4-FFF2-40B4-BE49-F238E27FC236}">
                <a16:creationId xmlns:a16="http://schemas.microsoft.com/office/drawing/2014/main" id="{4CA3811E-6CEF-4EBB-B4D3-55869F0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59196">
            <a:off x="11506025" y="6098406"/>
            <a:ext cx="247692" cy="75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3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3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23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A91D035B-F13F-47BC-910B-BEDDDA1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7680" y="6212081"/>
            <a:ext cx="340807" cy="267327"/>
          </a:xfrm>
          <a:custGeom xmlns:a="http://schemas.openxmlformats.org/drawingml/2006/main">
            <a:pathLst>
              <a:path w="236967" h="185876">
                <a:moveTo>
                  <a:pt x="1643" y="102321"/>
                </a:moveTo>
                <a:cubicBezTo>
                  <a:pt x="5478" y="92184"/>
                  <a:pt x="14656" y="89171"/>
                  <a:pt x="29449" y="93554"/>
                </a:cubicBezTo>
                <a:lnTo>
                  <a:pt x="49037" y="100266"/>
                </a:lnTo>
                <a:cubicBezTo>
                  <a:pt x="31094" y="72460"/>
                  <a:pt x="25751" y="48763"/>
                  <a:pt x="33011" y="29313"/>
                </a:cubicBezTo>
                <a:cubicBezTo>
                  <a:pt x="39587" y="11506"/>
                  <a:pt x="51914" y="2055"/>
                  <a:pt x="70132" y="958"/>
                </a:cubicBezTo>
                <a:cubicBezTo>
                  <a:pt x="82322" y="0"/>
                  <a:pt x="98623" y="3014"/>
                  <a:pt x="119169" y="10136"/>
                </a:cubicBezTo>
                <a:lnTo>
                  <a:pt x="135880" y="16300"/>
                </a:lnTo>
                <a:lnTo>
                  <a:pt x="151220" y="22190"/>
                </a:lnTo>
                <a:cubicBezTo>
                  <a:pt x="160398" y="25614"/>
                  <a:pt x="172727" y="28765"/>
                  <a:pt x="188205" y="31778"/>
                </a:cubicBezTo>
                <a:cubicBezTo>
                  <a:pt x="203546" y="34792"/>
                  <a:pt x="215873" y="37942"/>
                  <a:pt x="224913" y="41366"/>
                </a:cubicBezTo>
                <a:cubicBezTo>
                  <a:pt x="229708" y="43147"/>
                  <a:pt x="233133" y="46161"/>
                  <a:pt x="235050" y="50407"/>
                </a:cubicBezTo>
                <a:cubicBezTo>
                  <a:pt x="236831" y="54790"/>
                  <a:pt x="236967" y="59310"/>
                  <a:pt x="235187" y="63967"/>
                </a:cubicBezTo>
                <a:cubicBezTo>
                  <a:pt x="231627" y="73556"/>
                  <a:pt x="224504" y="76980"/>
                  <a:pt x="213682" y="74378"/>
                </a:cubicBezTo>
                <a:lnTo>
                  <a:pt x="175603" y="65474"/>
                </a:lnTo>
                <a:cubicBezTo>
                  <a:pt x="162042" y="62324"/>
                  <a:pt x="149714" y="58625"/>
                  <a:pt x="138344" y="54379"/>
                </a:cubicBezTo>
                <a:cubicBezTo>
                  <a:pt x="135332" y="53284"/>
                  <a:pt x="130127" y="51091"/>
                  <a:pt x="122868" y="48079"/>
                </a:cubicBezTo>
                <a:cubicBezTo>
                  <a:pt x="115607" y="44928"/>
                  <a:pt x="110401" y="42737"/>
                  <a:pt x="107252" y="41641"/>
                </a:cubicBezTo>
                <a:cubicBezTo>
                  <a:pt x="83418" y="32737"/>
                  <a:pt x="69857" y="32737"/>
                  <a:pt x="66570" y="41641"/>
                </a:cubicBezTo>
                <a:cubicBezTo>
                  <a:pt x="61913" y="53968"/>
                  <a:pt x="64926" y="68625"/>
                  <a:pt x="75474" y="85336"/>
                </a:cubicBezTo>
                <a:cubicBezTo>
                  <a:pt x="85062" y="100403"/>
                  <a:pt x="99034" y="114649"/>
                  <a:pt x="117388" y="127935"/>
                </a:cubicBezTo>
                <a:cubicBezTo>
                  <a:pt x="121634" y="129716"/>
                  <a:pt x="126839" y="132318"/>
                  <a:pt x="133140" y="135469"/>
                </a:cubicBezTo>
                <a:cubicBezTo>
                  <a:pt x="138482" y="138208"/>
                  <a:pt x="143686" y="140537"/>
                  <a:pt x="148892" y="142454"/>
                </a:cubicBezTo>
                <a:cubicBezTo>
                  <a:pt x="152179" y="143687"/>
                  <a:pt x="157247" y="145194"/>
                  <a:pt x="164096" y="146974"/>
                </a:cubicBezTo>
                <a:cubicBezTo>
                  <a:pt x="171082" y="148756"/>
                  <a:pt x="176150" y="150262"/>
                  <a:pt x="179437" y="151495"/>
                </a:cubicBezTo>
                <a:cubicBezTo>
                  <a:pt x="184507" y="153276"/>
                  <a:pt x="187930" y="156289"/>
                  <a:pt x="189847" y="160535"/>
                </a:cubicBezTo>
                <a:cubicBezTo>
                  <a:pt x="191902" y="164644"/>
                  <a:pt x="191902" y="169165"/>
                  <a:pt x="190260" y="173959"/>
                </a:cubicBezTo>
                <a:cubicBezTo>
                  <a:pt x="188341" y="178753"/>
                  <a:pt x="185464" y="182177"/>
                  <a:pt x="181218" y="183958"/>
                </a:cubicBezTo>
                <a:cubicBezTo>
                  <a:pt x="176971" y="185876"/>
                  <a:pt x="172452" y="185876"/>
                  <a:pt x="167385" y="183958"/>
                </a:cubicBezTo>
                <a:cubicBezTo>
                  <a:pt x="164096" y="182725"/>
                  <a:pt x="159028" y="181219"/>
                  <a:pt x="152043" y="179575"/>
                </a:cubicBezTo>
                <a:cubicBezTo>
                  <a:pt x="145195" y="177795"/>
                  <a:pt x="140125" y="176288"/>
                  <a:pt x="136838" y="175055"/>
                </a:cubicBezTo>
                <a:cubicBezTo>
                  <a:pt x="125332" y="170945"/>
                  <a:pt x="109854" y="164234"/>
                  <a:pt x="90266" y="155193"/>
                </a:cubicBezTo>
                <a:cubicBezTo>
                  <a:pt x="70680" y="146153"/>
                  <a:pt x="55201" y="139441"/>
                  <a:pt x="43831" y="135195"/>
                </a:cubicBezTo>
                <a:cubicBezTo>
                  <a:pt x="40270" y="133962"/>
                  <a:pt x="34928" y="132182"/>
                  <a:pt x="27807" y="129990"/>
                </a:cubicBezTo>
                <a:cubicBezTo>
                  <a:pt x="20684" y="127798"/>
                  <a:pt x="15478" y="126017"/>
                  <a:pt x="11916" y="124785"/>
                </a:cubicBezTo>
                <a:cubicBezTo>
                  <a:pt x="7123" y="123004"/>
                  <a:pt x="3836" y="119991"/>
                  <a:pt x="1917" y="115744"/>
                </a:cubicBezTo>
                <a:cubicBezTo>
                  <a:pt x="0" y="111498"/>
                  <a:pt x="0" y="106978"/>
                  <a:pt x="1643" y="1023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50 n">
            <a:extLst xmlns:a="http://schemas.openxmlformats.org/drawingml/2006/main">
              <a:ext uri="{FF2B5EF4-FFF2-40B4-BE49-F238E27FC236}">
                <a16:creationId xmlns:a16="http://schemas.microsoft.com/office/drawing/2014/main" id="{56BAB61D-3FD3-4B89-B36D-A3C1EEE5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83009">
            <a:off x="11523176" y="5921856"/>
            <a:ext cx="368208" cy="73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BFE2C002-1313-4589-B3F4-FB5FC1D1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274" y="5942981"/>
            <a:ext cx="395767" cy="326427"/>
          </a:xfrm>
          <a:custGeom xmlns:a="http://schemas.openxmlformats.org/drawingml/2006/main">
            <a:pathLst>
              <a:path w="275182" h="226969">
                <a:moveTo>
                  <a:pt x="35338" y="63968"/>
                </a:moveTo>
                <a:cubicBezTo>
                  <a:pt x="29449" y="85609"/>
                  <a:pt x="32326" y="104375"/>
                  <a:pt x="43968" y="120264"/>
                </a:cubicBezTo>
                <a:cubicBezTo>
                  <a:pt x="54516" y="134510"/>
                  <a:pt x="70132" y="144509"/>
                  <a:pt x="90813" y="150125"/>
                </a:cubicBezTo>
                <a:cubicBezTo>
                  <a:pt x="107251" y="154645"/>
                  <a:pt x="120537" y="154920"/>
                  <a:pt x="130536" y="150947"/>
                </a:cubicBezTo>
                <a:cubicBezTo>
                  <a:pt x="140536" y="146975"/>
                  <a:pt x="147248" y="138756"/>
                  <a:pt x="150673" y="126292"/>
                </a:cubicBezTo>
                <a:cubicBezTo>
                  <a:pt x="153822" y="114785"/>
                  <a:pt x="150399" y="101773"/>
                  <a:pt x="140399" y="87527"/>
                </a:cubicBezTo>
                <a:cubicBezTo>
                  <a:pt x="131221" y="74378"/>
                  <a:pt x="120811" y="65611"/>
                  <a:pt x="109580" y="60954"/>
                </a:cubicBezTo>
                <a:cubicBezTo>
                  <a:pt x="97936" y="55201"/>
                  <a:pt x="79308" y="47394"/>
                  <a:pt x="53831" y="37531"/>
                </a:cubicBezTo>
                <a:cubicBezTo>
                  <a:pt x="49035" y="41093"/>
                  <a:pt x="45063" y="45065"/>
                  <a:pt x="42051" y="49448"/>
                </a:cubicBezTo>
                <a:cubicBezTo>
                  <a:pt x="39036" y="53968"/>
                  <a:pt x="36846" y="58762"/>
                  <a:pt x="35338" y="63968"/>
                </a:cubicBezTo>
                <a:moveTo>
                  <a:pt x="8491" y="54790"/>
                </a:moveTo>
                <a:cubicBezTo>
                  <a:pt x="11368" y="44243"/>
                  <a:pt x="15203" y="35750"/>
                  <a:pt x="19861" y="29312"/>
                </a:cubicBezTo>
                <a:cubicBezTo>
                  <a:pt x="24654" y="22875"/>
                  <a:pt x="30270" y="18629"/>
                  <a:pt x="36708" y="16300"/>
                </a:cubicBezTo>
                <a:cubicBezTo>
                  <a:pt x="40408" y="4246"/>
                  <a:pt x="48763" y="0"/>
                  <a:pt x="62049" y="3561"/>
                </a:cubicBezTo>
                <a:cubicBezTo>
                  <a:pt x="70132" y="5890"/>
                  <a:pt x="80541" y="9999"/>
                  <a:pt x="93417" y="16026"/>
                </a:cubicBezTo>
                <a:cubicBezTo>
                  <a:pt x="108346" y="23012"/>
                  <a:pt x="118620" y="27395"/>
                  <a:pt x="124236" y="29450"/>
                </a:cubicBezTo>
                <a:lnTo>
                  <a:pt x="180533" y="49037"/>
                </a:lnTo>
                <a:cubicBezTo>
                  <a:pt x="202997" y="56023"/>
                  <a:pt x="220941" y="63419"/>
                  <a:pt x="234363" y="71364"/>
                </a:cubicBezTo>
                <a:cubicBezTo>
                  <a:pt x="251349" y="81500"/>
                  <a:pt x="262719" y="93417"/>
                  <a:pt x="268334" y="107115"/>
                </a:cubicBezTo>
                <a:cubicBezTo>
                  <a:pt x="275182" y="123689"/>
                  <a:pt x="275046" y="144783"/>
                  <a:pt x="268061" y="170672"/>
                </a:cubicBezTo>
                <a:cubicBezTo>
                  <a:pt x="263951" y="185739"/>
                  <a:pt x="259432" y="198204"/>
                  <a:pt x="254500" y="207792"/>
                </a:cubicBezTo>
                <a:cubicBezTo>
                  <a:pt x="247788" y="221352"/>
                  <a:pt x="239844" y="226969"/>
                  <a:pt x="230940" y="224503"/>
                </a:cubicBezTo>
                <a:cubicBezTo>
                  <a:pt x="220805" y="221764"/>
                  <a:pt x="217105" y="215326"/>
                  <a:pt x="219845" y="205463"/>
                </a:cubicBezTo>
                <a:cubicBezTo>
                  <a:pt x="220941" y="201354"/>
                  <a:pt x="223817" y="194779"/>
                  <a:pt x="228338" y="185876"/>
                </a:cubicBezTo>
                <a:cubicBezTo>
                  <a:pt x="232995" y="176835"/>
                  <a:pt x="236829" y="166425"/>
                  <a:pt x="239708" y="154782"/>
                </a:cubicBezTo>
                <a:cubicBezTo>
                  <a:pt x="245322" y="132867"/>
                  <a:pt x="238884" y="114922"/>
                  <a:pt x="220392" y="100951"/>
                </a:cubicBezTo>
                <a:cubicBezTo>
                  <a:pt x="208065" y="91637"/>
                  <a:pt x="187520" y="82870"/>
                  <a:pt x="158753" y="74651"/>
                </a:cubicBezTo>
                <a:cubicBezTo>
                  <a:pt x="168478" y="83966"/>
                  <a:pt x="175054" y="93554"/>
                  <a:pt x="178341" y="103690"/>
                </a:cubicBezTo>
                <a:cubicBezTo>
                  <a:pt x="181765" y="113689"/>
                  <a:pt x="181903" y="124100"/>
                  <a:pt x="178890" y="135058"/>
                </a:cubicBezTo>
                <a:cubicBezTo>
                  <a:pt x="173274" y="155604"/>
                  <a:pt x="161630" y="170397"/>
                  <a:pt x="144097" y="179575"/>
                </a:cubicBezTo>
                <a:cubicBezTo>
                  <a:pt x="126564" y="188615"/>
                  <a:pt x="106565" y="189985"/>
                  <a:pt x="84103" y="183958"/>
                </a:cubicBezTo>
                <a:cubicBezTo>
                  <a:pt x="53420" y="175466"/>
                  <a:pt x="31092" y="159851"/>
                  <a:pt x="17120" y="137112"/>
                </a:cubicBezTo>
                <a:cubicBezTo>
                  <a:pt x="2875" y="113689"/>
                  <a:pt x="0" y="86158"/>
                  <a:pt x="8491" y="547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52 g">
            <a:extLst xmlns:a="http://schemas.openxmlformats.org/drawingml/2006/main">
              <a:ext uri="{FF2B5EF4-FFF2-40B4-BE49-F238E27FC236}">
                <a16:creationId xmlns:a16="http://schemas.microsoft.com/office/drawing/2014/main" id="{E0744346-3ADF-4F94-9577-E9E6142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81262">
            <a:off x="11603064" y="5671948"/>
            <a:ext cx="367230" cy="723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4EB436BD-7760-483F-B41D-2606DF9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1" y="6204003"/>
            <a:ext cx="508847" cy="290180"/>
          </a:xfrm>
          <a:custGeom xmlns:a="http://schemas.openxmlformats.org/drawingml/2006/main">
            <a:pathLst>
              <a:path w="353808" h="201766">
                <a:moveTo>
                  <a:pt x="307784" y="69721"/>
                </a:moveTo>
                <a:cubicBezTo>
                  <a:pt x="306551" y="63557"/>
                  <a:pt x="305319" y="58078"/>
                  <a:pt x="304086" y="53284"/>
                </a:cubicBezTo>
                <a:cubicBezTo>
                  <a:pt x="302854" y="48490"/>
                  <a:pt x="301620" y="44517"/>
                  <a:pt x="300388" y="41230"/>
                </a:cubicBezTo>
                <a:lnTo>
                  <a:pt x="261624" y="48627"/>
                </a:lnTo>
                <a:lnTo>
                  <a:pt x="177110" y="60817"/>
                </a:lnTo>
                <a:lnTo>
                  <a:pt x="179027" y="84515"/>
                </a:lnTo>
                <a:cubicBezTo>
                  <a:pt x="183685" y="108074"/>
                  <a:pt x="193546" y="126703"/>
                  <a:pt x="208751" y="140400"/>
                </a:cubicBezTo>
                <a:cubicBezTo>
                  <a:pt x="225325" y="155468"/>
                  <a:pt x="244639" y="160810"/>
                  <a:pt x="266692" y="156427"/>
                </a:cubicBezTo>
                <a:cubicBezTo>
                  <a:pt x="282444" y="153276"/>
                  <a:pt x="294224" y="142181"/>
                  <a:pt x="302305" y="123005"/>
                </a:cubicBezTo>
                <a:cubicBezTo>
                  <a:pt x="309565" y="105472"/>
                  <a:pt x="311346" y="87665"/>
                  <a:pt x="307784" y="69721"/>
                </a:cubicBezTo>
                <a:moveTo>
                  <a:pt x="348740" y="66571"/>
                </a:moveTo>
                <a:cubicBezTo>
                  <a:pt x="353808" y="92185"/>
                  <a:pt x="349836" y="117937"/>
                  <a:pt x="336824" y="143962"/>
                </a:cubicBezTo>
                <a:cubicBezTo>
                  <a:pt x="322441" y="172453"/>
                  <a:pt x="301620" y="189438"/>
                  <a:pt x="274363" y="194780"/>
                </a:cubicBezTo>
                <a:cubicBezTo>
                  <a:pt x="239708" y="201766"/>
                  <a:pt x="209436" y="194095"/>
                  <a:pt x="183547" y="171905"/>
                </a:cubicBezTo>
                <a:cubicBezTo>
                  <a:pt x="160398" y="152044"/>
                  <a:pt x="145468" y="125608"/>
                  <a:pt x="138893" y="92596"/>
                </a:cubicBezTo>
                <a:cubicBezTo>
                  <a:pt x="138072" y="88624"/>
                  <a:pt x="137249" y="79857"/>
                  <a:pt x="136428" y="66297"/>
                </a:cubicBezTo>
                <a:cubicBezTo>
                  <a:pt x="115059" y="69447"/>
                  <a:pt x="77939" y="76296"/>
                  <a:pt x="24929" y="86843"/>
                </a:cubicBezTo>
                <a:cubicBezTo>
                  <a:pt x="19314" y="87939"/>
                  <a:pt x="14245" y="87117"/>
                  <a:pt x="9725" y="84241"/>
                </a:cubicBezTo>
                <a:cubicBezTo>
                  <a:pt x="5068" y="81364"/>
                  <a:pt x="2192" y="77254"/>
                  <a:pt x="1233" y="71776"/>
                </a:cubicBezTo>
                <a:cubicBezTo>
                  <a:pt x="0" y="66159"/>
                  <a:pt x="1096" y="61092"/>
                  <a:pt x="4109" y="56708"/>
                </a:cubicBezTo>
                <a:cubicBezTo>
                  <a:pt x="7260" y="52325"/>
                  <a:pt x="11643" y="49586"/>
                  <a:pt x="17259" y="48353"/>
                </a:cubicBezTo>
                <a:lnTo>
                  <a:pt x="79035" y="36025"/>
                </a:lnTo>
                <a:cubicBezTo>
                  <a:pt x="99581" y="31916"/>
                  <a:pt x="128894" y="27395"/>
                  <a:pt x="166836" y="22464"/>
                </a:cubicBezTo>
                <a:cubicBezTo>
                  <a:pt x="207792" y="17259"/>
                  <a:pt x="237105" y="13013"/>
                  <a:pt x="254775" y="9726"/>
                </a:cubicBezTo>
                <a:lnTo>
                  <a:pt x="283676" y="3973"/>
                </a:lnTo>
                <a:cubicBezTo>
                  <a:pt x="297648" y="1233"/>
                  <a:pt x="307922" y="0"/>
                  <a:pt x="314496" y="412"/>
                </a:cubicBezTo>
                <a:cubicBezTo>
                  <a:pt x="327510" y="1233"/>
                  <a:pt x="334221" y="6986"/>
                  <a:pt x="334632" y="17807"/>
                </a:cubicBezTo>
                <a:cubicBezTo>
                  <a:pt x="336824" y="22053"/>
                  <a:pt x="339151" y="28217"/>
                  <a:pt x="341481" y="36299"/>
                </a:cubicBezTo>
                <a:cubicBezTo>
                  <a:pt x="343946" y="44381"/>
                  <a:pt x="346274" y="54517"/>
                  <a:pt x="348740" y="665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54 P">
            <a:extLst xmlns:a="http://schemas.openxmlformats.org/drawingml/2006/main">
              <a:ext uri="{FF2B5EF4-FFF2-40B4-BE49-F238E27FC236}">
                <a16:creationId xmlns:a16="http://schemas.microsoft.com/office/drawing/2014/main" id="{4257B755-E4CB-47AA-AAF3-598FDE1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22759">
            <a:off x="6527408" y="5986129"/>
            <a:ext cx="442885" cy="8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</a:t>
            </a:r>
          </a:p>
        </p:txBody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5A83FC86-3725-4574-9A5A-EDB9AAAE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966" y="6538705"/>
            <a:ext cx="346915" cy="339626"/>
          </a:xfrm>
          <a:custGeom xmlns:a="http://schemas.openxmlformats.org/drawingml/2006/main">
            <a:pathLst>
              <a:path w="241214" h="236147">
                <a:moveTo>
                  <a:pt x="193821" y="80679"/>
                </a:moveTo>
                <a:cubicBezTo>
                  <a:pt x="187657" y="64378"/>
                  <a:pt x="176288" y="53146"/>
                  <a:pt x="159577" y="46983"/>
                </a:cubicBezTo>
                <a:cubicBezTo>
                  <a:pt x="143003" y="40819"/>
                  <a:pt x="120950" y="39860"/>
                  <a:pt x="93417" y="43969"/>
                </a:cubicBezTo>
                <a:lnTo>
                  <a:pt x="145742" y="94650"/>
                </a:lnTo>
                <a:cubicBezTo>
                  <a:pt x="166425" y="114512"/>
                  <a:pt x="183136" y="128072"/>
                  <a:pt x="195601" y="135058"/>
                </a:cubicBezTo>
                <a:cubicBezTo>
                  <a:pt x="202039" y="119580"/>
                  <a:pt x="201491" y="101499"/>
                  <a:pt x="193821" y="80679"/>
                </a:cubicBezTo>
                <a:moveTo>
                  <a:pt x="229982" y="67255"/>
                </a:moveTo>
                <a:cubicBezTo>
                  <a:pt x="238201" y="89582"/>
                  <a:pt x="241214" y="109033"/>
                  <a:pt x="238886" y="125881"/>
                </a:cubicBezTo>
                <a:cubicBezTo>
                  <a:pt x="236009" y="146701"/>
                  <a:pt x="225052" y="160536"/>
                  <a:pt x="205875" y="167659"/>
                </a:cubicBezTo>
                <a:cubicBezTo>
                  <a:pt x="192588" y="172589"/>
                  <a:pt x="177521" y="169576"/>
                  <a:pt x="160946" y="158481"/>
                </a:cubicBezTo>
                <a:cubicBezTo>
                  <a:pt x="153550" y="153687"/>
                  <a:pt x="140811" y="142180"/>
                  <a:pt x="122593" y="124237"/>
                </a:cubicBezTo>
                <a:lnTo>
                  <a:pt x="57804" y="61091"/>
                </a:lnTo>
                <a:cubicBezTo>
                  <a:pt x="49448" y="72734"/>
                  <a:pt x="44517" y="85062"/>
                  <a:pt x="43010" y="98348"/>
                </a:cubicBezTo>
                <a:cubicBezTo>
                  <a:pt x="41641" y="111635"/>
                  <a:pt x="43558" y="125744"/>
                  <a:pt x="49174" y="140674"/>
                </a:cubicBezTo>
                <a:cubicBezTo>
                  <a:pt x="52599" y="149851"/>
                  <a:pt x="58351" y="159988"/>
                  <a:pt x="66433" y="171220"/>
                </a:cubicBezTo>
                <a:cubicBezTo>
                  <a:pt x="76707" y="185328"/>
                  <a:pt x="86295" y="193410"/>
                  <a:pt x="95198" y="195327"/>
                </a:cubicBezTo>
                <a:cubicBezTo>
                  <a:pt x="103964" y="197245"/>
                  <a:pt x="109444" y="200806"/>
                  <a:pt x="111361" y="206011"/>
                </a:cubicBezTo>
                <a:cubicBezTo>
                  <a:pt x="113005" y="210668"/>
                  <a:pt x="112868" y="215463"/>
                  <a:pt x="110677" y="220531"/>
                </a:cubicBezTo>
                <a:cubicBezTo>
                  <a:pt x="108485" y="225462"/>
                  <a:pt x="105061" y="228886"/>
                  <a:pt x="100403" y="230667"/>
                </a:cubicBezTo>
                <a:cubicBezTo>
                  <a:pt x="85473" y="236147"/>
                  <a:pt x="68214" y="228886"/>
                  <a:pt x="48627" y="208888"/>
                </a:cubicBezTo>
                <a:cubicBezTo>
                  <a:pt x="31915" y="191766"/>
                  <a:pt x="19999" y="173548"/>
                  <a:pt x="12739" y="154098"/>
                </a:cubicBezTo>
                <a:cubicBezTo>
                  <a:pt x="1507" y="123826"/>
                  <a:pt x="0" y="96568"/>
                  <a:pt x="8219" y="72186"/>
                </a:cubicBezTo>
                <a:cubicBezTo>
                  <a:pt x="17259" y="45476"/>
                  <a:pt x="36984" y="26436"/>
                  <a:pt x="67118" y="15341"/>
                </a:cubicBezTo>
                <a:cubicBezTo>
                  <a:pt x="101910" y="2329"/>
                  <a:pt x="134236" y="0"/>
                  <a:pt x="164097" y="8081"/>
                </a:cubicBezTo>
                <a:cubicBezTo>
                  <a:pt x="196560" y="16848"/>
                  <a:pt x="218476" y="36573"/>
                  <a:pt x="229982" y="67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-56 e">
            <a:extLst xmlns:a="http://schemas.openxmlformats.org/drawingml/2006/main">
              <a:ext uri="{FF2B5EF4-FFF2-40B4-BE49-F238E27FC236}">
                <a16:creationId xmlns:a16="http://schemas.microsoft.com/office/drawing/2014/main" id="{6CADFBF9-5545-4487-9467-1C4C329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78463">
            <a:off x="6614188" y="6291586"/>
            <a:ext cx="455753" cy="87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665E47C9-A91D-476E-8CED-5F85341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662" y="6803077"/>
            <a:ext cx="398528" cy="259054"/>
          </a:xfrm>
          <a:custGeom xmlns:a="http://schemas.openxmlformats.org/drawingml/2006/main">
            <a:pathLst>
              <a:path w="277102" h="180123">
                <a:moveTo>
                  <a:pt x="271349" y="109992"/>
                </a:moveTo>
                <a:cubicBezTo>
                  <a:pt x="276827" y="120264"/>
                  <a:pt x="277102" y="129853"/>
                  <a:pt x="272170" y="139031"/>
                </a:cubicBezTo>
                <a:cubicBezTo>
                  <a:pt x="267241" y="148208"/>
                  <a:pt x="257103" y="157111"/>
                  <a:pt x="241625" y="165467"/>
                </a:cubicBezTo>
                <a:cubicBezTo>
                  <a:pt x="235188" y="169028"/>
                  <a:pt x="230805" y="171357"/>
                  <a:pt x="228475" y="172452"/>
                </a:cubicBezTo>
                <a:cubicBezTo>
                  <a:pt x="212312" y="180123"/>
                  <a:pt x="200943" y="178069"/>
                  <a:pt x="194642" y="166426"/>
                </a:cubicBezTo>
                <a:cubicBezTo>
                  <a:pt x="188752" y="155605"/>
                  <a:pt x="192039" y="146838"/>
                  <a:pt x="204505" y="140126"/>
                </a:cubicBezTo>
                <a:cubicBezTo>
                  <a:pt x="206834" y="138757"/>
                  <a:pt x="211080" y="136154"/>
                  <a:pt x="217380" y="132319"/>
                </a:cubicBezTo>
                <a:lnTo>
                  <a:pt x="232859" y="123141"/>
                </a:lnTo>
                <a:cubicBezTo>
                  <a:pt x="219710" y="104649"/>
                  <a:pt x="205464" y="91774"/>
                  <a:pt x="190122" y="84651"/>
                </a:cubicBezTo>
                <a:cubicBezTo>
                  <a:pt x="176014" y="77939"/>
                  <a:pt x="158618" y="75337"/>
                  <a:pt x="138072" y="76843"/>
                </a:cubicBezTo>
                <a:lnTo>
                  <a:pt x="35203" y="133415"/>
                </a:lnTo>
                <a:cubicBezTo>
                  <a:pt x="22464" y="140263"/>
                  <a:pt x="12739" y="137524"/>
                  <a:pt x="6027" y="125059"/>
                </a:cubicBezTo>
                <a:cubicBezTo>
                  <a:pt x="0" y="113964"/>
                  <a:pt x="3425" y="105060"/>
                  <a:pt x="16026" y="98212"/>
                </a:cubicBezTo>
                <a:lnTo>
                  <a:pt x="148208" y="26299"/>
                </a:lnTo>
                <a:cubicBezTo>
                  <a:pt x="152317" y="23971"/>
                  <a:pt x="158618" y="20820"/>
                  <a:pt x="167111" y="16574"/>
                </a:cubicBezTo>
                <a:cubicBezTo>
                  <a:pt x="175466" y="12465"/>
                  <a:pt x="181767" y="9177"/>
                  <a:pt x="186013" y="6986"/>
                </a:cubicBezTo>
                <a:cubicBezTo>
                  <a:pt x="198615" y="0"/>
                  <a:pt x="207930" y="2055"/>
                  <a:pt x="213956" y="13150"/>
                </a:cubicBezTo>
                <a:cubicBezTo>
                  <a:pt x="220667" y="25478"/>
                  <a:pt x="213683" y="37394"/>
                  <a:pt x="192862" y="48763"/>
                </a:cubicBezTo>
                <a:cubicBezTo>
                  <a:pt x="229160" y="60269"/>
                  <a:pt x="255322" y="80679"/>
                  <a:pt x="271349" y="1099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-58 r">
            <a:extLst xmlns:a="http://schemas.openxmlformats.org/drawingml/2006/main">
              <a:ext uri="{FF2B5EF4-FFF2-40B4-BE49-F238E27FC236}">
                <a16:creationId xmlns:a16="http://schemas.microsoft.com/office/drawing/2014/main" id="{C101CAAD-903B-4CB5-BD93-1F5F4A6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87724">
            <a:off x="6769169" y="6565448"/>
            <a:ext cx="414957" cy="879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C968416B-ADD1-431D-AA72-168DF6EC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646" y="7090696"/>
            <a:ext cx="350264" cy="318744"/>
          </a:xfrm>
          <a:custGeom xmlns:a="http://schemas.openxmlformats.org/drawingml/2006/main">
            <a:pathLst>
              <a:path w="243543" h="221627">
                <a:moveTo>
                  <a:pt x="217791" y="31094"/>
                </a:moveTo>
                <a:cubicBezTo>
                  <a:pt x="226010" y="42462"/>
                  <a:pt x="232585" y="56982"/>
                  <a:pt x="237516" y="74789"/>
                </a:cubicBezTo>
                <a:cubicBezTo>
                  <a:pt x="243543" y="97527"/>
                  <a:pt x="241626" y="112320"/>
                  <a:pt x="231901" y="119443"/>
                </a:cubicBezTo>
                <a:cubicBezTo>
                  <a:pt x="227516" y="122730"/>
                  <a:pt x="222449" y="124100"/>
                  <a:pt x="216970" y="123689"/>
                </a:cubicBezTo>
                <a:cubicBezTo>
                  <a:pt x="211491" y="123278"/>
                  <a:pt x="207107" y="120949"/>
                  <a:pt x="204094" y="116703"/>
                </a:cubicBezTo>
                <a:cubicBezTo>
                  <a:pt x="201629" y="113279"/>
                  <a:pt x="200533" y="109718"/>
                  <a:pt x="200669" y="105745"/>
                </a:cubicBezTo>
                <a:cubicBezTo>
                  <a:pt x="200944" y="101773"/>
                  <a:pt x="201218" y="97938"/>
                  <a:pt x="201492" y="94239"/>
                </a:cubicBezTo>
                <a:cubicBezTo>
                  <a:pt x="201903" y="83418"/>
                  <a:pt x="196561" y="70269"/>
                  <a:pt x="185191" y="54790"/>
                </a:cubicBezTo>
                <a:cubicBezTo>
                  <a:pt x="176698" y="43010"/>
                  <a:pt x="157659" y="39038"/>
                  <a:pt x="128210" y="42874"/>
                </a:cubicBezTo>
                <a:cubicBezTo>
                  <a:pt x="101363" y="46298"/>
                  <a:pt x="80815" y="53284"/>
                  <a:pt x="66708" y="63557"/>
                </a:cubicBezTo>
                <a:cubicBezTo>
                  <a:pt x="51502" y="74652"/>
                  <a:pt x="43284" y="88623"/>
                  <a:pt x="42052" y="105334"/>
                </a:cubicBezTo>
                <a:cubicBezTo>
                  <a:pt x="40956" y="121087"/>
                  <a:pt x="45887" y="136428"/>
                  <a:pt x="56982" y="151769"/>
                </a:cubicBezTo>
                <a:cubicBezTo>
                  <a:pt x="62051" y="158618"/>
                  <a:pt x="69310" y="164645"/>
                  <a:pt x="78624" y="169850"/>
                </a:cubicBezTo>
                <a:lnTo>
                  <a:pt x="104101" y="182178"/>
                </a:lnTo>
                <a:cubicBezTo>
                  <a:pt x="108485" y="184232"/>
                  <a:pt x="111224" y="186013"/>
                  <a:pt x="112183" y="187520"/>
                </a:cubicBezTo>
                <a:cubicBezTo>
                  <a:pt x="115334" y="191766"/>
                  <a:pt x="116293" y="196698"/>
                  <a:pt x="115196" y="202313"/>
                </a:cubicBezTo>
                <a:cubicBezTo>
                  <a:pt x="114100" y="207929"/>
                  <a:pt x="111361" y="212312"/>
                  <a:pt x="106978" y="215600"/>
                </a:cubicBezTo>
                <a:cubicBezTo>
                  <a:pt x="98485" y="221627"/>
                  <a:pt x="83829" y="218750"/>
                  <a:pt x="63146" y="206696"/>
                </a:cubicBezTo>
                <a:cubicBezTo>
                  <a:pt x="44791" y="196149"/>
                  <a:pt x="31915" y="185739"/>
                  <a:pt x="24382" y="175466"/>
                </a:cubicBezTo>
                <a:cubicBezTo>
                  <a:pt x="7122" y="151769"/>
                  <a:pt x="0" y="126839"/>
                  <a:pt x="2740" y="100540"/>
                </a:cubicBezTo>
                <a:cubicBezTo>
                  <a:pt x="5616" y="73008"/>
                  <a:pt x="19451" y="50270"/>
                  <a:pt x="43969" y="32327"/>
                </a:cubicBezTo>
                <a:cubicBezTo>
                  <a:pt x="67393" y="15204"/>
                  <a:pt x="97253" y="5479"/>
                  <a:pt x="133551" y="2876"/>
                </a:cubicBezTo>
                <a:cubicBezTo>
                  <a:pt x="173959" y="0"/>
                  <a:pt x="202039" y="9451"/>
                  <a:pt x="217791" y="310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ext-60 c">
            <a:extLst xmlns:a="http://schemas.openxmlformats.org/drawingml/2006/main">
              <a:ext uri="{FF2B5EF4-FFF2-40B4-BE49-F238E27FC236}">
                <a16:creationId xmlns:a16="http://schemas.microsoft.com/office/drawing/2014/main" id="{08F76899-481D-412F-AF4D-42EA167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35393">
            <a:off x="6923890" y="6803767"/>
            <a:ext cx="444391" cy="89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</a:t>
            </a:r>
          </a:p>
        </p:txBody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F964D262-11A2-4A5E-A8BE-693AE10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373" y="7311137"/>
            <a:ext cx="346521" cy="353219"/>
          </a:xfrm>
          <a:custGeom xmlns:a="http://schemas.openxmlformats.org/drawingml/2006/main">
            <a:pathLst>
              <a:path w="240940" h="245598">
                <a:moveTo>
                  <a:pt x="175877" y="59722"/>
                </a:moveTo>
                <a:cubicBezTo>
                  <a:pt x="163822" y="47119"/>
                  <a:pt x="148893" y="41366"/>
                  <a:pt x="131222" y="42325"/>
                </a:cubicBezTo>
                <a:cubicBezTo>
                  <a:pt x="113416" y="43284"/>
                  <a:pt x="92732" y="51092"/>
                  <a:pt x="69173" y="65748"/>
                </a:cubicBezTo>
                <a:lnTo>
                  <a:pt x="137387" y="91637"/>
                </a:lnTo>
                <a:cubicBezTo>
                  <a:pt x="164234" y="101636"/>
                  <a:pt x="184917" y="107252"/>
                  <a:pt x="199300" y="108759"/>
                </a:cubicBezTo>
                <a:cubicBezTo>
                  <a:pt x="199026" y="92048"/>
                  <a:pt x="191218" y="75610"/>
                  <a:pt x="175877" y="59722"/>
                </a:cubicBezTo>
                <a:moveTo>
                  <a:pt x="203683" y="33011"/>
                </a:moveTo>
                <a:cubicBezTo>
                  <a:pt x="220120" y="50133"/>
                  <a:pt x="230667" y="66844"/>
                  <a:pt x="235324" y="83144"/>
                </a:cubicBezTo>
                <a:cubicBezTo>
                  <a:pt x="240940" y="103279"/>
                  <a:pt x="236283" y="120402"/>
                  <a:pt x="221627" y="134647"/>
                </a:cubicBezTo>
                <a:cubicBezTo>
                  <a:pt x="211353" y="144510"/>
                  <a:pt x="196286" y="147660"/>
                  <a:pt x="176698" y="144098"/>
                </a:cubicBezTo>
                <a:cubicBezTo>
                  <a:pt x="168069" y="142592"/>
                  <a:pt x="151769" y="137113"/>
                  <a:pt x="127935" y="127935"/>
                </a:cubicBezTo>
                <a:lnTo>
                  <a:pt x="43284" y="95746"/>
                </a:lnTo>
                <a:cubicBezTo>
                  <a:pt x="40271" y="109717"/>
                  <a:pt x="40681" y="123004"/>
                  <a:pt x="44653" y="135880"/>
                </a:cubicBezTo>
                <a:cubicBezTo>
                  <a:pt x="48626" y="148619"/>
                  <a:pt x="56023" y="160672"/>
                  <a:pt x="66981" y="172178"/>
                </a:cubicBezTo>
                <a:cubicBezTo>
                  <a:pt x="73830" y="179301"/>
                  <a:pt x="83144" y="186287"/>
                  <a:pt x="95061" y="193273"/>
                </a:cubicBezTo>
                <a:cubicBezTo>
                  <a:pt x="110128" y="202176"/>
                  <a:pt x="122046" y="205737"/>
                  <a:pt x="130949" y="203957"/>
                </a:cubicBezTo>
                <a:cubicBezTo>
                  <a:pt x="139851" y="202176"/>
                  <a:pt x="146153" y="203409"/>
                  <a:pt x="150125" y="207381"/>
                </a:cubicBezTo>
                <a:cubicBezTo>
                  <a:pt x="153550" y="210942"/>
                  <a:pt x="155193" y="215463"/>
                  <a:pt x="155193" y="220942"/>
                </a:cubicBezTo>
                <a:cubicBezTo>
                  <a:pt x="155193" y="226421"/>
                  <a:pt x="153412" y="230941"/>
                  <a:pt x="149851" y="234365"/>
                </a:cubicBezTo>
                <a:cubicBezTo>
                  <a:pt x="138345" y="245323"/>
                  <a:pt x="119717" y="245598"/>
                  <a:pt x="93691" y="235050"/>
                </a:cubicBezTo>
                <a:cubicBezTo>
                  <a:pt x="71638" y="225873"/>
                  <a:pt x="53283" y="213956"/>
                  <a:pt x="39038" y="199026"/>
                </a:cubicBezTo>
                <a:cubicBezTo>
                  <a:pt x="16711" y="175740"/>
                  <a:pt x="4383" y="151221"/>
                  <a:pt x="2192" y="125607"/>
                </a:cubicBezTo>
                <a:cubicBezTo>
                  <a:pt x="0" y="97527"/>
                  <a:pt x="10410" y="72323"/>
                  <a:pt x="33558" y="49996"/>
                </a:cubicBezTo>
                <a:cubicBezTo>
                  <a:pt x="60406" y="24381"/>
                  <a:pt x="89171" y="9314"/>
                  <a:pt x="119717" y="4794"/>
                </a:cubicBezTo>
                <a:cubicBezTo>
                  <a:pt x="153139" y="0"/>
                  <a:pt x="181083" y="9314"/>
                  <a:pt x="203683" y="330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-62 e">
            <a:extLst xmlns:a="http://schemas.openxmlformats.org/drawingml/2006/main">
              <a:ext uri="{FF2B5EF4-FFF2-40B4-BE49-F238E27FC236}">
                <a16:creationId xmlns:a16="http://schemas.microsoft.com/office/drawing/2014/main" id="{5FE13064-CCA0-4E8E-92B9-10134CDC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71448">
            <a:off x="7120527" y="7050662"/>
            <a:ext cx="455422" cy="87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E3FBEFBB-C9F6-4CC2-8FDE-1186AA8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981" y="7479177"/>
            <a:ext cx="461173" cy="423547"/>
          </a:xfrm>
          <a:custGeom xmlns:a="http://schemas.openxmlformats.org/drawingml/2006/main">
            <a:pathLst>
              <a:path w="320660" h="294498">
                <a:moveTo>
                  <a:pt x="262445" y="103964"/>
                </a:moveTo>
                <a:cubicBezTo>
                  <a:pt x="252173" y="95746"/>
                  <a:pt x="241078" y="90678"/>
                  <a:pt x="229160" y="88624"/>
                </a:cubicBezTo>
                <a:cubicBezTo>
                  <a:pt x="220530" y="87254"/>
                  <a:pt x="208339" y="87254"/>
                  <a:pt x="192451" y="88624"/>
                </a:cubicBezTo>
                <a:cubicBezTo>
                  <a:pt x="173822" y="115197"/>
                  <a:pt x="153276" y="142318"/>
                  <a:pt x="131085" y="170398"/>
                </a:cubicBezTo>
                <a:cubicBezTo>
                  <a:pt x="139442" y="184780"/>
                  <a:pt x="149852" y="196698"/>
                  <a:pt x="162042" y="206422"/>
                </a:cubicBezTo>
                <a:cubicBezTo>
                  <a:pt x="176014" y="217517"/>
                  <a:pt x="190807" y="220805"/>
                  <a:pt x="206422" y="216285"/>
                </a:cubicBezTo>
                <a:cubicBezTo>
                  <a:pt x="219983" y="212312"/>
                  <a:pt x="232585" y="203135"/>
                  <a:pt x="244090" y="188753"/>
                </a:cubicBezTo>
                <a:cubicBezTo>
                  <a:pt x="260254" y="168343"/>
                  <a:pt x="269842" y="151085"/>
                  <a:pt x="272856" y="137113"/>
                </a:cubicBezTo>
                <a:cubicBezTo>
                  <a:pt x="276006" y="123005"/>
                  <a:pt x="272445" y="111910"/>
                  <a:pt x="262445" y="103964"/>
                </a:cubicBezTo>
                <a:moveTo>
                  <a:pt x="230804" y="5616"/>
                </a:moveTo>
                <a:cubicBezTo>
                  <a:pt x="235187" y="9178"/>
                  <a:pt x="237516" y="13561"/>
                  <a:pt x="238063" y="19040"/>
                </a:cubicBezTo>
                <a:cubicBezTo>
                  <a:pt x="238612" y="24519"/>
                  <a:pt x="237105" y="29450"/>
                  <a:pt x="233544" y="33833"/>
                </a:cubicBezTo>
                <a:cubicBezTo>
                  <a:pt x="232722" y="34929"/>
                  <a:pt x="231078" y="36573"/>
                  <a:pt x="228612" y="39038"/>
                </a:cubicBezTo>
                <a:cubicBezTo>
                  <a:pt x="225325" y="42051"/>
                  <a:pt x="222311" y="44928"/>
                  <a:pt x="219846" y="47668"/>
                </a:cubicBezTo>
                <a:cubicBezTo>
                  <a:pt x="234640" y="48764"/>
                  <a:pt x="247926" y="51092"/>
                  <a:pt x="259432" y="54927"/>
                </a:cubicBezTo>
                <a:cubicBezTo>
                  <a:pt x="271076" y="58763"/>
                  <a:pt x="280937" y="63968"/>
                  <a:pt x="289019" y="70406"/>
                </a:cubicBezTo>
                <a:cubicBezTo>
                  <a:pt x="312030" y="88624"/>
                  <a:pt x="320660" y="112184"/>
                  <a:pt x="315181" y="140948"/>
                </a:cubicBezTo>
                <a:cubicBezTo>
                  <a:pt x="310661" y="163686"/>
                  <a:pt x="297923" y="188342"/>
                  <a:pt x="276965" y="214915"/>
                </a:cubicBezTo>
                <a:cubicBezTo>
                  <a:pt x="257651" y="239022"/>
                  <a:pt x="235325" y="253816"/>
                  <a:pt x="209984" y="259158"/>
                </a:cubicBezTo>
                <a:cubicBezTo>
                  <a:pt x="183000" y="264638"/>
                  <a:pt x="158070" y="258336"/>
                  <a:pt x="135195" y="240118"/>
                </a:cubicBezTo>
                <a:cubicBezTo>
                  <a:pt x="123963" y="231215"/>
                  <a:pt x="113141" y="219709"/>
                  <a:pt x="102595" y="205464"/>
                </a:cubicBezTo>
                <a:lnTo>
                  <a:pt x="38491" y="285320"/>
                </a:lnTo>
                <a:cubicBezTo>
                  <a:pt x="34518" y="290252"/>
                  <a:pt x="29861" y="293128"/>
                  <a:pt x="24245" y="293813"/>
                </a:cubicBezTo>
                <a:cubicBezTo>
                  <a:pt x="18766" y="294498"/>
                  <a:pt x="13561" y="292854"/>
                  <a:pt x="8766" y="289019"/>
                </a:cubicBezTo>
                <a:cubicBezTo>
                  <a:pt x="3972" y="285320"/>
                  <a:pt x="1233" y="280526"/>
                  <a:pt x="685" y="274910"/>
                </a:cubicBezTo>
                <a:cubicBezTo>
                  <a:pt x="0" y="269431"/>
                  <a:pt x="1644" y="264089"/>
                  <a:pt x="5616" y="259296"/>
                </a:cubicBezTo>
                <a:lnTo>
                  <a:pt x="59447" y="192588"/>
                </a:lnTo>
                <a:lnTo>
                  <a:pt x="112731" y="125607"/>
                </a:lnTo>
                <a:cubicBezTo>
                  <a:pt x="131770" y="100815"/>
                  <a:pt x="148756" y="77939"/>
                  <a:pt x="163413" y="56708"/>
                </a:cubicBezTo>
                <a:lnTo>
                  <a:pt x="187931" y="20684"/>
                </a:lnTo>
                <a:cubicBezTo>
                  <a:pt x="194232" y="12739"/>
                  <a:pt x="201080" y="7123"/>
                  <a:pt x="208339" y="3972"/>
                </a:cubicBezTo>
                <a:cubicBezTo>
                  <a:pt x="216832" y="0"/>
                  <a:pt x="224366" y="548"/>
                  <a:pt x="230804" y="56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-64 p">
            <a:extLst xmlns:a="http://schemas.openxmlformats.org/drawingml/2006/main">
              <a:ext uri="{FF2B5EF4-FFF2-40B4-BE49-F238E27FC236}">
                <a16:creationId xmlns:a16="http://schemas.microsoft.com/office/drawing/2014/main" id="{76EA9D80-DF43-49FE-86D1-7F1D0AC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09275">
            <a:off x="7370954" y="7252572"/>
            <a:ext cx="458522" cy="89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</a:t>
            </a:r>
          </a:p>
        </p:txBody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628F2181-28EB-4723-87AF-B328CA19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894" y="7621213"/>
            <a:ext cx="296483" cy="407197"/>
          </a:xfrm>
          <a:custGeom xmlns:a="http://schemas.openxmlformats.org/drawingml/2006/main">
            <a:pathLst>
              <a:path w="206148" h="283129">
                <a:moveTo>
                  <a:pt x="168480" y="3972"/>
                </a:moveTo>
                <a:cubicBezTo>
                  <a:pt x="179438" y="10684"/>
                  <a:pt x="180397" y="23560"/>
                  <a:pt x="171494" y="42599"/>
                </a:cubicBezTo>
                <a:cubicBezTo>
                  <a:pt x="169028" y="47394"/>
                  <a:pt x="166015" y="52873"/>
                  <a:pt x="162180" y="59311"/>
                </a:cubicBezTo>
                <a:lnTo>
                  <a:pt x="155330" y="69721"/>
                </a:lnTo>
                <a:lnTo>
                  <a:pt x="148345" y="80953"/>
                </a:lnTo>
                <a:cubicBezTo>
                  <a:pt x="164644" y="88212"/>
                  <a:pt x="173959" y="92459"/>
                  <a:pt x="176151" y="93692"/>
                </a:cubicBezTo>
                <a:cubicBezTo>
                  <a:pt x="188890" y="101500"/>
                  <a:pt x="196834" y="107115"/>
                  <a:pt x="199985" y="110677"/>
                </a:cubicBezTo>
                <a:cubicBezTo>
                  <a:pt x="205875" y="117662"/>
                  <a:pt x="206148" y="125607"/>
                  <a:pt x="200670" y="134647"/>
                </a:cubicBezTo>
                <a:cubicBezTo>
                  <a:pt x="197519" y="139990"/>
                  <a:pt x="193136" y="143414"/>
                  <a:pt x="187657" y="144920"/>
                </a:cubicBezTo>
                <a:cubicBezTo>
                  <a:pt x="182177" y="146427"/>
                  <a:pt x="176836" y="145469"/>
                  <a:pt x="171631" y="142318"/>
                </a:cubicBezTo>
                <a:cubicBezTo>
                  <a:pt x="169028" y="140811"/>
                  <a:pt x="166015" y="138894"/>
                  <a:pt x="162727" y="136428"/>
                </a:cubicBezTo>
                <a:cubicBezTo>
                  <a:pt x="159302" y="134100"/>
                  <a:pt x="156426" y="132182"/>
                  <a:pt x="153824" y="130675"/>
                </a:cubicBezTo>
                <a:cubicBezTo>
                  <a:pt x="151085" y="128895"/>
                  <a:pt x="142180" y="124785"/>
                  <a:pt x="127251" y="118347"/>
                </a:cubicBezTo>
                <a:lnTo>
                  <a:pt x="65200" y="228887"/>
                </a:lnTo>
                <a:lnTo>
                  <a:pt x="60543" y="236968"/>
                </a:lnTo>
                <a:lnTo>
                  <a:pt x="55064" y="246420"/>
                </a:lnTo>
                <a:cubicBezTo>
                  <a:pt x="39449" y="273541"/>
                  <a:pt x="24930" y="283129"/>
                  <a:pt x="11643" y="275048"/>
                </a:cubicBezTo>
                <a:cubicBezTo>
                  <a:pt x="6712" y="272034"/>
                  <a:pt x="3425" y="267925"/>
                  <a:pt x="1781" y="262583"/>
                </a:cubicBezTo>
                <a:cubicBezTo>
                  <a:pt x="0" y="257240"/>
                  <a:pt x="685" y="252173"/>
                  <a:pt x="3561" y="247378"/>
                </a:cubicBezTo>
                <a:cubicBezTo>
                  <a:pt x="6302" y="242721"/>
                  <a:pt x="10684" y="235873"/>
                  <a:pt x="16712" y="226832"/>
                </a:cubicBezTo>
                <a:cubicBezTo>
                  <a:pt x="22601" y="217655"/>
                  <a:pt x="27122" y="210806"/>
                  <a:pt x="29861" y="206149"/>
                </a:cubicBezTo>
                <a:lnTo>
                  <a:pt x="90815" y="96842"/>
                </a:lnTo>
                <a:cubicBezTo>
                  <a:pt x="82186" y="91090"/>
                  <a:pt x="69173" y="81912"/>
                  <a:pt x="52051" y="69173"/>
                </a:cubicBezTo>
                <a:cubicBezTo>
                  <a:pt x="42051" y="61092"/>
                  <a:pt x="40272" y="51777"/>
                  <a:pt x="46710" y="41093"/>
                </a:cubicBezTo>
                <a:cubicBezTo>
                  <a:pt x="49858" y="35751"/>
                  <a:pt x="54243" y="32327"/>
                  <a:pt x="59722" y="30683"/>
                </a:cubicBezTo>
                <a:cubicBezTo>
                  <a:pt x="65200" y="29176"/>
                  <a:pt x="70406" y="29998"/>
                  <a:pt x="75611" y="33012"/>
                </a:cubicBezTo>
                <a:lnTo>
                  <a:pt x="112184" y="59448"/>
                </a:lnTo>
                <a:cubicBezTo>
                  <a:pt x="116019" y="53146"/>
                  <a:pt x="120813" y="44654"/>
                  <a:pt x="126566" y="33833"/>
                </a:cubicBezTo>
                <a:cubicBezTo>
                  <a:pt x="132319" y="23149"/>
                  <a:pt x="136565" y="15342"/>
                  <a:pt x="139304" y="10684"/>
                </a:cubicBezTo>
                <a:cubicBezTo>
                  <a:pt x="142454" y="5617"/>
                  <a:pt x="146838" y="2466"/>
                  <a:pt x="152317" y="1233"/>
                </a:cubicBezTo>
                <a:cubicBezTo>
                  <a:pt x="157933" y="0"/>
                  <a:pt x="163275" y="959"/>
                  <a:pt x="168480" y="39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-66 t">
            <a:extLst xmlns:a="http://schemas.openxmlformats.org/drawingml/2006/main">
              <a:ext uri="{FF2B5EF4-FFF2-40B4-BE49-F238E27FC236}">
                <a16:creationId xmlns:a16="http://schemas.microsoft.com/office/drawing/2014/main" id="{F3D66A6E-1B7B-4DC0-B357-0D00078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7264">
            <a:off x="7642162" y="7418741"/>
            <a:ext cx="417205" cy="897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6A85291A-8A56-4A16-839C-2D4E551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154" y="7698241"/>
            <a:ext cx="252158" cy="421381"/>
          </a:xfrm>
          <a:custGeom xmlns:a="http://schemas.openxmlformats.org/drawingml/2006/main">
            <a:pathLst>
              <a:path w="175329" h="292991">
                <a:moveTo>
                  <a:pt x="110129" y="92047"/>
                </a:moveTo>
                <a:cubicBezTo>
                  <a:pt x="115607" y="94650"/>
                  <a:pt x="119307" y="98622"/>
                  <a:pt x="121224" y="103964"/>
                </a:cubicBezTo>
                <a:cubicBezTo>
                  <a:pt x="123005" y="109169"/>
                  <a:pt x="122594" y="114786"/>
                  <a:pt x="119718" y="120539"/>
                </a:cubicBezTo>
                <a:cubicBezTo>
                  <a:pt x="113965" y="132729"/>
                  <a:pt x="106157" y="147522"/>
                  <a:pt x="96295" y="165055"/>
                </a:cubicBezTo>
                <a:cubicBezTo>
                  <a:pt x="86432" y="182588"/>
                  <a:pt x="78487" y="197382"/>
                  <a:pt x="72734" y="209435"/>
                </a:cubicBezTo>
                <a:cubicBezTo>
                  <a:pt x="69036" y="217243"/>
                  <a:pt x="63831" y="228886"/>
                  <a:pt x="56981" y="244501"/>
                </a:cubicBezTo>
                <a:cubicBezTo>
                  <a:pt x="49997" y="260117"/>
                  <a:pt x="44792" y="271897"/>
                  <a:pt x="41093" y="279567"/>
                </a:cubicBezTo>
                <a:cubicBezTo>
                  <a:pt x="38354" y="285320"/>
                  <a:pt x="34381" y="289155"/>
                  <a:pt x="29177" y="291073"/>
                </a:cubicBezTo>
                <a:cubicBezTo>
                  <a:pt x="23971" y="292991"/>
                  <a:pt x="18629" y="292580"/>
                  <a:pt x="12876" y="289978"/>
                </a:cubicBezTo>
                <a:cubicBezTo>
                  <a:pt x="7397" y="287375"/>
                  <a:pt x="3699" y="283403"/>
                  <a:pt x="1918" y="278060"/>
                </a:cubicBezTo>
                <a:cubicBezTo>
                  <a:pt x="0" y="272718"/>
                  <a:pt x="412" y="267240"/>
                  <a:pt x="3151" y="261623"/>
                </a:cubicBezTo>
                <a:cubicBezTo>
                  <a:pt x="6849" y="253815"/>
                  <a:pt x="12054" y="242173"/>
                  <a:pt x="19040" y="226557"/>
                </a:cubicBezTo>
                <a:cubicBezTo>
                  <a:pt x="25889" y="210942"/>
                  <a:pt x="31094" y="199162"/>
                  <a:pt x="34792" y="191492"/>
                </a:cubicBezTo>
                <a:cubicBezTo>
                  <a:pt x="40545" y="179301"/>
                  <a:pt x="48490" y="164507"/>
                  <a:pt x="58351" y="146974"/>
                </a:cubicBezTo>
                <a:cubicBezTo>
                  <a:pt x="68215" y="129441"/>
                  <a:pt x="76022" y="114648"/>
                  <a:pt x="81912" y="102457"/>
                </a:cubicBezTo>
                <a:cubicBezTo>
                  <a:pt x="84652" y="96704"/>
                  <a:pt x="88624" y="92869"/>
                  <a:pt x="93829" y="90951"/>
                </a:cubicBezTo>
                <a:cubicBezTo>
                  <a:pt x="99171" y="89034"/>
                  <a:pt x="104512" y="89308"/>
                  <a:pt x="110129" y="92047"/>
                </a:cubicBezTo>
                <a:moveTo>
                  <a:pt x="160125" y="3287"/>
                </a:moveTo>
                <a:cubicBezTo>
                  <a:pt x="166289" y="6301"/>
                  <a:pt x="170535" y="10958"/>
                  <a:pt x="173001" y="17396"/>
                </a:cubicBezTo>
                <a:cubicBezTo>
                  <a:pt x="175329" y="23971"/>
                  <a:pt x="175055" y="30271"/>
                  <a:pt x="172042" y="36572"/>
                </a:cubicBezTo>
                <a:cubicBezTo>
                  <a:pt x="169165" y="42736"/>
                  <a:pt x="164371" y="46982"/>
                  <a:pt x="157796" y="49173"/>
                </a:cubicBezTo>
                <a:cubicBezTo>
                  <a:pt x="151358" y="51503"/>
                  <a:pt x="144920" y="51091"/>
                  <a:pt x="138757" y="48215"/>
                </a:cubicBezTo>
                <a:cubicBezTo>
                  <a:pt x="132593" y="45201"/>
                  <a:pt x="128210" y="40544"/>
                  <a:pt x="125881" y="33970"/>
                </a:cubicBezTo>
                <a:cubicBezTo>
                  <a:pt x="123415" y="27395"/>
                  <a:pt x="123690" y="21094"/>
                  <a:pt x="126566" y="14930"/>
                </a:cubicBezTo>
                <a:cubicBezTo>
                  <a:pt x="129580" y="8629"/>
                  <a:pt x="134374" y="4520"/>
                  <a:pt x="140948" y="2191"/>
                </a:cubicBezTo>
                <a:cubicBezTo>
                  <a:pt x="147523" y="0"/>
                  <a:pt x="153961" y="411"/>
                  <a:pt x="160125" y="3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-68 i">
            <a:extLst xmlns:a="http://schemas.openxmlformats.org/drawingml/2006/main">
              <a:ext uri="{FF2B5EF4-FFF2-40B4-BE49-F238E27FC236}">
                <a16:creationId xmlns:a16="http://schemas.microsoft.com/office/drawing/2014/main" id="{F4144936-A246-4822-B157-05777D4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25653">
            <a:off x="7902251" y="7522911"/>
            <a:ext cx="292955" cy="891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3D61A88C-DC06-406A-B450-4765306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936" y="7899573"/>
            <a:ext cx="297468" cy="342779"/>
          </a:xfrm>
          <a:custGeom xmlns:a="http://schemas.openxmlformats.org/drawingml/2006/main">
            <a:pathLst>
              <a:path w="206833" h="238338">
                <a:moveTo>
                  <a:pt x="137249" y="51777"/>
                </a:moveTo>
                <a:cubicBezTo>
                  <a:pt x="117524" y="44792"/>
                  <a:pt x="98759" y="48901"/>
                  <a:pt x="81089" y="64104"/>
                </a:cubicBezTo>
                <a:cubicBezTo>
                  <a:pt x="66981" y="76296"/>
                  <a:pt x="56571" y="92185"/>
                  <a:pt x="49858" y="111772"/>
                </a:cubicBezTo>
                <a:cubicBezTo>
                  <a:pt x="43010" y="131359"/>
                  <a:pt x="43147" y="148482"/>
                  <a:pt x="49996" y="163138"/>
                </a:cubicBezTo>
                <a:cubicBezTo>
                  <a:pt x="55749" y="175193"/>
                  <a:pt x="64652" y="183411"/>
                  <a:pt x="76706" y="187520"/>
                </a:cubicBezTo>
                <a:cubicBezTo>
                  <a:pt x="90677" y="192451"/>
                  <a:pt x="104648" y="191493"/>
                  <a:pt x="118209" y="184643"/>
                </a:cubicBezTo>
                <a:cubicBezTo>
                  <a:pt x="133688" y="177384"/>
                  <a:pt x="145056" y="164098"/>
                  <a:pt x="152454" y="145057"/>
                </a:cubicBezTo>
                <a:cubicBezTo>
                  <a:pt x="172315" y="93417"/>
                  <a:pt x="167385" y="62325"/>
                  <a:pt x="137249" y="51777"/>
                </a:cubicBezTo>
                <a:moveTo>
                  <a:pt x="154097" y="11644"/>
                </a:moveTo>
                <a:cubicBezTo>
                  <a:pt x="181082" y="20958"/>
                  <a:pt x="197244" y="40408"/>
                  <a:pt x="202724" y="69858"/>
                </a:cubicBezTo>
                <a:cubicBezTo>
                  <a:pt x="206833" y="93692"/>
                  <a:pt x="203820" y="119580"/>
                  <a:pt x="193683" y="147523"/>
                </a:cubicBezTo>
                <a:cubicBezTo>
                  <a:pt x="182999" y="177384"/>
                  <a:pt x="166288" y="200259"/>
                  <a:pt x="143687" y="216148"/>
                </a:cubicBezTo>
                <a:cubicBezTo>
                  <a:pt x="118073" y="234229"/>
                  <a:pt x="90951" y="238338"/>
                  <a:pt x="62598" y="228475"/>
                </a:cubicBezTo>
                <a:cubicBezTo>
                  <a:pt x="39859" y="220531"/>
                  <a:pt x="23286" y="205464"/>
                  <a:pt x="12739" y="183137"/>
                </a:cubicBezTo>
                <a:cubicBezTo>
                  <a:pt x="958" y="158208"/>
                  <a:pt x="0" y="129853"/>
                  <a:pt x="9999" y="97938"/>
                </a:cubicBezTo>
                <a:cubicBezTo>
                  <a:pt x="19724" y="67255"/>
                  <a:pt x="36709" y="43011"/>
                  <a:pt x="60953" y="25341"/>
                </a:cubicBezTo>
                <a:cubicBezTo>
                  <a:pt x="89308" y="4521"/>
                  <a:pt x="120401" y="0"/>
                  <a:pt x="154097" y="116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ext-70 o">
            <a:extLst xmlns:a="http://schemas.openxmlformats.org/drawingml/2006/main">
              <a:ext uri="{FF2B5EF4-FFF2-40B4-BE49-F238E27FC236}">
                <a16:creationId xmlns:a16="http://schemas.microsoft.com/office/drawing/2014/main" id="{DA1661D8-D954-4971-B7C9-13B8790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45897">
            <a:off x="8048635" y="7617267"/>
            <a:ext cx="442026" cy="876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</a:t>
            </a:r>
          </a:p>
        </p:txBody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1A592C24-B4DF-4541-882B-D852506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94" y="7951580"/>
            <a:ext cx="291951" cy="392423"/>
          </a:xfrm>
          <a:custGeom xmlns:a="http://schemas.openxmlformats.org/drawingml/2006/main">
            <a:pathLst>
              <a:path w="202997" h="272856">
                <a:moveTo>
                  <a:pt x="64104" y="959"/>
                </a:moveTo>
                <a:cubicBezTo>
                  <a:pt x="76980" y="3425"/>
                  <a:pt x="82458" y="13835"/>
                  <a:pt x="80404" y="32327"/>
                </a:cubicBezTo>
                <a:lnTo>
                  <a:pt x="76431" y="57120"/>
                </a:lnTo>
                <a:cubicBezTo>
                  <a:pt x="105882" y="29998"/>
                  <a:pt x="133003" y="18629"/>
                  <a:pt x="157932" y="23149"/>
                </a:cubicBezTo>
                <a:cubicBezTo>
                  <a:pt x="180397" y="27396"/>
                  <a:pt x="194231" y="40134"/>
                  <a:pt x="199436" y="61502"/>
                </a:cubicBezTo>
                <a:cubicBezTo>
                  <a:pt x="202997" y="75884"/>
                  <a:pt x="202723" y="96020"/>
                  <a:pt x="198615" y="121909"/>
                </a:cubicBezTo>
                <a:lnTo>
                  <a:pt x="194642" y="143278"/>
                </a:lnTo>
                <a:lnTo>
                  <a:pt x="190944" y="162865"/>
                </a:lnTo>
                <a:cubicBezTo>
                  <a:pt x="188751" y="174508"/>
                  <a:pt x="187520" y="189849"/>
                  <a:pt x="187109" y="208888"/>
                </a:cubicBezTo>
                <a:cubicBezTo>
                  <a:pt x="186834" y="227928"/>
                  <a:pt x="185464" y="243133"/>
                  <a:pt x="183409" y="254638"/>
                </a:cubicBezTo>
                <a:cubicBezTo>
                  <a:pt x="182314" y="260939"/>
                  <a:pt x="179301" y="265596"/>
                  <a:pt x="174644" y="268610"/>
                </a:cubicBezTo>
                <a:cubicBezTo>
                  <a:pt x="169987" y="271761"/>
                  <a:pt x="164508" y="272856"/>
                  <a:pt x="158481" y="271761"/>
                </a:cubicBezTo>
                <a:cubicBezTo>
                  <a:pt x="146427" y="269432"/>
                  <a:pt x="140810" y="261624"/>
                  <a:pt x="141769" y="248200"/>
                </a:cubicBezTo>
                <a:lnTo>
                  <a:pt x="144235" y="200944"/>
                </a:lnTo>
                <a:cubicBezTo>
                  <a:pt x="145331" y="184096"/>
                  <a:pt x="147112" y="168480"/>
                  <a:pt x="149714" y="154234"/>
                </a:cubicBezTo>
                <a:cubicBezTo>
                  <a:pt x="150536" y="150262"/>
                  <a:pt x="151905" y="143688"/>
                  <a:pt x="154234" y="134237"/>
                </a:cubicBezTo>
                <a:cubicBezTo>
                  <a:pt x="156426" y="124922"/>
                  <a:pt x="157796" y="118347"/>
                  <a:pt x="158617" y="114375"/>
                </a:cubicBezTo>
                <a:cubicBezTo>
                  <a:pt x="164097" y="84103"/>
                  <a:pt x="161357" y="67804"/>
                  <a:pt x="150124" y="65749"/>
                </a:cubicBezTo>
                <a:cubicBezTo>
                  <a:pt x="134372" y="62872"/>
                  <a:pt x="117524" y="69447"/>
                  <a:pt x="99855" y="85610"/>
                </a:cubicBezTo>
                <a:cubicBezTo>
                  <a:pt x="83829" y="100129"/>
                  <a:pt x="69720" y="119854"/>
                  <a:pt x="57666" y="144510"/>
                </a:cubicBezTo>
                <a:cubicBezTo>
                  <a:pt x="56296" y="149989"/>
                  <a:pt x="54516" y="156700"/>
                  <a:pt x="51914" y="164783"/>
                </a:cubicBezTo>
                <a:cubicBezTo>
                  <a:pt x="49858" y="171631"/>
                  <a:pt x="48215" y="178480"/>
                  <a:pt x="46982" y="185055"/>
                </a:cubicBezTo>
                <a:cubicBezTo>
                  <a:pt x="46161" y="189301"/>
                  <a:pt x="45476" y="195602"/>
                  <a:pt x="44791" y="204231"/>
                </a:cubicBezTo>
                <a:cubicBezTo>
                  <a:pt x="44106" y="212860"/>
                  <a:pt x="43284" y="219162"/>
                  <a:pt x="42462" y="223408"/>
                </a:cubicBezTo>
                <a:cubicBezTo>
                  <a:pt x="41365" y="229709"/>
                  <a:pt x="38489" y="234503"/>
                  <a:pt x="33970" y="237791"/>
                </a:cubicBezTo>
                <a:cubicBezTo>
                  <a:pt x="29312" y="240940"/>
                  <a:pt x="23971" y="242037"/>
                  <a:pt x="17944" y="240940"/>
                </a:cubicBezTo>
                <a:cubicBezTo>
                  <a:pt x="11779" y="239845"/>
                  <a:pt x="7122" y="236968"/>
                  <a:pt x="4108" y="232311"/>
                </a:cubicBezTo>
                <a:cubicBezTo>
                  <a:pt x="958" y="227654"/>
                  <a:pt x="0" y="222175"/>
                  <a:pt x="1232" y="215874"/>
                </a:cubicBezTo>
                <a:cubicBezTo>
                  <a:pt x="2054" y="211628"/>
                  <a:pt x="2739" y="205191"/>
                  <a:pt x="3287" y="196698"/>
                </a:cubicBezTo>
                <a:cubicBezTo>
                  <a:pt x="3972" y="188068"/>
                  <a:pt x="4657" y="181630"/>
                  <a:pt x="5478" y="177384"/>
                </a:cubicBezTo>
                <a:cubicBezTo>
                  <a:pt x="8080" y="163002"/>
                  <a:pt x="12738" y="143003"/>
                  <a:pt x="19450" y="117800"/>
                </a:cubicBezTo>
                <a:cubicBezTo>
                  <a:pt x="26298" y="92459"/>
                  <a:pt x="30956" y="72597"/>
                  <a:pt x="33558" y="58215"/>
                </a:cubicBezTo>
                <a:cubicBezTo>
                  <a:pt x="34381" y="53694"/>
                  <a:pt x="35339" y="46983"/>
                  <a:pt x="36572" y="38079"/>
                </a:cubicBezTo>
                <a:cubicBezTo>
                  <a:pt x="37668" y="29039"/>
                  <a:pt x="38627" y="22327"/>
                  <a:pt x="39449" y="17807"/>
                </a:cubicBezTo>
                <a:cubicBezTo>
                  <a:pt x="40544" y="11780"/>
                  <a:pt x="43421" y="7260"/>
                  <a:pt x="48215" y="4110"/>
                </a:cubicBezTo>
                <a:cubicBezTo>
                  <a:pt x="52872" y="959"/>
                  <a:pt x="58214" y="0"/>
                  <a:pt x="64104" y="9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72 n">
            <a:extLst xmlns:a="http://schemas.openxmlformats.org/drawingml/2006/main">
              <a:ext uri="{FF2B5EF4-FFF2-40B4-BE49-F238E27FC236}">
                <a16:creationId xmlns:a16="http://schemas.microsoft.com/office/drawing/2014/main" id="{D36B678B-AB03-4A8A-913B-9CAC3D77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777">
            <a:off x="8351801" y="7686368"/>
            <a:ext cx="442262" cy="880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9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06BEF1-B03F-4CAB-814E-64EBC2BB6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97f2d86944907"/>
          <a:stretch xmlns:a="http://schemas.openxmlformats.org/drawingml/2006/main"/>
        </p:blipFill>
        <p:spPr>
          <a:xfrm xmlns:a="http://schemas.openxmlformats.org/drawingml/2006/main">
            <a:off x="7406261" y="6069058"/>
            <a:ext cx="1931542" cy="1671263"/>
          </a:xfrm>
          <a:prstGeom xmlns:a="http://schemas.openxmlformats.org/drawingml/2006/main" prst="rect">
            <a:avLst/>
          </a:prstGeom>
        </p:spPr>
      </p:pic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B1E299-EE2F-4643-B3B9-CE99F13B9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b547e62354827"/>
          <a:stretch xmlns:a="http://schemas.openxmlformats.org/drawingml/2006/main"/>
        </p:blipFill>
        <p:spPr>
          <a:xfrm xmlns:a="http://schemas.openxmlformats.org/drawingml/2006/main">
            <a:off x="9324104" y="5671790"/>
            <a:ext cx="1753456" cy="1931542"/>
          </a:xfrm>
          <a:prstGeom xmlns:a="http://schemas.openxmlformats.org/drawingml/2006/main" prst="rect">
            <a:avLst/>
          </a:prstGeom>
        </p:spPr>
      </p:pic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4603BE-84D9-478F-9ECE-DB246F014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aad60a95a49da"/>
          <a:stretch xmlns:a="http://schemas.openxmlformats.org/drawingml/2006/main"/>
        </p:blipFill>
        <p:spPr>
          <a:xfrm xmlns:a="http://schemas.openxmlformats.org/drawingml/2006/main">
            <a:off x="7269272" y="3932033"/>
            <a:ext cx="3671299" cy="2150724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3A02DA-D106-43AF-B046-A460B5628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4bcae21934ca0"/>
          <a:stretch xmlns:a="http://schemas.openxmlformats.org/drawingml/2006/main"/>
        </p:blipFill>
        <p:spPr>
          <a:xfrm xmlns:a="http://schemas.openxmlformats.org/drawingml/2006/main">
            <a:off x="7625443" y="4575880"/>
            <a:ext cx="3164440" cy="2547991"/>
          </a:xfrm>
          <a:prstGeom xmlns:a="http://schemas.openxmlformats.org/drawingml/2006/main" prst="rect">
            <a:avLst/>
          </a:prstGeom>
        </p:spPr>
      </p:pic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F5813681-88A6-4C61-863A-24C18B3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6126583"/>
            <a:ext cx="1479915" cy="425517"/>
          </a:xfrm>
          <a:custGeom xmlns:a="http://schemas.openxmlformats.org/drawingml/2006/main">
            <a:pathLst>
              <a:path w="1029003" h="295868">
                <a:moveTo>
                  <a:pt x="0" y="0"/>
                </a:moveTo>
                <a:lnTo>
                  <a:pt x="1029003" y="0"/>
                </a:lnTo>
                <a:lnTo>
                  <a:pt x="1029003" y="295868"/>
                </a:lnTo>
                <a:lnTo>
                  <a:pt x="0" y="29586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1EDB0D23-D1B7-4F74-AFFF-894C184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610" y="6126583"/>
            <a:ext cx="937814" cy="425517"/>
          </a:xfrm>
          <a:custGeom xmlns:a="http://schemas.openxmlformats.org/drawingml/2006/main">
            <a:pathLst>
              <a:path w="652074" h="295868">
                <a:moveTo>
                  <a:pt x="0" y="0"/>
                </a:moveTo>
                <a:lnTo>
                  <a:pt x="652074" y="0"/>
                </a:lnTo>
                <a:lnTo>
                  <a:pt x="652074" y="295868"/>
                </a:lnTo>
                <a:lnTo>
                  <a:pt x="0" y="29586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157A5DE9-CCD3-424B-94A5-9B3FED6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6552101"/>
            <a:ext cx="2417767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00">
            <a:solidFill>
              <a:srgbClr val="000000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EC7AE505-2AD1-4298-9504-D4C5D6C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6977618"/>
            <a:ext cx="2417767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00">
            <a:solidFill>
              <a:srgbClr val="A6A6A6"/>
            </a:solidFill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37938CDD-2703-4071-9821-E9C0DA83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7403136"/>
            <a:ext cx="2417767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00">
            <a:solidFill>
              <a:srgbClr val="A6A6A6"/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D4E56BD5-8821-4344-B807-F4312B2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6126583"/>
            <a:ext cx="2417767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00">
            <a:solidFill>
              <a:srgbClr val="000000"/>
            </a:solidFill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37D81DCF-0CEA-407B-989C-2B1808C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58" y="7687996"/>
            <a:ext cx="2417767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00">
            <a:solidFill>
              <a:srgbClr val="000000"/>
            </a:solidFill>
            <a:prstDash val="solid"/>
          </a:ln>
        </p:spPr>
      </p:sp>
      <p:sp>
        <p:nvSpPr>
          <p:cNvPr id="84" name="text-84 Obj.">
            <a:extLst xmlns:a="http://schemas.openxmlformats.org/drawingml/2006/main">
              <a:ext uri="{FF2B5EF4-FFF2-40B4-BE49-F238E27FC236}">
                <a16:creationId xmlns:a16="http://schemas.microsoft.com/office/drawing/2014/main" id="{E22146A8-9554-4466-9F1B-5CAAFBE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295" y="6187742"/>
            <a:ext cx="568119" cy="33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58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Obj.</a:t>
            </a:r>
          </a:p>
        </p:txBody>
      </p:sp>
      <p:sp>
        <p:nvSpPr>
          <p:cNvPr id="85" name="text-85 Num.">
            <a:extLst xmlns:a="http://schemas.openxmlformats.org/drawingml/2006/main">
              <a:ext uri="{FF2B5EF4-FFF2-40B4-BE49-F238E27FC236}">
                <a16:creationId xmlns:a16="http://schemas.microsoft.com/office/drawing/2014/main" id="{3DD8D5E6-05C7-4F56-A1E3-CECEC325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4833" y="6187281"/>
            <a:ext cx="643613" cy="33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1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1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61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Num.</a:t>
            </a:r>
          </a:p>
        </p:txBody>
      </p:sp>
      <p:sp>
        <p:nvSpPr>
          <p:cNvPr id="86" name="text-86 Road">
            <a:extLst xmlns:a="http://schemas.openxmlformats.org/drawingml/2006/main">
              <a:ext uri="{FF2B5EF4-FFF2-40B4-BE49-F238E27FC236}">
                <a16:creationId xmlns:a16="http://schemas.microsoft.com/office/drawing/2014/main" id="{7D75791A-920C-4020-A31F-5A7221FC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709" y="6612181"/>
            <a:ext cx="576542" cy="331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6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Road</a:t>
            </a:r>
          </a:p>
        </p:txBody>
      </p:sp>
      <p:sp>
        <p:nvSpPr>
          <p:cNvPr id="87" name="text-88 Sign">
            <a:extLst xmlns:a="http://schemas.openxmlformats.org/drawingml/2006/main">
              <a:ext uri="{FF2B5EF4-FFF2-40B4-BE49-F238E27FC236}">
                <a16:creationId xmlns:a16="http://schemas.microsoft.com/office/drawing/2014/main" id="{7E82F7A0-4F9B-4ECB-A583-D33E12C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6161" y="6613133"/>
            <a:ext cx="521062" cy="330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5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Sign</a:t>
            </a:r>
          </a:p>
        </p:txBody>
      </p:sp>
      <p:sp>
        <p:nvSpPr>
          <p:cNvPr id="88" name="text-89 2">
            <a:extLst xmlns:a="http://schemas.openxmlformats.org/drawingml/2006/main">
              <a:ext uri="{FF2B5EF4-FFF2-40B4-BE49-F238E27FC236}">
                <a16:creationId xmlns:a16="http://schemas.microsoft.com/office/drawing/2014/main" id="{7241C870-A095-4A9D-9F6E-D31C1D8F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1775" y="6612649"/>
            <a:ext cx="186861" cy="3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89" name="text-90 Airplane">
            <a:extLst xmlns:a="http://schemas.openxmlformats.org/drawingml/2006/main">
              <a:ext uri="{FF2B5EF4-FFF2-40B4-BE49-F238E27FC236}">
                <a16:creationId xmlns:a16="http://schemas.microsoft.com/office/drawing/2014/main" id="{49882F80-BA3F-47A2-AEC7-B12720A3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6085" y="7038665"/>
            <a:ext cx="958966" cy="330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5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sp>
        <p:nvSpPr>
          <p:cNvPr id="90" name="text-91 1">
            <a:extLst xmlns:a="http://schemas.openxmlformats.org/drawingml/2006/main">
              <a:ext uri="{FF2B5EF4-FFF2-40B4-BE49-F238E27FC236}">
                <a16:creationId xmlns:a16="http://schemas.microsoft.com/office/drawing/2014/main" id="{900010DB-1601-40D2-8F43-6C994271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687" y="7038224"/>
            <a:ext cx="148990" cy="331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86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5092CD1-05B8-48E2-B53C-4A87CD4D01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411656b5c46c0"/>
          <a:stretch xmlns:a="http://schemas.openxmlformats.org/drawingml/2006/main"/>
        </p:blipFill>
        <p:spPr>
          <a:xfrm xmlns:a="http://schemas.openxmlformats.org/drawingml/2006/main">
            <a:off x="200652" y="5932069"/>
            <a:ext cx="3109645" cy="3904180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4E2862-43AE-4B48-AC26-F6CE5F672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16508e7af4ac9"/>
          <a:stretch xmlns:a="http://schemas.openxmlformats.org/drawingml/2006/main"/>
        </p:blipFill>
        <p:spPr>
          <a:xfrm xmlns:a="http://schemas.openxmlformats.org/drawingml/2006/main">
            <a:off x="5611708" y="7041678"/>
            <a:ext cx="849330" cy="849330"/>
          </a:xfrm>
          <a:prstGeom xmlns:a="http://schemas.openxmlformats.org/drawingml/2006/main" prst="rect">
            <a:avLst/>
          </a:prstGeom>
        </p:spPr>
      </p:pic>
      <p:sp>
        <p:nvSpPr>
          <p:cNvPr id="93" name="text-94 1.">
            <a:extLst xmlns:a="http://schemas.openxmlformats.org/drawingml/2006/main">
              <a:ext uri="{FF2B5EF4-FFF2-40B4-BE49-F238E27FC236}">
                <a16:creationId xmlns:a16="http://schemas.microsoft.com/office/drawing/2014/main" id="{4964626A-DADF-44F2-A1BE-ABB73E5C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5363" y="4087191"/>
            <a:ext cx="483652" cy="55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1.</a:t>
            </a:r>
          </a:p>
        </p:txBody>
      </p:sp>
      <p:sp>
        <p:nvSpPr>
          <p:cNvPr id="94" name="text-96 Object">
            <a:extLst xmlns:a="http://schemas.openxmlformats.org/drawingml/2006/main">
              <a:ext uri="{FF2B5EF4-FFF2-40B4-BE49-F238E27FC236}">
                <a16:creationId xmlns:a16="http://schemas.microsoft.com/office/drawing/2014/main" id="{6B2F7EE3-46CB-4795-AC2A-92E3FC3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6904" y="4088078"/>
            <a:ext cx="1387270" cy="552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95" name="text-98 Detection">
            <a:extLst xmlns:a="http://schemas.openxmlformats.org/drawingml/2006/main">
              <a:ext uri="{FF2B5EF4-FFF2-40B4-BE49-F238E27FC236}">
                <a16:creationId xmlns:a16="http://schemas.microsoft.com/office/drawing/2014/main" id="{F0EECB12-D005-474E-AEEB-79F454D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985" y="4561518"/>
            <a:ext cx="1893443" cy="551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Detection</a:t>
            </a:r>
          </a:p>
        </p:txBody>
      </p:sp>
      <p:sp>
        <p:nvSpPr>
          <p:cNvPr id="96" name="text-99 2.">
            <a:extLst xmlns:a="http://schemas.openxmlformats.org/drawingml/2006/main">
              <a:ext uri="{FF2B5EF4-FFF2-40B4-BE49-F238E27FC236}">
                <a16:creationId xmlns:a16="http://schemas.microsoft.com/office/drawing/2014/main" id="{9FBEE989-C956-48FF-A31C-3CCFDCB5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5361" y="5116132"/>
            <a:ext cx="483408" cy="553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</a:t>
            </a:r>
          </a:p>
        </p:txBody>
      </p:sp>
      <p:sp>
        <p:nvSpPr>
          <p:cNvPr id="97" name="text-101 Object">
            <a:extLst xmlns:a="http://schemas.openxmlformats.org/drawingml/2006/main">
              <a:ext uri="{FF2B5EF4-FFF2-40B4-BE49-F238E27FC236}">
                <a16:creationId xmlns:a16="http://schemas.microsoft.com/office/drawing/2014/main" id="{17DFDF0E-38D9-46E4-A096-83CC10C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7295" y="5116820"/>
            <a:ext cx="1387272" cy="55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98" name="text-102 Counting">
            <a:extLst xmlns:a="http://schemas.openxmlformats.org/drawingml/2006/main">
              <a:ext uri="{FF2B5EF4-FFF2-40B4-BE49-F238E27FC236}">
                <a16:creationId xmlns:a16="http://schemas.microsoft.com/office/drawing/2014/main" id="{08CA23C1-2ABC-4E1B-8134-604AB0C3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2024" y="5589151"/>
            <a:ext cx="1647261" cy="552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Counting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0CABF06-819D-40E7-86D9-3A7A61A4B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bc21bcb2741bf"/>
          <a:stretch xmlns:a="http://schemas.openxmlformats.org/drawingml/2006/main"/>
        </p:blipFill>
        <p:spPr>
          <a:xfrm xmlns:a="http://schemas.openxmlformats.org/drawingml/2006/main">
            <a:off x="241749" y="4219709"/>
            <a:ext cx="1150706" cy="1164404"/>
          </a:xfrm>
          <a:prstGeom xmlns:a="http://schemas.openxmlformats.org/drawingml/2006/main" prst="rect">
            <a:avLst/>
          </a:prstGeom>
        </p:spPr>
      </p:pic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E4E46B-6C0A-46F7-93D5-EA87161A4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c4b9bde11470e"/>
          <a:stretch xmlns:a="http://schemas.openxmlformats.org/drawingml/2006/main"/>
        </p:blipFill>
        <p:spPr>
          <a:xfrm xmlns:a="http://schemas.openxmlformats.org/drawingml/2006/main">
            <a:off x="2957" y="2746167"/>
            <a:ext cx="852217" cy="731486"/>
          </a:xfrm>
          <a:prstGeom xmlns:a="http://schemas.openxmlformats.org/drawingml/2006/main" prst="rect">
            <a:avLst/>
          </a:prstGeom>
        </p:spPr>
      </p:pic>
      <p:sp>
        <p:nvSpPr>
          <p:cNvPr id="101" name="text-105 Bus">
            <a:extLst xmlns:a="http://schemas.openxmlformats.org/drawingml/2006/main">
              <a:ext uri="{FF2B5EF4-FFF2-40B4-BE49-F238E27FC236}">
                <a16:creationId xmlns:a16="http://schemas.microsoft.com/office/drawing/2014/main" id="{2F40F00D-00BF-45B8-803A-57928D2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254" y="2878272"/>
            <a:ext cx="571225" cy="440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4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Bus</a:t>
            </a:r>
          </a:p>
        </p:txBody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148650-1265-4B38-9969-F54BB4F6C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397967c1446fc"/>
          <a:stretch xmlns:a="http://schemas.openxmlformats.org/drawingml/2006/main"/>
        </p:blipFill>
        <p:spPr>
          <a:xfrm xmlns:a="http://schemas.openxmlformats.org/drawingml/2006/main">
            <a:off x="2957" y="3124405"/>
            <a:ext cx="852217" cy="731486"/>
          </a:xfrm>
          <a:prstGeom xmlns:a="http://schemas.openxmlformats.org/drawingml/2006/main" prst="rect">
            <a:avLst/>
          </a:prstGeom>
        </p:spPr>
      </p:pic>
      <p:sp>
        <p:nvSpPr>
          <p:cNvPr id="103" name="text-107 Airplane">
            <a:extLst xmlns:a="http://schemas.openxmlformats.org/drawingml/2006/main">
              <a:ext uri="{FF2B5EF4-FFF2-40B4-BE49-F238E27FC236}">
                <a16:creationId xmlns:a16="http://schemas.microsoft.com/office/drawing/2014/main" id="{E124D1CF-A589-4A62-8E1B-F371F39A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254" y="3257390"/>
            <a:ext cx="1275428" cy="439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4B91B08-DCDF-42B8-883E-3B196E195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44a38afcc48b8"/>
          <a:stretch xmlns:a="http://schemas.openxmlformats.org/drawingml/2006/main"/>
        </p:blipFill>
        <p:spPr>
          <a:xfrm xmlns:a="http://schemas.openxmlformats.org/drawingml/2006/main">
            <a:off x="2957" y="3502642"/>
            <a:ext cx="852217" cy="731486"/>
          </a:xfrm>
          <a:prstGeom xmlns:a="http://schemas.openxmlformats.org/drawingml/2006/main" prst="rect">
            <a:avLst/>
          </a:prstGeom>
        </p:spPr>
      </p:pic>
      <p:sp>
        <p:nvSpPr>
          <p:cNvPr id="105" name="text-109 Road">
            <a:extLst xmlns:a="http://schemas.openxmlformats.org/drawingml/2006/main">
              <a:ext uri="{FF2B5EF4-FFF2-40B4-BE49-F238E27FC236}">
                <a16:creationId xmlns:a16="http://schemas.microsoft.com/office/drawing/2014/main" id="{4F7A3C7A-0329-423F-8DFB-EA7E0FCC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254" y="3634625"/>
            <a:ext cx="766122" cy="440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4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Road</a:t>
            </a:r>
          </a:p>
        </p:txBody>
      </p:sp>
      <p:sp>
        <p:nvSpPr>
          <p:cNvPr id="106" name="text-111 Sign">
            <a:extLst xmlns:a="http://schemas.openxmlformats.org/drawingml/2006/main">
              <a:ext uri="{FF2B5EF4-FFF2-40B4-BE49-F238E27FC236}">
                <a16:creationId xmlns:a16="http://schemas.microsoft.com/office/drawing/2014/main" id="{FC35EA87-E148-4AF2-BB4F-AF993936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009" y="3635587"/>
            <a:ext cx="693017" cy="43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47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Sign</a:t>
            </a:r>
          </a:p>
        </p:txBody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01A3B6-190B-498A-AC04-E69678DC0E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4d4bdfb642d7"/>
          <a:stretch xmlns:a="http://schemas.openxmlformats.org/drawingml/2006/main"/>
        </p:blipFill>
        <p:spPr>
          <a:xfrm xmlns:a="http://schemas.openxmlformats.org/drawingml/2006/main">
            <a:off x="2679052" y="5033279"/>
            <a:ext cx="848505" cy="806080"/>
          </a:xfrm>
          <a:prstGeom xmlns:a="http://schemas.openxmlformats.org/drawingml/2006/main" prst="rect">
            <a:avLst/>
          </a:prstGeom>
        </p:spPr>
      </p:pic>
      <p:sp>
        <p:nvSpPr>
          <p:cNvPr id="108" name="path-113">
            <a:extLst xmlns:a="http://schemas.openxmlformats.org/drawingml/2006/main">
              <a:ext uri="{FF2B5EF4-FFF2-40B4-BE49-F238E27FC236}">
                <a16:creationId xmlns:a16="http://schemas.microsoft.com/office/drawing/2014/main" id="{71EBF47F-3661-4514-B7C8-049F2E4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826" y="5117161"/>
            <a:ext cx="691072" cy="646551"/>
          </a:xfrm>
          <a:custGeom xmlns:a="http://schemas.openxmlformats.org/drawingml/2006/main">
            <a:pathLst>
              <a:path w="480511" h="449555">
                <a:moveTo>
                  <a:pt x="0" y="0"/>
                </a:moveTo>
                <a:lnTo>
                  <a:pt x="0" y="68077"/>
                </a:lnTo>
                <a:cubicBezTo>
                  <a:pt x="0" y="242858"/>
                  <a:pt x="141633" y="384491"/>
                  <a:pt x="316277" y="384491"/>
                </a:cubicBezTo>
                <a:lnTo>
                  <a:pt x="347233" y="384491"/>
                </a:lnTo>
                <a:lnTo>
                  <a:pt x="347233" y="449555"/>
                </a:lnTo>
                <a:lnTo>
                  <a:pt x="480511" y="339152"/>
                </a:lnTo>
                <a:lnTo>
                  <a:pt x="347233" y="228886"/>
                </a:lnTo>
                <a:lnTo>
                  <a:pt x="347233" y="293950"/>
                </a:lnTo>
                <a:lnTo>
                  <a:pt x="316277" y="293950"/>
                </a:lnTo>
                <a:cubicBezTo>
                  <a:pt x="191629" y="293950"/>
                  <a:pt x="90541" y="192862"/>
                  <a:pt x="90541" y="68077"/>
                </a:cubicBezTo>
                <a:lnTo>
                  <a:pt x="9054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5DD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ext-114 Progression">
            <a:extLst xmlns:a="http://schemas.openxmlformats.org/drawingml/2006/main">
              <a:ext uri="{FF2B5EF4-FFF2-40B4-BE49-F238E27FC236}">
                <a16:creationId xmlns:a16="http://schemas.microsoft.com/office/drawing/2014/main" id="{C2BC1420-9AB4-42E1-ACB1-917D463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309" y="5316512"/>
            <a:ext cx="1546517" cy="38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rPr>
              <a:t>Progression</a:t>
            </a:r>
          </a:p>
        </p:txBody>
      </p:sp>
      <p:sp>
        <p:nvSpPr>
          <p:cNvPr id="110" name="path-115">
            <a:extLst xmlns:a="http://schemas.openxmlformats.org/drawingml/2006/main">
              <a:ext uri="{FF2B5EF4-FFF2-40B4-BE49-F238E27FC236}">
                <a16:creationId xmlns:a16="http://schemas.microsoft.com/office/drawing/2014/main" id="{934F67BA-C87B-4AA5-B00F-A3FC54C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0" y="9870442"/>
            <a:ext cx="18274110" cy="115611"/>
          </a:xfrm>
          <a:custGeom xmlns:a="http://schemas.openxmlformats.org/drawingml/2006/main">
            <a:pathLst>
              <a:path w="12706217" h="80386">
                <a:moveTo>
                  <a:pt x="0" y="0"/>
                </a:moveTo>
                <a:lnTo>
                  <a:pt x="0" y="80386"/>
                </a:lnTo>
                <a:lnTo>
                  <a:pt x="12706217" y="80386"/>
                </a:lnTo>
                <a:lnTo>
                  <a:pt x="127062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67778D-C2E8-4034-9EC8-41B2D6E30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e13a9a4fd47d5"/>
          <a:stretch xmlns:a="http://schemas.openxmlformats.org/drawingml/2006/main"/>
        </p:blipFill>
        <p:spPr>
          <a:xfrm xmlns:a="http://schemas.openxmlformats.org/drawingml/2006/main">
            <a:off x="15132427" y="3932033"/>
            <a:ext cx="890427" cy="890427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9D89708-F6A1-4CAA-889D-A19357FD5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625c33fbe490f"/>
          <a:stretch xmlns:a="http://schemas.openxmlformats.org/drawingml/2006/main"/>
        </p:blipFill>
        <p:spPr>
          <a:xfrm xmlns:a="http://schemas.openxmlformats.org/drawingml/2006/main">
            <a:off x="3502081" y="8863628"/>
            <a:ext cx="863029" cy="863029"/>
          </a:xfrm>
          <a:prstGeom xmlns:a="http://schemas.openxmlformats.org/drawingml/2006/main" prst="rect">
            <a:avLst/>
          </a:prstGeom>
        </p:spPr>
      </p:pic>
      <p:sp>
        <p:nvSpPr>
          <p:cNvPr id="113" name="text-118 4.">
            <a:extLst xmlns:a="http://schemas.openxmlformats.org/drawingml/2006/main">
              <a:ext uri="{FF2B5EF4-FFF2-40B4-BE49-F238E27FC236}">
                <a16:creationId xmlns:a16="http://schemas.microsoft.com/office/drawing/2014/main" id="{5DD73C47-638D-4E22-BFE3-DAE87251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1715" y="8634336"/>
            <a:ext cx="483406" cy="553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4.</a:t>
            </a:r>
          </a:p>
        </p:txBody>
      </p:sp>
      <p:sp>
        <p:nvSpPr>
          <p:cNvPr id="114" name="text-120 Relation">
            <a:extLst xmlns:a="http://schemas.openxmlformats.org/drawingml/2006/main">
              <a:ext uri="{FF2B5EF4-FFF2-40B4-BE49-F238E27FC236}">
                <a16:creationId xmlns:a16="http://schemas.microsoft.com/office/drawing/2014/main" id="{F3317EF5-41DF-40A7-8C82-A5F44C2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255" y="8634192"/>
            <a:ext cx="1584122" cy="553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Relation</a:t>
            </a:r>
          </a:p>
        </p:txBody>
      </p:sp>
      <p:sp>
        <p:nvSpPr>
          <p:cNvPr id="115" name="text-120 Extraction">
            <a:extLst xmlns:a="http://schemas.openxmlformats.org/drawingml/2006/main">
              <a:ext uri="{FF2B5EF4-FFF2-40B4-BE49-F238E27FC236}">
                <a16:creationId xmlns:a16="http://schemas.microsoft.com/office/drawing/2014/main" id="{BDB4C67C-349B-4C6B-9EDF-B6D7FC29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8726" y="8634487"/>
            <a:ext cx="2059390" cy="552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Extraction</a:t>
            </a:r>
          </a:p>
        </p:txBody>
      </p:sp>
      <p:sp>
        <p:nvSpPr>
          <p:cNvPr id="116" name="text-121 5.">
            <a:extLst xmlns:a="http://schemas.openxmlformats.org/drawingml/2006/main">
              <a:ext uri="{FF2B5EF4-FFF2-40B4-BE49-F238E27FC236}">
                <a16:creationId xmlns:a16="http://schemas.microsoft.com/office/drawing/2014/main" id="{13C3E134-2AB8-49BE-B80E-A0F5FACB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147" y="5410250"/>
            <a:ext cx="483409" cy="55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5.</a:t>
            </a:r>
          </a:p>
        </p:txBody>
      </p:sp>
      <p:sp>
        <p:nvSpPr>
          <p:cNvPr id="117" name="text-123 Visual">
            <a:extLst xmlns:a="http://schemas.openxmlformats.org/drawingml/2006/main">
              <a:ext uri="{FF2B5EF4-FFF2-40B4-BE49-F238E27FC236}">
                <a16:creationId xmlns:a16="http://schemas.microsoft.com/office/drawing/2014/main" id="{4DF60DBD-CFEB-454E-B634-C9F2FB6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5689" y="5410047"/>
            <a:ext cx="1174140" cy="553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118" name="text-123 Grounding">
            <a:extLst xmlns:a="http://schemas.openxmlformats.org/drawingml/2006/main">
              <a:ext uri="{FF2B5EF4-FFF2-40B4-BE49-F238E27FC236}">
                <a16:creationId xmlns:a16="http://schemas.microsoft.com/office/drawing/2014/main" id="{2BF0BFDE-3C44-4AD3-A15A-96345E6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4529" y="5410278"/>
            <a:ext cx="1907942" cy="552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sp>
        <p:nvSpPr>
          <p:cNvPr id="119" name="text-124 3.">
            <a:extLst xmlns:a="http://schemas.openxmlformats.org/drawingml/2006/main">
              <a:ext uri="{FF2B5EF4-FFF2-40B4-BE49-F238E27FC236}">
                <a16:creationId xmlns:a16="http://schemas.microsoft.com/office/drawing/2014/main" id="{C4E24806-D3B1-4668-B409-60CA6446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6450" y="7886725"/>
            <a:ext cx="483407" cy="553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3.</a:t>
            </a:r>
          </a:p>
        </p:txBody>
      </p:sp>
      <p:sp>
        <p:nvSpPr>
          <p:cNvPr id="120" name="text-126 Object">
            <a:extLst xmlns:a="http://schemas.openxmlformats.org/drawingml/2006/main">
              <a:ext uri="{FF2B5EF4-FFF2-40B4-BE49-F238E27FC236}">
                <a16:creationId xmlns:a16="http://schemas.microsoft.com/office/drawing/2014/main" id="{F0544B7C-D68A-4216-A668-1CA1B94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990" y="7887412"/>
            <a:ext cx="1387272" cy="55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21" name="text-126 Existence">
            <a:extLst xmlns:a="http://schemas.openxmlformats.org/drawingml/2006/main">
              <a:ext uri="{FF2B5EF4-FFF2-40B4-BE49-F238E27FC236}">
                <a16:creationId xmlns:a16="http://schemas.microsoft.com/office/drawing/2014/main" id="{7BD067E8-0653-4A3E-813C-3EF64E7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2385" y="7886897"/>
            <a:ext cx="1890280" cy="55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Existence</a:t>
            </a:r>
          </a:p>
        </p:txBody>
      </p:sp>
      <p:sp>
        <p:nvSpPr>
          <p:cNvPr id="122" name="text-127 Determination">
            <a:extLst xmlns:a="http://schemas.openxmlformats.org/drawingml/2006/main">
              <a:ext uri="{FF2B5EF4-FFF2-40B4-BE49-F238E27FC236}">
                <a16:creationId xmlns:a16="http://schemas.microsoft.com/office/drawing/2014/main" id="{70AD01E5-9BF8-438A-A38E-45940DD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1086" y="8360080"/>
            <a:ext cx="2724533" cy="55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Determination</a:t>
            </a:r>
          </a:p>
        </p:txBody>
      </p:sp>
      <p:sp>
        <p:nvSpPr>
          <p:cNvPr id="123" name="text-128 6.">
            <a:extLst xmlns:a="http://schemas.openxmlformats.org/drawingml/2006/main">
              <a:ext uri="{FF2B5EF4-FFF2-40B4-BE49-F238E27FC236}">
                <a16:creationId xmlns:a16="http://schemas.microsoft.com/office/drawing/2014/main" id="{FB44A494-2799-4C4B-8DD9-49A1EC8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08082" y="3197168"/>
            <a:ext cx="483406" cy="553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6.</a:t>
            </a:r>
          </a:p>
        </p:txBody>
      </p:sp>
      <p:sp>
        <p:nvSpPr>
          <p:cNvPr id="124" name="text-130 Region">
            <a:extLst xmlns:a="http://schemas.openxmlformats.org/drawingml/2006/main">
              <a:ext uri="{FF2B5EF4-FFF2-40B4-BE49-F238E27FC236}">
                <a16:creationId xmlns:a16="http://schemas.microsoft.com/office/drawing/2014/main" id="{790190C2-720E-4B86-9792-D29C021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9622" y="3197328"/>
            <a:ext cx="1278898" cy="55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125" name="text-131 -">
            <a:extLst xmlns:a="http://schemas.openxmlformats.org/drawingml/2006/main">
              <a:ext uri="{FF2B5EF4-FFF2-40B4-BE49-F238E27FC236}">
                <a16:creationId xmlns:a16="http://schemas.microsoft.com/office/drawing/2014/main" id="{5FC683AA-3783-4F4F-930B-F8E39644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7619" y="3197293"/>
            <a:ext cx="312040" cy="552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26" name="text-132 wise">
            <a:extLst xmlns:a="http://schemas.openxmlformats.org/drawingml/2006/main">
              <a:ext uri="{FF2B5EF4-FFF2-40B4-BE49-F238E27FC236}">
                <a16:creationId xmlns:a16="http://schemas.microsoft.com/office/drawing/2014/main" id="{BF0F4320-C829-4BA9-BE69-89DE2B0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38099" y="3670146"/>
            <a:ext cx="864624" cy="552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wise</a:t>
            </a:r>
          </a:p>
        </p:txBody>
      </p:sp>
      <p:sp>
        <p:nvSpPr>
          <p:cNvPr id="127" name="text-132 OCR">
            <a:extLst xmlns:a="http://schemas.openxmlformats.org/drawingml/2006/main">
              <a:ext uri="{FF2B5EF4-FFF2-40B4-BE49-F238E27FC236}">
                <a16:creationId xmlns:a16="http://schemas.microsoft.com/office/drawing/2014/main" id="{9845DC6F-B87B-4817-918C-26CC99F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822" y="3670866"/>
            <a:ext cx="881493" cy="55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128" name="text-133 The">
            <a:extLst xmlns:a="http://schemas.openxmlformats.org/drawingml/2006/main">
              <a:ext uri="{FF2B5EF4-FFF2-40B4-BE49-F238E27FC236}">
                <a16:creationId xmlns:a16="http://schemas.microsoft.com/office/drawing/2014/main" id="{B19D479E-650E-40EB-9E92-73AAC5D2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715" y="6205474"/>
            <a:ext cx="551454" cy="38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9" name="text-133 blue">
            <a:extLst xmlns:a="http://schemas.openxmlformats.org/drawingml/2006/main">
              <a:ext uri="{FF2B5EF4-FFF2-40B4-BE49-F238E27FC236}">
                <a16:creationId xmlns:a16="http://schemas.microsoft.com/office/drawing/2014/main" id="{9AD12480-80B4-438F-9FE5-C3D2F6A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7770" y="6206812"/>
            <a:ext cx="584736" cy="38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blue</a:t>
            </a:r>
          </a:p>
        </p:txBody>
      </p:sp>
      <p:sp>
        <p:nvSpPr>
          <p:cNvPr id="130" name="text-133 and">
            <a:extLst xmlns:a="http://schemas.openxmlformats.org/drawingml/2006/main">
              <a:ext uri="{FF2B5EF4-FFF2-40B4-BE49-F238E27FC236}">
                <a16:creationId xmlns:a16="http://schemas.microsoft.com/office/drawing/2014/main" id="{C54FC1C8-77D4-4636-99E0-6E097C1C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0070" y="6206220"/>
            <a:ext cx="499383" cy="38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31" name="text-133 white">
            <a:extLst xmlns:a="http://schemas.openxmlformats.org/drawingml/2006/main">
              <a:ext uri="{FF2B5EF4-FFF2-40B4-BE49-F238E27FC236}">
                <a16:creationId xmlns:a16="http://schemas.microsoft.com/office/drawing/2014/main" id="{7631C8D9-712E-4300-946C-4B09B716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9531" y="6206219"/>
            <a:ext cx="759388" cy="387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white</a:t>
            </a:r>
          </a:p>
        </p:txBody>
      </p:sp>
      <p:sp>
        <p:nvSpPr>
          <p:cNvPr id="132" name="text-133 airplane">
            <a:extLst xmlns:a="http://schemas.openxmlformats.org/drawingml/2006/main">
              <a:ext uri="{FF2B5EF4-FFF2-40B4-BE49-F238E27FC236}">
                <a16:creationId xmlns:a16="http://schemas.microsoft.com/office/drawing/2014/main" id="{B9D5EB39-26B0-4A06-BEA4-E7B3A35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6654" y="6206204"/>
            <a:ext cx="1064988" cy="38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sp>
        <p:nvSpPr>
          <p:cNvPr id="133" name="text-133 at">
            <a:extLst xmlns:a="http://schemas.openxmlformats.org/drawingml/2006/main">
              <a:ext uri="{FF2B5EF4-FFF2-40B4-BE49-F238E27FC236}">
                <a16:creationId xmlns:a16="http://schemas.microsoft.com/office/drawing/2014/main" id="{8EF76411-66BF-4DAB-9ADD-4076EF5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08822" y="6206108"/>
            <a:ext cx="322305" cy="38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134" name="text-134 the">
            <a:extLst xmlns:a="http://schemas.openxmlformats.org/drawingml/2006/main">
              <a:ext uri="{FF2B5EF4-FFF2-40B4-BE49-F238E27FC236}">
                <a16:creationId xmlns:a16="http://schemas.microsoft.com/office/drawing/2014/main" id="{E38582B9-18A8-4CEB-81B1-C641CD7E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715" y="6537999"/>
            <a:ext cx="491472" cy="38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5" name="text-134 top">
            <a:extLst xmlns:a="http://schemas.openxmlformats.org/drawingml/2006/main">
              <a:ext uri="{FF2B5EF4-FFF2-40B4-BE49-F238E27FC236}">
                <a16:creationId xmlns:a16="http://schemas.microsoft.com/office/drawing/2014/main" id="{ADACA2C3-C467-4F7D-9DFE-D4A5380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1187" y="6537714"/>
            <a:ext cx="474047" cy="387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top</a:t>
            </a:r>
          </a:p>
        </p:txBody>
      </p:sp>
      <p:sp>
        <p:nvSpPr>
          <p:cNvPr id="136" name="text-134 of">
            <a:extLst xmlns:a="http://schemas.openxmlformats.org/drawingml/2006/main">
              <a:ext uri="{FF2B5EF4-FFF2-40B4-BE49-F238E27FC236}">
                <a16:creationId xmlns:a16="http://schemas.microsoft.com/office/drawing/2014/main" id="{7168CB37-EE4D-4075-9EFC-49766FF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4018" y="6537182"/>
            <a:ext cx="336857" cy="388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37" name="text-134 the">
            <a:extLst xmlns:a="http://schemas.openxmlformats.org/drawingml/2006/main">
              <a:ext uri="{FF2B5EF4-FFF2-40B4-BE49-F238E27FC236}">
                <a16:creationId xmlns:a16="http://schemas.microsoft.com/office/drawing/2014/main" id="{3FB9EC29-7F0A-4DEE-BBA0-266C146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2433" y="6537999"/>
            <a:ext cx="491472" cy="38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8" name="text-134 picture:">
            <a:extLst xmlns:a="http://schemas.openxmlformats.org/drawingml/2006/main">
              <a:ext uri="{FF2B5EF4-FFF2-40B4-BE49-F238E27FC236}">
                <a16:creationId xmlns:a16="http://schemas.microsoft.com/office/drawing/2014/main" id="{21004E8C-7EA7-4C6F-B941-87FE4997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2413" y="6537919"/>
            <a:ext cx="1059038" cy="387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picture:</a:t>
            </a:r>
          </a:p>
        </p:txBody>
      </p:sp>
      <p:sp>
        <p:nvSpPr>
          <p:cNvPr id="139" name="text-135 [">
            <a:extLst xmlns:a="http://schemas.openxmlformats.org/drawingml/2006/main">
              <a:ext uri="{FF2B5EF4-FFF2-40B4-BE49-F238E27FC236}">
                <a16:creationId xmlns:a16="http://schemas.microsoft.com/office/drawing/2014/main" id="{73A54370-9545-4341-8660-967628B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715" y="6869027"/>
            <a:ext cx="153919" cy="38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[</a:t>
            </a:r>
          </a:p>
        </p:txBody>
      </p:sp>
      <p:sp>
        <p:nvSpPr>
          <p:cNvPr id="140" name="text-136 256.6,152.8,959.8,366.8">
            <a:extLst xmlns:a="http://schemas.openxmlformats.org/drawingml/2006/main">
              <a:ext uri="{FF2B5EF4-FFF2-40B4-BE49-F238E27FC236}">
                <a16:creationId xmlns:a16="http://schemas.microsoft.com/office/drawing/2014/main" id="{8CCDC5D1-F092-4A38-BB69-FC0A7F6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2730" y="6869837"/>
            <a:ext cx="3579544" cy="386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2172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256.6,152.8,959.8,366.8</a:t>
            </a:r>
          </a:p>
        </p:txBody>
      </p:sp>
      <p:sp>
        <p:nvSpPr>
          <p:cNvPr id="141" name="text-137 ]">
            <a:extLst xmlns:a="http://schemas.openxmlformats.org/drawingml/2006/main">
              <a:ext uri="{FF2B5EF4-FFF2-40B4-BE49-F238E27FC236}">
                <a16:creationId xmlns:a16="http://schemas.microsoft.com/office/drawing/2014/main" id="{D9E41D32-BE1A-4199-BF00-DB7FC7E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2557" y="6869027"/>
            <a:ext cx="153919" cy="38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]</a:t>
            </a:r>
          </a:p>
        </p:txBody>
      </p:sp>
      <p:sp>
        <p:nvSpPr>
          <p:cNvPr id="142" name="path-138">
            <a:extLst xmlns:a="http://schemas.openxmlformats.org/drawingml/2006/main">
              <a:ext uri="{FF2B5EF4-FFF2-40B4-BE49-F238E27FC236}">
                <a16:creationId xmlns:a16="http://schemas.microsoft.com/office/drawing/2014/main" id="{5048A695-EC60-4DD6-8BD1-067A5E94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707" y="6002474"/>
            <a:ext cx="5626679" cy="1385689"/>
          </a:xfrm>
          <a:custGeom xmlns:a="http://schemas.openxmlformats.org/drawingml/2006/main">
            <a:pathLst>
              <a:path w="3912300" h="963487">
                <a:moveTo>
                  <a:pt x="0" y="160536"/>
                </a:moveTo>
                <a:cubicBezTo>
                  <a:pt x="0" y="71775"/>
                  <a:pt x="71912" y="0"/>
                  <a:pt x="160672" y="0"/>
                </a:cubicBezTo>
                <a:lnTo>
                  <a:pt x="3751628" y="0"/>
                </a:lnTo>
                <a:cubicBezTo>
                  <a:pt x="3840388" y="0"/>
                  <a:pt x="3912300" y="71775"/>
                  <a:pt x="3912300" y="160536"/>
                </a:cubicBezTo>
                <a:lnTo>
                  <a:pt x="3912300" y="802952"/>
                </a:lnTo>
                <a:cubicBezTo>
                  <a:pt x="3912300" y="891575"/>
                  <a:pt x="3840388" y="963487"/>
                  <a:pt x="3751628" y="963487"/>
                </a:cubicBezTo>
                <a:lnTo>
                  <a:pt x="160672" y="963487"/>
                </a:lnTo>
                <a:cubicBezTo>
                  <a:pt x="71912" y="963487"/>
                  <a:pt x="0" y="891575"/>
                  <a:pt x="0" y="802952"/>
                </a:cubicBezTo>
                <a:lnTo>
                  <a:pt x="0" y="160536"/>
                </a:lnTo>
              </a:path>
            </a:pathLst>
          </a:custGeom>
          <a:noFill xmlns:a="http://schemas.openxmlformats.org/drawingml/2006/main"/>
          <a:ln xmlns:a="http://schemas.openxmlformats.org/drawingml/2006/main" w="29550">
            <a:solidFill>
              <a:srgbClr val="000000"/>
            </a:solidFill>
            <a:prstDash val="dash"/>
          </a:ln>
        </p:spPr>
      </p:sp>
      <p:sp>
        <p:nvSpPr>
          <p:cNvPr id="143" name="text-139 Two">
            <a:extLst xmlns:a="http://schemas.openxmlformats.org/drawingml/2006/main">
              <a:ext uri="{FF2B5EF4-FFF2-40B4-BE49-F238E27FC236}">
                <a16:creationId xmlns:a16="http://schemas.microsoft.com/office/drawing/2014/main" id="{C841A4E8-1F83-4A94-A0DA-557A9C2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170" y="7846247"/>
            <a:ext cx="573424" cy="38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Two</a:t>
            </a:r>
          </a:p>
        </p:txBody>
      </p:sp>
      <p:sp>
        <p:nvSpPr>
          <p:cNvPr id="144" name="text-139 traveling">
            <a:extLst xmlns:a="http://schemas.openxmlformats.org/drawingml/2006/main">
              <a:ext uri="{FF2B5EF4-FFF2-40B4-BE49-F238E27FC236}">
                <a16:creationId xmlns:a16="http://schemas.microsoft.com/office/drawing/2014/main" id="{03828AF8-C1C0-4971-B983-CD993AC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6773" y="7846791"/>
            <a:ext cx="1185105" cy="387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traveling</a:t>
            </a:r>
          </a:p>
        </p:txBody>
      </p:sp>
      <p:sp>
        <p:nvSpPr>
          <p:cNvPr id="145" name="text-139 in">
            <a:extLst xmlns:a="http://schemas.openxmlformats.org/drawingml/2006/main">
              <a:ext uri="{FF2B5EF4-FFF2-40B4-BE49-F238E27FC236}">
                <a16:creationId xmlns:a16="http://schemas.microsoft.com/office/drawing/2014/main" id="{BE398463-60E4-4DB0-BD98-7DDD1E4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7116" y="7846776"/>
            <a:ext cx="272005" cy="38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46" name="text-139 front">
            <a:extLst xmlns:a="http://schemas.openxmlformats.org/drawingml/2006/main">
              <a:ext uri="{FF2B5EF4-FFF2-40B4-BE49-F238E27FC236}">
                <a16:creationId xmlns:a16="http://schemas.microsoft.com/office/drawing/2014/main" id="{E1608B6E-EF18-4832-8236-D72ED90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9701" y="7847283"/>
            <a:ext cx="742320" cy="3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front</a:t>
            </a:r>
          </a:p>
        </p:txBody>
      </p:sp>
      <p:sp>
        <p:nvSpPr>
          <p:cNvPr id="147" name="text-139 and">
            <a:extLst xmlns:a="http://schemas.openxmlformats.org/drawingml/2006/main">
              <a:ext uri="{FF2B5EF4-FFF2-40B4-BE49-F238E27FC236}">
                <a16:creationId xmlns:a16="http://schemas.microsoft.com/office/drawing/2014/main" id="{8CA35DAF-1D42-4C12-9E92-B55BC79C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64971" y="7846710"/>
            <a:ext cx="498533" cy="387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8" name="text-139 behind.">
            <a:extLst xmlns:a="http://schemas.openxmlformats.org/drawingml/2006/main">
              <a:ext uri="{FF2B5EF4-FFF2-40B4-BE49-F238E27FC236}">
                <a16:creationId xmlns:a16="http://schemas.microsoft.com/office/drawing/2014/main" id="{77FAB6D0-181F-4724-93E4-1DF07724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4634" y="7846778"/>
            <a:ext cx="978566" cy="38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behind.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FEF9613-F1A0-4029-B041-F3569E1DDB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1f2ee765f4a8b"/>
          <a:stretch xmlns:a="http://schemas.openxmlformats.org/drawingml/2006/main"/>
        </p:blipFill>
        <p:spPr>
          <a:xfrm xmlns:a="http://schemas.openxmlformats.org/drawingml/2006/main">
            <a:off x="12831016" y="7521138"/>
            <a:ext cx="794535" cy="780836"/>
          </a:xfrm>
          <a:prstGeom xmlns:a="http://schemas.openxmlformats.org/drawingml/2006/main" prst="rect">
            <a:avLst/>
          </a:prstGeom>
        </p:spPr>
      </p:pic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3C9F9D3-BB0A-475F-BEB0-091E4A182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f582b347c42be"/>
          <a:stretch xmlns:a="http://schemas.openxmlformats.org/drawingml/2006/main"/>
        </p:blipFill>
        <p:spPr>
          <a:xfrm xmlns:a="http://schemas.openxmlformats.org/drawingml/2006/main">
            <a:off x="12433749" y="7849911"/>
            <a:ext cx="739739" cy="753438"/>
          </a:xfrm>
          <a:prstGeom xmlns:a="http://schemas.openxmlformats.org/drawingml/2006/main" prst="rect">
            <a:avLst/>
          </a:prstGeom>
        </p:spPr>
      </p:pic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14BA0D0-5B43-4117-BA9B-9302F971B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3a658cc964354"/>
          <a:stretch xmlns:a="http://schemas.openxmlformats.org/drawingml/2006/main"/>
        </p:blipFill>
        <p:spPr>
          <a:xfrm xmlns:a="http://schemas.openxmlformats.org/drawingml/2006/main">
            <a:off x="10639196" y="8849929"/>
            <a:ext cx="616449" cy="616449"/>
          </a:xfrm>
          <a:prstGeom xmlns:a="http://schemas.openxmlformats.org/drawingml/2006/main" prst="rect">
            <a:avLst/>
          </a:prstGeom>
        </p:spPr>
      </p:pic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4B79FCC-F054-4077-9875-51518EE9C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619b699ba4734"/>
          <a:stretch xmlns:a="http://schemas.openxmlformats.org/drawingml/2006/main"/>
        </p:blipFill>
        <p:spPr>
          <a:xfrm xmlns:a="http://schemas.openxmlformats.org/drawingml/2006/main">
            <a:off x="10324122" y="9041714"/>
            <a:ext cx="684944" cy="671245"/>
          </a:xfrm>
          <a:prstGeom xmlns:a="http://schemas.openxmlformats.org/drawingml/2006/main" prst="rect">
            <a:avLst/>
          </a:prstGeom>
        </p:spPr>
      </p:pic>
      <p:sp>
        <p:nvSpPr>
          <p:cNvPr id="153" name="text-144 The">
            <a:extLst xmlns:a="http://schemas.openxmlformats.org/drawingml/2006/main">
              <a:ext uri="{FF2B5EF4-FFF2-40B4-BE49-F238E27FC236}">
                <a16:creationId xmlns:a16="http://schemas.microsoft.com/office/drawing/2014/main" id="{900C940C-134F-40D5-8A61-DD8B689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0506" y="9277225"/>
            <a:ext cx="548677" cy="38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4" name="text-145 are">
            <a:extLst xmlns:a="http://schemas.openxmlformats.org/drawingml/2006/main">
              <a:ext uri="{FF2B5EF4-FFF2-40B4-BE49-F238E27FC236}">
                <a16:creationId xmlns:a16="http://schemas.microsoft.com/office/drawing/2014/main" id="{59109E8A-11DB-4471-ACF4-C8847A0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6600" y="9278659"/>
            <a:ext cx="472911" cy="38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6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155" name="text-145 traveling">
            <a:extLst xmlns:a="http://schemas.openxmlformats.org/drawingml/2006/main">
              <a:ext uri="{FF2B5EF4-FFF2-40B4-BE49-F238E27FC236}">
                <a16:creationId xmlns:a16="http://schemas.microsoft.com/office/drawing/2014/main" id="{7A34F830-7EAD-4047-8DAE-017037B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2751" y="9278361"/>
            <a:ext cx="1179622" cy="385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6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traveling</a:t>
            </a:r>
          </a:p>
        </p:txBody>
      </p:sp>
      <p:sp>
        <p:nvSpPr>
          <p:cNvPr id="156" name="text-145 in">
            <a:extLst xmlns:a="http://schemas.openxmlformats.org/drawingml/2006/main">
              <a:ext uri="{FF2B5EF4-FFF2-40B4-BE49-F238E27FC236}">
                <a16:creationId xmlns:a16="http://schemas.microsoft.com/office/drawing/2014/main" id="{3E96F5E4-C859-42FD-B303-C2244AA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330" y="9277066"/>
            <a:ext cx="272005" cy="38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57" name="text-145 opposite">
            <a:extLst xmlns:a="http://schemas.openxmlformats.org/drawingml/2006/main">
              <a:ext uri="{FF2B5EF4-FFF2-40B4-BE49-F238E27FC236}">
                <a16:creationId xmlns:a16="http://schemas.microsoft.com/office/drawing/2014/main" id="{2044C44C-7428-4A20-BE93-81B1CF9B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127" y="9277733"/>
            <a:ext cx="1127484" cy="386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opposite</a:t>
            </a:r>
          </a:p>
        </p:txBody>
      </p:sp>
      <p:sp>
        <p:nvSpPr>
          <p:cNvPr id="158" name="text-145 directions">
            <a:extLst xmlns:a="http://schemas.openxmlformats.org/drawingml/2006/main">
              <a:ext uri="{FF2B5EF4-FFF2-40B4-BE49-F238E27FC236}">
                <a16:creationId xmlns:a16="http://schemas.microsoft.com/office/drawing/2014/main" id="{BB0D9E07-7673-4038-B2A9-AABBFE2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3196" y="9277330"/>
            <a:ext cx="1347429" cy="38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directions</a:t>
            </a:r>
          </a:p>
        </p:txBody>
      </p:sp>
      <p:sp>
        <p:nvSpPr>
          <p:cNvPr id="159" name="text-146 .">
            <a:extLst xmlns:a="http://schemas.openxmlformats.org/drawingml/2006/main">
              <a:ext uri="{FF2B5EF4-FFF2-40B4-BE49-F238E27FC236}">
                <a16:creationId xmlns:a16="http://schemas.microsoft.com/office/drawing/2014/main" id="{402BAF1C-D957-48E3-99E5-2BC6BC37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019" y="9277025"/>
            <a:ext cx="118669" cy="38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60" name="text-147 There">
            <a:extLst xmlns:a="http://schemas.openxmlformats.org/drawingml/2006/main">
              <a:ext uri="{FF2B5EF4-FFF2-40B4-BE49-F238E27FC236}">
                <a16:creationId xmlns:a16="http://schemas.microsoft.com/office/drawing/2014/main" id="{7BD6A325-67DB-4355-BB33-6564607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592" y="8999895"/>
            <a:ext cx="835078" cy="388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161" name="text-147 are">
            <a:extLst xmlns:a="http://schemas.openxmlformats.org/drawingml/2006/main">
              <a:ext uri="{FF2B5EF4-FFF2-40B4-BE49-F238E27FC236}">
                <a16:creationId xmlns:a16="http://schemas.microsoft.com/office/drawing/2014/main" id="{D185FE3F-4C24-4CB6-B8D3-CDD30CC5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7988" y="9000455"/>
            <a:ext cx="475692" cy="38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162" name="text-148 trucks">
            <a:extLst xmlns:a="http://schemas.openxmlformats.org/drawingml/2006/main">
              <a:ext uri="{FF2B5EF4-FFF2-40B4-BE49-F238E27FC236}">
                <a16:creationId xmlns:a16="http://schemas.microsoft.com/office/drawing/2014/main" id="{9AD6DAC4-5358-4A21-8164-F8A5ABB1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370" y="9000826"/>
            <a:ext cx="881644" cy="386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trucks</a:t>
            </a:r>
          </a:p>
        </p:txBody>
      </p:sp>
      <p:sp>
        <p:nvSpPr>
          <p:cNvPr id="163" name="text-149 ,">
            <a:extLst xmlns:a="http://schemas.openxmlformats.org/drawingml/2006/main">
              <a:ext uri="{FF2B5EF4-FFF2-40B4-BE49-F238E27FC236}">
                <a16:creationId xmlns:a16="http://schemas.microsoft.com/office/drawing/2014/main" id="{6860E65E-E0AF-4C3D-8314-8B3F51FA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4493" y="9000505"/>
            <a:ext cx="126355" cy="387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64" name="text-150 buses">
            <a:extLst xmlns:a="http://schemas.openxmlformats.org/drawingml/2006/main">
              <a:ext uri="{FF2B5EF4-FFF2-40B4-BE49-F238E27FC236}">
                <a16:creationId xmlns:a16="http://schemas.microsoft.com/office/drawing/2014/main" id="{ECB36BB1-C981-4C6B-8B2A-B4B9106D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880" y="9000762"/>
            <a:ext cx="780703" cy="386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buses</a:t>
            </a:r>
          </a:p>
        </p:txBody>
      </p:sp>
      <p:sp>
        <p:nvSpPr>
          <p:cNvPr id="165" name="text-151 and">
            <a:extLst xmlns:a="http://schemas.openxmlformats.org/drawingml/2006/main">
              <a:ext uri="{FF2B5EF4-FFF2-40B4-BE49-F238E27FC236}">
                <a16:creationId xmlns:a16="http://schemas.microsoft.com/office/drawing/2014/main" id="{A6443244-0FCD-4BC0-9ABD-E8F5A35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0887" y="9331374"/>
            <a:ext cx="498532" cy="38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66" name="text-151 ...">
            <a:extLst xmlns:a="http://schemas.openxmlformats.org/drawingml/2006/main">
              <a:ext uri="{FF2B5EF4-FFF2-40B4-BE49-F238E27FC236}">
                <a16:creationId xmlns:a16="http://schemas.microsoft.com/office/drawing/2014/main" id="{8E4A18CA-7E8A-472A-81B3-A1B36F52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0551" y="9331413"/>
            <a:ext cx="256408" cy="38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67" name="path-152">
            <a:extLst xmlns:a="http://schemas.openxmlformats.org/drawingml/2006/main">
              <a:ext uri="{FF2B5EF4-FFF2-40B4-BE49-F238E27FC236}">
                <a16:creationId xmlns:a16="http://schemas.microsoft.com/office/drawing/2014/main" id="{2478DA0F-CC6C-4A38-8EA6-7920E12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862" y="8839060"/>
            <a:ext cx="4160812" cy="1071279"/>
          </a:xfrm>
          <a:custGeom xmlns:a="http://schemas.openxmlformats.org/drawingml/2006/main">
            <a:pathLst>
              <a:path w="2893064" h="744874">
                <a:moveTo>
                  <a:pt x="44380" y="96294"/>
                </a:moveTo>
                <a:cubicBezTo>
                  <a:pt x="524754" y="6575"/>
                  <a:pt x="908560" y="206792"/>
                  <a:pt x="1450026" y="96294"/>
                </a:cubicBezTo>
                <a:cubicBezTo>
                  <a:pt x="1871363" y="0"/>
                  <a:pt x="2448990" y="156700"/>
                  <a:pt x="2855670" y="96294"/>
                </a:cubicBezTo>
                <a:cubicBezTo>
                  <a:pt x="2893064" y="244242"/>
                  <a:pt x="2845397" y="449924"/>
                  <a:pt x="2855670" y="610789"/>
                </a:cubicBezTo>
                <a:cubicBezTo>
                  <a:pt x="2421595" y="744874"/>
                  <a:pt x="1864651" y="458773"/>
                  <a:pt x="1450026" y="610789"/>
                </a:cubicBezTo>
                <a:cubicBezTo>
                  <a:pt x="1032386" y="661784"/>
                  <a:pt x="508591" y="468307"/>
                  <a:pt x="44380" y="610789"/>
                </a:cubicBezTo>
                <a:cubicBezTo>
                  <a:pt x="69036" y="505906"/>
                  <a:pt x="0" y="164098"/>
                  <a:pt x="44380" y="962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550">
            <a:solidFill>
              <a:srgbClr val="000000"/>
            </a:solidFill>
            <a:prstDash val="dash"/>
          </a:ln>
        </p:spPr>
      </p:sp>
      <p:sp>
        <p:nvSpPr>
          <p:cNvPr id="168" name="text-153 Gaoqi">
            <a:extLst xmlns:a="http://schemas.openxmlformats.org/drawingml/2006/main">
              <a:ext uri="{FF2B5EF4-FFF2-40B4-BE49-F238E27FC236}">
                <a16:creationId xmlns:a16="http://schemas.microsoft.com/office/drawing/2014/main" id="{2E9E1A03-0EB7-4D39-B66F-8186F93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5904" y="4387566"/>
            <a:ext cx="759983" cy="38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Gaoqi</a:t>
            </a:r>
          </a:p>
        </p:txBody>
      </p:sp>
      <p:sp>
        <p:nvSpPr>
          <p:cNvPr id="169" name="text-154 Airport">
            <a:extLst xmlns:a="http://schemas.openxmlformats.org/drawingml/2006/main">
              <a:ext uri="{FF2B5EF4-FFF2-40B4-BE49-F238E27FC236}">
                <a16:creationId xmlns:a16="http://schemas.microsoft.com/office/drawing/2014/main" id="{C1916934-0192-49A6-92C8-B931CB6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0937" y="4387595"/>
            <a:ext cx="1021329" cy="3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Airport</a:t>
            </a:r>
          </a:p>
        </p:txBody>
      </p:sp>
      <p:sp>
        <p:nvSpPr>
          <p:cNvPr id="170" name="text-155 [811.3,696.5,933.2,716.8]">
            <a:extLst xmlns:a="http://schemas.openxmlformats.org/drawingml/2006/main">
              <a:ext uri="{FF2B5EF4-FFF2-40B4-BE49-F238E27FC236}">
                <a16:creationId xmlns:a16="http://schemas.microsoft.com/office/drawing/2014/main" id="{EADB255E-09F1-4FBF-8ED6-F6FC8A0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7475" y="4838779"/>
            <a:ext cx="3313980" cy="385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6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[811.3,696.5,933.2,716.8]</a:t>
            </a:r>
          </a:p>
        </p:txBody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F9386FB-94E9-4FC2-9676-23EE47913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6d2cb7b9f49da"/>
          <a:stretch xmlns:a="http://schemas.openxmlformats.org/drawingml/2006/main"/>
        </p:blipFill>
        <p:spPr>
          <a:xfrm xmlns:a="http://schemas.openxmlformats.org/drawingml/2006/main">
            <a:off x="6159663" y="301831"/>
            <a:ext cx="2671281" cy="2657582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D495083-8C75-4B7C-8BE7-212E39681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ce47e333b48d1"/>
          <a:stretch xmlns:a="http://schemas.openxmlformats.org/drawingml/2006/main"/>
        </p:blipFill>
        <p:spPr>
          <a:xfrm xmlns:a="http://schemas.openxmlformats.org/drawingml/2006/main">
            <a:off x="16639304" y="5589597"/>
            <a:ext cx="1643865" cy="1643865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10BB6D8-CECD-4325-B411-B1E25D148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946533fa045d4"/>
          <a:stretch xmlns:a="http://schemas.openxmlformats.org/drawingml/2006/main"/>
        </p:blipFill>
        <p:spPr>
          <a:xfrm xmlns:a="http://schemas.openxmlformats.org/drawingml/2006/main">
            <a:off x="13241982" y="2110082"/>
            <a:ext cx="1397285" cy="1383587"/>
          </a:xfrm>
          <a:prstGeom xmlns:a="http://schemas.openxmlformats.org/drawingml/2006/main" prst="rect">
            <a:avLst/>
          </a:prstGeom>
        </p:spPr>
      </p:pic>
      <p:sp>
        <p:nvSpPr>
          <p:cNvPr id="174" name="text-159 7.">
            <a:extLst xmlns:a="http://schemas.openxmlformats.org/drawingml/2006/main">
              <a:ext uri="{FF2B5EF4-FFF2-40B4-BE49-F238E27FC236}">
                <a16:creationId xmlns:a16="http://schemas.microsoft.com/office/drawing/2014/main" id="{521B8B1C-0904-4C3E-9AB7-720492F4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6411" y="540441"/>
            <a:ext cx="483407" cy="553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7.</a:t>
            </a:r>
          </a:p>
        </p:txBody>
      </p:sp>
      <p:sp>
        <p:nvSpPr>
          <p:cNvPr id="175" name="text-161 Spatial">
            <a:extLst xmlns:a="http://schemas.openxmlformats.org/drawingml/2006/main">
              <a:ext uri="{FF2B5EF4-FFF2-40B4-BE49-F238E27FC236}">
                <a16:creationId xmlns:a16="http://schemas.microsoft.com/office/drawing/2014/main" id="{186B8BEB-95F4-4F16-85BA-777C42B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7952" y="540225"/>
            <a:ext cx="1400750" cy="553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Spatial</a:t>
            </a:r>
          </a:p>
        </p:txBody>
      </p:sp>
      <p:sp>
        <p:nvSpPr>
          <p:cNvPr id="176" name="text-161 Relationship">
            <a:extLst xmlns:a="http://schemas.openxmlformats.org/drawingml/2006/main">
              <a:ext uri="{FF2B5EF4-FFF2-40B4-BE49-F238E27FC236}">
                <a16:creationId xmlns:a16="http://schemas.microsoft.com/office/drawing/2014/main" id="{6E349099-9C36-4A86-BF46-83AF9562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3794" y="540824"/>
            <a:ext cx="2323550" cy="5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Relationship</a:t>
            </a:r>
          </a:p>
        </p:txBody>
      </p:sp>
      <p:sp>
        <p:nvSpPr>
          <p:cNvPr id="177" name="text-161 Comprehension">
            <a:extLst xmlns:a="http://schemas.openxmlformats.org/drawingml/2006/main">
              <a:ext uri="{FF2B5EF4-FFF2-40B4-BE49-F238E27FC236}">
                <a16:creationId xmlns:a16="http://schemas.microsoft.com/office/drawing/2014/main" id="{08A2D407-711C-43F8-A699-79BDEF7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51854" y="541253"/>
            <a:ext cx="2818837" cy="551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Comprehension</a:t>
            </a:r>
          </a:p>
        </p:txBody>
      </p:sp>
      <p:sp>
        <p:nvSpPr>
          <p:cNvPr id="178" name="text-162 From">
            <a:extLst xmlns:a="http://schemas.openxmlformats.org/drawingml/2006/main">
              <a:ext uri="{FF2B5EF4-FFF2-40B4-BE49-F238E27FC236}">
                <a16:creationId xmlns:a16="http://schemas.microsoft.com/office/drawing/2014/main" id="{56FA6390-774F-4556-A436-D337851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3482" y="1225817"/>
            <a:ext cx="710792" cy="387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From</a:t>
            </a:r>
          </a:p>
        </p:txBody>
      </p:sp>
      <p:sp>
        <p:nvSpPr>
          <p:cNvPr id="179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22904DF8-E9AB-43D0-92D2-4B92BCBE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5563" y="1225729"/>
            <a:ext cx="491472" cy="38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0" name="text-162 perspective">
            <a:extLst xmlns:a="http://schemas.openxmlformats.org/drawingml/2006/main">
              <a:ext uri="{FF2B5EF4-FFF2-40B4-BE49-F238E27FC236}">
                <a16:creationId xmlns:a16="http://schemas.microsoft.com/office/drawing/2014/main" id="{70B5D874-B867-46B3-B018-BA49546B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5542" y="1225672"/>
            <a:ext cx="1552747" cy="38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perspective</a:t>
            </a:r>
          </a:p>
        </p:txBody>
      </p:sp>
      <p:sp>
        <p:nvSpPr>
          <p:cNvPr id="181" name="text-162 of">
            <a:extLst xmlns:a="http://schemas.openxmlformats.org/drawingml/2006/main">
              <a:ext uri="{FF2B5EF4-FFF2-40B4-BE49-F238E27FC236}">
                <a16:creationId xmlns:a16="http://schemas.microsoft.com/office/drawing/2014/main" id="{05C2714B-3DCA-45E3-8AEC-6226025F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4298" y="1224912"/>
            <a:ext cx="336857" cy="388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82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E0AD73C2-0328-4237-9835-9582E4EB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0498" y="1225729"/>
            <a:ext cx="491472" cy="38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3" name="text-162 ,">
            <a:extLst xmlns:a="http://schemas.openxmlformats.org/drawingml/2006/main">
              <a:ext uri="{FF2B5EF4-FFF2-40B4-BE49-F238E27FC236}">
                <a16:creationId xmlns:a16="http://schemas.microsoft.com/office/drawing/2014/main" id="{0D4540BE-7951-4B3A-982E-2B1F8F21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919" y="1225868"/>
            <a:ext cx="126355" cy="387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84" name="text-163 a">
            <a:extLst xmlns:a="http://schemas.openxmlformats.org/drawingml/2006/main">
              <a:ext uri="{FF2B5EF4-FFF2-40B4-BE49-F238E27FC236}">
                <a16:creationId xmlns:a16="http://schemas.microsoft.com/office/drawing/2014/main" id="{DD1FBA03-86AC-41E1-8464-FE4A2DA0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3482" y="1722690"/>
            <a:ext cx="191317" cy="3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85" name="text-163 is">
            <a:extLst xmlns:a="http://schemas.openxmlformats.org/drawingml/2006/main">
              <a:ext uri="{FF2B5EF4-FFF2-40B4-BE49-F238E27FC236}">
                <a16:creationId xmlns:a16="http://schemas.microsoft.com/office/drawing/2014/main" id="{317B0B9B-C2C3-4197-8BE0-5556403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26" y="1722715"/>
            <a:ext cx="261869" cy="38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86" name="text-163 located">
            <a:extLst xmlns:a="http://schemas.openxmlformats.org/drawingml/2006/main">
              <a:ext uri="{FF2B5EF4-FFF2-40B4-BE49-F238E27FC236}">
                <a16:creationId xmlns:a16="http://schemas.microsoft.com/office/drawing/2014/main" id="{339A954F-D38E-4554-9E73-68D3843A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9707" y="1722375"/>
            <a:ext cx="999748" cy="38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located</a:t>
            </a:r>
          </a:p>
        </p:txBody>
      </p:sp>
      <p:sp>
        <p:nvSpPr>
          <p:cNvPr id="187" name="text-163 in">
            <a:extLst xmlns:a="http://schemas.openxmlformats.org/drawingml/2006/main">
              <a:ext uri="{FF2B5EF4-FFF2-40B4-BE49-F238E27FC236}">
                <a16:creationId xmlns:a16="http://schemas.microsoft.com/office/drawing/2014/main" id="{C4380513-7EB7-4A59-B078-693FA4DF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29991" y="1722674"/>
            <a:ext cx="272005" cy="38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88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7FE88784-A678-4564-9639-795F8CE7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2575" y="1722560"/>
            <a:ext cx="491472" cy="38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9" name="text-164 left">
            <a:extLst xmlns:a="http://schemas.openxmlformats.org/drawingml/2006/main">
              <a:ext uri="{FF2B5EF4-FFF2-40B4-BE49-F238E27FC236}">
                <a16:creationId xmlns:a16="http://schemas.microsoft.com/office/drawing/2014/main" id="{2655D288-88E6-4C56-AE3F-5569D5A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55802" y="1723884"/>
            <a:ext cx="548583" cy="38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left</a:t>
            </a:r>
          </a:p>
        </p:txBody>
      </p:sp>
      <p:sp>
        <p:nvSpPr>
          <p:cNvPr id="190" name="text-165 front">
            <a:extLst xmlns:a="http://schemas.openxmlformats.org/drawingml/2006/main">
              <a:ext uri="{FF2B5EF4-FFF2-40B4-BE49-F238E27FC236}">
                <a16:creationId xmlns:a16="http://schemas.microsoft.com/office/drawing/2014/main" id="{1FC0DFC1-56C8-48F6-AA74-2945DB4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4124" y="2219617"/>
            <a:ext cx="742320" cy="3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front</a:t>
            </a:r>
          </a:p>
        </p:txBody>
      </p:sp>
      <p:sp>
        <p:nvSpPr>
          <p:cNvPr id="191" name="text-166 of">
            <a:extLst xmlns:a="http://schemas.openxmlformats.org/drawingml/2006/main">
              <a:ext uri="{FF2B5EF4-FFF2-40B4-BE49-F238E27FC236}">
                <a16:creationId xmlns:a16="http://schemas.microsoft.com/office/drawing/2014/main" id="{3F89CA97-D6D0-448E-A5B0-8F81859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7337" y="2218179"/>
            <a:ext cx="336857" cy="388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92" name="text-166 it.">
            <a:extLst xmlns:a="http://schemas.openxmlformats.org/drawingml/2006/main">
              <a:ext uri="{FF2B5EF4-FFF2-40B4-BE49-F238E27FC236}">
                <a16:creationId xmlns:a16="http://schemas.microsoft.com/office/drawing/2014/main" id="{DB4BB654-D42A-4B46-898D-A3CECE7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45749" y="2219219"/>
            <a:ext cx="326359" cy="387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it.</a:t>
            </a:r>
          </a:p>
        </p:txBody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48CF0B0-FE0A-4A5C-B343-6785C253A1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c79f7bc784c13"/>
          <a:stretch xmlns:a="http://schemas.openxmlformats.org/drawingml/2006/main"/>
        </p:blipFill>
        <p:spPr>
          <a:xfrm xmlns:a="http://schemas.openxmlformats.org/drawingml/2006/main">
            <a:off x="16557110" y="1055269"/>
            <a:ext cx="726040" cy="726040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3025035-25AF-48A7-BA86-1D9B7BD4F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a4572bee8419a"/>
          <a:stretch xmlns:a="http://schemas.openxmlformats.org/drawingml/2006/main"/>
        </p:blipFill>
        <p:spPr>
          <a:xfrm xmlns:a="http://schemas.openxmlformats.org/drawingml/2006/main">
            <a:off x="13118692" y="1521031"/>
            <a:ext cx="698643" cy="698643"/>
          </a:xfrm>
          <a:prstGeom xmlns:a="http://schemas.openxmlformats.org/drawingml/2006/main" prst="rect">
            <a:avLst/>
          </a:prstGeom>
        </p:spPr>
      </p:pic>
      <p:sp>
        <p:nvSpPr>
          <p:cNvPr id="195" name="text-169 8.">
            <a:extLst xmlns:a="http://schemas.openxmlformats.org/drawingml/2006/main">
              <a:ext uri="{FF2B5EF4-FFF2-40B4-BE49-F238E27FC236}">
                <a16:creationId xmlns:a16="http://schemas.microsoft.com/office/drawing/2014/main" id="{A9569BF7-59B1-44C2-9414-2FF2AA9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571" y="582007"/>
            <a:ext cx="483407" cy="553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1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8.</a:t>
            </a:r>
          </a:p>
        </p:txBody>
      </p:sp>
      <p:sp>
        <p:nvSpPr>
          <p:cNvPr id="196" name="text-171 Scene">
            <a:extLst xmlns:a="http://schemas.openxmlformats.org/drawingml/2006/main">
              <a:ext uri="{FF2B5EF4-FFF2-40B4-BE49-F238E27FC236}">
                <a16:creationId xmlns:a16="http://schemas.microsoft.com/office/drawing/2014/main" id="{5A340649-B62A-40E5-B799-252FFF1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7505" y="582230"/>
            <a:ext cx="1195446" cy="5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97" name="text-171 Knowledge">
            <a:extLst xmlns:a="http://schemas.openxmlformats.org/drawingml/2006/main">
              <a:ext uri="{FF2B5EF4-FFF2-40B4-BE49-F238E27FC236}">
                <a16:creationId xmlns:a16="http://schemas.microsoft.com/office/drawing/2014/main" id="{B000B71C-BFBD-4F6E-B77D-0342648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8060" y="582435"/>
            <a:ext cx="1986166" cy="552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sp>
        <p:nvSpPr>
          <p:cNvPr id="198" name="text-172 Inference">
            <a:extLst xmlns:a="http://schemas.openxmlformats.org/drawingml/2006/main">
              <a:ext uri="{FF2B5EF4-FFF2-40B4-BE49-F238E27FC236}">
                <a16:creationId xmlns:a16="http://schemas.microsoft.com/office/drawing/2014/main" id="{3647785F-7DA1-4419-AA3E-5369F546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1015" y="1055687"/>
            <a:ext cx="1951737" cy="551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10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Inference</a:t>
            </a:r>
          </a:p>
        </p:txBody>
      </p:sp>
      <p:sp>
        <p:nvSpPr>
          <p:cNvPr id="199" name="text-173 When">
            <a:extLst xmlns:a="http://schemas.openxmlformats.org/drawingml/2006/main">
              <a:ext uri="{FF2B5EF4-FFF2-40B4-BE49-F238E27FC236}">
                <a16:creationId xmlns:a16="http://schemas.microsoft.com/office/drawing/2014/main" id="{FF73FED1-057B-4A21-9537-6BC4518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237" y="1487569"/>
            <a:ext cx="795152" cy="38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When</a:t>
            </a:r>
          </a:p>
        </p:txBody>
      </p:sp>
      <p:sp>
        <p:nvSpPr>
          <p:cNvPr id="200" name="text-173 driving">
            <a:extLst xmlns:a="http://schemas.openxmlformats.org/drawingml/2006/main">
              <a:ext uri="{FF2B5EF4-FFF2-40B4-BE49-F238E27FC236}">
                <a16:creationId xmlns:a16="http://schemas.microsoft.com/office/drawing/2014/main" id="{E8323811-AC29-4E5E-AD54-4754B723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528" y="1488028"/>
            <a:ext cx="926814" cy="387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driving</a:t>
            </a:r>
          </a:p>
        </p:txBody>
      </p:sp>
      <p:sp>
        <p:nvSpPr>
          <p:cNvPr id="201" name="text-173 on">
            <a:extLst xmlns:a="http://schemas.openxmlformats.org/drawingml/2006/main">
              <a:ext uri="{FF2B5EF4-FFF2-40B4-BE49-F238E27FC236}">
                <a16:creationId xmlns:a16="http://schemas.microsoft.com/office/drawing/2014/main" id="{22FA58F0-5572-44F3-92F2-D85B5EA9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538" y="1487332"/>
            <a:ext cx="341041" cy="388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02" name="text-173 the">
            <a:extLst xmlns:a="http://schemas.openxmlformats.org/drawingml/2006/main">
              <a:ext uri="{FF2B5EF4-FFF2-40B4-BE49-F238E27FC236}">
                <a16:creationId xmlns:a16="http://schemas.microsoft.com/office/drawing/2014/main" id="{796A416D-6DCD-478B-9EF7-FCE072DB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4441" y="1488131"/>
            <a:ext cx="491473" cy="38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03" name="text-174 far">
            <a:extLst xmlns:a="http://schemas.openxmlformats.org/drawingml/2006/main">
              <a:ext uri="{FF2B5EF4-FFF2-40B4-BE49-F238E27FC236}">
                <a16:creationId xmlns:a16="http://schemas.microsoft.com/office/drawing/2014/main" id="{957D1F5A-A5B2-47DB-8D13-2C96FBD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8610" y="1488912"/>
            <a:ext cx="475738" cy="38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far</a:t>
            </a:r>
          </a:p>
        </p:txBody>
      </p:sp>
      <p:sp>
        <p:nvSpPr>
          <p:cNvPr id="204" name="text-174 left">
            <a:extLst xmlns:a="http://schemas.openxmlformats.org/drawingml/2006/main">
              <a:ext uri="{FF2B5EF4-FFF2-40B4-BE49-F238E27FC236}">
                <a16:creationId xmlns:a16="http://schemas.microsoft.com/office/drawing/2014/main" id="{B2B337C2-42E1-4261-ACC8-8047C28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592" y="1489455"/>
            <a:ext cx="548583" cy="38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6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left</a:t>
            </a:r>
          </a:p>
        </p:txBody>
      </p:sp>
      <p:sp>
        <p:nvSpPr>
          <p:cNvPr id="205" name="text-175 lane">
            <a:extLst xmlns:a="http://schemas.openxmlformats.org/drawingml/2006/main">
              <a:ext uri="{FF2B5EF4-FFF2-40B4-BE49-F238E27FC236}">
                <a16:creationId xmlns:a16="http://schemas.microsoft.com/office/drawing/2014/main" id="{67443E5F-F3CC-4736-A853-9C9CC4D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237" y="1819534"/>
            <a:ext cx="578652" cy="387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lane</a:t>
            </a:r>
          </a:p>
        </p:txBody>
      </p:sp>
      <p:sp>
        <p:nvSpPr>
          <p:cNvPr id="206" name="text-176 ,">
            <a:extLst xmlns:a="http://schemas.openxmlformats.org/drawingml/2006/main">
              <a:ext uri="{FF2B5EF4-FFF2-40B4-BE49-F238E27FC236}">
                <a16:creationId xmlns:a16="http://schemas.microsoft.com/office/drawing/2014/main" id="{2FD01E12-49ED-40E3-B6CF-7642D79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6445" y="1819622"/>
            <a:ext cx="126355" cy="387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207" name="text-176 heading">
            <a:extLst xmlns:a="http://schemas.openxmlformats.org/drawingml/2006/main">
              <a:ext uri="{FF2B5EF4-FFF2-40B4-BE49-F238E27FC236}">
                <a16:creationId xmlns:a16="http://schemas.microsoft.com/office/drawing/2014/main" id="{9D90185D-D81A-4084-958B-55D5B9B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7142" y="1819080"/>
            <a:ext cx="1035843" cy="387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8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heading</a:t>
            </a:r>
          </a:p>
        </p:txBody>
      </p:sp>
      <p:sp>
        <p:nvSpPr>
          <p:cNvPr id="208" name="text-176 to">
            <a:extLst xmlns:a="http://schemas.openxmlformats.org/drawingml/2006/main">
              <a:ext uri="{FF2B5EF4-FFF2-40B4-BE49-F238E27FC236}">
                <a16:creationId xmlns:a16="http://schemas.microsoft.com/office/drawing/2014/main" id="{1D2F45C8-E7FE-496D-83FA-20A475D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128" y="1819624"/>
            <a:ext cx="325504" cy="387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9027FE4-96B2-4E2B-A823-155553D7E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bbba70bee4d89"/>
          <a:stretch xmlns:a="http://schemas.openxmlformats.org/drawingml/2006/main"/>
        </p:blipFill>
        <p:spPr>
          <a:xfrm xmlns:a="http://schemas.openxmlformats.org/drawingml/2006/main">
            <a:off x="3589083" y="1742552"/>
            <a:ext cx="2100482" cy="618202"/>
          </a:xfrm>
          <a:prstGeom xmlns:a="http://schemas.openxmlformats.org/drawingml/2006/main" prst="rect">
            <a:avLst/>
          </a:prstGeom>
        </p:spPr>
      </p:pic>
      <p:sp>
        <p:nvSpPr>
          <p:cNvPr id="210" name="text-178 Gaoqi">
            <a:extLst xmlns:a="http://schemas.openxmlformats.org/drawingml/2006/main">
              <a:ext uri="{FF2B5EF4-FFF2-40B4-BE49-F238E27FC236}">
                <a16:creationId xmlns:a16="http://schemas.microsoft.com/office/drawing/2014/main" id="{9F4D9A4A-40FF-40A2-A642-A4346EA3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5587" y="1818035"/>
            <a:ext cx="750183" cy="389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9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Gaoqi</a:t>
            </a:r>
          </a:p>
        </p:txBody>
      </p:sp>
      <p:sp>
        <p:nvSpPr>
          <p:cNvPr id="211" name="text-178 Airport">
            <a:extLst xmlns:a="http://schemas.openxmlformats.org/drawingml/2006/main">
              <a:ext uri="{FF2B5EF4-FFF2-40B4-BE49-F238E27FC236}">
                <a16:creationId xmlns:a16="http://schemas.microsoft.com/office/drawing/2014/main" id="{713546CF-5479-443A-9996-41A8453D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753" y="1818295"/>
            <a:ext cx="1023657" cy="389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Airport</a:t>
            </a:r>
          </a:p>
        </p:txBody>
      </p:sp>
      <p:sp>
        <p:nvSpPr>
          <p:cNvPr id="212" name="text-180 need">
            <a:extLst xmlns:a="http://schemas.openxmlformats.org/drawingml/2006/main">
              <a:ext uri="{FF2B5EF4-FFF2-40B4-BE49-F238E27FC236}">
                <a16:creationId xmlns:a16="http://schemas.microsoft.com/office/drawing/2014/main" id="{35001B3C-2A1C-4085-99A1-AF7EF4D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997" y="2151017"/>
            <a:ext cx="658857" cy="38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213" name="text-180 to">
            <a:extLst xmlns:a="http://schemas.openxmlformats.org/drawingml/2006/main">
              <a:ext uri="{FF2B5EF4-FFF2-40B4-BE49-F238E27FC236}">
                <a16:creationId xmlns:a16="http://schemas.microsoft.com/office/drawing/2014/main" id="{5325CEF5-C369-4CB0-BDD2-0A1452E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867" y="2150581"/>
            <a:ext cx="325504" cy="38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14" name="text-180 change">
            <a:extLst xmlns:a="http://schemas.openxmlformats.org/drawingml/2006/main">
              <a:ext uri="{FF2B5EF4-FFF2-40B4-BE49-F238E27FC236}">
                <a16:creationId xmlns:a16="http://schemas.microsoft.com/office/drawing/2014/main" id="{598D6989-BE2A-4E1A-8D9C-404C3455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3663" y="2150433"/>
            <a:ext cx="936503" cy="387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change</a:t>
            </a:r>
          </a:p>
        </p:txBody>
      </p:sp>
      <p:sp>
        <p:nvSpPr>
          <p:cNvPr id="215" name="text-180 to">
            <a:extLst xmlns:a="http://schemas.openxmlformats.org/drawingml/2006/main">
              <a:ext uri="{FF2B5EF4-FFF2-40B4-BE49-F238E27FC236}">
                <a16:creationId xmlns:a16="http://schemas.microsoft.com/office/drawing/2014/main" id="{C0888966-1339-4277-9F9C-4846D528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0610" y="2150581"/>
            <a:ext cx="325504" cy="38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16" name="text-180 the">
            <a:extLst xmlns:a="http://schemas.openxmlformats.org/drawingml/2006/main">
              <a:ext uri="{FF2B5EF4-FFF2-40B4-BE49-F238E27FC236}">
                <a16:creationId xmlns:a16="http://schemas.microsoft.com/office/drawing/2014/main" id="{88C25B5F-8EDD-485F-B314-2371E3A3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7406" y="2150441"/>
            <a:ext cx="491474" cy="38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17" name="text-181 far">
            <a:extLst xmlns:a="http://schemas.openxmlformats.org/drawingml/2006/main">
              <a:ext uri="{FF2B5EF4-FFF2-40B4-BE49-F238E27FC236}">
                <a16:creationId xmlns:a16="http://schemas.microsoft.com/office/drawing/2014/main" id="{643A9F99-6E40-4C35-B529-4FCE7D1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0545" y="2151221"/>
            <a:ext cx="475739" cy="38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3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far</a:t>
            </a:r>
          </a:p>
        </p:txBody>
      </p:sp>
      <p:sp>
        <p:nvSpPr>
          <p:cNvPr id="218" name="text-182 right">
            <a:extLst xmlns:a="http://schemas.openxmlformats.org/drawingml/2006/main">
              <a:ext uri="{FF2B5EF4-FFF2-40B4-BE49-F238E27FC236}">
                <a16:creationId xmlns:a16="http://schemas.microsoft.com/office/drawing/2014/main" id="{4DC21F61-6489-4203-A250-85B3FCC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9526" y="2481456"/>
            <a:ext cx="697061" cy="387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right</a:t>
            </a:r>
          </a:p>
        </p:txBody>
      </p:sp>
      <p:sp>
        <p:nvSpPr>
          <p:cNvPr id="219" name="text-182 lane">
            <a:extLst xmlns:a="http://schemas.openxmlformats.org/drawingml/2006/main">
              <a:ext uri="{FF2B5EF4-FFF2-40B4-BE49-F238E27FC236}">
                <a16:creationId xmlns:a16="http://schemas.microsoft.com/office/drawing/2014/main" id="{672F10C6-F221-48F0-BA87-1135466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393" y="2481450"/>
            <a:ext cx="578653" cy="387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lane</a:t>
            </a:r>
          </a:p>
        </p:txBody>
      </p:sp>
      <p:sp>
        <p:nvSpPr>
          <p:cNvPr id="220" name="text-183 .">
            <a:extLst xmlns:a="http://schemas.openxmlformats.org/drawingml/2006/main">
              <a:ext uri="{FF2B5EF4-FFF2-40B4-BE49-F238E27FC236}">
                <a16:creationId xmlns:a16="http://schemas.microsoft.com/office/drawing/2014/main" id="{4B8FDD87-4F4B-495C-876A-02834ADA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3020" y="2481470"/>
            <a:ext cx="118670" cy="387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217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4756F9C-5E65-40BB-824B-DC7854707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59e4ba32643d6"/>
          <a:stretch xmlns:a="http://schemas.openxmlformats.org/drawingml/2006/main"/>
        </p:blipFill>
        <p:spPr>
          <a:xfrm xmlns:a="http://schemas.openxmlformats.org/drawingml/2006/main">
            <a:off x="4269218" y="2822424"/>
            <a:ext cx="1137007" cy="1137007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E17440-B316-44DC-B582-5961A9130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e9a0043fc4bd5"/>
          <a:stretch xmlns:a="http://schemas.openxmlformats.org/drawingml/2006/main"/>
        </p:blipFill>
        <p:spPr>
          <a:xfrm xmlns:a="http://schemas.openxmlformats.org/drawingml/2006/main">
            <a:off x="502027" y="479916"/>
            <a:ext cx="1164404" cy="1164404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45CD8B1-597A-4F27-B732-E6DA54DFB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3de01939b4886"/>
          <a:stretch xmlns:a="http://schemas.openxmlformats.org/drawingml/2006/main"/>
        </p:blipFill>
        <p:spPr>
          <a:xfrm xmlns:a="http://schemas.openxmlformats.org/drawingml/2006/main">
            <a:off x="10392616" y="1178559"/>
            <a:ext cx="2246616" cy="1958939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DBAA866-FD4F-4B1C-AAB5-1E79B6F60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19829a1994ce0"/>
          <a:stretch xmlns:a="http://schemas.openxmlformats.org/drawingml/2006/main"/>
        </p:blipFill>
        <p:spPr>
          <a:xfrm xmlns:a="http://schemas.openxmlformats.org/drawingml/2006/main">
            <a:off x="8937868" y="1068815"/>
            <a:ext cx="1412030" cy="618202"/>
          </a:xfrm>
          <a:prstGeom xmlns:a="http://schemas.openxmlformats.org/drawingml/2006/main" prst="rect">
            <a:avLst/>
          </a:prstGeom>
        </p:spPr>
      </p:pic>
      <p:sp>
        <p:nvSpPr>
          <p:cNvPr id="225" name="text-188 Spatial">
            <a:extLst xmlns:a="http://schemas.openxmlformats.org/drawingml/2006/main">
              <a:ext uri="{FF2B5EF4-FFF2-40B4-BE49-F238E27FC236}">
                <a16:creationId xmlns:a16="http://schemas.microsoft.com/office/drawing/2014/main" id="{642B3D92-704F-4B76-9857-CAE520BB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835" y="1146990"/>
            <a:ext cx="981077" cy="387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0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0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2180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Spatial</a:t>
            </a:r>
          </a:p>
        </p:txBody>
      </p:sp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B50DD74-5CAE-47CB-A0AB-2E2D2380F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0150c823c4962"/>
          <a:stretch xmlns:a="http://schemas.openxmlformats.org/drawingml/2006/main"/>
        </p:blipFill>
        <p:spPr>
          <a:xfrm xmlns:a="http://schemas.openxmlformats.org/drawingml/2006/main">
            <a:off x="8614147" y="1399774"/>
            <a:ext cx="1938907" cy="618202"/>
          </a:xfrm>
          <a:prstGeom xmlns:a="http://schemas.openxmlformats.org/drawingml/2006/main" prst="rect">
            <a:avLst/>
          </a:prstGeom>
        </p:spPr>
      </p:pic>
      <p:sp>
        <p:nvSpPr>
          <p:cNvPr id="227" name="text-190 Information">
            <a:extLst xmlns:a="http://schemas.openxmlformats.org/drawingml/2006/main">
              <a:ext uri="{FF2B5EF4-FFF2-40B4-BE49-F238E27FC236}">
                <a16:creationId xmlns:a16="http://schemas.microsoft.com/office/drawing/2014/main" id="{7FEDAF04-C148-4762-98D1-F7F3FD0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5605" y="1478096"/>
            <a:ext cx="1631446" cy="387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FA143A1-9661-4E6A-94FD-6E1DB0F65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29f1ae0074a34"/>
          <a:stretch xmlns:a="http://schemas.openxmlformats.org/drawingml/2006/main"/>
        </p:blipFill>
        <p:spPr>
          <a:xfrm xmlns:a="http://schemas.openxmlformats.org/drawingml/2006/main">
            <a:off x="5432835" y="3160943"/>
            <a:ext cx="1819481" cy="618202"/>
          </a:xfrm>
          <a:prstGeom xmlns:a="http://schemas.openxmlformats.org/drawingml/2006/main" prst="rect">
            <a:avLst/>
          </a:prstGeom>
        </p:spPr>
      </p:pic>
      <p:sp>
        <p:nvSpPr>
          <p:cNvPr id="229" name="text-192 Knowledge">
            <a:extLst xmlns:a="http://schemas.openxmlformats.org/drawingml/2006/main">
              <a:ext uri="{FF2B5EF4-FFF2-40B4-BE49-F238E27FC236}">
                <a16:creationId xmlns:a16="http://schemas.microsoft.com/office/drawing/2014/main" id="{D6D853FD-E321-4CDD-9E90-3BC5D37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695" y="3238764"/>
            <a:ext cx="1391220" cy="386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BB99AF4-63A8-484D-8A16-E113940756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21937ffc044b0"/>
          <a:stretch xmlns:a="http://schemas.openxmlformats.org/drawingml/2006/main"/>
        </p:blipFill>
        <p:spPr>
          <a:xfrm xmlns:a="http://schemas.openxmlformats.org/drawingml/2006/main">
            <a:off x="5502517" y="3491901"/>
            <a:ext cx="1559555" cy="618202"/>
          </a:xfrm>
          <a:prstGeom xmlns:a="http://schemas.openxmlformats.org/drawingml/2006/main" prst="rect">
            <a:avLst/>
          </a:prstGeom>
        </p:spPr>
      </p:pic>
      <p:sp>
        <p:nvSpPr>
          <p:cNvPr id="231" name="text-194 Injection">
            <a:extLst xmlns:a="http://schemas.openxmlformats.org/drawingml/2006/main">
              <a:ext uri="{FF2B5EF4-FFF2-40B4-BE49-F238E27FC236}">
                <a16:creationId xmlns:a16="http://schemas.microsoft.com/office/drawing/2014/main" id="{F9092359-5D07-494E-84A8-4056402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616" y="3569682"/>
            <a:ext cx="1251096" cy="387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Injection</a:t>
            </a:r>
          </a:p>
        </p:txBody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C90CC02-33BB-427F-970F-BE7C79812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e6826cc014f64"/>
          <a:stretch xmlns:a="http://schemas.openxmlformats.org/drawingml/2006/main"/>
        </p:blipFill>
        <p:spPr>
          <a:xfrm xmlns:a="http://schemas.openxmlformats.org/drawingml/2006/main">
            <a:off x="5498701" y="2721262"/>
            <a:ext cx="1627450" cy="645368"/>
          </a:xfrm>
          <a:prstGeom xmlns:a="http://schemas.openxmlformats.org/drawingml/2006/main" prst="rect">
            <a:avLst/>
          </a:prstGeom>
        </p:spPr>
      </p:pic>
      <p:sp>
        <p:nvSpPr>
          <p:cNvPr id="233" name="path-196">
            <a:extLst xmlns:a="http://schemas.openxmlformats.org/drawingml/2006/main">
              <a:ext uri="{FF2B5EF4-FFF2-40B4-BE49-F238E27FC236}">
                <a16:creationId xmlns:a16="http://schemas.microsoft.com/office/drawing/2014/main" id="{528DC5BA-0AAD-40CE-8FCF-7CD608E8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714" y="2762434"/>
            <a:ext cx="1483598" cy="569327"/>
          </a:xfrm>
          <a:custGeom xmlns:a="http://schemas.openxmlformats.org/drawingml/2006/main">
            <a:pathLst>
              <a:path w="1031565" h="395860">
                <a:moveTo>
                  <a:pt x="1031565" y="166152"/>
                </a:moveTo>
                <a:cubicBezTo>
                  <a:pt x="753367" y="380382"/>
                  <a:pt x="373944" y="395860"/>
                  <a:pt x="111362" y="203820"/>
                </a:cubicBezTo>
                <a:lnTo>
                  <a:pt x="0" y="277102"/>
                </a:lnTo>
                <a:lnTo>
                  <a:pt x="13150" y="0"/>
                </a:lnTo>
                <a:lnTo>
                  <a:pt x="350795" y="46298"/>
                </a:lnTo>
                <a:lnTo>
                  <a:pt x="240803" y="118621"/>
                </a:lnTo>
                <a:cubicBezTo>
                  <a:pt x="450376" y="241352"/>
                  <a:pt x="731999" y="215737"/>
                  <a:pt x="942530" y="54928"/>
                </a:cubicBezTo>
                <a:lnTo>
                  <a:pt x="1031565" y="166152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7D01AF9-9D3A-4078-B6BC-565B7E542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7ca0eea7a47da"/>
          <a:stretch xmlns:a="http://schemas.openxmlformats.org/drawingml/2006/main"/>
        </p:blipFill>
        <p:spPr>
          <a:xfrm xmlns:a="http://schemas.openxmlformats.org/drawingml/2006/main">
            <a:off x="11558120" y="3193593"/>
            <a:ext cx="2056667" cy="887466"/>
          </a:xfrm>
          <a:prstGeom xmlns:a="http://schemas.openxmlformats.org/drawingml/2006/main" prst="rect">
            <a:avLst/>
          </a:prstGeom>
        </p:spPr>
      </p:pic>
      <p:sp>
        <p:nvSpPr>
          <p:cNvPr id="235" name="path-198">
            <a:extLst xmlns:a="http://schemas.openxmlformats.org/drawingml/2006/main">
              <a:ext uri="{FF2B5EF4-FFF2-40B4-BE49-F238E27FC236}">
                <a16:creationId xmlns:a16="http://schemas.microsoft.com/office/drawing/2014/main" id="{967C45AA-31A5-4A94-84C9-35398A6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886" y="3232079"/>
            <a:ext cx="1896309" cy="855763"/>
          </a:xfrm>
          <a:custGeom xmlns:a="http://schemas.openxmlformats.org/drawingml/2006/main">
            <a:pathLst>
              <a:path w="1318528" h="595023">
                <a:moveTo>
                  <a:pt x="1318528" y="262172"/>
                </a:moveTo>
                <a:cubicBezTo>
                  <a:pt x="1026632" y="559820"/>
                  <a:pt x="539958" y="595023"/>
                  <a:pt x="231487" y="340933"/>
                </a:cubicBezTo>
                <a:cubicBezTo>
                  <a:pt x="192724" y="309017"/>
                  <a:pt x="157932" y="273404"/>
                  <a:pt x="127524" y="234366"/>
                </a:cubicBezTo>
                <a:lnTo>
                  <a:pt x="0" y="271897"/>
                </a:lnTo>
                <a:lnTo>
                  <a:pt x="85746" y="0"/>
                </a:lnTo>
                <a:lnTo>
                  <a:pt x="403803" y="153276"/>
                </a:lnTo>
                <a:lnTo>
                  <a:pt x="278060" y="190260"/>
                </a:lnTo>
                <a:cubicBezTo>
                  <a:pt x="498727" y="417640"/>
                  <a:pt x="893628" y="428186"/>
                  <a:pt x="1159910" y="213819"/>
                </a:cubicBezTo>
                <a:cubicBezTo>
                  <a:pt x="1176620" y="200259"/>
                  <a:pt x="1192783" y="186014"/>
                  <a:pt x="1207988" y="171083"/>
                </a:cubicBezTo>
                <a:lnTo>
                  <a:pt x="1318528" y="262172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A24BA89-81BC-48AD-AB85-C2A483251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4ba804c94f43"/>
          <a:stretch xmlns:a="http://schemas.openxmlformats.org/drawingml/2006/main"/>
        </p:blipFill>
        <p:spPr>
          <a:xfrm xmlns:a="http://schemas.openxmlformats.org/drawingml/2006/main">
            <a:off x="8816695" y="1841819"/>
            <a:ext cx="1438049" cy="739967"/>
          </a:xfrm>
          <a:prstGeom xmlns:a="http://schemas.openxmlformats.org/drawingml/2006/main" prst="rect">
            <a:avLst/>
          </a:prstGeom>
        </p:spPr>
      </p:pic>
      <p:sp>
        <p:nvSpPr>
          <p:cNvPr id="237" name="path-200">
            <a:extLst xmlns:a="http://schemas.openxmlformats.org/drawingml/2006/main">
              <a:ext uri="{FF2B5EF4-FFF2-40B4-BE49-F238E27FC236}">
                <a16:creationId xmlns:a16="http://schemas.microsoft.com/office/drawing/2014/main" id="{2F6CF6E9-EF98-4FAA-BBE1-97843E3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353" y="1882244"/>
            <a:ext cx="1301374" cy="580949"/>
          </a:xfrm>
          <a:custGeom xmlns:a="http://schemas.openxmlformats.org/drawingml/2006/main">
            <a:pathLst>
              <a:path w="904861" h="403941">
                <a:moveTo>
                  <a:pt x="208340" y="403941"/>
                </a:moveTo>
                <a:lnTo>
                  <a:pt x="208340" y="289978"/>
                </a:lnTo>
                <a:lnTo>
                  <a:pt x="904861" y="289978"/>
                </a:lnTo>
                <a:lnTo>
                  <a:pt x="904861" y="114100"/>
                </a:lnTo>
                <a:lnTo>
                  <a:pt x="208340" y="114100"/>
                </a:lnTo>
                <a:lnTo>
                  <a:pt x="208340" y="0"/>
                </a:lnTo>
                <a:lnTo>
                  <a:pt x="0" y="202039"/>
                </a:lnTo>
                <a:lnTo>
                  <a:pt x="208340" y="403941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A44DDF6-D085-40BA-AFE5-CB370703C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9e7c4a878491c"/>
          <a:stretch xmlns:a="http://schemas.openxmlformats.org/drawingml/2006/main"/>
        </p:blipFill>
        <p:spPr>
          <a:xfrm xmlns:a="http://schemas.openxmlformats.org/drawingml/2006/main">
            <a:off x="15433803" y="8082792"/>
            <a:ext cx="2863065" cy="1917843"/>
          </a:xfrm>
          <a:prstGeom xmlns:a="http://schemas.openxmlformats.org/drawingml/2006/main" prst="rect">
            <a:avLst/>
          </a:prstGeom>
        </p:spPr>
      </p:pic>
      <p:sp>
        <p:nvSpPr>
          <p:cNvPr id="239" name="text-202 …">
            <a:extLst xmlns:a="http://schemas.openxmlformats.org/drawingml/2006/main">
              <a:ext uri="{FF2B5EF4-FFF2-40B4-BE49-F238E27FC236}">
                <a16:creationId xmlns:a16="http://schemas.microsoft.com/office/drawing/2014/main" id="{5002806A-4CD7-4BF8-919F-9142BFB7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3311" y="7198118"/>
            <a:ext cx="303310" cy="496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2750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path-1">
            <a:extLst xmlns:a="http://schemas.openxmlformats.org/drawingml/2006/main">
              <a:ext uri="{FF2B5EF4-FFF2-40B4-BE49-F238E27FC236}">
                <a16:creationId xmlns:a16="http://schemas.microsoft.com/office/drawing/2014/main" id="{3E9CB26F-6118-4BDC-B2A8-C906AC9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1" y="1979538"/>
            <a:ext cx="18258351" cy="6350731"/>
          </a:xfrm>
          <a:custGeom xmlns:a="http://schemas.openxmlformats.org/drawingml/2006/main">
            <a:pathLst>
              <a:path w="16603688" h="5775196">
                <a:moveTo>
                  <a:pt x="16603688" y="5775196"/>
                </a:moveTo>
                <a:lnTo>
                  <a:pt x="16603688" y="0"/>
                </a:lnTo>
                <a:lnTo>
                  <a:pt x="0" y="0"/>
                </a:lnTo>
                <a:lnTo>
                  <a:pt x="0" y="5775196"/>
                </a:lnTo>
                <a:lnTo>
                  <a:pt x="16603688" y="57751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ative panel soft-shadow approximation xref 966 layer 1">
            <a:extLst xmlns:a="http://schemas.openxmlformats.org/drawingml/2006/main">
              <a:ext uri="{FF2B5EF4-FFF2-40B4-BE49-F238E27FC236}">
                <a16:creationId xmlns:a16="http://schemas.microsoft.com/office/drawing/2014/main" id="{33748E79-41EF-44E5-A6A9-AF635B0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378" y="2005079"/>
            <a:ext cx="4973536" cy="4467009"/>
          </a:xfrm>
          <a:custGeom xmlns:a="http://schemas.openxmlformats.org/drawingml/2006/main">
            <a:pathLst>
              <a:path w="4522809" h="4062186">
                <a:moveTo>
                  <a:pt x="0" y="0"/>
                </a:moveTo>
                <a:lnTo>
                  <a:pt x="4522809" y="0"/>
                </a:lnTo>
                <a:lnTo>
                  <a:pt x="4522809" y="4062186"/>
                </a:lnTo>
                <a:lnTo>
                  <a:pt x="0" y="40621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ative panel soft-shadow approximation xref 966 layer 2">
            <a:extLst xmlns:a="http://schemas.openxmlformats.org/drawingml/2006/main">
              <a:ext uri="{FF2B5EF4-FFF2-40B4-BE49-F238E27FC236}">
                <a16:creationId xmlns:a16="http://schemas.microsoft.com/office/drawing/2014/main" id="{89C77FB0-0A6D-4B14-9654-72800DC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326" y="2026027"/>
            <a:ext cx="4931639" cy="4425112"/>
          </a:xfrm>
          <a:custGeom xmlns:a="http://schemas.openxmlformats.org/drawingml/2006/main">
            <a:pathLst>
              <a:path w="4484709" h="4024086">
                <a:moveTo>
                  <a:pt x="0" y="0"/>
                </a:moveTo>
                <a:lnTo>
                  <a:pt x="4484709" y="0"/>
                </a:lnTo>
                <a:lnTo>
                  <a:pt x="4484709" y="4024086"/>
                </a:lnTo>
                <a:lnTo>
                  <a:pt x="0" y="40240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ative panel soft-shadow approximation xref 966 layer 3">
            <a:extLst xmlns:a="http://schemas.openxmlformats.org/drawingml/2006/main">
              <a:ext uri="{FF2B5EF4-FFF2-40B4-BE49-F238E27FC236}">
                <a16:creationId xmlns:a16="http://schemas.microsoft.com/office/drawing/2014/main" id="{A6EFF046-BBE1-487D-9780-50DE160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801" y="2036501"/>
            <a:ext cx="4889742" cy="4383215"/>
          </a:xfrm>
          <a:custGeom xmlns:a="http://schemas.openxmlformats.org/drawingml/2006/main">
            <a:pathLst>
              <a:path w="4446609" h="3985986">
                <a:moveTo>
                  <a:pt x="0" y="0"/>
                </a:moveTo>
                <a:lnTo>
                  <a:pt x="4446609" y="0"/>
                </a:lnTo>
                <a:lnTo>
                  <a:pt x="4446609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4EFC509B-FF9E-459D-86B9-4E9C7AA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52" y="2005079"/>
            <a:ext cx="4889742" cy="4383215"/>
          </a:xfrm>
          <a:custGeom xmlns:a="http://schemas.openxmlformats.org/drawingml/2006/main">
            <a:pathLst>
              <a:path w="4446609" h="3985986">
                <a:moveTo>
                  <a:pt x="0" y="0"/>
                </a:moveTo>
                <a:lnTo>
                  <a:pt x="4446609" y="0"/>
                </a:lnTo>
                <a:lnTo>
                  <a:pt x="4446609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779">
            <a:solidFill>
              <a:srgbClr val="042433"/>
            </a:solidFill>
            <a:prstDash val="dash"/>
          </a:ln>
        </p:spPr>
      </p:sp>
      <p:sp>
        <p:nvSpPr>
          <p:cNvPr id="6" name="Native panel soft-shadow approximation xref 967 layer 1">
            <a:extLst xmlns:a="http://schemas.openxmlformats.org/drawingml/2006/main">
              <a:ext uri="{FF2B5EF4-FFF2-40B4-BE49-F238E27FC236}">
                <a16:creationId xmlns:a16="http://schemas.microsoft.com/office/drawing/2014/main" id="{26348ACD-4909-47A8-8BAF-A58F8843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010" y="2005079"/>
            <a:ext cx="6474712" cy="4467009"/>
          </a:xfrm>
          <a:custGeom xmlns:a="http://schemas.openxmlformats.org/drawingml/2006/main">
            <a:pathLst>
              <a:path w="5887941" h="4062186">
                <a:moveTo>
                  <a:pt x="0" y="0"/>
                </a:moveTo>
                <a:lnTo>
                  <a:pt x="5887941" y="0"/>
                </a:lnTo>
                <a:lnTo>
                  <a:pt x="5887941" y="4062186"/>
                </a:lnTo>
                <a:lnTo>
                  <a:pt x="0" y="40621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ative panel soft-shadow approximation xref 967 layer 2">
            <a:extLst xmlns:a="http://schemas.openxmlformats.org/drawingml/2006/main">
              <a:ext uri="{FF2B5EF4-FFF2-40B4-BE49-F238E27FC236}">
                <a16:creationId xmlns:a16="http://schemas.microsoft.com/office/drawing/2014/main" id="{FA52BB50-AA3E-4E1E-9054-7141852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58" y="2026027"/>
            <a:ext cx="6432815" cy="4425112"/>
          </a:xfrm>
          <a:custGeom xmlns:a="http://schemas.openxmlformats.org/drawingml/2006/main">
            <a:pathLst>
              <a:path w="5849841" h="4024086">
                <a:moveTo>
                  <a:pt x="0" y="0"/>
                </a:moveTo>
                <a:lnTo>
                  <a:pt x="5849841" y="0"/>
                </a:lnTo>
                <a:lnTo>
                  <a:pt x="5849841" y="4024086"/>
                </a:lnTo>
                <a:lnTo>
                  <a:pt x="0" y="40240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ative panel soft-shadow approximation xref 967 layer 3">
            <a:extLst xmlns:a="http://schemas.openxmlformats.org/drawingml/2006/main">
              <a:ext uri="{FF2B5EF4-FFF2-40B4-BE49-F238E27FC236}">
                <a16:creationId xmlns:a16="http://schemas.microsoft.com/office/drawing/2014/main" id="{0B2829C6-2635-4E34-AD2A-2A74C65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432" y="2036501"/>
            <a:ext cx="6390918" cy="4383215"/>
          </a:xfrm>
          <a:custGeom xmlns:a="http://schemas.openxmlformats.org/drawingml/2006/main">
            <a:pathLst>
              <a:path w="5811741" h="3985986">
                <a:moveTo>
                  <a:pt x="0" y="0"/>
                </a:moveTo>
                <a:lnTo>
                  <a:pt x="5811741" y="0"/>
                </a:lnTo>
                <a:lnTo>
                  <a:pt x="5811741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8C044041-1EB9-4ED6-ACE5-4F166424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484" y="2005079"/>
            <a:ext cx="6390918" cy="4383215"/>
          </a:xfrm>
          <a:custGeom xmlns:a="http://schemas.openxmlformats.org/drawingml/2006/main">
            <a:pathLst>
              <a:path w="5811741" h="3985986">
                <a:moveTo>
                  <a:pt x="0" y="0"/>
                </a:moveTo>
                <a:lnTo>
                  <a:pt x="5811741" y="0"/>
                </a:lnTo>
                <a:lnTo>
                  <a:pt x="5811741" y="3985986"/>
                </a:lnTo>
                <a:lnTo>
                  <a:pt x="0" y="39859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779">
            <a:solidFill>
              <a:srgbClr val="042433"/>
            </a:solidFill>
            <a:prstDash val="dash"/>
          </a:ln>
        </p:spPr>
      </p:sp>
      <p:sp>
        <p:nvSpPr>
          <p:cNvPr id="10" name="Native panel soft-shadow approximation xref 951 layer 1">
            <a:extLst xmlns:a="http://schemas.openxmlformats.org/drawingml/2006/main">
              <a:ext uri="{FF2B5EF4-FFF2-40B4-BE49-F238E27FC236}">
                <a16:creationId xmlns:a16="http://schemas.microsoft.com/office/drawing/2014/main" id="{E302AC49-4295-417D-9574-BC2D4FF1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010" y="6541403"/>
            <a:ext cx="11577904" cy="1766998"/>
          </a:xfrm>
          <a:custGeom xmlns:a="http://schemas.openxmlformats.org/drawingml/2006/main">
            <a:pathLst>
              <a:path w="10528657" h="1606864">
                <a:moveTo>
                  <a:pt x="0" y="0"/>
                </a:moveTo>
                <a:lnTo>
                  <a:pt x="10528657" y="0"/>
                </a:lnTo>
                <a:lnTo>
                  <a:pt x="10528657" y="1606864"/>
                </a:lnTo>
                <a:lnTo>
                  <a:pt x="0" y="16068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ative panel soft-shadow approximation xref 951 layer 2">
            <a:extLst xmlns:a="http://schemas.openxmlformats.org/drawingml/2006/main">
              <a:ext uri="{FF2B5EF4-FFF2-40B4-BE49-F238E27FC236}">
                <a16:creationId xmlns:a16="http://schemas.microsoft.com/office/drawing/2014/main" id="{F5B1D424-2EB8-4AED-B4B0-1EAAA8FF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58" y="6562352"/>
            <a:ext cx="11536007" cy="1725101"/>
          </a:xfrm>
          <a:custGeom xmlns:a="http://schemas.openxmlformats.org/drawingml/2006/main">
            <a:pathLst>
              <a:path w="10490557" h="1568764">
                <a:moveTo>
                  <a:pt x="0" y="0"/>
                </a:moveTo>
                <a:lnTo>
                  <a:pt x="10490557" y="0"/>
                </a:lnTo>
                <a:lnTo>
                  <a:pt x="10490557" y="1568764"/>
                </a:lnTo>
                <a:lnTo>
                  <a:pt x="0" y="15687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ative panel soft-shadow approximation xref 951 layer 3">
            <a:extLst xmlns:a="http://schemas.openxmlformats.org/drawingml/2006/main">
              <a:ext uri="{FF2B5EF4-FFF2-40B4-BE49-F238E27FC236}">
                <a16:creationId xmlns:a16="http://schemas.microsoft.com/office/drawing/2014/main" id="{6BB4B273-C3E1-4316-9D52-1CEF715D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432" y="6572826"/>
            <a:ext cx="11494110" cy="1683204"/>
          </a:xfrm>
          <a:custGeom xmlns:a="http://schemas.openxmlformats.org/drawingml/2006/main">
            <a:pathLst>
              <a:path w="10452457" h="1530664">
                <a:moveTo>
                  <a:pt x="0" y="0"/>
                </a:moveTo>
                <a:lnTo>
                  <a:pt x="10452457" y="0"/>
                </a:lnTo>
                <a:lnTo>
                  <a:pt x="10452457" y="1530664"/>
                </a:lnTo>
                <a:lnTo>
                  <a:pt x="0" y="15306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44128C4B-A139-4E31-BDB5-BAE4EA0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484" y="6541403"/>
            <a:ext cx="11494110" cy="1683204"/>
          </a:xfrm>
          <a:custGeom xmlns:a="http://schemas.openxmlformats.org/drawingml/2006/main">
            <a:pathLst>
              <a:path w="10452457" h="1530664">
                <a:moveTo>
                  <a:pt x="0" y="0"/>
                </a:moveTo>
                <a:lnTo>
                  <a:pt x="10452457" y="0"/>
                </a:lnTo>
                <a:lnTo>
                  <a:pt x="10452457" y="1530664"/>
                </a:lnTo>
                <a:lnTo>
                  <a:pt x="0" y="15306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779">
            <a:solidFill>
              <a:srgbClr val="042433"/>
            </a:solidFill>
            <a:prstDash val="dash"/>
          </a:ln>
        </p:spPr>
      </p:sp>
      <p:sp>
        <p:nvSpPr>
          <p:cNvPr id="14" name="Native panel soft-shadow approximation xref 952 layer 1">
            <a:extLst xmlns:a="http://schemas.openxmlformats.org/drawingml/2006/main">
              <a:ext uri="{FF2B5EF4-FFF2-40B4-BE49-F238E27FC236}">
                <a16:creationId xmlns:a16="http://schemas.microsoft.com/office/drawing/2014/main" id="{F2BD922D-0E24-4C3D-B53B-FF13F10A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5" y="2005079"/>
            <a:ext cx="6519104" cy="2279157"/>
          </a:xfrm>
          <a:custGeom xmlns:a="http://schemas.openxmlformats.org/drawingml/2006/main">
            <a:pathLst>
              <a:path w="5928310" h="2072609">
                <a:moveTo>
                  <a:pt x="0" y="157667"/>
                </a:moveTo>
                <a:cubicBezTo>
                  <a:pt x="0" y="70559"/>
                  <a:pt x="68851" y="0"/>
                  <a:pt x="153779" y="0"/>
                </a:cubicBezTo>
                <a:lnTo>
                  <a:pt x="5774461" y="0"/>
                </a:lnTo>
                <a:cubicBezTo>
                  <a:pt x="5859459" y="0"/>
                  <a:pt x="5928310" y="70559"/>
                  <a:pt x="5928310" y="157667"/>
                </a:cubicBezTo>
                <a:lnTo>
                  <a:pt x="5928310" y="1915058"/>
                </a:lnTo>
                <a:cubicBezTo>
                  <a:pt x="5928310" y="2002048"/>
                  <a:pt x="5859459" y="2072609"/>
                  <a:pt x="5774461" y="2072609"/>
                </a:cubicBezTo>
                <a:lnTo>
                  <a:pt x="153779" y="2072609"/>
                </a:lnTo>
                <a:cubicBezTo>
                  <a:pt x="68851" y="2072609"/>
                  <a:pt x="0" y="2002048"/>
                  <a:pt x="0" y="1915058"/>
                </a:cubicBezTo>
                <a:lnTo>
                  <a:pt x="0" y="157667"/>
                </a:lnTo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ative panel soft-shadow approximation xref 952 layer 2">
            <a:extLst xmlns:a="http://schemas.openxmlformats.org/drawingml/2006/main">
              <a:ext uri="{FF2B5EF4-FFF2-40B4-BE49-F238E27FC236}">
                <a16:creationId xmlns:a16="http://schemas.microsoft.com/office/drawing/2014/main" id="{0FC870DD-49F6-4D8F-BC84-59AD33EB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" y="2026027"/>
            <a:ext cx="6477207" cy="2237260"/>
          </a:xfrm>
          <a:custGeom xmlns:a="http://schemas.openxmlformats.org/drawingml/2006/main">
            <a:pathLst>
              <a:path w="5890210" h="2034509">
                <a:moveTo>
                  <a:pt x="0" y="154768"/>
                </a:moveTo>
                <a:cubicBezTo>
                  <a:pt x="0" y="69262"/>
                  <a:pt x="68409" y="0"/>
                  <a:pt x="152791" y="0"/>
                </a:cubicBezTo>
                <a:lnTo>
                  <a:pt x="5737350" y="0"/>
                </a:lnTo>
                <a:cubicBezTo>
                  <a:pt x="5821802" y="0"/>
                  <a:pt x="5890210" y="69262"/>
                  <a:pt x="5890210" y="154768"/>
                </a:cubicBezTo>
                <a:lnTo>
                  <a:pt x="5890210" y="1879855"/>
                </a:lnTo>
                <a:cubicBezTo>
                  <a:pt x="5890210" y="1965245"/>
                  <a:pt x="5821802" y="2034509"/>
                  <a:pt x="5737350" y="2034509"/>
                </a:cubicBezTo>
                <a:lnTo>
                  <a:pt x="152791" y="2034509"/>
                </a:lnTo>
                <a:cubicBezTo>
                  <a:pt x="68409" y="2034509"/>
                  <a:pt x="0" y="1965245"/>
                  <a:pt x="0" y="1879855"/>
                </a:cubicBezTo>
                <a:lnTo>
                  <a:pt x="0" y="154768"/>
                </a:lnTo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ative panel soft-shadow approximation xref 952 layer 3">
            <a:extLst xmlns:a="http://schemas.openxmlformats.org/drawingml/2006/main">
              <a:ext uri="{FF2B5EF4-FFF2-40B4-BE49-F238E27FC236}">
                <a16:creationId xmlns:a16="http://schemas.microsoft.com/office/drawing/2014/main" id="{85ED8472-F1B5-4464-8E2A-51FDE0B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8" y="2036501"/>
            <a:ext cx="6435310" cy="2195363"/>
          </a:xfrm>
          <a:custGeom xmlns:a="http://schemas.openxmlformats.org/drawingml/2006/main">
            <a:pathLst>
              <a:path w="5852110" h="1996409">
                <a:moveTo>
                  <a:pt x="0" y="151870"/>
                </a:moveTo>
                <a:cubicBezTo>
                  <a:pt x="0" y="67965"/>
                  <a:pt x="67966" y="0"/>
                  <a:pt x="151803" y="0"/>
                </a:cubicBezTo>
                <a:lnTo>
                  <a:pt x="5700239" y="0"/>
                </a:lnTo>
                <a:cubicBezTo>
                  <a:pt x="5784144" y="0"/>
                  <a:pt x="5852110" y="67965"/>
                  <a:pt x="5852110" y="151870"/>
                </a:cubicBezTo>
                <a:lnTo>
                  <a:pt x="5852110" y="1844651"/>
                </a:lnTo>
                <a:cubicBezTo>
                  <a:pt x="5852110" y="1928442"/>
                  <a:pt x="5784144" y="1996409"/>
                  <a:pt x="5700239" y="1996409"/>
                </a:cubicBezTo>
                <a:lnTo>
                  <a:pt x="151803" y="1996409"/>
                </a:lnTo>
                <a:cubicBezTo>
                  <a:pt x="67966" y="1996409"/>
                  <a:pt x="0" y="1928442"/>
                  <a:pt x="0" y="1844651"/>
                </a:cubicBezTo>
                <a:lnTo>
                  <a:pt x="0" y="151870"/>
                </a:lnTo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30EF3AC5-08D6-49FF-9B2F-5B2A21F5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9" y="2005079"/>
            <a:ext cx="6435310" cy="2195363"/>
          </a:xfrm>
          <a:custGeom xmlns:a="http://schemas.openxmlformats.org/drawingml/2006/main">
            <a:pathLst>
              <a:path w="5852110" h="1996409">
                <a:moveTo>
                  <a:pt x="0" y="151870"/>
                </a:moveTo>
                <a:cubicBezTo>
                  <a:pt x="0" y="67965"/>
                  <a:pt x="67966" y="0"/>
                  <a:pt x="151803" y="0"/>
                </a:cubicBezTo>
                <a:lnTo>
                  <a:pt x="5700239" y="0"/>
                </a:lnTo>
                <a:cubicBezTo>
                  <a:pt x="5784144" y="0"/>
                  <a:pt x="5852110" y="67965"/>
                  <a:pt x="5852110" y="151870"/>
                </a:cubicBezTo>
                <a:lnTo>
                  <a:pt x="5852110" y="1844651"/>
                </a:lnTo>
                <a:cubicBezTo>
                  <a:pt x="5852110" y="1928442"/>
                  <a:pt x="5784144" y="1996409"/>
                  <a:pt x="5700239" y="1996409"/>
                </a:cubicBezTo>
                <a:lnTo>
                  <a:pt x="151803" y="1996409"/>
                </a:lnTo>
                <a:cubicBezTo>
                  <a:pt x="67966" y="1996409"/>
                  <a:pt x="0" y="1928442"/>
                  <a:pt x="0" y="1844651"/>
                </a:cubicBezTo>
                <a:lnTo>
                  <a:pt x="0" y="151870"/>
                </a:lnTo>
              </a:path>
            </a:pathLst>
          </a:custGeom>
          <a:solidFill xmlns:a="http://schemas.openxmlformats.org/drawingml/2006/main">
            <a:srgbClr val="F0FAFE"/>
          </a:solidFill>
          <a:ln xmlns:a="http://schemas.openxmlformats.org/drawingml/2006/main" w="18779">
            <a:solidFill>
              <a:srgbClr val="156082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25984-3ACC-4A65-9DD9-538008DE8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5bab303df4b17"/>
          <a:stretch xmlns:a="http://schemas.openxmlformats.org/drawingml/2006/main"/>
        </p:blipFill>
        <p:spPr>
          <a:xfrm xmlns:a="http://schemas.openxmlformats.org/drawingml/2006/main">
            <a:off x="182659" y="2139371"/>
            <a:ext cx="3875464" cy="1927258"/>
          </a:xfrm>
          <a:prstGeom xmlns:a="http://schemas.openxmlformats.org/drawingml/2006/main" prst="rect">
            <a:avLst/>
          </a:prstGeom>
        </p:spPr>
      </p:pic>
      <p:sp>
        <p:nvSpPr>
          <p:cNvPr id="19" name="Native panel soft-shadow approximation xref 954 layer 1">
            <a:extLst xmlns:a="http://schemas.openxmlformats.org/drawingml/2006/main">
              <a:ext uri="{FF2B5EF4-FFF2-40B4-BE49-F238E27FC236}">
                <a16:creationId xmlns:a16="http://schemas.microsoft.com/office/drawing/2014/main" id="{D359D250-BF18-47FC-8260-93EDF04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5" y="4367823"/>
            <a:ext cx="6519029" cy="3940579"/>
          </a:xfrm>
          <a:custGeom xmlns:a="http://schemas.openxmlformats.org/drawingml/2006/main">
            <a:pathLst>
              <a:path w="5928242" h="3583464">
                <a:moveTo>
                  <a:pt x="0" y="0"/>
                </a:moveTo>
                <a:lnTo>
                  <a:pt x="5928242" y="0"/>
                </a:lnTo>
                <a:lnTo>
                  <a:pt x="5928242" y="3583464"/>
                </a:lnTo>
                <a:lnTo>
                  <a:pt x="0" y="3583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ative panel soft-shadow approximation xref 954 layer 2">
            <a:extLst xmlns:a="http://schemas.openxmlformats.org/drawingml/2006/main">
              <a:ext uri="{FF2B5EF4-FFF2-40B4-BE49-F238E27FC236}">
                <a16:creationId xmlns:a16="http://schemas.microsoft.com/office/drawing/2014/main" id="{47AF9E31-2900-4D95-9757-2CDF2CBE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" y="4388771"/>
            <a:ext cx="6477132" cy="3898682"/>
          </a:xfrm>
          <a:custGeom xmlns:a="http://schemas.openxmlformats.org/drawingml/2006/main">
            <a:pathLst>
              <a:path w="5890142" h="3545364">
                <a:moveTo>
                  <a:pt x="0" y="0"/>
                </a:moveTo>
                <a:lnTo>
                  <a:pt x="5890142" y="0"/>
                </a:lnTo>
                <a:lnTo>
                  <a:pt x="5890142" y="3545364"/>
                </a:lnTo>
                <a:lnTo>
                  <a:pt x="0" y="35453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ative panel soft-shadow approximation xref 954 layer 3">
            <a:extLst xmlns:a="http://schemas.openxmlformats.org/drawingml/2006/main">
              <a:ext uri="{FF2B5EF4-FFF2-40B4-BE49-F238E27FC236}">
                <a16:creationId xmlns:a16="http://schemas.microsoft.com/office/drawing/2014/main" id="{EA494D1F-7A82-4E3D-B087-313C3A3B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8" y="4399245"/>
            <a:ext cx="6435235" cy="3856785"/>
          </a:xfrm>
          <a:custGeom xmlns:a="http://schemas.openxmlformats.org/drawingml/2006/main">
            <a:pathLst>
              <a:path w="5852042" h="3507264">
                <a:moveTo>
                  <a:pt x="0" y="0"/>
                </a:moveTo>
                <a:lnTo>
                  <a:pt x="5852042" y="0"/>
                </a:lnTo>
                <a:lnTo>
                  <a:pt x="5852042" y="3507264"/>
                </a:lnTo>
                <a:lnTo>
                  <a:pt x="0" y="35072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7AB86499-BE5A-4C68-B912-FE0019A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9" y="4367823"/>
            <a:ext cx="6435235" cy="3856785"/>
          </a:xfrm>
          <a:custGeom xmlns:a="http://schemas.openxmlformats.org/drawingml/2006/main">
            <a:pathLst>
              <a:path w="5852042" h="3507264">
                <a:moveTo>
                  <a:pt x="0" y="0"/>
                </a:moveTo>
                <a:lnTo>
                  <a:pt x="5852042" y="0"/>
                </a:lnTo>
                <a:lnTo>
                  <a:pt x="5852042" y="3507264"/>
                </a:lnTo>
                <a:lnTo>
                  <a:pt x="0" y="35072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779">
            <a:solidFill>
              <a:srgbClr val="042433"/>
            </a:solidFill>
            <a:prstDash val="dash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3E89108B-AEB6-4D6E-810F-ACE9983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747" y="4299593"/>
            <a:ext cx="1020064" cy="903760"/>
          </a:xfrm>
          <a:custGeom xmlns:a="http://schemas.openxmlformats.org/drawingml/2006/main">
            <a:pathLst>
              <a:path w="927620" h="821857">
                <a:moveTo>
                  <a:pt x="19695" y="821857"/>
                </a:moveTo>
                <a:cubicBezTo>
                  <a:pt x="23338" y="738749"/>
                  <a:pt x="15483" y="722128"/>
                  <a:pt x="19695" y="637426"/>
                </a:cubicBezTo>
                <a:cubicBezTo>
                  <a:pt x="0" y="415881"/>
                  <a:pt x="267197" y="123182"/>
                  <a:pt x="520391" y="136730"/>
                </a:cubicBezTo>
                <a:cubicBezTo>
                  <a:pt x="555798" y="136161"/>
                  <a:pt x="620577" y="132745"/>
                  <a:pt x="660878" y="136730"/>
                </a:cubicBezTo>
                <a:cubicBezTo>
                  <a:pt x="658373" y="94721"/>
                  <a:pt x="666342" y="58517"/>
                  <a:pt x="660878" y="0"/>
                </a:cubicBezTo>
                <a:cubicBezTo>
                  <a:pt x="759242" y="87662"/>
                  <a:pt x="830054" y="161093"/>
                  <a:pt x="927620" y="222456"/>
                </a:cubicBezTo>
                <a:cubicBezTo>
                  <a:pt x="833013" y="308638"/>
                  <a:pt x="757988" y="343133"/>
                  <a:pt x="660878" y="445026"/>
                </a:cubicBezTo>
                <a:cubicBezTo>
                  <a:pt x="656552" y="404837"/>
                  <a:pt x="656437" y="373074"/>
                  <a:pt x="660878" y="308182"/>
                </a:cubicBezTo>
                <a:cubicBezTo>
                  <a:pt x="598263" y="315014"/>
                  <a:pt x="585626" y="305336"/>
                  <a:pt x="520391" y="308182"/>
                </a:cubicBezTo>
                <a:cubicBezTo>
                  <a:pt x="339262" y="331065"/>
                  <a:pt x="225302" y="436487"/>
                  <a:pt x="191148" y="637426"/>
                </a:cubicBezTo>
                <a:cubicBezTo>
                  <a:pt x="192173" y="695830"/>
                  <a:pt x="195246" y="761746"/>
                  <a:pt x="191148" y="821857"/>
                </a:cubicBezTo>
                <a:cubicBezTo>
                  <a:pt x="129215" y="815254"/>
                  <a:pt x="91760" y="815596"/>
                  <a:pt x="19695" y="821857"/>
                </a:cubicBezTo>
              </a:path>
            </a:pathLst>
          </a:cu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3221EE39-5B2A-47DD-8990-1D70BBD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528" y="4299593"/>
            <a:ext cx="999282" cy="913025"/>
          </a:xfrm>
          <a:custGeom xmlns:a="http://schemas.openxmlformats.org/drawingml/2006/main">
            <a:pathLst>
              <a:path w="908722" h="830282">
                <a:moveTo>
                  <a:pt x="797" y="821857"/>
                </a:moveTo>
                <a:cubicBezTo>
                  <a:pt x="3871" y="751728"/>
                  <a:pt x="0" y="686721"/>
                  <a:pt x="797" y="637426"/>
                </a:cubicBezTo>
                <a:cubicBezTo>
                  <a:pt x="58062" y="380247"/>
                  <a:pt x="177487" y="162118"/>
                  <a:pt x="501493" y="136730"/>
                </a:cubicBezTo>
                <a:cubicBezTo>
                  <a:pt x="535760" y="132062"/>
                  <a:pt x="585625" y="138323"/>
                  <a:pt x="641979" y="136730"/>
                </a:cubicBezTo>
                <a:cubicBezTo>
                  <a:pt x="638336" y="90053"/>
                  <a:pt x="639930" y="67056"/>
                  <a:pt x="641979" y="0"/>
                </a:cubicBezTo>
                <a:cubicBezTo>
                  <a:pt x="756395" y="79806"/>
                  <a:pt x="815025" y="133884"/>
                  <a:pt x="908722" y="222456"/>
                </a:cubicBezTo>
                <a:cubicBezTo>
                  <a:pt x="858173" y="284389"/>
                  <a:pt x="720192" y="380133"/>
                  <a:pt x="641979" y="445026"/>
                </a:cubicBezTo>
                <a:cubicBezTo>
                  <a:pt x="644370" y="395047"/>
                  <a:pt x="647899" y="356795"/>
                  <a:pt x="641979" y="308182"/>
                </a:cubicBezTo>
                <a:cubicBezTo>
                  <a:pt x="585625" y="313419"/>
                  <a:pt x="570029" y="301693"/>
                  <a:pt x="501493" y="308182"/>
                </a:cubicBezTo>
                <a:cubicBezTo>
                  <a:pt x="318883" y="293952"/>
                  <a:pt x="157108" y="432047"/>
                  <a:pt x="172250" y="637426"/>
                </a:cubicBezTo>
                <a:cubicBezTo>
                  <a:pt x="172819" y="684900"/>
                  <a:pt x="180105" y="763340"/>
                  <a:pt x="172250" y="821857"/>
                </a:cubicBezTo>
                <a:cubicBezTo>
                  <a:pt x="117034" y="826411"/>
                  <a:pt x="54988" y="830282"/>
                  <a:pt x="797" y="8218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C04F15"/>
            </a:solidFill>
            <a:prstDash val="solid"/>
          </a:ln>
        </p:spPr>
      </p:sp>
      <p:sp>
        <p:nvSpPr>
          <p:cNvPr id="25" name="text-25 Question:">
            <a:extLst xmlns:a="http://schemas.openxmlformats.org/drawingml/2006/main">
              <a:ext uri="{FF2B5EF4-FFF2-40B4-BE49-F238E27FC236}">
                <a16:creationId xmlns:a16="http://schemas.microsoft.com/office/drawing/2014/main" id="{035AFF0E-10CB-4400-AF11-B81868B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2130370"/>
            <a:ext cx="1061567" cy="315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26" name="text-25 What">
            <a:extLst xmlns:a="http://schemas.openxmlformats.org/drawingml/2006/main">
              <a:ext uri="{FF2B5EF4-FFF2-40B4-BE49-F238E27FC236}">
                <a16:creationId xmlns:a16="http://schemas.microsoft.com/office/drawing/2014/main" id="{C0043C2E-A3A0-4117-A8EA-C4AC2F5B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6518" y="2130112"/>
            <a:ext cx="627230" cy="31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27" name="text-25 is">
            <a:extLst xmlns:a="http://schemas.openxmlformats.org/drawingml/2006/main">
              <a:ext uri="{FF2B5EF4-FFF2-40B4-BE49-F238E27FC236}">
                <a16:creationId xmlns:a16="http://schemas.microsoft.com/office/drawing/2014/main" id="{C1A7754F-4763-45E9-8E1C-B637B434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9794" y="2130500"/>
            <a:ext cx="213341" cy="31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28" name="text-26 the">
            <a:extLst xmlns:a="http://schemas.openxmlformats.org/drawingml/2006/main">
              <a:ext uri="{FF2B5EF4-FFF2-40B4-BE49-F238E27FC236}">
                <a16:creationId xmlns:a16="http://schemas.microsoft.com/office/drawing/2014/main" id="{BB5210FA-A15D-4FBC-A682-B9DEBD41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2400334"/>
            <a:ext cx="401166" cy="316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9" name="text-26 address">
            <a:extLst xmlns:a="http://schemas.openxmlformats.org/drawingml/2006/main">
              <a:ext uri="{FF2B5EF4-FFF2-40B4-BE49-F238E27FC236}">
                <a16:creationId xmlns:a16="http://schemas.microsoft.com/office/drawing/2014/main" id="{221F22A9-AB91-48EA-8A8A-000986B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5580" y="2400842"/>
            <a:ext cx="871589" cy="31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address</a:t>
            </a:r>
          </a:p>
        </p:txBody>
      </p:sp>
      <p:sp>
        <p:nvSpPr>
          <p:cNvPr id="30" name="text-26 where">
            <a:extLst xmlns:a="http://schemas.openxmlformats.org/drawingml/2006/main">
              <a:ext uri="{FF2B5EF4-FFF2-40B4-BE49-F238E27FC236}">
                <a16:creationId xmlns:a16="http://schemas.microsoft.com/office/drawing/2014/main" id="{F5696F57-B3FB-40AB-8974-2FB89B5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158" y="2400462"/>
            <a:ext cx="681022" cy="315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31" name="text-27 the">
            <a:extLst xmlns:a="http://schemas.openxmlformats.org/drawingml/2006/main">
              <a:ext uri="{FF2B5EF4-FFF2-40B4-BE49-F238E27FC236}">
                <a16:creationId xmlns:a16="http://schemas.microsoft.com/office/drawing/2014/main" id="{0935C840-D045-46A5-86A1-2CC0D06B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2670749"/>
            <a:ext cx="401166" cy="316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32" name="text-27 picture">
            <a:extLst xmlns:a="http://schemas.openxmlformats.org/drawingml/2006/main">
              <a:ext uri="{FF2B5EF4-FFF2-40B4-BE49-F238E27FC236}">
                <a16:creationId xmlns:a16="http://schemas.microsoft.com/office/drawing/2014/main" id="{99471F43-C25A-48C7-A07F-970C8D5F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5580" y="2671211"/>
            <a:ext cx="794987" cy="315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picture</a:t>
            </a:r>
          </a:p>
        </p:txBody>
      </p:sp>
      <p:sp>
        <p:nvSpPr>
          <p:cNvPr id="33" name="text-27 was">
            <a:extLst xmlns:a="http://schemas.openxmlformats.org/drawingml/2006/main">
              <a:ext uri="{FF2B5EF4-FFF2-40B4-BE49-F238E27FC236}">
                <a16:creationId xmlns:a16="http://schemas.microsoft.com/office/drawing/2014/main" id="{E1F7D305-6DEC-4DB0-A494-A74C640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7415" y="2670751"/>
            <a:ext cx="420538" cy="316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34" name="text-28 taken?">
            <a:extLst xmlns:a="http://schemas.openxmlformats.org/drawingml/2006/main">
              <a:ext uri="{FF2B5EF4-FFF2-40B4-BE49-F238E27FC236}">
                <a16:creationId xmlns:a16="http://schemas.microsoft.com/office/drawing/2014/main" id="{1465A15F-8CB6-4FB4-BF6E-85AD3AC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2941407"/>
            <a:ext cx="743889" cy="31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taken?</a:t>
            </a:r>
          </a:p>
        </p:txBody>
      </p:sp>
      <p:sp>
        <p:nvSpPr>
          <p:cNvPr id="35" name="text-28 Please">
            <a:extLst xmlns:a="http://schemas.openxmlformats.org/drawingml/2006/main">
              <a:ext uri="{FF2B5EF4-FFF2-40B4-BE49-F238E27FC236}">
                <a16:creationId xmlns:a16="http://schemas.microsoft.com/office/drawing/2014/main" id="{E462FE1B-5C38-4A5B-AB7E-3C47C4D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8105" y="2941777"/>
            <a:ext cx="691076" cy="3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Please</a:t>
            </a:r>
          </a:p>
        </p:txBody>
      </p:sp>
      <p:sp>
        <p:nvSpPr>
          <p:cNvPr id="36" name="text-28 answer">
            <a:extLst xmlns:a="http://schemas.openxmlformats.org/drawingml/2006/main">
              <a:ext uri="{FF2B5EF4-FFF2-40B4-BE49-F238E27FC236}">
                <a16:creationId xmlns:a16="http://schemas.microsoft.com/office/drawing/2014/main" id="{2333D2A4-0E83-44FC-B954-4872BA9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407" y="2941324"/>
            <a:ext cx="770392" cy="315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7" name="text-29 North">
            <a:extLst xmlns:a="http://schemas.openxmlformats.org/drawingml/2006/main">
              <a:ext uri="{FF2B5EF4-FFF2-40B4-BE49-F238E27FC236}">
                <a16:creationId xmlns:a16="http://schemas.microsoft.com/office/drawing/2014/main" id="{89BE525E-CCC3-44FE-BCED-3AD07A5E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3211753"/>
            <a:ext cx="684120" cy="315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38" name="text-29 America,">
            <a:extLst xmlns:a="http://schemas.openxmlformats.org/drawingml/2006/main">
              <a:ext uri="{FF2B5EF4-FFF2-40B4-BE49-F238E27FC236}">
                <a16:creationId xmlns:a16="http://schemas.microsoft.com/office/drawing/2014/main" id="{3C3E7313-173D-4A89-8307-A2AFE3F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290" y="3211821"/>
            <a:ext cx="969670" cy="31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America,</a:t>
            </a:r>
          </a:p>
        </p:txBody>
      </p:sp>
      <p:sp>
        <p:nvSpPr>
          <p:cNvPr id="39" name="text-30 South">
            <a:extLst xmlns:a="http://schemas.openxmlformats.org/drawingml/2006/main">
              <a:ext uri="{FF2B5EF4-FFF2-40B4-BE49-F238E27FC236}">
                <a16:creationId xmlns:a16="http://schemas.microsoft.com/office/drawing/2014/main" id="{AADAEE04-CE45-4E00-BDCE-EEF0694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3482336"/>
            <a:ext cx="669217" cy="315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South</a:t>
            </a:r>
          </a:p>
        </p:txBody>
      </p:sp>
      <p:sp>
        <p:nvSpPr>
          <p:cNvPr id="40" name="text-30 America">
            <a:extLst xmlns:a="http://schemas.openxmlformats.org/drawingml/2006/main">
              <a:ext uri="{FF2B5EF4-FFF2-40B4-BE49-F238E27FC236}">
                <a16:creationId xmlns:a16="http://schemas.microsoft.com/office/drawing/2014/main" id="{30EFF566-7829-4DBB-918E-E8D5A438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769" y="3482235"/>
            <a:ext cx="907220" cy="315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America</a:t>
            </a:r>
          </a:p>
        </p:txBody>
      </p:sp>
      <p:sp>
        <p:nvSpPr>
          <p:cNvPr id="41" name="text-30 or">
            <a:extLst xmlns:a="http://schemas.openxmlformats.org/drawingml/2006/main">
              <a:ext uri="{FF2B5EF4-FFF2-40B4-BE49-F238E27FC236}">
                <a16:creationId xmlns:a16="http://schemas.microsoft.com/office/drawing/2014/main" id="{3619C44C-514B-42C7-95E5-1B330C5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6896" y="3482455"/>
            <a:ext cx="267366" cy="3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2" name="text-31 unable">
            <a:extLst xmlns:a="http://schemas.openxmlformats.org/drawingml/2006/main">
              <a:ext uri="{FF2B5EF4-FFF2-40B4-BE49-F238E27FC236}">
                <a16:creationId xmlns:a16="http://schemas.microsoft.com/office/drawing/2014/main" id="{F6A9A049-A1C2-43D2-AE23-A7A4A6F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28" y="3752648"/>
            <a:ext cx="710521" cy="31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unable</a:t>
            </a:r>
          </a:p>
        </p:txBody>
      </p:sp>
      <p:sp>
        <p:nvSpPr>
          <p:cNvPr id="43" name="text-31 to">
            <a:extLst xmlns:a="http://schemas.openxmlformats.org/drawingml/2006/main">
              <a:ext uri="{FF2B5EF4-FFF2-40B4-BE49-F238E27FC236}">
                <a16:creationId xmlns:a16="http://schemas.microsoft.com/office/drawing/2014/main" id="{76E0AB5C-9A80-4EAA-BD45-D18A9FD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205" y="3752934"/>
            <a:ext cx="265194" cy="315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4" name="text-31 determine.">
            <a:extLst xmlns:a="http://schemas.openxmlformats.org/drawingml/2006/main">
              <a:ext uri="{FF2B5EF4-FFF2-40B4-BE49-F238E27FC236}">
                <a16:creationId xmlns:a16="http://schemas.microsoft.com/office/drawing/2014/main" id="{2540B4C3-8F66-4793-97EE-42C0F477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252" y="3752825"/>
            <a:ext cx="1170234" cy="315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determine.</a:t>
            </a:r>
          </a:p>
        </p:txBody>
      </p:sp>
      <p:sp>
        <p:nvSpPr>
          <p:cNvPr id="45" name="text-32 Stage">
            <a:extLst xmlns:a="http://schemas.openxmlformats.org/drawingml/2006/main">
              <a:ext uri="{FF2B5EF4-FFF2-40B4-BE49-F238E27FC236}">
                <a16:creationId xmlns:a16="http://schemas.microsoft.com/office/drawing/2014/main" id="{C56F4857-D15A-4A5D-8B6E-B1E37FBB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48" y="4400663"/>
            <a:ext cx="674706" cy="315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46" name="text-32 1:">
            <a:extLst xmlns:a="http://schemas.openxmlformats.org/drawingml/2006/main">
              <a:ext uri="{FF2B5EF4-FFF2-40B4-BE49-F238E27FC236}">
                <a16:creationId xmlns:a16="http://schemas.microsoft.com/office/drawing/2014/main" id="{9BA6CB6B-C0EE-4EB5-A08D-FF094D5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737" y="4400767"/>
            <a:ext cx="276086" cy="31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1:</a:t>
            </a:r>
          </a:p>
        </p:txBody>
      </p:sp>
      <p:sp>
        <p:nvSpPr>
          <p:cNvPr id="47" name="text-32 Original">
            <a:extLst xmlns:a="http://schemas.openxmlformats.org/drawingml/2006/main">
              <a:ext uri="{FF2B5EF4-FFF2-40B4-BE49-F238E27FC236}">
                <a16:creationId xmlns:a16="http://schemas.microsoft.com/office/drawing/2014/main" id="{11526444-A760-430D-9BC1-21D72C9C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62" y="4400745"/>
            <a:ext cx="880444" cy="315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Original</a:t>
            </a:r>
          </a:p>
        </p:txBody>
      </p:sp>
      <p:sp>
        <p:nvSpPr>
          <p:cNvPr id="48" name="text-32 model">
            <a:extLst xmlns:a="http://schemas.openxmlformats.org/drawingml/2006/main">
              <a:ext uri="{FF2B5EF4-FFF2-40B4-BE49-F238E27FC236}">
                <a16:creationId xmlns:a16="http://schemas.microsoft.com/office/drawing/2014/main" id="{40E63D24-4841-40F3-8421-F4BF7AA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3482" y="4400679"/>
            <a:ext cx="655036" cy="315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49" name="text-32 outputs">
            <a:extLst xmlns:a="http://schemas.openxmlformats.org/drawingml/2006/main">
              <a:ext uri="{FF2B5EF4-FFF2-40B4-BE49-F238E27FC236}">
                <a16:creationId xmlns:a16="http://schemas.microsoft.com/office/drawing/2014/main" id="{857075C9-0F68-4017-ABF8-2D23EEA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5846" y="4400861"/>
            <a:ext cx="836399" cy="315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outputs</a:t>
            </a:r>
          </a:p>
        </p:txBody>
      </p:sp>
      <p:sp>
        <p:nvSpPr>
          <p:cNvPr id="50" name="text-32 the">
            <a:extLst xmlns:a="http://schemas.openxmlformats.org/drawingml/2006/main">
              <a:ext uri="{FF2B5EF4-FFF2-40B4-BE49-F238E27FC236}">
                <a16:creationId xmlns:a16="http://schemas.microsoft.com/office/drawing/2014/main" id="{B05DFDDB-C193-421E-BACE-537B398F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9629" y="4400667"/>
            <a:ext cx="403479" cy="31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1" name="text-32 initial">
            <a:extLst xmlns:a="http://schemas.openxmlformats.org/drawingml/2006/main">
              <a:ext uri="{FF2B5EF4-FFF2-40B4-BE49-F238E27FC236}">
                <a16:creationId xmlns:a16="http://schemas.microsoft.com/office/drawing/2014/main" id="{8B4626B3-A3A4-4EC9-B43D-391BE8F0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269" y="4400862"/>
            <a:ext cx="641465" cy="315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52" name="text-32 answer.">
            <a:extLst xmlns:a="http://schemas.openxmlformats.org/drawingml/2006/main">
              <a:ext uri="{FF2B5EF4-FFF2-40B4-BE49-F238E27FC236}">
                <a16:creationId xmlns:a16="http://schemas.microsoft.com/office/drawing/2014/main" id="{5B671719-1D01-4AC6-936E-5E53A6B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484" y="4400705"/>
            <a:ext cx="880602" cy="315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answer.</a:t>
            </a:r>
          </a:p>
        </p:txBody>
      </p:sp>
      <p:sp>
        <p:nvSpPr>
          <p:cNvPr id="53" name="path-33">
            <a:extLst xmlns:a="http://schemas.openxmlformats.org/drawingml/2006/main">
              <a:ext uri="{FF2B5EF4-FFF2-40B4-BE49-F238E27FC236}">
                <a16:creationId xmlns:a16="http://schemas.microsoft.com/office/drawing/2014/main" id="{CFE249BC-AE34-4C44-A137-1458794A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490" y="5063640"/>
            <a:ext cx="4973871" cy="2864639"/>
          </a:xfrm>
          <a:custGeom xmlns:a="http://schemas.openxmlformats.org/drawingml/2006/main">
            <a:pathLst>
              <a:path w="4523114" h="2605031">
                <a:moveTo>
                  <a:pt x="26754" y="129557"/>
                </a:moveTo>
                <a:cubicBezTo>
                  <a:pt x="18329" y="79464"/>
                  <a:pt x="86523" y="26867"/>
                  <a:pt x="132517" y="23907"/>
                </a:cubicBezTo>
                <a:cubicBezTo>
                  <a:pt x="317404" y="0"/>
                  <a:pt x="409619" y="26981"/>
                  <a:pt x="655983" y="23907"/>
                </a:cubicBezTo>
                <a:cubicBezTo>
                  <a:pt x="902232" y="20834"/>
                  <a:pt x="1007312" y="5578"/>
                  <a:pt x="1136756" y="23907"/>
                </a:cubicBezTo>
                <a:cubicBezTo>
                  <a:pt x="1266198" y="42237"/>
                  <a:pt x="1471463" y="32674"/>
                  <a:pt x="1745492" y="23907"/>
                </a:cubicBezTo>
                <a:cubicBezTo>
                  <a:pt x="2019520" y="15141"/>
                  <a:pt x="2135643" y="4212"/>
                  <a:pt x="2311536" y="23907"/>
                </a:cubicBezTo>
                <a:cubicBezTo>
                  <a:pt x="2487428" y="43489"/>
                  <a:pt x="2798912" y="26298"/>
                  <a:pt x="3005429" y="23907"/>
                </a:cubicBezTo>
                <a:cubicBezTo>
                  <a:pt x="3211946" y="21517"/>
                  <a:pt x="3254069" y="41781"/>
                  <a:pt x="3486315" y="23907"/>
                </a:cubicBezTo>
                <a:cubicBezTo>
                  <a:pt x="3718448" y="5920"/>
                  <a:pt x="4127384" y="22655"/>
                  <a:pt x="4393215" y="23907"/>
                </a:cubicBezTo>
                <a:cubicBezTo>
                  <a:pt x="4446040" y="19240"/>
                  <a:pt x="4507859" y="75708"/>
                  <a:pt x="4498978" y="129557"/>
                </a:cubicBezTo>
                <a:cubicBezTo>
                  <a:pt x="4492034" y="313988"/>
                  <a:pt x="4487480" y="446733"/>
                  <a:pt x="4498978" y="645395"/>
                </a:cubicBezTo>
                <a:cubicBezTo>
                  <a:pt x="4510477" y="843943"/>
                  <a:pt x="4511388" y="1045336"/>
                  <a:pt x="4498978" y="1278380"/>
                </a:cubicBezTo>
                <a:cubicBezTo>
                  <a:pt x="4486456" y="1511423"/>
                  <a:pt x="4523114" y="1602956"/>
                  <a:pt x="4498978" y="1794104"/>
                </a:cubicBezTo>
                <a:cubicBezTo>
                  <a:pt x="4474843" y="1985366"/>
                  <a:pt x="4486569" y="2324400"/>
                  <a:pt x="4498978" y="2473994"/>
                </a:cubicBezTo>
                <a:cubicBezTo>
                  <a:pt x="4498978" y="2538431"/>
                  <a:pt x="4444560" y="2588637"/>
                  <a:pt x="4393215" y="2579757"/>
                </a:cubicBezTo>
                <a:cubicBezTo>
                  <a:pt x="4225406" y="2601160"/>
                  <a:pt x="3885574" y="2605031"/>
                  <a:pt x="3741901" y="2579757"/>
                </a:cubicBezTo>
                <a:cubicBezTo>
                  <a:pt x="3598341" y="2554483"/>
                  <a:pt x="3289931" y="2592394"/>
                  <a:pt x="3090700" y="2579757"/>
                </a:cubicBezTo>
                <a:cubicBezTo>
                  <a:pt x="2891355" y="2567120"/>
                  <a:pt x="2796407" y="2597062"/>
                  <a:pt x="2609812" y="2579757"/>
                </a:cubicBezTo>
                <a:cubicBezTo>
                  <a:pt x="2423219" y="2562453"/>
                  <a:pt x="2129609" y="2572698"/>
                  <a:pt x="1915920" y="2579757"/>
                </a:cubicBezTo>
                <a:cubicBezTo>
                  <a:pt x="1702230" y="2586815"/>
                  <a:pt x="1572673" y="2576114"/>
                  <a:pt x="1392454" y="2579757"/>
                </a:cubicBezTo>
                <a:cubicBezTo>
                  <a:pt x="1212235" y="2583286"/>
                  <a:pt x="967124" y="2587726"/>
                  <a:pt x="826411" y="2579757"/>
                </a:cubicBezTo>
                <a:cubicBezTo>
                  <a:pt x="685582" y="2571788"/>
                  <a:pt x="422939" y="2599453"/>
                  <a:pt x="132517" y="2579757"/>
                </a:cubicBezTo>
                <a:cubicBezTo>
                  <a:pt x="66487" y="2583286"/>
                  <a:pt x="38822" y="2532738"/>
                  <a:pt x="26754" y="2473994"/>
                </a:cubicBezTo>
                <a:cubicBezTo>
                  <a:pt x="0" y="2297304"/>
                  <a:pt x="37114" y="2056861"/>
                  <a:pt x="26754" y="1841008"/>
                </a:cubicBezTo>
                <a:cubicBezTo>
                  <a:pt x="16394" y="1625270"/>
                  <a:pt x="41896" y="1515864"/>
                  <a:pt x="26754" y="1325285"/>
                </a:cubicBezTo>
                <a:cubicBezTo>
                  <a:pt x="11727" y="1134592"/>
                  <a:pt x="22769" y="907924"/>
                  <a:pt x="26754" y="785994"/>
                </a:cubicBezTo>
                <a:cubicBezTo>
                  <a:pt x="30739" y="664180"/>
                  <a:pt x="48727" y="293382"/>
                  <a:pt x="26754" y="129557"/>
                </a:cubicBezTo>
              </a:path>
            </a:pathLst>
          </a:cu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34">
            <a:extLst xmlns:a="http://schemas.openxmlformats.org/drawingml/2006/main">
              <a:ext uri="{FF2B5EF4-FFF2-40B4-BE49-F238E27FC236}">
                <a16:creationId xmlns:a16="http://schemas.microsoft.com/office/drawing/2014/main" id="{0C8D47AD-AE67-4264-8732-C5CD0CB9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44" y="5059382"/>
            <a:ext cx="4964732" cy="2866142"/>
          </a:xfrm>
          <a:custGeom xmlns:a="http://schemas.openxmlformats.org/drawingml/2006/main">
            <a:pathLst>
              <a:path w="4514803" h="2606398">
                <a:moveTo>
                  <a:pt x="24249" y="133428"/>
                </a:moveTo>
                <a:cubicBezTo>
                  <a:pt x="27209" y="79921"/>
                  <a:pt x="72862" y="22997"/>
                  <a:pt x="130013" y="27779"/>
                </a:cubicBezTo>
                <a:cubicBezTo>
                  <a:pt x="311711" y="53053"/>
                  <a:pt x="623422" y="25388"/>
                  <a:pt x="781213" y="27779"/>
                </a:cubicBezTo>
                <a:cubicBezTo>
                  <a:pt x="939118" y="30056"/>
                  <a:pt x="1049549" y="24819"/>
                  <a:pt x="1304679" y="27779"/>
                </a:cubicBezTo>
                <a:cubicBezTo>
                  <a:pt x="1559922" y="30625"/>
                  <a:pt x="1647356" y="55443"/>
                  <a:pt x="1913415" y="27779"/>
                </a:cubicBezTo>
                <a:cubicBezTo>
                  <a:pt x="2179360" y="0"/>
                  <a:pt x="2318025" y="47589"/>
                  <a:pt x="2607308" y="27779"/>
                </a:cubicBezTo>
                <a:cubicBezTo>
                  <a:pt x="2896591" y="7856"/>
                  <a:pt x="3118706" y="29258"/>
                  <a:pt x="3258622" y="27779"/>
                </a:cubicBezTo>
                <a:cubicBezTo>
                  <a:pt x="3398540" y="26185"/>
                  <a:pt x="3619288" y="32674"/>
                  <a:pt x="3782088" y="27779"/>
                </a:cubicBezTo>
                <a:cubicBezTo>
                  <a:pt x="3944775" y="22884"/>
                  <a:pt x="4251021" y="11043"/>
                  <a:pt x="4390711" y="27779"/>
                </a:cubicBezTo>
                <a:cubicBezTo>
                  <a:pt x="4453440" y="23794"/>
                  <a:pt x="4500800" y="73431"/>
                  <a:pt x="4496474" y="133428"/>
                </a:cubicBezTo>
                <a:cubicBezTo>
                  <a:pt x="4514803" y="374441"/>
                  <a:pt x="4483951" y="487604"/>
                  <a:pt x="4496474" y="766414"/>
                </a:cubicBezTo>
                <a:cubicBezTo>
                  <a:pt x="4508883" y="1045337"/>
                  <a:pt x="4498182" y="1088143"/>
                  <a:pt x="4496474" y="1329156"/>
                </a:cubicBezTo>
                <a:cubicBezTo>
                  <a:pt x="4494766" y="1570169"/>
                  <a:pt x="4487252" y="1704165"/>
                  <a:pt x="4496474" y="1962142"/>
                </a:cubicBezTo>
                <a:cubicBezTo>
                  <a:pt x="4505696" y="2220117"/>
                  <a:pt x="4494197" y="2340681"/>
                  <a:pt x="4496474" y="2477865"/>
                </a:cubicBezTo>
                <a:cubicBezTo>
                  <a:pt x="4490098" y="2532056"/>
                  <a:pt x="4440120" y="2589207"/>
                  <a:pt x="4390711" y="2583628"/>
                </a:cubicBezTo>
                <a:cubicBezTo>
                  <a:pt x="4230415" y="2567804"/>
                  <a:pt x="4016270" y="2601958"/>
                  <a:pt x="3739396" y="2583628"/>
                </a:cubicBezTo>
                <a:cubicBezTo>
                  <a:pt x="3462636" y="2565299"/>
                  <a:pt x="3437931" y="2602868"/>
                  <a:pt x="3173352" y="2583628"/>
                </a:cubicBezTo>
                <a:cubicBezTo>
                  <a:pt x="2908887" y="2564275"/>
                  <a:pt x="2828739" y="2589777"/>
                  <a:pt x="2692465" y="2583628"/>
                </a:cubicBezTo>
                <a:cubicBezTo>
                  <a:pt x="2556305" y="2577481"/>
                  <a:pt x="2386332" y="2603779"/>
                  <a:pt x="2126422" y="2583628"/>
                </a:cubicBezTo>
                <a:cubicBezTo>
                  <a:pt x="1866624" y="2563478"/>
                  <a:pt x="1628799" y="2606398"/>
                  <a:pt x="1475107" y="2583628"/>
                </a:cubicBezTo>
                <a:cubicBezTo>
                  <a:pt x="1321528" y="2560746"/>
                  <a:pt x="1198346" y="2603551"/>
                  <a:pt x="951642" y="2583628"/>
                </a:cubicBezTo>
                <a:cubicBezTo>
                  <a:pt x="705050" y="2563705"/>
                  <a:pt x="520392" y="2582490"/>
                  <a:pt x="130013" y="2583628"/>
                </a:cubicBezTo>
                <a:cubicBezTo>
                  <a:pt x="78668" y="2583059"/>
                  <a:pt x="23111" y="2526250"/>
                  <a:pt x="24249" y="2477865"/>
                </a:cubicBezTo>
                <a:cubicBezTo>
                  <a:pt x="38822" y="2270095"/>
                  <a:pt x="10360" y="2053218"/>
                  <a:pt x="24249" y="1868332"/>
                </a:cubicBezTo>
                <a:cubicBezTo>
                  <a:pt x="38138" y="1683445"/>
                  <a:pt x="48499" y="1443458"/>
                  <a:pt x="24249" y="1305703"/>
                </a:cubicBezTo>
                <a:cubicBezTo>
                  <a:pt x="0" y="1167950"/>
                  <a:pt x="43262" y="916577"/>
                  <a:pt x="24249" y="696170"/>
                </a:cubicBezTo>
                <a:cubicBezTo>
                  <a:pt x="5351" y="475650"/>
                  <a:pt x="22656" y="246250"/>
                  <a:pt x="24249" y="1334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C04F15"/>
            </a:solidFill>
            <a:prstDash val="solid"/>
          </a:ln>
        </p:spPr>
      </p:sp>
      <p:sp>
        <p:nvSpPr>
          <p:cNvPr id="55" name="text-35 Unkown">
            <a:extLst xmlns:a="http://schemas.openxmlformats.org/drawingml/2006/main">
              <a:ext uri="{FF2B5EF4-FFF2-40B4-BE49-F238E27FC236}">
                <a16:creationId xmlns:a16="http://schemas.microsoft.com/office/drawing/2014/main" id="{CAEAA814-5CE1-4048-895A-E5D0734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890" y="5151104"/>
            <a:ext cx="742398" cy="279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Unkown</a:t>
            </a:r>
          </a:p>
        </p:txBody>
      </p:sp>
      <p:sp>
        <p:nvSpPr>
          <p:cNvPr id="56" name="text-36 .">
            <a:extLst xmlns:a="http://schemas.openxmlformats.org/drawingml/2006/main">
              <a:ext uri="{FF2B5EF4-FFF2-40B4-BE49-F238E27FC236}">
                <a16:creationId xmlns:a16="http://schemas.microsoft.com/office/drawing/2014/main" id="{5438C621-4243-4213-ACC6-6008449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2475" y="5151129"/>
            <a:ext cx="85747" cy="27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7" name="text-38 It">
            <a:extLst xmlns:a="http://schemas.openxmlformats.org/drawingml/2006/main">
              <a:ext uri="{FF2B5EF4-FFF2-40B4-BE49-F238E27FC236}">
                <a16:creationId xmlns:a16="http://schemas.microsoft.com/office/drawing/2014/main" id="{F77A8A47-FD21-4AA0-BDA4-1444716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244" y="5150732"/>
            <a:ext cx="239877" cy="280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58" name="text-40 is">
            <a:extLst xmlns:a="http://schemas.openxmlformats.org/drawingml/2006/main">
              <a:ext uri="{FF2B5EF4-FFF2-40B4-BE49-F238E27FC236}">
                <a16:creationId xmlns:a16="http://schemas.microsoft.com/office/drawing/2014/main" id="{2FA70371-2F76-48E5-9F2C-AB5854B6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8750" y="5151676"/>
            <a:ext cx="188747" cy="279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59" name="text-42 not">
            <a:extLst xmlns:a="http://schemas.openxmlformats.org/drawingml/2006/main">
              <a:ext uri="{FF2B5EF4-FFF2-40B4-BE49-F238E27FC236}">
                <a16:creationId xmlns:a16="http://schemas.microsoft.com/office/drawing/2014/main" id="{CBF278BF-7877-4F72-80BA-C14EFCB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6676" y="5150954"/>
            <a:ext cx="340166" cy="280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60" name="text-44 possible">
            <a:extLst xmlns:a="http://schemas.openxmlformats.org/drawingml/2006/main">
              <a:ext uri="{FF2B5EF4-FFF2-40B4-BE49-F238E27FC236}">
                <a16:creationId xmlns:a16="http://schemas.microsoft.com/office/drawing/2014/main" id="{5D948E3C-E19B-4485-8DF9-615ECB0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585" y="5151544"/>
            <a:ext cx="779765" cy="27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possible</a:t>
            </a:r>
          </a:p>
        </p:txBody>
      </p:sp>
      <p:sp>
        <p:nvSpPr>
          <p:cNvPr id="61" name="text-46 to">
            <a:extLst xmlns:a="http://schemas.openxmlformats.org/drawingml/2006/main">
              <a:ext uri="{FF2B5EF4-FFF2-40B4-BE49-F238E27FC236}">
                <a16:creationId xmlns:a16="http://schemas.microsoft.com/office/drawing/2014/main" id="{3E6EB755-73E8-45BB-B178-48EF841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6417" y="5150721"/>
            <a:ext cx="235783" cy="280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62" name="text-48 determine">
            <a:extLst xmlns:a="http://schemas.openxmlformats.org/drawingml/2006/main">
              <a:ext uri="{FF2B5EF4-FFF2-40B4-BE49-F238E27FC236}">
                <a16:creationId xmlns:a16="http://schemas.microsoft.com/office/drawing/2014/main" id="{B1DED4DF-3349-40C6-A9C9-CE4A94E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2417" y="5151171"/>
            <a:ext cx="987831" cy="2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determine</a:t>
            </a:r>
          </a:p>
        </p:txBody>
      </p:sp>
      <p:sp>
        <p:nvSpPr>
          <p:cNvPr id="63" name="text-50 the">
            <a:extLst xmlns:a="http://schemas.openxmlformats.org/drawingml/2006/main">
              <a:ext uri="{FF2B5EF4-FFF2-40B4-BE49-F238E27FC236}">
                <a16:creationId xmlns:a16="http://schemas.microsoft.com/office/drawing/2014/main" id="{3E1DBEB5-7F41-447C-B6F6-B427EA6F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1070" y="5151672"/>
            <a:ext cx="354154" cy="279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" name="text-52 following">
            <a:extLst xmlns:a="http://schemas.openxmlformats.org/drawingml/2006/main">
              <a:ext uri="{FF2B5EF4-FFF2-40B4-BE49-F238E27FC236}">
                <a16:creationId xmlns:a16="http://schemas.microsoft.com/office/drawing/2014/main" id="{8BF6EFCD-D380-4DA6-A1ED-DF9C409B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798" y="5391798"/>
            <a:ext cx="859491" cy="279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following</a:t>
            </a:r>
          </a:p>
        </p:txBody>
      </p:sp>
      <p:sp>
        <p:nvSpPr>
          <p:cNvPr id="65" name="text-54 reasons">
            <a:extLst xmlns:a="http://schemas.openxmlformats.org/drawingml/2006/main">
              <a:ext uri="{FF2B5EF4-FFF2-40B4-BE49-F238E27FC236}">
                <a16:creationId xmlns:a16="http://schemas.microsoft.com/office/drawing/2014/main" id="{C4E110DF-D1FF-4400-8516-1674E8C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1156" y="5391288"/>
            <a:ext cx="748901" cy="280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reasons</a:t>
            </a:r>
          </a:p>
        </p:txBody>
      </p:sp>
      <p:sp>
        <p:nvSpPr>
          <p:cNvPr id="66" name="text-55 :">
            <a:extLst xmlns:a="http://schemas.openxmlformats.org/drawingml/2006/main">
              <a:ext uri="{FF2B5EF4-FFF2-40B4-BE49-F238E27FC236}">
                <a16:creationId xmlns:a16="http://schemas.microsoft.com/office/drawing/2014/main" id="{0E3530F8-DF9F-46F9-B935-C5AC3BC0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4750" y="5391689"/>
            <a:ext cx="95664" cy="279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67" name="text-56 1.">
            <a:extLst xmlns:a="http://schemas.openxmlformats.org/drawingml/2006/main">
              <a:ext uri="{FF2B5EF4-FFF2-40B4-BE49-F238E27FC236}">
                <a16:creationId xmlns:a16="http://schemas.microsoft.com/office/drawing/2014/main" id="{53D5EF4A-67CE-4A45-9CC4-50819D30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798" y="5631640"/>
            <a:ext cx="175927" cy="280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1.</a:t>
            </a:r>
          </a:p>
        </p:txBody>
      </p:sp>
      <p:sp>
        <p:nvSpPr>
          <p:cNvPr id="68" name="text-57 The">
            <a:extLst xmlns:a="http://schemas.openxmlformats.org/drawingml/2006/main">
              <a:ext uri="{FF2B5EF4-FFF2-40B4-BE49-F238E27FC236}">
                <a16:creationId xmlns:a16="http://schemas.microsoft.com/office/drawing/2014/main" id="{B84152C0-0CC4-46FD-A1F0-6703475A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5632176"/>
            <a:ext cx="396156" cy="279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9" name="text-59 image">
            <a:extLst xmlns:a="http://schemas.openxmlformats.org/drawingml/2006/main">
              <a:ext uri="{FF2B5EF4-FFF2-40B4-BE49-F238E27FC236}">
                <a16:creationId xmlns:a16="http://schemas.microsoft.com/office/drawing/2014/main" id="{07C6E1E4-6396-43A7-8ACA-C79ACE9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4585" y="5631736"/>
            <a:ext cx="565470" cy="280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0" name="text-61 shows">
            <a:extLst xmlns:a="http://schemas.openxmlformats.org/drawingml/2006/main">
              <a:ext uri="{FF2B5EF4-FFF2-40B4-BE49-F238E27FC236}">
                <a16:creationId xmlns:a16="http://schemas.microsoft.com/office/drawing/2014/main" id="{C97EBD40-0362-483B-B659-F50F75F3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6114" y="5631745"/>
            <a:ext cx="588241" cy="280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shows</a:t>
            </a:r>
          </a:p>
        </p:txBody>
      </p:sp>
      <p:sp>
        <p:nvSpPr>
          <p:cNvPr id="71" name="text-63 the">
            <a:extLst xmlns:a="http://schemas.openxmlformats.org/drawingml/2006/main">
              <a:ext uri="{FF2B5EF4-FFF2-40B4-BE49-F238E27FC236}">
                <a16:creationId xmlns:a16="http://schemas.microsoft.com/office/drawing/2014/main" id="{3BC13A87-3B67-40DC-852C-DA0AD0F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428" y="5631532"/>
            <a:ext cx="355711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2" name="text-65 interior">
            <a:extLst xmlns:a="http://schemas.openxmlformats.org/drawingml/2006/main">
              <a:ext uri="{FF2B5EF4-FFF2-40B4-BE49-F238E27FC236}">
                <a16:creationId xmlns:a16="http://schemas.microsoft.com/office/drawing/2014/main" id="{C31E0319-D9EE-48E5-8F7F-E65F4A9D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1634" y="5631828"/>
            <a:ext cx="753596" cy="27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interior</a:t>
            </a:r>
          </a:p>
        </p:txBody>
      </p:sp>
      <p:sp>
        <p:nvSpPr>
          <p:cNvPr id="73" name="text-67 of">
            <a:extLst xmlns:a="http://schemas.openxmlformats.org/drawingml/2006/main">
              <a:ext uri="{FF2B5EF4-FFF2-40B4-BE49-F238E27FC236}">
                <a16:creationId xmlns:a16="http://schemas.microsoft.com/office/drawing/2014/main" id="{31142FF3-0446-4F32-8771-E5259AE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0951" y="5631889"/>
            <a:ext cx="242709" cy="279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74" name="text-69 a">
            <a:extLst xmlns:a="http://schemas.openxmlformats.org/drawingml/2006/main">
              <a:ext uri="{FF2B5EF4-FFF2-40B4-BE49-F238E27FC236}">
                <a16:creationId xmlns:a16="http://schemas.microsoft.com/office/drawing/2014/main" id="{5D71FE50-30E4-4890-81ED-919BEA2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9485" y="5631930"/>
            <a:ext cx="138224" cy="27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5" name="text-71 train">
            <a:extLst xmlns:a="http://schemas.openxmlformats.org/drawingml/2006/main">
              <a:ext uri="{FF2B5EF4-FFF2-40B4-BE49-F238E27FC236}">
                <a16:creationId xmlns:a16="http://schemas.microsoft.com/office/drawing/2014/main" id="{0C6D159F-9885-4BA3-A650-3F5A6424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858" y="5631203"/>
            <a:ext cx="490756" cy="280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8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train</a:t>
            </a:r>
          </a:p>
        </p:txBody>
      </p:sp>
      <p:sp>
        <p:nvSpPr>
          <p:cNvPr id="76" name="text-73 station,">
            <a:extLst xmlns:a="http://schemas.openxmlformats.org/drawingml/2006/main">
              <a:ext uri="{FF2B5EF4-FFF2-40B4-BE49-F238E27FC236}">
                <a16:creationId xmlns:a16="http://schemas.microsoft.com/office/drawing/2014/main" id="{D21E61EF-F190-4C56-B03D-F977AF6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5871980"/>
            <a:ext cx="745920" cy="280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station,</a:t>
            </a:r>
          </a:p>
        </p:txBody>
      </p:sp>
      <p:sp>
        <p:nvSpPr>
          <p:cNvPr id="77" name="text-75 and">
            <a:extLst xmlns:a="http://schemas.openxmlformats.org/drawingml/2006/main">
              <a:ext uri="{FF2B5EF4-FFF2-40B4-BE49-F238E27FC236}">
                <a16:creationId xmlns:a16="http://schemas.microsoft.com/office/drawing/2014/main" id="{F8415AD4-34E4-4766-B401-EA41E9F6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008" y="5872301"/>
            <a:ext cx="360146" cy="27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78" name="text-77 there">
            <a:extLst xmlns:a="http://schemas.openxmlformats.org/drawingml/2006/main">
              <a:ext uri="{FF2B5EF4-FFF2-40B4-BE49-F238E27FC236}">
                <a16:creationId xmlns:a16="http://schemas.microsoft.com/office/drawing/2014/main" id="{3C49FAF7-36DD-4F1E-9536-8FEF4D4F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3109" y="5872605"/>
            <a:ext cx="559587" cy="279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79" name="text-79 are">
            <a:extLst xmlns:a="http://schemas.openxmlformats.org/drawingml/2006/main">
              <a:ext uri="{FF2B5EF4-FFF2-40B4-BE49-F238E27FC236}">
                <a16:creationId xmlns:a16="http://schemas.microsoft.com/office/drawing/2014/main" id="{485C714D-9766-4AF8-9B7A-076E2B6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6768" y="5872308"/>
            <a:ext cx="343649" cy="27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80" name="text-81 not">
            <a:extLst xmlns:a="http://schemas.openxmlformats.org/drawingml/2006/main">
              <a:ext uri="{FF2B5EF4-FFF2-40B4-BE49-F238E27FC236}">
                <a16:creationId xmlns:a16="http://schemas.microsoft.com/office/drawing/2014/main" id="{248F4880-0D81-4361-9733-D612A2D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3847" y="5872059"/>
            <a:ext cx="340165" cy="280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81" name="text-83 enough">
            <a:extLst xmlns:a="http://schemas.openxmlformats.org/drawingml/2006/main">
              <a:ext uri="{FF2B5EF4-FFF2-40B4-BE49-F238E27FC236}">
                <a16:creationId xmlns:a16="http://schemas.microsoft.com/office/drawing/2014/main" id="{CC95B82B-093C-4B45-A6D6-84978226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6417" y="5872121"/>
            <a:ext cx="681113" cy="28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enough</a:t>
            </a:r>
          </a:p>
        </p:txBody>
      </p:sp>
      <p:sp>
        <p:nvSpPr>
          <p:cNvPr id="82" name="text-85 geographic">
            <a:extLst xmlns:a="http://schemas.openxmlformats.org/drawingml/2006/main">
              <a:ext uri="{FF2B5EF4-FFF2-40B4-BE49-F238E27FC236}">
                <a16:creationId xmlns:a16="http://schemas.microsoft.com/office/drawing/2014/main" id="{E27DDB2F-68F5-4D6A-8185-3BA25FFD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513" y="5872142"/>
            <a:ext cx="1042565" cy="280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83" name="text-87 markers">
            <a:extLst xmlns:a="http://schemas.openxmlformats.org/drawingml/2006/main">
              <a:ext uri="{FF2B5EF4-FFF2-40B4-BE49-F238E27FC236}">
                <a16:creationId xmlns:a16="http://schemas.microsoft.com/office/drawing/2014/main" id="{D95E0F4D-F774-4726-BCE0-CF29231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6112326"/>
            <a:ext cx="801462" cy="2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markers</a:t>
            </a:r>
          </a:p>
        </p:txBody>
      </p:sp>
      <p:sp>
        <p:nvSpPr>
          <p:cNvPr id="84" name="text-89 or">
            <a:extLst xmlns:a="http://schemas.openxmlformats.org/drawingml/2006/main">
              <a:ext uri="{FF2B5EF4-FFF2-40B4-BE49-F238E27FC236}">
                <a16:creationId xmlns:a16="http://schemas.microsoft.com/office/drawing/2014/main" id="{2DAD0D44-752C-47E1-9748-C8252C3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644" y="6112564"/>
            <a:ext cx="237159" cy="27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85" name="text-91 other">
            <a:extLst xmlns:a="http://schemas.openxmlformats.org/drawingml/2006/main">
              <a:ext uri="{FF2B5EF4-FFF2-40B4-BE49-F238E27FC236}">
                <a16:creationId xmlns:a16="http://schemas.microsoft.com/office/drawing/2014/main" id="{1DF48F08-3FD9-4D1C-85A5-F0DD0917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1607" y="6112933"/>
            <a:ext cx="555322" cy="279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other</a:t>
            </a:r>
          </a:p>
        </p:txBody>
      </p:sp>
      <p:sp>
        <p:nvSpPr>
          <p:cNvPr id="86" name="text-93 clear">
            <a:extLst xmlns:a="http://schemas.openxmlformats.org/drawingml/2006/main">
              <a:ext uri="{FF2B5EF4-FFF2-40B4-BE49-F238E27FC236}">
                <a16:creationId xmlns:a16="http://schemas.microsoft.com/office/drawing/2014/main" id="{D80E81B9-0AE8-4CBF-ADB5-04459C6E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2308" y="6112005"/>
            <a:ext cx="502740" cy="280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clear</a:t>
            </a:r>
          </a:p>
        </p:txBody>
      </p:sp>
      <p:sp>
        <p:nvSpPr>
          <p:cNvPr id="87" name="text-95 geographic">
            <a:extLst xmlns:a="http://schemas.openxmlformats.org/drawingml/2006/main">
              <a:ext uri="{FF2B5EF4-FFF2-40B4-BE49-F238E27FC236}">
                <a16:creationId xmlns:a16="http://schemas.microsoft.com/office/drawing/2014/main" id="{F9CDF960-7443-45BE-A129-0C273387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178" y="6112152"/>
            <a:ext cx="1044428" cy="28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88" name="text-97 clues">
            <a:extLst xmlns:a="http://schemas.openxmlformats.org/drawingml/2006/main">
              <a:ext uri="{FF2B5EF4-FFF2-40B4-BE49-F238E27FC236}">
                <a16:creationId xmlns:a16="http://schemas.microsoft.com/office/drawing/2014/main" id="{7D397F5F-485A-492F-8594-418BA719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379" y="6112604"/>
            <a:ext cx="504100" cy="279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clues</a:t>
            </a:r>
          </a:p>
        </p:txBody>
      </p:sp>
      <p:sp>
        <p:nvSpPr>
          <p:cNvPr id="89" name="text-99 to">
            <a:extLst xmlns:a="http://schemas.openxmlformats.org/drawingml/2006/main">
              <a:ext uri="{FF2B5EF4-FFF2-40B4-BE49-F238E27FC236}">
                <a16:creationId xmlns:a16="http://schemas.microsoft.com/office/drawing/2014/main" id="{6B5B076E-3758-4292-BF91-1CD77F92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9751" y="6112194"/>
            <a:ext cx="235783" cy="28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90" name="text-101 determine">
            <a:extLst xmlns:a="http://schemas.openxmlformats.org/drawingml/2006/main">
              <a:ext uri="{FF2B5EF4-FFF2-40B4-BE49-F238E27FC236}">
                <a16:creationId xmlns:a16="http://schemas.microsoft.com/office/drawing/2014/main" id="{3A71385B-6B27-4EFE-BB39-2C0F86C8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6353013"/>
            <a:ext cx="987831" cy="2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determine</a:t>
            </a:r>
          </a:p>
        </p:txBody>
      </p:sp>
      <p:sp>
        <p:nvSpPr>
          <p:cNvPr id="91" name="text-103 its">
            <a:extLst xmlns:a="http://schemas.openxmlformats.org/drawingml/2006/main">
              <a:ext uri="{FF2B5EF4-FFF2-40B4-BE49-F238E27FC236}">
                <a16:creationId xmlns:a16="http://schemas.microsoft.com/office/drawing/2014/main" id="{741B8F80-1DBC-43F5-A1AA-2FEFD367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5367" y="6353148"/>
            <a:ext cx="283283" cy="279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its</a:t>
            </a:r>
          </a:p>
        </p:txBody>
      </p:sp>
      <p:sp>
        <p:nvSpPr>
          <p:cNvPr id="92" name="text-105 exact">
            <a:extLst xmlns:a="http://schemas.openxmlformats.org/drawingml/2006/main">
              <a:ext uri="{FF2B5EF4-FFF2-40B4-BE49-F238E27FC236}">
                <a16:creationId xmlns:a16="http://schemas.microsoft.com/office/drawing/2014/main" id="{C91648A7-DEEC-40F2-902D-4D4A141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2087" y="6352937"/>
            <a:ext cx="562725" cy="279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exact</a:t>
            </a:r>
          </a:p>
        </p:txBody>
      </p:sp>
      <p:sp>
        <p:nvSpPr>
          <p:cNvPr id="93" name="text-107 location">
            <a:extLst xmlns:a="http://schemas.openxmlformats.org/drawingml/2006/main">
              <a:ext uri="{FF2B5EF4-FFF2-40B4-BE49-F238E27FC236}">
                <a16:creationId xmlns:a16="http://schemas.microsoft.com/office/drawing/2014/main" id="{C81B8021-EC10-4804-BCB9-2B0B3A6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0990" y="6353336"/>
            <a:ext cx="759311" cy="279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94" name="text-108 .">
            <a:extLst xmlns:a="http://schemas.openxmlformats.org/drawingml/2006/main">
              <a:ext uri="{FF2B5EF4-FFF2-40B4-BE49-F238E27FC236}">
                <a16:creationId xmlns:a16="http://schemas.microsoft.com/office/drawing/2014/main" id="{050598DF-C218-4E03-8BA1-CB6EC45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099" y="6352971"/>
            <a:ext cx="85747" cy="27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5" name="text-110 2.">
            <a:extLst xmlns:a="http://schemas.openxmlformats.org/drawingml/2006/main">
              <a:ext uri="{FF2B5EF4-FFF2-40B4-BE49-F238E27FC236}">
                <a16:creationId xmlns:a16="http://schemas.microsoft.com/office/drawing/2014/main" id="{FEAE8C46-B287-4207-99CF-FFF3FFE3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798" y="6593964"/>
            <a:ext cx="207367" cy="279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2.</a:t>
            </a:r>
          </a:p>
        </p:txBody>
      </p:sp>
      <p:sp>
        <p:nvSpPr>
          <p:cNvPr id="96" name="text-111 Although">
            <a:extLst xmlns:a="http://schemas.openxmlformats.org/drawingml/2006/main">
              <a:ext uri="{FF2B5EF4-FFF2-40B4-BE49-F238E27FC236}">
                <a16:creationId xmlns:a16="http://schemas.microsoft.com/office/drawing/2014/main" id="{18341927-5E84-4B7D-AFA9-52F78FE6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6593418"/>
            <a:ext cx="877933" cy="280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Although</a:t>
            </a:r>
          </a:p>
        </p:txBody>
      </p:sp>
      <p:sp>
        <p:nvSpPr>
          <p:cNvPr id="97" name="text-113 “Jamaica”">
            <a:extLst xmlns:a="http://schemas.openxmlformats.org/drawingml/2006/main">
              <a:ext uri="{FF2B5EF4-FFF2-40B4-BE49-F238E27FC236}">
                <a16:creationId xmlns:a16="http://schemas.microsoft.com/office/drawing/2014/main" id="{9D38FCF9-AD56-4F28-B11D-F7EBF3B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2316" y="6593377"/>
            <a:ext cx="948055" cy="280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“Jamaica”</a:t>
            </a:r>
          </a:p>
        </p:txBody>
      </p:sp>
      <p:sp>
        <p:nvSpPr>
          <p:cNvPr id="98" name="text-115 (Jamaica)">
            <a:extLst xmlns:a="http://schemas.openxmlformats.org/drawingml/2006/main">
              <a:ext uri="{FF2B5EF4-FFF2-40B4-BE49-F238E27FC236}">
                <a16:creationId xmlns:a16="http://schemas.microsoft.com/office/drawing/2014/main" id="{37E6F65F-51B7-4B13-A1DF-4B0FFF1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174" y="6593174"/>
            <a:ext cx="938033" cy="28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(Jamaica)</a:t>
            </a:r>
          </a:p>
        </p:txBody>
      </p:sp>
      <p:sp>
        <p:nvSpPr>
          <p:cNvPr id="99" name="text-117 is">
            <a:extLst xmlns:a="http://schemas.openxmlformats.org/drawingml/2006/main">
              <a:ext uri="{FF2B5EF4-FFF2-40B4-BE49-F238E27FC236}">
                <a16:creationId xmlns:a16="http://schemas.microsoft.com/office/drawing/2014/main" id="{92E29702-B46C-4F66-82E5-6448CF33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2269" y="6594136"/>
            <a:ext cx="188747" cy="279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119 an">
            <a:extLst xmlns:a="http://schemas.openxmlformats.org/drawingml/2006/main">
              <a:ext uri="{FF2B5EF4-FFF2-40B4-BE49-F238E27FC236}">
                <a16:creationId xmlns:a16="http://schemas.microsoft.com/office/drawing/2014/main" id="{0060848C-35B5-47A8-A7C3-025D7BF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2213" y="6593777"/>
            <a:ext cx="242701" cy="27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101" name="text-121 island">
            <a:extLst xmlns:a="http://schemas.openxmlformats.org/drawingml/2006/main">
              <a:ext uri="{FF2B5EF4-FFF2-40B4-BE49-F238E27FC236}">
                <a16:creationId xmlns:a16="http://schemas.microsoft.com/office/drawing/2014/main" id="{044E4E18-C519-4D05-B0D0-C2912D1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241" y="6593886"/>
            <a:ext cx="567503" cy="27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island</a:t>
            </a:r>
          </a:p>
        </p:txBody>
      </p:sp>
      <p:sp>
        <p:nvSpPr>
          <p:cNvPr id="102" name="text-123 country">
            <a:extLst xmlns:a="http://schemas.openxmlformats.org/drawingml/2006/main">
              <a:ext uri="{FF2B5EF4-FFF2-40B4-BE49-F238E27FC236}">
                <a16:creationId xmlns:a16="http://schemas.microsoft.com/office/drawing/2014/main" id="{C3CA3919-3BD8-4DB1-9694-8328C40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6833617"/>
            <a:ext cx="747864" cy="280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country</a:t>
            </a:r>
          </a:p>
        </p:txBody>
      </p:sp>
      <p:sp>
        <p:nvSpPr>
          <p:cNvPr id="103" name="text-125 located">
            <a:extLst xmlns:a="http://schemas.openxmlformats.org/drawingml/2006/main">
              <a:ext uri="{FF2B5EF4-FFF2-40B4-BE49-F238E27FC236}">
                <a16:creationId xmlns:a16="http://schemas.microsoft.com/office/drawing/2014/main" id="{9853DD4F-C28D-4108-9A36-8D183F4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202" y="6833404"/>
            <a:ext cx="723904" cy="28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located</a:t>
            </a:r>
          </a:p>
        </p:txBody>
      </p:sp>
      <p:sp>
        <p:nvSpPr>
          <p:cNvPr id="104" name="text-127 in">
            <a:extLst xmlns:a="http://schemas.openxmlformats.org/drawingml/2006/main">
              <a:ext uri="{FF2B5EF4-FFF2-40B4-BE49-F238E27FC236}">
                <a16:creationId xmlns:a16="http://schemas.microsoft.com/office/drawing/2014/main" id="{5C0BA4C1-4961-446D-AC4D-03D4F45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7801" y="6834507"/>
            <a:ext cx="196063" cy="279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05" name="text-129 North">
            <a:extLst xmlns:a="http://schemas.openxmlformats.org/drawingml/2006/main">
              <a:ext uri="{FF2B5EF4-FFF2-40B4-BE49-F238E27FC236}">
                <a16:creationId xmlns:a16="http://schemas.microsoft.com/office/drawing/2014/main" id="{11367CA0-4188-4E97-A2A6-CE5CB7B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842" y="6833829"/>
            <a:ext cx="606388" cy="280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106" name="text-131 America,">
            <a:extLst xmlns:a="http://schemas.openxmlformats.org/drawingml/2006/main">
              <a:ext uri="{FF2B5EF4-FFF2-40B4-BE49-F238E27FC236}">
                <a16:creationId xmlns:a16="http://schemas.microsoft.com/office/drawing/2014/main" id="{57063DC8-A641-47AB-A2E8-D49E2C1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2509" y="6833399"/>
            <a:ext cx="861662" cy="28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America,</a:t>
            </a:r>
          </a:p>
        </p:txBody>
      </p:sp>
      <p:sp>
        <p:nvSpPr>
          <p:cNvPr id="107" name="text-133 the">
            <a:extLst xmlns:a="http://schemas.openxmlformats.org/drawingml/2006/main">
              <a:ext uri="{FF2B5EF4-FFF2-40B4-BE49-F238E27FC236}">
                <a16:creationId xmlns:a16="http://schemas.microsoft.com/office/drawing/2014/main" id="{92C5A81A-EA9B-45AA-9056-A47AB22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1070" y="6833624"/>
            <a:ext cx="355711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08" name="text-135 symbol">
            <a:extLst xmlns:a="http://schemas.openxmlformats.org/drawingml/2006/main">
              <a:ext uri="{FF2B5EF4-FFF2-40B4-BE49-F238E27FC236}">
                <a16:creationId xmlns:a16="http://schemas.microsoft.com/office/drawing/2014/main" id="{5640142E-F31D-4047-A3F7-CD4468D9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7074529"/>
            <a:ext cx="670324" cy="279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symbol</a:t>
            </a:r>
          </a:p>
        </p:txBody>
      </p:sp>
      <p:sp>
        <p:nvSpPr>
          <p:cNvPr id="109" name="text-137 may">
            <a:extLst xmlns:a="http://schemas.openxmlformats.org/drawingml/2006/main">
              <a:ext uri="{FF2B5EF4-FFF2-40B4-BE49-F238E27FC236}">
                <a16:creationId xmlns:a16="http://schemas.microsoft.com/office/drawing/2014/main" id="{4975E666-2621-435A-9CB2-138314C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2980" y="7073217"/>
            <a:ext cx="399740" cy="28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8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may</a:t>
            </a:r>
          </a:p>
        </p:txBody>
      </p:sp>
      <p:sp>
        <p:nvSpPr>
          <p:cNvPr id="110" name="text-139 be">
            <a:extLst xmlns:a="http://schemas.openxmlformats.org/drawingml/2006/main">
              <a:ext uri="{FF2B5EF4-FFF2-40B4-BE49-F238E27FC236}">
                <a16:creationId xmlns:a16="http://schemas.microsoft.com/office/drawing/2014/main" id="{8CE33AA0-A087-440E-8E14-C7A265F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2731" y="7074285"/>
            <a:ext cx="264144" cy="279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111" name="text-141 only">
            <a:extLst xmlns:a="http://schemas.openxmlformats.org/drawingml/2006/main">
              <a:ext uri="{FF2B5EF4-FFF2-40B4-BE49-F238E27FC236}">
                <a16:creationId xmlns:a16="http://schemas.microsoft.com/office/drawing/2014/main" id="{44313728-9DCA-4CB3-B8E5-6C281B5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9027" y="7074411"/>
            <a:ext cx="404321" cy="279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only</a:t>
            </a:r>
          </a:p>
        </p:txBody>
      </p:sp>
      <p:sp>
        <p:nvSpPr>
          <p:cNvPr id="112" name="text-143 part">
            <a:extLst xmlns:a="http://schemas.openxmlformats.org/drawingml/2006/main">
              <a:ext uri="{FF2B5EF4-FFF2-40B4-BE49-F238E27FC236}">
                <a16:creationId xmlns:a16="http://schemas.microsoft.com/office/drawing/2014/main" id="{09DCFEAC-33F3-447C-9CA6-6DA4B03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3285" y="7073894"/>
            <a:ext cx="436318" cy="280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113" name="text-145 of">
            <a:extLst xmlns:a="http://schemas.openxmlformats.org/drawingml/2006/main">
              <a:ext uri="{FF2B5EF4-FFF2-40B4-BE49-F238E27FC236}">
                <a16:creationId xmlns:a16="http://schemas.microsoft.com/office/drawing/2014/main" id="{B414EA5F-0F51-4B03-A75E-35EAE68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592" y="7074349"/>
            <a:ext cx="242709" cy="279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14" name="text-147 the">
            <a:extLst xmlns:a="http://schemas.openxmlformats.org/drawingml/2006/main">
              <a:ext uri="{FF2B5EF4-FFF2-40B4-BE49-F238E27FC236}">
                <a16:creationId xmlns:a16="http://schemas.microsoft.com/office/drawing/2014/main" id="{6DA0AD38-64FC-47B1-9FDE-BB92884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103" y="7073992"/>
            <a:ext cx="355711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5" name="text-149 station's">
            <a:extLst xmlns:a="http://schemas.openxmlformats.org/drawingml/2006/main">
              <a:ext uri="{FF2B5EF4-FFF2-40B4-BE49-F238E27FC236}">
                <a16:creationId xmlns:a16="http://schemas.microsoft.com/office/drawing/2014/main" id="{8F072194-7F66-445A-8B99-5E85668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287" y="7074145"/>
            <a:ext cx="865382" cy="280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station's</a:t>
            </a:r>
          </a:p>
        </p:txBody>
      </p:sp>
      <p:sp>
        <p:nvSpPr>
          <p:cNvPr id="116" name="text-151 name">
            <a:extLst xmlns:a="http://schemas.openxmlformats.org/drawingml/2006/main">
              <a:ext uri="{FF2B5EF4-FFF2-40B4-BE49-F238E27FC236}">
                <a16:creationId xmlns:a16="http://schemas.microsoft.com/office/drawing/2014/main" id="{00D9467B-B1BC-40B7-8D85-C09A9B61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7314831"/>
            <a:ext cx="507280" cy="279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name</a:t>
            </a:r>
          </a:p>
        </p:txBody>
      </p:sp>
      <p:sp>
        <p:nvSpPr>
          <p:cNvPr id="117" name="text-153 and">
            <a:extLst xmlns:a="http://schemas.openxmlformats.org/drawingml/2006/main">
              <a:ext uri="{FF2B5EF4-FFF2-40B4-BE49-F238E27FC236}">
                <a16:creationId xmlns:a16="http://schemas.microsoft.com/office/drawing/2014/main" id="{3778122C-4938-4896-95BF-FDD9102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1156" y="7314760"/>
            <a:ext cx="360146" cy="27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18" name="text-155 does">
            <a:extLst xmlns:a="http://schemas.openxmlformats.org/drawingml/2006/main">
              <a:ext uri="{FF2B5EF4-FFF2-40B4-BE49-F238E27FC236}">
                <a16:creationId xmlns:a16="http://schemas.microsoft.com/office/drawing/2014/main" id="{BE729DDF-A8A7-4621-B43E-249B346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271" y="7314772"/>
            <a:ext cx="465125" cy="279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119" name="text-157 not">
            <a:extLst xmlns:a="http://schemas.openxmlformats.org/drawingml/2006/main">
              <a:ext uri="{FF2B5EF4-FFF2-40B4-BE49-F238E27FC236}">
                <a16:creationId xmlns:a16="http://schemas.microsoft.com/office/drawing/2014/main" id="{09334383-F0C8-47ED-80DF-A52BBC9C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5793" y="7314519"/>
            <a:ext cx="340165" cy="280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120" name="text-159 represent">
            <a:extLst xmlns:a="http://schemas.openxmlformats.org/drawingml/2006/main">
              <a:ext uri="{FF2B5EF4-FFF2-40B4-BE49-F238E27FC236}">
                <a16:creationId xmlns:a16="http://schemas.microsoft.com/office/drawing/2014/main" id="{FF1C094E-7574-4C15-ADD1-5700999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875" y="7314478"/>
            <a:ext cx="960572" cy="28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represent</a:t>
            </a:r>
          </a:p>
        </p:txBody>
      </p:sp>
      <p:sp>
        <p:nvSpPr>
          <p:cNvPr id="121" name="text-161 the">
            <a:extLst xmlns:a="http://schemas.openxmlformats.org/drawingml/2006/main">
              <a:ext uri="{FF2B5EF4-FFF2-40B4-BE49-F238E27FC236}">
                <a16:creationId xmlns:a16="http://schemas.microsoft.com/office/drawing/2014/main" id="{DDB9869A-FC68-4BB7-8CBA-6EF2E13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408" y="7315362"/>
            <a:ext cx="353932" cy="278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69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2" name="text-163 geographic">
            <a:extLst xmlns:a="http://schemas.openxmlformats.org/drawingml/2006/main">
              <a:ext uri="{FF2B5EF4-FFF2-40B4-BE49-F238E27FC236}">
                <a16:creationId xmlns:a16="http://schemas.microsoft.com/office/drawing/2014/main" id="{8A18D73B-D428-44F7-9785-4434D5B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513" y="7314521"/>
            <a:ext cx="1042979" cy="28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123" name="text-165 location">
            <a:extLst xmlns:a="http://schemas.openxmlformats.org/drawingml/2006/main">
              <a:ext uri="{FF2B5EF4-FFF2-40B4-BE49-F238E27FC236}">
                <a16:creationId xmlns:a16="http://schemas.microsoft.com/office/drawing/2014/main" id="{DF537739-219D-4ACF-93DC-4498ECB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16" y="7555427"/>
            <a:ext cx="759312" cy="27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124" name="text-167 of">
            <a:extLst xmlns:a="http://schemas.openxmlformats.org/drawingml/2006/main">
              <a:ext uri="{FF2B5EF4-FFF2-40B4-BE49-F238E27FC236}">
                <a16:creationId xmlns:a16="http://schemas.microsoft.com/office/drawing/2014/main" id="{A2F20656-4227-4DE1-9AAA-6632034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520" y="7555085"/>
            <a:ext cx="242710" cy="279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25" name="text-169 the">
            <a:extLst xmlns:a="http://schemas.openxmlformats.org/drawingml/2006/main">
              <a:ext uri="{FF2B5EF4-FFF2-40B4-BE49-F238E27FC236}">
                <a16:creationId xmlns:a16="http://schemas.microsoft.com/office/drawing/2014/main" id="{96926245-DF82-4CF8-8C6B-0810458C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4427" y="7554729"/>
            <a:ext cx="355711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6" name="text-171 entire">
            <a:extLst xmlns:a="http://schemas.openxmlformats.org/drawingml/2006/main">
              <a:ext uri="{FF2B5EF4-FFF2-40B4-BE49-F238E27FC236}">
                <a16:creationId xmlns:a16="http://schemas.microsoft.com/office/drawing/2014/main" id="{89966504-E789-4DB0-A501-FB752C8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3258" y="7554992"/>
            <a:ext cx="606021" cy="280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entire</a:t>
            </a:r>
          </a:p>
        </p:txBody>
      </p:sp>
      <p:sp>
        <p:nvSpPr>
          <p:cNvPr id="127" name="text-173 area">
            <a:extLst xmlns:a="http://schemas.openxmlformats.org/drawingml/2006/main">
              <a:ext uri="{FF2B5EF4-FFF2-40B4-BE49-F238E27FC236}">
                <a16:creationId xmlns:a16="http://schemas.microsoft.com/office/drawing/2014/main" id="{40CBDD80-BF5F-437F-8C93-ABFC90A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4225" y="7555118"/>
            <a:ext cx="445927" cy="27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area</a:t>
            </a:r>
          </a:p>
        </p:txBody>
      </p:sp>
      <p:sp>
        <p:nvSpPr>
          <p:cNvPr id="128" name="text-174 .">
            <a:extLst xmlns:a="http://schemas.openxmlformats.org/drawingml/2006/main">
              <a:ext uri="{FF2B5EF4-FFF2-40B4-BE49-F238E27FC236}">
                <a16:creationId xmlns:a16="http://schemas.microsoft.com/office/drawing/2014/main" id="{80622BCE-FF59-4B2B-B55F-96D4AA8B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353" y="7555062"/>
            <a:ext cx="85747" cy="27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80350E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F4AEB10-B549-4250-8462-5069D4C34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bb75a5c084e6d"/>
          <a:stretch xmlns:a="http://schemas.openxmlformats.org/drawingml/2006/main"/>
        </p:blipFill>
        <p:spPr>
          <a:xfrm xmlns:a="http://schemas.openxmlformats.org/drawingml/2006/main">
            <a:off x="182659" y="5533020"/>
            <a:ext cx="1152165" cy="1162639"/>
          </a:xfrm>
          <a:prstGeom xmlns:a="http://schemas.openxmlformats.org/drawingml/2006/main" prst="rect">
            <a:avLst/>
          </a:prstGeom>
        </p:spPr>
      </p:pic>
      <p:sp>
        <p:nvSpPr>
          <p:cNvPr id="130" name="text-176 Stage">
            <a:extLst xmlns:a="http://schemas.openxmlformats.org/drawingml/2006/main">
              <a:ext uri="{FF2B5EF4-FFF2-40B4-BE49-F238E27FC236}">
                <a16:creationId xmlns:a16="http://schemas.microsoft.com/office/drawing/2014/main" id="{69AF16BF-28B1-4094-8431-BE6333C7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123" y="2041504"/>
            <a:ext cx="673801" cy="315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131" name="text-176 2:">
            <a:extLst xmlns:a="http://schemas.openxmlformats.org/drawingml/2006/main">
              <a:ext uri="{FF2B5EF4-FFF2-40B4-BE49-F238E27FC236}">
                <a16:creationId xmlns:a16="http://schemas.microsoft.com/office/drawing/2014/main" id="{6AD20567-1F6D-4B9D-B1EA-B0AD2B32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3017" y="2041172"/>
            <a:ext cx="276244" cy="31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2:</a:t>
            </a:r>
          </a:p>
        </p:txBody>
      </p:sp>
      <p:sp>
        <p:nvSpPr>
          <p:cNvPr id="132" name="text-177 Build">
            <a:extLst xmlns:a="http://schemas.openxmlformats.org/drawingml/2006/main">
              <a:ext uri="{FF2B5EF4-FFF2-40B4-BE49-F238E27FC236}">
                <a16:creationId xmlns:a16="http://schemas.microsoft.com/office/drawing/2014/main" id="{F03AF703-04DB-44CA-85D7-E28A23B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250" y="2041352"/>
            <a:ext cx="557398" cy="315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133" name="text-177 an">
            <a:extLst xmlns:a="http://schemas.openxmlformats.org/drawingml/2006/main">
              <a:ext uri="{FF2B5EF4-FFF2-40B4-BE49-F238E27FC236}">
                <a16:creationId xmlns:a16="http://schemas.microsoft.com/office/drawing/2014/main" id="{B711D239-C809-4C63-A643-279B60E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766" y="2042278"/>
            <a:ext cx="282768" cy="31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6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134" name="text-177 expert">
            <a:extLst xmlns:a="http://schemas.openxmlformats.org/drawingml/2006/main">
              <a:ext uri="{FF2B5EF4-FFF2-40B4-BE49-F238E27FC236}">
                <a16:creationId xmlns:a16="http://schemas.microsoft.com/office/drawing/2014/main" id="{6734BC8B-2972-4BA8-832F-232342B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8911" y="2041331"/>
            <a:ext cx="761066" cy="315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35" name="text-177 team">
            <a:extLst xmlns:a="http://schemas.openxmlformats.org/drawingml/2006/main">
              <a:ext uri="{FF2B5EF4-FFF2-40B4-BE49-F238E27FC236}">
                <a16:creationId xmlns:a16="http://schemas.microsoft.com/office/drawing/2014/main" id="{49D82B72-CAB0-4011-AB74-44D6F5FA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790" y="2041274"/>
            <a:ext cx="573514" cy="31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team</a:t>
            </a:r>
          </a:p>
        </p:txBody>
      </p:sp>
      <p:sp>
        <p:nvSpPr>
          <p:cNvPr id="136" name="text-177 based">
            <a:extLst xmlns:a="http://schemas.openxmlformats.org/drawingml/2006/main">
              <a:ext uri="{FF2B5EF4-FFF2-40B4-BE49-F238E27FC236}">
                <a16:creationId xmlns:a16="http://schemas.microsoft.com/office/drawing/2014/main" id="{6CF284D5-69A9-4144-8FBA-5BAA28A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6531" y="2041729"/>
            <a:ext cx="666848" cy="31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137" name="text-177 on">
            <a:extLst xmlns:a="http://schemas.openxmlformats.org/drawingml/2006/main">
              <a:ext uri="{FF2B5EF4-FFF2-40B4-BE49-F238E27FC236}">
                <a16:creationId xmlns:a16="http://schemas.microsoft.com/office/drawing/2014/main" id="{C09D02A4-0064-417B-92C7-8EB2EDC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1918" y="2041438"/>
            <a:ext cx="277061" cy="31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138" name="text-177 the">
            <a:extLst xmlns:a="http://schemas.openxmlformats.org/drawingml/2006/main">
              <a:ext uri="{FF2B5EF4-FFF2-40B4-BE49-F238E27FC236}">
                <a16:creationId xmlns:a16="http://schemas.microsoft.com/office/drawing/2014/main" id="{2D59149E-43EA-454E-8509-D0C9D48D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3626" y="2041062"/>
            <a:ext cx="403693" cy="316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9" name="text-177 questions">
            <a:extLst xmlns:a="http://schemas.openxmlformats.org/drawingml/2006/main">
              <a:ext uri="{FF2B5EF4-FFF2-40B4-BE49-F238E27FC236}">
                <a16:creationId xmlns:a16="http://schemas.microsoft.com/office/drawing/2014/main" id="{82194D84-D3B9-444F-B864-47E208D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4458" y="2041267"/>
            <a:ext cx="1027124" cy="315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140" name="text-179 and">
            <a:extLst xmlns:a="http://schemas.openxmlformats.org/drawingml/2006/main">
              <a:ext uri="{FF2B5EF4-FFF2-40B4-BE49-F238E27FC236}">
                <a16:creationId xmlns:a16="http://schemas.microsoft.com/office/drawing/2014/main" id="{12AF307D-E26F-45BE-BB93-146EB6E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9757" y="2311899"/>
            <a:ext cx="416083" cy="315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1" name="text-179 initial">
            <a:extLst xmlns:a="http://schemas.openxmlformats.org/drawingml/2006/main">
              <a:ext uri="{FF2B5EF4-FFF2-40B4-BE49-F238E27FC236}">
                <a16:creationId xmlns:a16="http://schemas.microsoft.com/office/drawing/2014/main" id="{E4E56F7F-1CC9-4A6C-805A-9B3326D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2982" y="2311727"/>
            <a:ext cx="641576" cy="31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42" name="text-179 answers">
            <a:extLst xmlns:a="http://schemas.openxmlformats.org/drawingml/2006/main">
              <a:ext uri="{FF2B5EF4-FFF2-40B4-BE49-F238E27FC236}">
                <a16:creationId xmlns:a16="http://schemas.microsoft.com/office/drawing/2014/main" id="{13AADFD1-B995-4154-8C0E-530072C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8398" y="2311806"/>
            <a:ext cx="891895" cy="31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answers</a:t>
            </a:r>
          </a:p>
        </p:txBody>
      </p:sp>
      <p:sp>
        <p:nvSpPr>
          <p:cNvPr id="143" name="text-180 .">
            <a:extLst xmlns:a="http://schemas.openxmlformats.org/drawingml/2006/main">
              <a:ext uri="{FF2B5EF4-FFF2-40B4-BE49-F238E27FC236}">
                <a16:creationId xmlns:a16="http://schemas.microsoft.com/office/drawing/2014/main" id="{314449C6-6791-4D12-B63E-F396D5C2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0604" y="2311964"/>
            <a:ext cx="138263" cy="315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44" name="text-181 Stage">
            <a:extLst xmlns:a="http://schemas.openxmlformats.org/drawingml/2006/main">
              <a:ext uri="{FF2B5EF4-FFF2-40B4-BE49-F238E27FC236}">
                <a16:creationId xmlns:a16="http://schemas.microsoft.com/office/drawing/2014/main" id="{F0657E9E-86DD-444F-89B4-6D90351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7868" y="2042128"/>
            <a:ext cx="673802" cy="315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145" name="text-181 3:">
            <a:extLst xmlns:a="http://schemas.openxmlformats.org/drawingml/2006/main">
              <a:ext uri="{FF2B5EF4-FFF2-40B4-BE49-F238E27FC236}">
                <a16:creationId xmlns:a16="http://schemas.microsoft.com/office/drawing/2014/main" id="{F060DDBB-B218-4C3C-ADAF-B89AF08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7763" y="2041797"/>
            <a:ext cx="276242" cy="315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3:</a:t>
            </a:r>
          </a:p>
        </p:txBody>
      </p:sp>
      <p:sp>
        <p:nvSpPr>
          <p:cNvPr id="146" name="text-181 Expert">
            <a:extLst xmlns:a="http://schemas.openxmlformats.org/drawingml/2006/main">
              <a:ext uri="{FF2B5EF4-FFF2-40B4-BE49-F238E27FC236}">
                <a16:creationId xmlns:a16="http://schemas.microsoft.com/office/drawing/2014/main" id="{05B810E8-C528-40C4-B4DA-DF96F7F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470" y="2041856"/>
            <a:ext cx="776182" cy="315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47" name="text-181 screening">
            <a:extLst xmlns:a="http://schemas.openxmlformats.org/drawingml/2006/main">
              <a:ext uri="{FF2B5EF4-FFF2-40B4-BE49-F238E27FC236}">
                <a16:creationId xmlns:a16="http://schemas.microsoft.com/office/drawing/2014/main" id="{2BC55C57-3E16-4F10-86DD-E0022DD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1446" y="2041833"/>
            <a:ext cx="1046277" cy="315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screening</a:t>
            </a:r>
          </a:p>
        </p:txBody>
      </p:sp>
      <p:sp>
        <p:nvSpPr>
          <p:cNvPr id="148" name="text-181 model">
            <a:extLst xmlns:a="http://schemas.openxmlformats.org/drawingml/2006/main">
              <a:ext uri="{FF2B5EF4-FFF2-40B4-BE49-F238E27FC236}">
                <a16:creationId xmlns:a16="http://schemas.microsoft.com/office/drawing/2014/main" id="{9682C028-D9E9-4323-9ADC-B72D92C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92256" y="2041887"/>
            <a:ext cx="654881" cy="31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149" name="text-181 retains">
            <a:extLst xmlns:a="http://schemas.openxmlformats.org/drawingml/2006/main">
              <a:ext uri="{FF2B5EF4-FFF2-40B4-BE49-F238E27FC236}">
                <a16:creationId xmlns:a16="http://schemas.microsoft.com/office/drawing/2014/main" id="{F1504562-CCB0-4340-BC42-6048140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4347" y="2041981"/>
            <a:ext cx="797484" cy="31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retains</a:t>
            </a:r>
          </a:p>
        </p:txBody>
      </p:sp>
      <p:sp>
        <p:nvSpPr>
          <p:cNvPr id="150" name="text-183 the">
            <a:extLst xmlns:a="http://schemas.openxmlformats.org/drawingml/2006/main">
              <a:ext uri="{FF2B5EF4-FFF2-40B4-BE49-F238E27FC236}">
                <a16:creationId xmlns:a16="http://schemas.microsoft.com/office/drawing/2014/main" id="{2D9A3507-B1CF-4A07-A809-85564136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4751" y="2312101"/>
            <a:ext cx="403693" cy="316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1" name="text-183 most">
            <a:extLst xmlns:a="http://schemas.openxmlformats.org/drawingml/2006/main">
              <a:ext uri="{FF2B5EF4-FFF2-40B4-BE49-F238E27FC236}">
                <a16:creationId xmlns:a16="http://schemas.microsoft.com/office/drawing/2014/main" id="{96F34FE4-55AF-42EF-92EF-42EBEAB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5583" y="2312283"/>
            <a:ext cx="550609" cy="315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most</a:t>
            </a:r>
          </a:p>
        </p:txBody>
      </p:sp>
      <p:sp>
        <p:nvSpPr>
          <p:cNvPr id="152" name="text-183 reliable">
            <a:extLst xmlns:a="http://schemas.openxmlformats.org/drawingml/2006/main">
              <a:ext uri="{FF2B5EF4-FFF2-40B4-BE49-F238E27FC236}">
                <a16:creationId xmlns:a16="http://schemas.microsoft.com/office/drawing/2014/main" id="{77055F0F-0972-47B6-AE03-3E39C709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2214" y="2312574"/>
            <a:ext cx="846186" cy="315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</a:t>
            </a:r>
          </a:p>
        </p:txBody>
      </p:sp>
      <p:sp>
        <p:nvSpPr>
          <p:cNvPr id="153" name="text-183 experts.">
            <a:extLst xmlns:a="http://schemas.openxmlformats.org/drawingml/2006/main">
              <a:ext uri="{FF2B5EF4-FFF2-40B4-BE49-F238E27FC236}">
                <a16:creationId xmlns:a16="http://schemas.microsoft.com/office/drawing/2014/main" id="{F65C7531-FC6D-4F52-AAD0-347175E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3596" y="2312398"/>
            <a:ext cx="968471" cy="315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experts.</a:t>
            </a:r>
          </a:p>
        </p:txBody>
      </p:sp>
      <p:sp>
        <p:nvSpPr>
          <p:cNvPr id="154" name="path-184">
            <a:extLst xmlns:a="http://schemas.openxmlformats.org/drawingml/2006/main">
              <a:ext uri="{FF2B5EF4-FFF2-40B4-BE49-F238E27FC236}">
                <a16:creationId xmlns:a16="http://schemas.microsoft.com/office/drawing/2014/main" id="{CD642436-46C4-47E8-80CE-37FF8D6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504" y="2628409"/>
            <a:ext cx="4276928" cy="3667744"/>
          </a:xfrm>
          <a:custGeom xmlns:a="http://schemas.openxmlformats.org/drawingml/2006/main">
            <a:pathLst>
              <a:path w="3889332" h="3335355">
                <a:moveTo>
                  <a:pt x="0" y="161662"/>
                </a:moveTo>
                <a:cubicBezTo>
                  <a:pt x="0" y="72292"/>
                  <a:pt x="72405" y="0"/>
                  <a:pt x="161662" y="0"/>
                </a:cubicBezTo>
                <a:lnTo>
                  <a:pt x="3727669" y="0"/>
                </a:lnTo>
                <a:cubicBezTo>
                  <a:pt x="3816925" y="0"/>
                  <a:pt x="3889332" y="72292"/>
                  <a:pt x="3889332" y="161662"/>
                </a:cubicBezTo>
                <a:lnTo>
                  <a:pt x="3889332" y="3173693"/>
                </a:lnTo>
                <a:cubicBezTo>
                  <a:pt x="3889332" y="3262949"/>
                  <a:pt x="3816925" y="3335355"/>
                  <a:pt x="3727669" y="3335355"/>
                </a:cubicBezTo>
                <a:lnTo>
                  <a:pt x="161662" y="3335355"/>
                </a:lnTo>
                <a:cubicBezTo>
                  <a:pt x="72405" y="3335355"/>
                  <a:pt x="0" y="3262949"/>
                  <a:pt x="0" y="3173693"/>
                </a:cubicBezTo>
                <a:lnTo>
                  <a:pt x="0" y="161662"/>
                </a:lnTo>
              </a:path>
            </a:pathLst>
          </a:custGeom>
          <a:solidFill xmlns:a="http://schemas.openxmlformats.org/drawingml/2006/main">
            <a:srgbClr val="F4FBF0"/>
          </a:solidFill>
          <a:ln xmlns:a="http://schemas.openxmlformats.org/drawingml/2006/main" w="18779">
            <a:solidFill>
              <a:srgbClr val="4D8526"/>
            </a:solidFill>
            <a:prstDash val="solid"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3CE609C-36AB-461E-BFD0-D60D17964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93f1a39ec440b"/>
          <a:stretch xmlns:a="http://schemas.openxmlformats.org/drawingml/2006/main"/>
        </p:blipFill>
        <p:spPr>
          <a:xfrm xmlns:a="http://schemas.openxmlformats.org/drawingml/2006/main">
            <a:off x="11138700" y="2600237"/>
            <a:ext cx="1319753" cy="1330227"/>
          </a:xfrm>
          <a:prstGeom xmlns:a="http://schemas.openxmlformats.org/drawingml/2006/main" prst="rect">
            <a:avLst/>
          </a:prstGeom>
        </p:spPr>
      </p:pic>
      <p:sp>
        <p:nvSpPr>
          <p:cNvPr id="156" name="text-186 Scene">
            <a:extLst xmlns:a="http://schemas.openxmlformats.org/drawingml/2006/main">
              <a:ext uri="{FF2B5EF4-FFF2-40B4-BE49-F238E27FC236}">
                <a16:creationId xmlns:a16="http://schemas.microsoft.com/office/drawing/2014/main" id="{02E25443-C97C-480A-8A4A-E2E830D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7495" y="3842160"/>
            <a:ext cx="677353" cy="315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57" name="text-186 understanding">
            <a:extLst xmlns:a="http://schemas.openxmlformats.org/drawingml/2006/main">
              <a:ext uri="{FF2B5EF4-FFF2-40B4-BE49-F238E27FC236}">
                <a16:creationId xmlns:a16="http://schemas.microsoft.com/office/drawing/2014/main" id="{F81B4BB2-474E-427F-90B6-FC044B1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1700" y="3841863"/>
            <a:ext cx="1523782" cy="315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158" name="text-187 expert">
            <a:extLst xmlns:a="http://schemas.openxmlformats.org/drawingml/2006/main">
              <a:ext uri="{FF2B5EF4-FFF2-40B4-BE49-F238E27FC236}">
                <a16:creationId xmlns:a16="http://schemas.microsoft.com/office/drawing/2014/main" id="{B5230938-51F8-4DCB-8FAA-9168B651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125" y="4112560"/>
            <a:ext cx="755400" cy="31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5814CEB-B73A-4C3D-AB22-3D93738CA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aa49695c548c0"/>
          <a:stretch xmlns:a="http://schemas.openxmlformats.org/drawingml/2006/main"/>
        </p:blipFill>
        <p:spPr>
          <a:xfrm xmlns:a="http://schemas.openxmlformats.org/drawingml/2006/main">
            <a:off x="9064803" y="4422752"/>
            <a:ext cx="1319753" cy="1319753"/>
          </a:xfrm>
          <a:prstGeom xmlns:a="http://schemas.openxmlformats.org/drawingml/2006/main" prst="rect">
            <a:avLst/>
          </a:prstGeom>
        </p:spPr>
      </p:pic>
      <p:sp>
        <p:nvSpPr>
          <p:cNvPr id="160" name="text-189 Cultural">
            <a:extLst xmlns:a="http://schemas.openxmlformats.org/drawingml/2006/main">
              <a:ext uri="{FF2B5EF4-FFF2-40B4-BE49-F238E27FC236}">
                <a16:creationId xmlns:a16="http://schemas.microsoft.com/office/drawing/2014/main" id="{DE34C02C-421B-4605-A468-097CEF29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5546" y="5662103"/>
            <a:ext cx="863722" cy="315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Cultural</a:t>
            </a:r>
          </a:p>
        </p:txBody>
      </p:sp>
      <p:sp>
        <p:nvSpPr>
          <p:cNvPr id="161" name="text-189 analysis">
            <a:extLst xmlns:a="http://schemas.openxmlformats.org/drawingml/2006/main">
              <a:ext uri="{FF2B5EF4-FFF2-40B4-BE49-F238E27FC236}">
                <a16:creationId xmlns:a16="http://schemas.microsoft.com/office/drawing/2014/main" id="{3CE14EFD-4D88-4155-BD0D-90426FBF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111" y="5661750"/>
            <a:ext cx="851818" cy="315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62" name="text-190 expert">
            <a:extLst xmlns:a="http://schemas.openxmlformats.org/drawingml/2006/main">
              <a:ext uri="{FF2B5EF4-FFF2-40B4-BE49-F238E27FC236}">
                <a16:creationId xmlns:a16="http://schemas.microsoft.com/office/drawing/2014/main" id="{7F8C0A80-2BC6-40CA-BA06-EC8C1BDD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802" y="5932475"/>
            <a:ext cx="755400" cy="31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0782DEA-CA4F-46A6-8BAA-D1A3A2034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a36485d61468c"/>
          <a:stretch xmlns:a="http://schemas.openxmlformats.org/drawingml/2006/main"/>
        </p:blipFill>
        <p:spPr>
          <a:xfrm xmlns:a="http://schemas.openxmlformats.org/drawingml/2006/main">
            <a:off x="11180597" y="4422752"/>
            <a:ext cx="1319753" cy="1319753"/>
          </a:xfrm>
          <a:prstGeom xmlns:a="http://schemas.openxmlformats.org/drawingml/2006/main" prst="rect">
            <a:avLst/>
          </a:prstGeom>
        </p:spPr>
      </p:pic>
      <p:sp>
        <p:nvSpPr>
          <p:cNvPr id="164" name="text-192 Geospatial">
            <a:extLst xmlns:a="http://schemas.openxmlformats.org/drawingml/2006/main">
              <a:ext uri="{FF2B5EF4-FFF2-40B4-BE49-F238E27FC236}">
                <a16:creationId xmlns:a16="http://schemas.microsoft.com/office/drawing/2014/main" id="{2CA238D4-3124-48C9-AC53-3FC1FB43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7726" y="5661353"/>
            <a:ext cx="1127850" cy="315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165" name="text-192 analysis">
            <a:extLst xmlns:a="http://schemas.openxmlformats.org/drawingml/2006/main">
              <a:ext uri="{FF2B5EF4-FFF2-40B4-BE49-F238E27FC236}">
                <a16:creationId xmlns:a16="http://schemas.microsoft.com/office/drawing/2014/main" id="{264FB564-D7D0-4583-B4AC-4A4216F6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2395" y="5660999"/>
            <a:ext cx="852292" cy="316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66" name="text-193 expert">
            <a:extLst xmlns:a="http://schemas.openxmlformats.org/drawingml/2006/main">
              <a:ext uri="{FF2B5EF4-FFF2-40B4-BE49-F238E27FC236}">
                <a16:creationId xmlns:a16="http://schemas.microsoft.com/office/drawing/2014/main" id="{E368A8C0-3751-455C-8DE2-2E78CBD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4185" y="5931848"/>
            <a:ext cx="755400" cy="31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167" name="text-194 Region">
            <a:extLst xmlns:a="http://schemas.openxmlformats.org/drawingml/2006/main">
              <a:ext uri="{FF2B5EF4-FFF2-40B4-BE49-F238E27FC236}">
                <a16:creationId xmlns:a16="http://schemas.microsoft.com/office/drawing/2014/main" id="{8D53DF52-0A5E-4A5F-8361-94B195B8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1608" y="3838250"/>
            <a:ext cx="724820" cy="3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168" name="text-194 perception">
            <a:extLst xmlns:a="http://schemas.openxmlformats.org/drawingml/2006/main">
              <a:ext uri="{FF2B5EF4-FFF2-40B4-BE49-F238E27FC236}">
                <a16:creationId xmlns:a16="http://schemas.microsoft.com/office/drawing/2014/main" id="{0991AF9A-88C3-4FE1-9778-8FB9A9BD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0977" y="3838283"/>
            <a:ext cx="1158056" cy="31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perception</a:t>
            </a:r>
          </a:p>
        </p:txBody>
      </p:sp>
      <p:sp>
        <p:nvSpPr>
          <p:cNvPr id="169" name="text-195 expert">
            <a:extLst xmlns:a="http://schemas.openxmlformats.org/drawingml/2006/main">
              <a:ext uri="{FF2B5EF4-FFF2-40B4-BE49-F238E27FC236}">
                <a16:creationId xmlns:a16="http://schemas.microsoft.com/office/drawing/2014/main" id="{AC884D33-7B3E-46B9-B143-A1406FE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8491" y="4108930"/>
            <a:ext cx="755400" cy="31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82B73BF-BD80-44C6-999D-9E6C36877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98301d2a14d56"/>
          <a:stretch xmlns:a="http://schemas.openxmlformats.org/drawingml/2006/main"/>
        </p:blipFill>
        <p:spPr>
          <a:xfrm xmlns:a="http://schemas.openxmlformats.org/drawingml/2006/main">
            <a:off x="9043855" y="2621185"/>
            <a:ext cx="1267381" cy="1319753"/>
          </a:xfrm>
          <a:prstGeom xmlns:a="http://schemas.openxmlformats.org/drawingml/2006/main" prst="rect">
            <a:avLst/>
          </a:prstGeom>
        </p:spPr>
      </p:pic>
      <p:sp>
        <p:nvSpPr>
          <p:cNvPr id="171" name="text-197 Original">
            <a:extLst xmlns:a="http://schemas.openxmlformats.org/drawingml/2006/main">
              <a:ext uri="{FF2B5EF4-FFF2-40B4-BE49-F238E27FC236}">
                <a16:creationId xmlns:a16="http://schemas.microsoft.com/office/drawing/2014/main" id="{80E4AF55-AABC-4901-BDF2-8292346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13" y="6818530"/>
            <a:ext cx="870771" cy="315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Original</a:t>
            </a:r>
          </a:p>
        </p:txBody>
      </p:sp>
      <p:sp>
        <p:nvSpPr>
          <p:cNvPr id="172" name="text-198 model">
            <a:extLst xmlns:a="http://schemas.openxmlformats.org/drawingml/2006/main">
              <a:ext uri="{FF2B5EF4-FFF2-40B4-BE49-F238E27FC236}">
                <a16:creationId xmlns:a16="http://schemas.microsoft.com/office/drawing/2014/main" id="{AF51C966-B074-46D9-B273-CA89F7CB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581" y="7084453"/>
            <a:ext cx="652409" cy="31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173" name="text-199 Initial">
            <a:extLst xmlns:a="http://schemas.openxmlformats.org/drawingml/2006/main">
              <a:ext uri="{FF2B5EF4-FFF2-40B4-BE49-F238E27FC236}">
                <a16:creationId xmlns:a16="http://schemas.microsoft.com/office/drawing/2014/main" id="{33B4B428-92A3-44DA-9E25-D5EE499E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966" y="4798970"/>
            <a:ext cx="692314" cy="316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74" name="text-199 Answer">
            <a:extLst xmlns:a="http://schemas.openxmlformats.org/drawingml/2006/main">
              <a:ext uri="{FF2B5EF4-FFF2-40B4-BE49-F238E27FC236}">
                <a16:creationId xmlns:a16="http://schemas.microsoft.com/office/drawing/2014/main" id="{86FDD564-4A1B-43C3-B109-F6CC5234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7113" y="4799052"/>
            <a:ext cx="819967" cy="315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DBD5FB9-F5B3-4413-9A88-5A29C7162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86b3bd1bb40e5"/>
          <a:stretch xmlns:a="http://schemas.openxmlformats.org/drawingml/2006/main"/>
        </p:blipFill>
        <p:spPr>
          <a:xfrm xmlns:a="http://schemas.openxmlformats.org/drawingml/2006/main">
            <a:off x="6854741" y="3626711"/>
            <a:ext cx="1644454" cy="1644454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47AA5FF-2FE8-4A15-8729-80DECFDED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2b4a26a7c49bb"/>
          <a:stretch xmlns:a="http://schemas.openxmlformats.org/drawingml/2006/main"/>
        </p:blipFill>
        <p:spPr>
          <a:xfrm xmlns:a="http://schemas.openxmlformats.org/drawingml/2006/main">
            <a:off x="6854741" y="6873721"/>
            <a:ext cx="1277856" cy="1277856"/>
          </a:xfrm>
          <a:prstGeom xmlns:a="http://schemas.openxmlformats.org/drawingml/2006/main" prst="rect">
            <a:avLst/>
          </a:prstGeom>
        </p:spPr>
      </p:pic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48E5B30-A380-44C8-9F41-CB688A025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d3c0d6a794153"/>
          <a:stretch xmlns:a="http://schemas.openxmlformats.org/drawingml/2006/main"/>
        </p:blipFill>
        <p:spPr>
          <a:xfrm xmlns:a="http://schemas.openxmlformats.org/drawingml/2006/main">
            <a:off x="6467195" y="2757350"/>
            <a:ext cx="1246433" cy="1131216"/>
          </a:xfrm>
          <a:prstGeom xmlns:a="http://schemas.openxmlformats.org/drawingml/2006/main" prst="rect">
            <a:avLst/>
          </a:prstGeom>
        </p:spPr>
      </p:pic>
      <p:sp>
        <p:nvSpPr>
          <p:cNvPr id="178" name="path-203">
            <a:extLst xmlns:a="http://schemas.openxmlformats.org/drawingml/2006/main">
              <a:ext uri="{FF2B5EF4-FFF2-40B4-BE49-F238E27FC236}">
                <a16:creationId xmlns:a16="http://schemas.microsoft.com/office/drawing/2014/main" id="{73726AFD-B1A3-4BD3-95F4-90EF8FBB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688" y="2794037"/>
            <a:ext cx="1108073" cy="998404"/>
          </a:xfrm>
          <a:custGeom xmlns:a="http://schemas.openxmlformats.org/drawingml/2006/main">
            <a:pathLst>
              <a:path w="1007654" h="907924">
                <a:moveTo>
                  <a:pt x="0" y="0"/>
                </a:moveTo>
                <a:lnTo>
                  <a:pt x="303401" y="0"/>
                </a:lnTo>
                <a:cubicBezTo>
                  <a:pt x="608850" y="0"/>
                  <a:pt x="856465" y="247615"/>
                  <a:pt x="856465" y="553064"/>
                </a:cubicBezTo>
                <a:lnTo>
                  <a:pt x="856465" y="613290"/>
                </a:lnTo>
                <a:lnTo>
                  <a:pt x="1007654" y="613290"/>
                </a:lnTo>
                <a:lnTo>
                  <a:pt x="761860" y="907924"/>
                </a:lnTo>
                <a:lnTo>
                  <a:pt x="516066" y="613290"/>
                </a:lnTo>
                <a:lnTo>
                  <a:pt x="667140" y="613290"/>
                </a:lnTo>
                <a:lnTo>
                  <a:pt x="667140" y="553064"/>
                </a:lnTo>
                <a:cubicBezTo>
                  <a:pt x="667140" y="352241"/>
                  <a:pt x="504339" y="189327"/>
                  <a:pt x="303401" y="189327"/>
                </a:cubicBezTo>
                <a:lnTo>
                  <a:pt x="0" y="18932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204">
            <a:extLst xmlns:a="http://schemas.openxmlformats.org/drawingml/2006/main">
              <a:ext uri="{FF2B5EF4-FFF2-40B4-BE49-F238E27FC236}">
                <a16:creationId xmlns:a16="http://schemas.microsoft.com/office/drawing/2014/main" id="{FE00FB98-CC55-4CCF-A456-AE8CAA3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688" y="2794037"/>
            <a:ext cx="1108073" cy="998404"/>
          </a:xfrm>
          <a:custGeom xmlns:a="http://schemas.openxmlformats.org/drawingml/2006/main">
            <a:pathLst>
              <a:path w="1007654" h="907924">
                <a:moveTo>
                  <a:pt x="0" y="0"/>
                </a:moveTo>
                <a:lnTo>
                  <a:pt x="303401" y="0"/>
                </a:lnTo>
                <a:cubicBezTo>
                  <a:pt x="608850" y="0"/>
                  <a:pt x="856465" y="247615"/>
                  <a:pt x="856465" y="553064"/>
                </a:cubicBezTo>
                <a:lnTo>
                  <a:pt x="856465" y="613290"/>
                </a:lnTo>
                <a:lnTo>
                  <a:pt x="1007654" y="613290"/>
                </a:lnTo>
                <a:lnTo>
                  <a:pt x="761860" y="907924"/>
                </a:lnTo>
                <a:lnTo>
                  <a:pt x="516066" y="613290"/>
                </a:lnTo>
                <a:lnTo>
                  <a:pt x="667140" y="613290"/>
                </a:lnTo>
                <a:lnTo>
                  <a:pt x="667140" y="553064"/>
                </a:lnTo>
                <a:cubicBezTo>
                  <a:pt x="667140" y="352241"/>
                  <a:pt x="504339" y="189327"/>
                  <a:pt x="303401" y="189327"/>
                </a:cubicBezTo>
                <a:lnTo>
                  <a:pt x="0" y="18932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156082"/>
            </a:solidFill>
            <a:prstDash val="solid"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E691B49-F99C-4C5F-9D9F-BFD774C06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ef17a86144442"/>
          <a:stretch xmlns:a="http://schemas.openxmlformats.org/drawingml/2006/main"/>
        </p:blipFill>
        <p:spPr>
          <a:xfrm xmlns:a="http://schemas.openxmlformats.org/drawingml/2006/main">
            <a:off x="8122123" y="7502175"/>
            <a:ext cx="1204536" cy="617979"/>
          </a:xfrm>
          <a:prstGeom xmlns:a="http://schemas.openxmlformats.org/drawingml/2006/main" prst="rect">
            <a:avLst/>
          </a:prstGeom>
        </p:spPr>
      </p:pic>
      <p:sp>
        <p:nvSpPr>
          <p:cNvPr id="181" name="path-206">
            <a:extLst xmlns:a="http://schemas.openxmlformats.org/drawingml/2006/main">
              <a:ext uri="{FF2B5EF4-FFF2-40B4-BE49-F238E27FC236}">
                <a16:creationId xmlns:a16="http://schemas.microsoft.com/office/drawing/2014/main" id="{76A310DE-64C4-48EA-BD5B-29F5608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339" y="7553829"/>
            <a:ext cx="1079529" cy="462710"/>
          </a:xfrm>
          <a:custGeom xmlns:a="http://schemas.openxmlformats.org/drawingml/2006/main">
            <a:pathLst>
              <a:path w="981697" h="420777">
                <a:moveTo>
                  <a:pt x="0" y="105195"/>
                </a:moveTo>
                <a:lnTo>
                  <a:pt x="771195" y="105195"/>
                </a:lnTo>
                <a:lnTo>
                  <a:pt x="771195" y="0"/>
                </a:lnTo>
                <a:lnTo>
                  <a:pt x="981697" y="210389"/>
                </a:lnTo>
                <a:lnTo>
                  <a:pt x="771195" y="420777"/>
                </a:lnTo>
                <a:lnTo>
                  <a:pt x="771195" y="315583"/>
                </a:lnTo>
                <a:lnTo>
                  <a:pt x="0" y="315583"/>
                </a:lnTo>
                <a:lnTo>
                  <a:pt x="0" y="105195"/>
                </a:lnTo>
              </a:path>
            </a:pathLst>
          </a:custGeom>
          <a:solidFill xmlns:a="http://schemas.openxmlformats.org/drawingml/2006/main">
            <a:srgbClr val="FFFAD1"/>
          </a:solidFill>
          <a:ln xmlns:a="http://schemas.openxmlformats.org/drawingml/2006/main" w="18779">
            <a:solidFill>
              <a:srgbClr val="FFC000"/>
            </a:solidFill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8DCDCA0-87E4-4383-94E3-594FDFBC9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61ed85de34df5"/>
          <a:stretch xmlns:a="http://schemas.openxmlformats.org/drawingml/2006/main"/>
        </p:blipFill>
        <p:spPr>
          <a:xfrm xmlns:a="http://schemas.openxmlformats.org/drawingml/2006/main">
            <a:off x="14050535" y="4726505"/>
            <a:ext cx="1686351" cy="1686351"/>
          </a:xfrm>
          <a:prstGeom xmlns:a="http://schemas.openxmlformats.org/drawingml/2006/main" prst="rect">
            <a:avLst/>
          </a:prstGeom>
        </p:spPr>
      </p:pic>
      <p:sp>
        <p:nvSpPr>
          <p:cNvPr id="183" name="path-208">
            <a:extLst xmlns:a="http://schemas.openxmlformats.org/drawingml/2006/main">
              <a:ext uri="{FF2B5EF4-FFF2-40B4-BE49-F238E27FC236}">
                <a16:creationId xmlns:a16="http://schemas.microsoft.com/office/drawing/2014/main" id="{488F382A-AD76-4221-B921-CACF4583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750" y="5001419"/>
            <a:ext cx="2678479" cy="852557"/>
          </a:xfrm>
          <a:custGeom xmlns:a="http://schemas.openxmlformats.org/drawingml/2006/main">
            <a:pathLst>
              <a:path w="2435742" h="775294">
                <a:moveTo>
                  <a:pt x="2306525" y="0"/>
                </a:moveTo>
                <a:cubicBezTo>
                  <a:pt x="2377906" y="0"/>
                  <a:pt x="2435742" y="57834"/>
                  <a:pt x="2435742" y="129216"/>
                </a:cubicBezTo>
                <a:lnTo>
                  <a:pt x="2435742" y="452198"/>
                </a:lnTo>
                <a:lnTo>
                  <a:pt x="2435742" y="646078"/>
                </a:lnTo>
                <a:cubicBezTo>
                  <a:pt x="2435742" y="717346"/>
                  <a:pt x="2377906" y="775294"/>
                  <a:pt x="2306525" y="775294"/>
                </a:cubicBezTo>
                <a:lnTo>
                  <a:pt x="1170341" y="775294"/>
                </a:lnTo>
                <a:lnTo>
                  <a:pt x="628091" y="775294"/>
                </a:lnTo>
                <a:lnTo>
                  <a:pt x="395730" y="775294"/>
                </a:lnTo>
                <a:cubicBezTo>
                  <a:pt x="324349" y="775294"/>
                  <a:pt x="266514" y="717346"/>
                  <a:pt x="266514" y="646078"/>
                </a:cubicBezTo>
                <a:lnTo>
                  <a:pt x="0" y="583349"/>
                </a:lnTo>
                <a:lnTo>
                  <a:pt x="266514" y="452198"/>
                </a:lnTo>
                <a:lnTo>
                  <a:pt x="266514" y="129216"/>
                </a:lnTo>
                <a:cubicBezTo>
                  <a:pt x="266514" y="57834"/>
                  <a:pt x="324349" y="0"/>
                  <a:pt x="395730" y="0"/>
                </a:cubicBezTo>
                <a:lnTo>
                  <a:pt x="628091" y="0"/>
                </a:lnTo>
                <a:lnTo>
                  <a:pt x="1170341" y="0"/>
                </a:lnTo>
                <a:lnTo>
                  <a:pt x="2306525" y="0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209">
            <a:extLst xmlns:a="http://schemas.openxmlformats.org/drawingml/2006/main">
              <a:ext uri="{FF2B5EF4-FFF2-40B4-BE49-F238E27FC236}">
                <a16:creationId xmlns:a16="http://schemas.microsoft.com/office/drawing/2014/main" id="{5D8DD381-A9E3-4C3E-8484-631BD73E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750" y="5001419"/>
            <a:ext cx="2678479" cy="852557"/>
          </a:xfrm>
          <a:custGeom xmlns:a="http://schemas.openxmlformats.org/drawingml/2006/main">
            <a:pathLst>
              <a:path w="2435742" h="775294">
                <a:moveTo>
                  <a:pt x="2306525" y="0"/>
                </a:moveTo>
                <a:cubicBezTo>
                  <a:pt x="2377906" y="0"/>
                  <a:pt x="2435742" y="57834"/>
                  <a:pt x="2435742" y="129216"/>
                </a:cubicBezTo>
                <a:lnTo>
                  <a:pt x="2435742" y="452198"/>
                </a:lnTo>
                <a:lnTo>
                  <a:pt x="2435742" y="646078"/>
                </a:lnTo>
                <a:cubicBezTo>
                  <a:pt x="2435742" y="717346"/>
                  <a:pt x="2377906" y="775294"/>
                  <a:pt x="2306525" y="775294"/>
                </a:cubicBezTo>
                <a:lnTo>
                  <a:pt x="1170341" y="775294"/>
                </a:lnTo>
                <a:lnTo>
                  <a:pt x="628091" y="775294"/>
                </a:lnTo>
                <a:lnTo>
                  <a:pt x="395730" y="775294"/>
                </a:lnTo>
                <a:cubicBezTo>
                  <a:pt x="324349" y="775294"/>
                  <a:pt x="266514" y="717346"/>
                  <a:pt x="266514" y="646078"/>
                </a:cubicBezTo>
                <a:lnTo>
                  <a:pt x="0" y="583349"/>
                </a:lnTo>
                <a:lnTo>
                  <a:pt x="266514" y="452198"/>
                </a:lnTo>
                <a:lnTo>
                  <a:pt x="266514" y="129216"/>
                </a:lnTo>
                <a:cubicBezTo>
                  <a:pt x="266514" y="57834"/>
                  <a:pt x="324349" y="0"/>
                  <a:pt x="395730" y="0"/>
                </a:cubicBezTo>
                <a:lnTo>
                  <a:pt x="628091" y="0"/>
                </a:lnTo>
                <a:lnTo>
                  <a:pt x="1170341" y="0"/>
                </a:lnTo>
                <a:lnTo>
                  <a:pt x="2306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E97132"/>
            </a:solidFill>
            <a:prstDash val="solid"/>
          </a:ln>
        </p:spPr>
      </p:sp>
      <p:sp>
        <p:nvSpPr>
          <p:cNvPr id="185" name="path-210">
            <a:extLst xmlns:a="http://schemas.openxmlformats.org/drawingml/2006/main">
              <a:ext uri="{FF2B5EF4-FFF2-40B4-BE49-F238E27FC236}">
                <a16:creationId xmlns:a16="http://schemas.microsoft.com/office/drawing/2014/main" id="{A1DA6709-D4D8-4D89-A34A-B001115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472" y="2692256"/>
            <a:ext cx="4573758" cy="1862479"/>
          </a:xfrm>
          <a:custGeom xmlns:a="http://schemas.openxmlformats.org/drawingml/2006/main">
            <a:pathLst>
              <a:path w="4159261" h="1693692">
                <a:moveTo>
                  <a:pt x="0" y="846902"/>
                </a:moveTo>
                <a:cubicBezTo>
                  <a:pt x="0" y="379109"/>
                  <a:pt x="379222" y="0"/>
                  <a:pt x="846902" y="0"/>
                </a:cubicBezTo>
                <a:lnTo>
                  <a:pt x="3312359" y="0"/>
                </a:lnTo>
                <a:cubicBezTo>
                  <a:pt x="3780039" y="0"/>
                  <a:pt x="4159261" y="379109"/>
                  <a:pt x="4159261" y="846902"/>
                </a:cubicBezTo>
                <a:cubicBezTo>
                  <a:pt x="4159261" y="1314583"/>
                  <a:pt x="3780039" y="1693692"/>
                  <a:pt x="3312359" y="1693692"/>
                </a:cubicBezTo>
                <a:lnTo>
                  <a:pt x="846902" y="1693692"/>
                </a:lnTo>
                <a:cubicBezTo>
                  <a:pt x="379222" y="1693692"/>
                  <a:pt x="0" y="1314583"/>
                  <a:pt x="0" y="846902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211 Given">
            <a:extLst xmlns:a="http://schemas.openxmlformats.org/drawingml/2006/main">
              <a:ext uri="{FF2B5EF4-FFF2-40B4-BE49-F238E27FC236}">
                <a16:creationId xmlns:a16="http://schemas.microsoft.com/office/drawing/2014/main" id="{DFA86152-C693-4189-A7C8-3F65F8A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9555" y="2756773"/>
            <a:ext cx="538335" cy="27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Given</a:t>
            </a:r>
          </a:p>
        </p:txBody>
      </p:sp>
      <p:sp>
        <p:nvSpPr>
          <p:cNvPr id="187" name="text-211 the">
            <a:extLst xmlns:a="http://schemas.openxmlformats.org/drawingml/2006/main">
              <a:ext uri="{FF2B5EF4-FFF2-40B4-BE49-F238E27FC236}">
                <a16:creationId xmlns:a16="http://schemas.microsoft.com/office/drawing/2014/main" id="{0D5FF82D-5026-4348-9D56-7C1AF9D3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62409" y="2756126"/>
            <a:ext cx="355712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8" name="text-211 significant">
            <a:extLst xmlns:a="http://schemas.openxmlformats.org/drawingml/2006/main">
              <a:ext uri="{FF2B5EF4-FFF2-40B4-BE49-F238E27FC236}">
                <a16:creationId xmlns:a16="http://schemas.microsoft.com/office/drawing/2014/main" id="{08FA2064-7A2C-49B4-8166-ABA6FF2D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1044" y="2756484"/>
            <a:ext cx="1017270" cy="27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significant</a:t>
            </a:r>
          </a:p>
        </p:txBody>
      </p:sp>
      <p:sp>
        <p:nvSpPr>
          <p:cNvPr id="189" name="text-211 overlap">
            <a:extLst xmlns:a="http://schemas.openxmlformats.org/drawingml/2006/main">
              <a:ext uri="{FF2B5EF4-FFF2-40B4-BE49-F238E27FC236}">
                <a16:creationId xmlns:a16="http://schemas.microsoft.com/office/drawing/2014/main" id="{16318299-F8AE-4BEA-9AF4-6126F55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4430" y="2756410"/>
            <a:ext cx="707882" cy="28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overlap</a:t>
            </a:r>
          </a:p>
        </p:txBody>
      </p:sp>
      <p:sp>
        <p:nvSpPr>
          <p:cNvPr id="190" name="text-212 between">
            <a:extLst xmlns:a="http://schemas.openxmlformats.org/drawingml/2006/main">
              <a:ext uri="{FF2B5EF4-FFF2-40B4-BE49-F238E27FC236}">
                <a16:creationId xmlns:a16="http://schemas.microsoft.com/office/drawing/2014/main" id="{623BBC9C-86B4-4178-8142-B574B6E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2662" y="2996685"/>
            <a:ext cx="819145" cy="2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between</a:t>
            </a:r>
          </a:p>
        </p:txBody>
      </p:sp>
      <p:sp>
        <p:nvSpPr>
          <p:cNvPr id="191" name="text-212 Scene">
            <a:extLst xmlns:a="http://schemas.openxmlformats.org/drawingml/2006/main">
              <a:ext uri="{FF2B5EF4-FFF2-40B4-BE49-F238E27FC236}">
                <a16:creationId xmlns:a16="http://schemas.microsoft.com/office/drawing/2014/main" id="{503537CA-8D3C-4F00-8FBD-8FA50D3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5045" y="2996983"/>
            <a:ext cx="600387" cy="279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92" name="text-212 understanding">
            <a:extLst xmlns:a="http://schemas.openxmlformats.org/drawingml/2006/main">
              <a:ext uri="{FF2B5EF4-FFF2-40B4-BE49-F238E27FC236}">
                <a16:creationId xmlns:a16="http://schemas.microsoft.com/office/drawing/2014/main" id="{366882B1-1551-43D3-900A-4ABCC7D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1041" y="2996691"/>
            <a:ext cx="1350887" cy="280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193" name="text-212 and">
            <a:extLst xmlns:a="http://schemas.openxmlformats.org/drawingml/2006/main">
              <a:ext uri="{FF2B5EF4-FFF2-40B4-BE49-F238E27FC236}">
                <a16:creationId xmlns:a16="http://schemas.microsoft.com/office/drawing/2014/main" id="{C29F27FA-6031-4599-ACC6-1E135B34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7901" y="2996896"/>
            <a:ext cx="360144" cy="2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94" name="text-213 Geospatial">
            <a:extLst xmlns:a="http://schemas.openxmlformats.org/drawingml/2006/main">
              <a:ext uri="{FF2B5EF4-FFF2-40B4-BE49-F238E27FC236}">
                <a16:creationId xmlns:a16="http://schemas.microsoft.com/office/drawing/2014/main" id="{604D2398-F855-4D9E-929B-DAA645F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2671" y="3237218"/>
            <a:ext cx="1000036" cy="27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195" name="text-213 analysis">
            <a:extLst xmlns:a="http://schemas.openxmlformats.org/drawingml/2006/main">
              <a:ext uri="{FF2B5EF4-FFF2-40B4-BE49-F238E27FC236}">
                <a16:creationId xmlns:a16="http://schemas.microsoft.com/office/drawing/2014/main" id="{9DD070CC-6F5C-4B9E-8164-97687D8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6878" y="3237459"/>
            <a:ext cx="753609" cy="2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196" name="text-213 expert,">
            <a:extLst xmlns:a="http://schemas.openxmlformats.org/drawingml/2006/main">
              <a:ext uri="{FF2B5EF4-FFF2-40B4-BE49-F238E27FC236}">
                <a16:creationId xmlns:a16="http://schemas.microsoft.com/office/drawing/2014/main" id="{CEED5ABE-69A7-4490-811B-58C92FE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7720" y="3236889"/>
            <a:ext cx="726547" cy="280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197" name="text-213 as">
            <a:extLst xmlns:a="http://schemas.openxmlformats.org/drawingml/2006/main">
              <a:ext uri="{FF2B5EF4-FFF2-40B4-BE49-F238E27FC236}">
                <a16:creationId xmlns:a16="http://schemas.microsoft.com/office/drawing/2014/main" id="{2C9EDFA8-691A-4B4C-939A-2651DDBE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6991" y="3237224"/>
            <a:ext cx="235557" cy="279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198" name="text-213 well">
            <a:extLst xmlns:a="http://schemas.openxmlformats.org/drawingml/2006/main">
              <a:ext uri="{FF2B5EF4-FFF2-40B4-BE49-F238E27FC236}">
                <a16:creationId xmlns:a16="http://schemas.microsoft.com/office/drawing/2014/main" id="{3A53FA5F-B154-4A86-A395-2C16C51D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6340" y="3237247"/>
            <a:ext cx="391623" cy="279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199" name="text-213 as">
            <a:extLst xmlns:a="http://schemas.openxmlformats.org/drawingml/2006/main">
              <a:ext uri="{FF2B5EF4-FFF2-40B4-BE49-F238E27FC236}">
                <a16:creationId xmlns:a16="http://schemas.microsoft.com/office/drawing/2014/main" id="{A1C950D9-A174-4B70-B6D1-60EE6832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2737" y="3237225"/>
            <a:ext cx="235555" cy="279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200" name="text-213 the">
            <a:extLst xmlns:a="http://schemas.openxmlformats.org/drawingml/2006/main">
              <a:ext uri="{FF2B5EF4-FFF2-40B4-BE49-F238E27FC236}">
                <a16:creationId xmlns:a16="http://schemas.microsoft.com/office/drawing/2014/main" id="{D13F54C4-A628-4E90-8C7F-9B898132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2085" y="3236737"/>
            <a:ext cx="355935" cy="280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01" name="text-214 greater">
            <a:extLst xmlns:a="http://schemas.openxmlformats.org/drawingml/2006/main">
              <a:ext uri="{FF2B5EF4-FFF2-40B4-BE49-F238E27FC236}">
                <a16:creationId xmlns:a16="http://schemas.microsoft.com/office/drawing/2014/main" id="{AFC83DA5-EA06-42CA-A53A-C078188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3657" y="3477215"/>
            <a:ext cx="750931" cy="28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greater</a:t>
            </a:r>
          </a:p>
        </p:txBody>
      </p:sp>
      <p:sp>
        <p:nvSpPr>
          <p:cNvPr id="202" name="text-214 suitability">
            <a:extLst xmlns:a="http://schemas.openxmlformats.org/drawingml/2006/main">
              <a:ext uri="{FF2B5EF4-FFF2-40B4-BE49-F238E27FC236}">
                <a16:creationId xmlns:a16="http://schemas.microsoft.com/office/drawing/2014/main" id="{3C4B7F38-DE24-46F6-9D98-CDDC82D4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89874" y="3477713"/>
            <a:ext cx="972562" cy="279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suitability</a:t>
            </a:r>
          </a:p>
        </p:txBody>
      </p:sp>
      <p:sp>
        <p:nvSpPr>
          <p:cNvPr id="203" name="text-214 of">
            <a:extLst xmlns:a="http://schemas.openxmlformats.org/drawingml/2006/main">
              <a:ext uri="{FF2B5EF4-FFF2-40B4-BE49-F238E27FC236}">
                <a16:creationId xmlns:a16="http://schemas.microsoft.com/office/drawing/2014/main" id="{F9289AB9-6108-4340-9783-A79E5C0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8801" y="3477323"/>
            <a:ext cx="243006" cy="280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04" name="text-214 geographic">
            <a:extLst xmlns:a="http://schemas.openxmlformats.org/drawingml/2006/main">
              <a:ext uri="{FF2B5EF4-FFF2-40B4-BE49-F238E27FC236}">
                <a16:creationId xmlns:a16="http://schemas.microsoft.com/office/drawing/2014/main" id="{50FA6E2D-5A28-4BC8-A55C-73538E4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4743" y="3477372"/>
            <a:ext cx="1043098" cy="280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geographic</a:t>
            </a:r>
          </a:p>
        </p:txBody>
      </p:sp>
      <p:sp>
        <p:nvSpPr>
          <p:cNvPr id="205" name="text-214 analysis">
            <a:extLst xmlns:a="http://schemas.openxmlformats.org/drawingml/2006/main">
              <a:ext uri="{FF2B5EF4-FFF2-40B4-BE49-F238E27FC236}">
                <a16:creationId xmlns:a16="http://schemas.microsoft.com/office/drawing/2014/main" id="{8DFD4226-1DAF-4301-8A74-877C98E0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4113" y="3477741"/>
            <a:ext cx="753902" cy="279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206" name="text-215 experts">
            <a:extLst xmlns:a="http://schemas.openxmlformats.org/drawingml/2006/main">
              <a:ext uri="{FF2B5EF4-FFF2-40B4-BE49-F238E27FC236}">
                <a16:creationId xmlns:a16="http://schemas.microsoft.com/office/drawing/2014/main" id="{3EDD54D5-EC86-41CD-9518-7424BCB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5916" y="3717890"/>
            <a:ext cx="768496" cy="280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experts</a:t>
            </a:r>
          </a:p>
        </p:txBody>
      </p:sp>
      <p:sp>
        <p:nvSpPr>
          <p:cNvPr id="207" name="text-215 for">
            <a:extLst xmlns:a="http://schemas.openxmlformats.org/drawingml/2006/main">
              <a:ext uri="{FF2B5EF4-FFF2-40B4-BE49-F238E27FC236}">
                <a16:creationId xmlns:a16="http://schemas.microsoft.com/office/drawing/2014/main" id="{276ABE78-9120-4D69-9028-38B5F39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7347" y="3718007"/>
            <a:ext cx="339023" cy="280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208" name="text-215 geolocation">
            <a:extLst xmlns:a="http://schemas.openxmlformats.org/drawingml/2006/main">
              <a:ext uri="{FF2B5EF4-FFF2-40B4-BE49-F238E27FC236}">
                <a16:creationId xmlns:a16="http://schemas.microsoft.com/office/drawing/2014/main" id="{6F215448-3366-424B-97E8-7D2B9C08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0395" y="3718333"/>
            <a:ext cx="1080640" cy="279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geolocation</a:t>
            </a:r>
          </a:p>
        </p:txBody>
      </p:sp>
      <p:sp>
        <p:nvSpPr>
          <p:cNvPr id="209" name="text-215 tasks">
            <a:extLst xmlns:a="http://schemas.openxmlformats.org/drawingml/2006/main">
              <a:ext uri="{FF2B5EF4-FFF2-40B4-BE49-F238E27FC236}">
                <a16:creationId xmlns:a16="http://schemas.microsoft.com/office/drawing/2014/main" id="{DEEFD818-648E-444A-976B-D5D0457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5526" y="3717989"/>
            <a:ext cx="535505" cy="280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sp>
        <p:nvSpPr>
          <p:cNvPr id="210" name="text-216 -">
            <a:extLst xmlns:a="http://schemas.openxmlformats.org/drawingml/2006/main">
              <a:ext uri="{FF2B5EF4-FFF2-40B4-BE49-F238E27FC236}">
                <a16:creationId xmlns:a16="http://schemas.microsoft.com/office/drawing/2014/main" id="{E04020A3-33A9-4913-9DDB-61F2E9E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7147" y="3718167"/>
            <a:ext cx="119214" cy="279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11" name="text-217 related">
            <a:extLst xmlns:a="http://schemas.openxmlformats.org/drawingml/2006/main">
              <a:ext uri="{FF2B5EF4-FFF2-40B4-BE49-F238E27FC236}">
                <a16:creationId xmlns:a16="http://schemas.microsoft.com/office/drawing/2014/main" id="{C367B2F0-7852-498E-BD2A-66AFEDA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9774" y="3718244"/>
            <a:ext cx="719397" cy="27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related</a:t>
            </a:r>
          </a:p>
        </p:txBody>
      </p:sp>
      <p:sp>
        <p:nvSpPr>
          <p:cNvPr id="212" name="text-217 tasks,">
            <a:extLst xmlns:a="http://schemas.openxmlformats.org/drawingml/2006/main">
              <a:ext uri="{FF2B5EF4-FFF2-40B4-BE49-F238E27FC236}">
                <a16:creationId xmlns:a16="http://schemas.microsoft.com/office/drawing/2014/main" id="{00342954-859C-4435-B36E-707BCCD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4653" y="3717874"/>
            <a:ext cx="591277" cy="28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tasks,</a:t>
            </a:r>
          </a:p>
        </p:txBody>
      </p:sp>
      <p:sp>
        <p:nvSpPr>
          <p:cNvPr id="213" name="text-218 experts">
            <a:extLst xmlns:a="http://schemas.openxmlformats.org/drawingml/2006/main">
              <a:ext uri="{FF2B5EF4-FFF2-40B4-BE49-F238E27FC236}">
                <a16:creationId xmlns:a16="http://schemas.microsoft.com/office/drawing/2014/main" id="{C40414ED-A8AD-4755-B391-E7652657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601" y="3958259"/>
            <a:ext cx="768496" cy="280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experts</a:t>
            </a:r>
          </a:p>
        </p:txBody>
      </p:sp>
      <p:sp>
        <p:nvSpPr>
          <p:cNvPr id="214" name="text-218 in">
            <a:extLst xmlns:a="http://schemas.openxmlformats.org/drawingml/2006/main">
              <a:ext uri="{FF2B5EF4-FFF2-40B4-BE49-F238E27FC236}">
                <a16:creationId xmlns:a16="http://schemas.microsoft.com/office/drawing/2014/main" id="{441C1FA0-1378-4BB3-B5BD-3F26C34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9034" y="3958654"/>
            <a:ext cx="196503" cy="279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215" name="text-218 scene">
            <a:extLst xmlns:a="http://schemas.openxmlformats.org/drawingml/2006/main">
              <a:ext uri="{FF2B5EF4-FFF2-40B4-BE49-F238E27FC236}">
                <a16:creationId xmlns:a16="http://schemas.microsoft.com/office/drawing/2014/main" id="{2F237482-0A46-4CBB-9506-F842F699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9619" y="3958447"/>
            <a:ext cx="559872" cy="28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16" name="text-218 understanding">
            <a:extLst xmlns:a="http://schemas.openxmlformats.org/drawingml/2006/main">
              <a:ext uri="{FF2B5EF4-FFF2-40B4-BE49-F238E27FC236}">
                <a16:creationId xmlns:a16="http://schemas.microsoft.com/office/drawing/2014/main" id="{2FC94FA2-24AB-4629-A4E8-E832A75D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3252" y="3958384"/>
            <a:ext cx="1351094" cy="280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217" name="text-218 have">
            <a:extLst xmlns:a="http://schemas.openxmlformats.org/drawingml/2006/main">
              <a:ext uri="{FF2B5EF4-FFF2-40B4-BE49-F238E27FC236}">
                <a16:creationId xmlns:a16="http://schemas.microsoft.com/office/drawing/2014/main" id="{C49D4204-E66D-46D7-9834-4F8B260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8715" y="3958220"/>
            <a:ext cx="461208" cy="280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have</a:t>
            </a:r>
          </a:p>
        </p:txBody>
      </p:sp>
      <p:sp>
        <p:nvSpPr>
          <p:cNvPr id="218" name="text-218 been">
            <a:extLst xmlns:a="http://schemas.openxmlformats.org/drawingml/2006/main">
              <a:ext uri="{FF2B5EF4-FFF2-40B4-BE49-F238E27FC236}">
                <a16:creationId xmlns:a16="http://schemas.microsoft.com/office/drawing/2014/main" id="{BC415388-0523-4698-B84E-6BDA3A9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3645" y="3958338"/>
            <a:ext cx="478686" cy="2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been</a:t>
            </a:r>
          </a:p>
        </p:txBody>
      </p:sp>
      <p:sp>
        <p:nvSpPr>
          <p:cNvPr id="219" name="text-219 excluded">
            <a:extLst xmlns:a="http://schemas.openxmlformats.org/drawingml/2006/main">
              <a:ext uri="{FF2B5EF4-FFF2-40B4-BE49-F238E27FC236}">
                <a16:creationId xmlns:a16="http://schemas.microsoft.com/office/drawing/2014/main" id="{D206D1B2-7F22-40C0-BE3D-B2AF9D9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1011" y="4199090"/>
            <a:ext cx="868434" cy="279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3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excluded</a:t>
            </a:r>
          </a:p>
        </p:txBody>
      </p:sp>
      <p:sp>
        <p:nvSpPr>
          <p:cNvPr id="220" name="text-219 from">
            <a:extLst xmlns:a="http://schemas.openxmlformats.org/drawingml/2006/main">
              <a:ext uri="{FF2B5EF4-FFF2-40B4-BE49-F238E27FC236}">
                <a16:creationId xmlns:a16="http://schemas.microsoft.com/office/drawing/2014/main" id="{8524DE05-8C05-4BBA-BD9D-DB18318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5945" y="4198868"/>
            <a:ext cx="494126" cy="280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from</a:t>
            </a:r>
          </a:p>
        </p:txBody>
      </p:sp>
      <p:sp>
        <p:nvSpPr>
          <p:cNvPr id="221" name="text-219 consideration.">
            <a:extLst xmlns:a="http://schemas.openxmlformats.org/drawingml/2006/main">
              <a:ext uri="{FF2B5EF4-FFF2-40B4-BE49-F238E27FC236}">
                <a16:creationId xmlns:a16="http://schemas.microsoft.com/office/drawing/2014/main" id="{A7778733-56E2-44D5-AF61-D7F33AA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3841" y="4198871"/>
            <a:ext cx="1336942" cy="27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56D6"/>
                </a:solidFill>
                <a:latin typeface="Comic Sans MS"/>
                <a:ea typeface="Comic Sans MS"/>
                <a:cs typeface="Comic Sans MS"/>
              </a:rPr>
              <a:t>consideration.</a:t>
            </a:r>
          </a:p>
        </p:txBody>
      </p:sp>
      <p:sp>
        <p:nvSpPr>
          <p:cNvPr id="222" name="path-220">
            <a:extLst xmlns:a="http://schemas.openxmlformats.org/drawingml/2006/main">
              <a:ext uri="{FF2B5EF4-FFF2-40B4-BE49-F238E27FC236}">
                <a16:creationId xmlns:a16="http://schemas.microsoft.com/office/drawing/2014/main" id="{07BC64BB-D133-46C1-BC80-B2042F6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0548" y="4814007"/>
            <a:ext cx="141968" cy="141968"/>
          </a:xfrm>
          <a:custGeom xmlns:a="http://schemas.openxmlformats.org/drawingml/2006/main">
            <a:pathLst>
              <a:path w="129102" h="129102">
                <a:moveTo>
                  <a:pt x="0" y="64550"/>
                </a:moveTo>
                <a:cubicBezTo>
                  <a:pt x="0" y="28917"/>
                  <a:pt x="28917" y="0"/>
                  <a:pt x="64550" y="0"/>
                </a:cubicBezTo>
                <a:cubicBezTo>
                  <a:pt x="100184" y="0"/>
                  <a:pt x="129102" y="28917"/>
                  <a:pt x="129102" y="64550"/>
                </a:cubicBezTo>
                <a:cubicBezTo>
                  <a:pt x="129102" y="100184"/>
                  <a:pt x="100184" y="129102"/>
                  <a:pt x="64550" y="129102"/>
                </a:cubicBezTo>
                <a:cubicBezTo>
                  <a:pt x="28917" y="129102"/>
                  <a:pt x="0" y="100184"/>
                  <a:pt x="0" y="64550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1">
            <a:extLst xmlns:a="http://schemas.openxmlformats.org/drawingml/2006/main">
              <a:ext uri="{FF2B5EF4-FFF2-40B4-BE49-F238E27FC236}">
                <a16:creationId xmlns:a16="http://schemas.microsoft.com/office/drawing/2014/main" id="{D3F149A4-B24C-4BB6-BD1A-42CD6DBF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7439" y="4685185"/>
            <a:ext cx="208695" cy="208694"/>
          </a:xfrm>
          <a:custGeom xmlns:a="http://schemas.openxmlformats.org/drawingml/2006/main">
            <a:pathLst>
              <a:path w="189782" h="189781">
                <a:moveTo>
                  <a:pt x="0" y="94834"/>
                </a:moveTo>
                <a:cubicBezTo>
                  <a:pt x="0" y="42464"/>
                  <a:pt x="42465" y="0"/>
                  <a:pt x="94834" y="0"/>
                </a:cubicBezTo>
                <a:cubicBezTo>
                  <a:pt x="147317" y="0"/>
                  <a:pt x="189782" y="42464"/>
                  <a:pt x="189782" y="94834"/>
                </a:cubicBezTo>
                <a:cubicBezTo>
                  <a:pt x="189782" y="147317"/>
                  <a:pt x="147317" y="189781"/>
                  <a:pt x="94834" y="189781"/>
                </a:cubicBezTo>
                <a:cubicBezTo>
                  <a:pt x="42465" y="189781"/>
                  <a:pt x="0" y="147317"/>
                  <a:pt x="0" y="94834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2">
            <a:extLst xmlns:a="http://schemas.openxmlformats.org/drawingml/2006/main">
              <a:ext uri="{FF2B5EF4-FFF2-40B4-BE49-F238E27FC236}">
                <a16:creationId xmlns:a16="http://schemas.microsoft.com/office/drawing/2014/main" id="{C83F2560-4712-4A26-9AD5-BDF6D52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7897" y="4374834"/>
            <a:ext cx="363683" cy="363808"/>
          </a:xfrm>
          <a:custGeom xmlns:a="http://schemas.openxmlformats.org/drawingml/2006/main">
            <a:pathLst>
              <a:path w="330724" h="330838">
                <a:moveTo>
                  <a:pt x="0" y="165419"/>
                </a:moveTo>
                <a:cubicBezTo>
                  <a:pt x="0" y="74115"/>
                  <a:pt x="74000" y="0"/>
                  <a:pt x="165419" y="0"/>
                </a:cubicBezTo>
                <a:cubicBezTo>
                  <a:pt x="256724" y="0"/>
                  <a:pt x="330724" y="74115"/>
                  <a:pt x="330724" y="165419"/>
                </a:cubicBezTo>
                <a:cubicBezTo>
                  <a:pt x="330724" y="256723"/>
                  <a:pt x="256724" y="330838"/>
                  <a:pt x="165419" y="330838"/>
                </a:cubicBezTo>
                <a:cubicBezTo>
                  <a:pt x="74000" y="330838"/>
                  <a:pt x="0" y="256723"/>
                  <a:pt x="0" y="165419"/>
                </a:cubicBez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3">
            <a:extLst xmlns:a="http://schemas.openxmlformats.org/drawingml/2006/main">
              <a:ext uri="{FF2B5EF4-FFF2-40B4-BE49-F238E27FC236}">
                <a16:creationId xmlns:a16="http://schemas.microsoft.com/office/drawing/2014/main" id="{D8DB5B58-F168-4147-8F33-25FBA396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325" y="7012751"/>
            <a:ext cx="8759547" cy="1135740"/>
          </a:xfrm>
          <a:custGeom xmlns:a="http://schemas.openxmlformats.org/drawingml/2006/main">
            <a:pathLst>
              <a:path w="7965713" h="1032813">
                <a:moveTo>
                  <a:pt x="14117" y="73886"/>
                </a:moveTo>
                <a:cubicBezTo>
                  <a:pt x="11271" y="54418"/>
                  <a:pt x="32901" y="33812"/>
                  <a:pt x="54305" y="33585"/>
                </a:cubicBezTo>
                <a:cubicBezTo>
                  <a:pt x="185115" y="53280"/>
                  <a:pt x="328674" y="11726"/>
                  <a:pt x="501265" y="33585"/>
                </a:cubicBezTo>
                <a:cubicBezTo>
                  <a:pt x="673742" y="55557"/>
                  <a:pt x="770056" y="51231"/>
                  <a:pt x="869558" y="33585"/>
                </a:cubicBezTo>
                <a:cubicBezTo>
                  <a:pt x="969173" y="15939"/>
                  <a:pt x="1324488" y="28461"/>
                  <a:pt x="1473513" y="33585"/>
                </a:cubicBezTo>
                <a:cubicBezTo>
                  <a:pt x="1622537" y="38821"/>
                  <a:pt x="1834405" y="7855"/>
                  <a:pt x="1998914" y="33585"/>
                </a:cubicBezTo>
                <a:cubicBezTo>
                  <a:pt x="2163308" y="59314"/>
                  <a:pt x="2435400" y="57834"/>
                  <a:pt x="2759862" y="33585"/>
                </a:cubicBezTo>
                <a:cubicBezTo>
                  <a:pt x="3084211" y="9335"/>
                  <a:pt x="3013512" y="33470"/>
                  <a:pt x="3128155" y="33585"/>
                </a:cubicBezTo>
                <a:cubicBezTo>
                  <a:pt x="3242798" y="33812"/>
                  <a:pt x="3480623" y="13093"/>
                  <a:pt x="3653556" y="33585"/>
                </a:cubicBezTo>
                <a:cubicBezTo>
                  <a:pt x="3826488" y="54191"/>
                  <a:pt x="4249313" y="0"/>
                  <a:pt x="4414504" y="33585"/>
                </a:cubicBezTo>
                <a:cubicBezTo>
                  <a:pt x="4579695" y="67170"/>
                  <a:pt x="4847462" y="13433"/>
                  <a:pt x="5018346" y="33585"/>
                </a:cubicBezTo>
                <a:cubicBezTo>
                  <a:pt x="5189342" y="53849"/>
                  <a:pt x="5412595" y="41326"/>
                  <a:pt x="5779294" y="33585"/>
                </a:cubicBezTo>
                <a:cubicBezTo>
                  <a:pt x="6145993" y="25957"/>
                  <a:pt x="6272703" y="51686"/>
                  <a:pt x="6540243" y="33585"/>
                </a:cubicBezTo>
                <a:cubicBezTo>
                  <a:pt x="6807781" y="15483"/>
                  <a:pt x="6796852" y="41212"/>
                  <a:pt x="6908535" y="33585"/>
                </a:cubicBezTo>
                <a:cubicBezTo>
                  <a:pt x="7020333" y="26071"/>
                  <a:pt x="7526153" y="20492"/>
                  <a:pt x="7905032" y="33585"/>
                </a:cubicBezTo>
                <a:cubicBezTo>
                  <a:pt x="7927347" y="38594"/>
                  <a:pt x="7943284" y="54191"/>
                  <a:pt x="7945219" y="73886"/>
                </a:cubicBezTo>
                <a:cubicBezTo>
                  <a:pt x="7949203" y="228831"/>
                  <a:pt x="7924842" y="422598"/>
                  <a:pt x="7945219" y="529157"/>
                </a:cubicBezTo>
                <a:cubicBezTo>
                  <a:pt x="7965713" y="635604"/>
                  <a:pt x="7932582" y="792256"/>
                  <a:pt x="7945219" y="966441"/>
                </a:cubicBezTo>
                <a:cubicBezTo>
                  <a:pt x="7943398" y="992057"/>
                  <a:pt x="7924388" y="1008109"/>
                  <a:pt x="7905032" y="1006743"/>
                </a:cubicBezTo>
                <a:cubicBezTo>
                  <a:pt x="7663906" y="995813"/>
                  <a:pt x="7416176" y="1012663"/>
                  <a:pt x="7144083" y="1006743"/>
                </a:cubicBezTo>
                <a:cubicBezTo>
                  <a:pt x="6872104" y="1000822"/>
                  <a:pt x="6868576" y="1024844"/>
                  <a:pt x="6618683" y="1006743"/>
                </a:cubicBezTo>
                <a:cubicBezTo>
                  <a:pt x="6368904" y="988641"/>
                  <a:pt x="6310615" y="1032813"/>
                  <a:pt x="6093281" y="1006743"/>
                </a:cubicBezTo>
                <a:cubicBezTo>
                  <a:pt x="5876064" y="980558"/>
                  <a:pt x="5741270" y="1015736"/>
                  <a:pt x="5646435" y="1006743"/>
                </a:cubicBezTo>
                <a:cubicBezTo>
                  <a:pt x="5551601" y="997749"/>
                  <a:pt x="5278028" y="1015850"/>
                  <a:pt x="5121035" y="1006743"/>
                </a:cubicBezTo>
                <a:cubicBezTo>
                  <a:pt x="4964040" y="997635"/>
                  <a:pt x="4627055" y="1005490"/>
                  <a:pt x="4438639" y="1006743"/>
                </a:cubicBezTo>
                <a:cubicBezTo>
                  <a:pt x="4250225" y="1007995"/>
                  <a:pt x="4168824" y="996838"/>
                  <a:pt x="4070233" y="1006743"/>
                </a:cubicBezTo>
                <a:cubicBezTo>
                  <a:pt x="3971756" y="1016533"/>
                  <a:pt x="3836051" y="996952"/>
                  <a:pt x="3623386" y="1006743"/>
                </a:cubicBezTo>
                <a:cubicBezTo>
                  <a:pt x="3410720" y="1016533"/>
                  <a:pt x="3124398" y="988413"/>
                  <a:pt x="2862438" y="1006743"/>
                </a:cubicBezTo>
                <a:cubicBezTo>
                  <a:pt x="2600591" y="1025072"/>
                  <a:pt x="2340339" y="1024388"/>
                  <a:pt x="2180043" y="1006743"/>
                </a:cubicBezTo>
                <a:cubicBezTo>
                  <a:pt x="2019862" y="989097"/>
                  <a:pt x="1832128" y="1022340"/>
                  <a:pt x="1733197" y="1006743"/>
                </a:cubicBezTo>
                <a:cubicBezTo>
                  <a:pt x="1634264" y="991032"/>
                  <a:pt x="1470097" y="1019949"/>
                  <a:pt x="1207795" y="1006743"/>
                </a:cubicBezTo>
                <a:cubicBezTo>
                  <a:pt x="945494" y="993537"/>
                  <a:pt x="850887" y="1025983"/>
                  <a:pt x="760948" y="1006743"/>
                </a:cubicBezTo>
                <a:cubicBezTo>
                  <a:pt x="670896" y="987389"/>
                  <a:pt x="290081" y="1010955"/>
                  <a:pt x="54305" y="1006743"/>
                </a:cubicBezTo>
                <a:cubicBezTo>
                  <a:pt x="32561" y="1007198"/>
                  <a:pt x="13775" y="990349"/>
                  <a:pt x="14117" y="966441"/>
                </a:cubicBezTo>
                <a:cubicBezTo>
                  <a:pt x="6831" y="756623"/>
                  <a:pt x="0" y="649493"/>
                  <a:pt x="14117" y="511283"/>
                </a:cubicBezTo>
                <a:cubicBezTo>
                  <a:pt x="28234" y="373074"/>
                  <a:pt x="14003" y="245794"/>
                  <a:pt x="14117" y="73886"/>
                </a:cubicBezTo>
              </a:path>
            </a:pathLst>
          </a:custGeom>
          <a:solidFill xmlns:a="http://schemas.openxmlformats.org/drawingml/2006/main">
            <a:srgbClr val="FFFA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4">
            <a:extLst xmlns:a="http://schemas.openxmlformats.org/drawingml/2006/main">
              <a:ext uri="{FF2B5EF4-FFF2-40B4-BE49-F238E27FC236}">
                <a16:creationId xmlns:a16="http://schemas.microsoft.com/office/drawing/2014/main" id="{049C8942-F246-4A02-910B-105027F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939" y="7021640"/>
            <a:ext cx="8750531" cy="1124723"/>
          </a:xfrm>
          <a:custGeom xmlns:a="http://schemas.openxmlformats.org/drawingml/2006/main">
            <a:pathLst>
              <a:path w="7957514" h="1022795">
                <a:moveTo>
                  <a:pt x="20833" y="65802"/>
                </a:moveTo>
                <a:cubicBezTo>
                  <a:pt x="22883" y="41667"/>
                  <a:pt x="42920" y="24021"/>
                  <a:pt x="61021" y="25501"/>
                </a:cubicBezTo>
                <a:cubicBezTo>
                  <a:pt x="340286" y="0"/>
                  <a:pt x="529613" y="31649"/>
                  <a:pt x="821969" y="25501"/>
                </a:cubicBezTo>
                <a:cubicBezTo>
                  <a:pt x="1114327" y="19467"/>
                  <a:pt x="1190604" y="30283"/>
                  <a:pt x="1347370" y="25501"/>
                </a:cubicBezTo>
                <a:cubicBezTo>
                  <a:pt x="1504137" y="20833"/>
                  <a:pt x="1771447" y="11042"/>
                  <a:pt x="2108319" y="25501"/>
                </a:cubicBezTo>
                <a:cubicBezTo>
                  <a:pt x="2445190" y="40073"/>
                  <a:pt x="2347282" y="32901"/>
                  <a:pt x="2476611" y="25501"/>
                </a:cubicBezTo>
                <a:cubicBezTo>
                  <a:pt x="2606055" y="18101"/>
                  <a:pt x="2748249" y="6488"/>
                  <a:pt x="3002011" y="25501"/>
                </a:cubicBezTo>
                <a:cubicBezTo>
                  <a:pt x="3255890" y="44627"/>
                  <a:pt x="3382031" y="40984"/>
                  <a:pt x="3605967" y="25501"/>
                </a:cubicBezTo>
                <a:cubicBezTo>
                  <a:pt x="3829903" y="10131"/>
                  <a:pt x="4006479" y="35975"/>
                  <a:pt x="4288361" y="25501"/>
                </a:cubicBezTo>
                <a:cubicBezTo>
                  <a:pt x="4570131" y="15141"/>
                  <a:pt x="4664966" y="3643"/>
                  <a:pt x="4813762" y="25501"/>
                </a:cubicBezTo>
                <a:cubicBezTo>
                  <a:pt x="4962560" y="47473"/>
                  <a:pt x="5060239" y="22086"/>
                  <a:pt x="5182168" y="25501"/>
                </a:cubicBezTo>
                <a:cubicBezTo>
                  <a:pt x="5303985" y="29031"/>
                  <a:pt x="5588600" y="50775"/>
                  <a:pt x="5707455" y="25501"/>
                </a:cubicBezTo>
                <a:cubicBezTo>
                  <a:pt x="5826312" y="341"/>
                  <a:pt x="6067209" y="32332"/>
                  <a:pt x="6389965" y="25501"/>
                </a:cubicBezTo>
                <a:cubicBezTo>
                  <a:pt x="6712605" y="18670"/>
                  <a:pt x="6681639" y="38479"/>
                  <a:pt x="6836811" y="25501"/>
                </a:cubicBezTo>
                <a:cubicBezTo>
                  <a:pt x="6991984" y="12637"/>
                  <a:pt x="7424941" y="35861"/>
                  <a:pt x="7911748" y="25501"/>
                </a:cubicBezTo>
                <a:cubicBezTo>
                  <a:pt x="7937477" y="25273"/>
                  <a:pt x="7951595" y="39959"/>
                  <a:pt x="7951936" y="65802"/>
                </a:cubicBezTo>
                <a:cubicBezTo>
                  <a:pt x="7947838" y="282679"/>
                  <a:pt x="7946471" y="428403"/>
                  <a:pt x="7951936" y="521074"/>
                </a:cubicBezTo>
                <a:cubicBezTo>
                  <a:pt x="7957514" y="613631"/>
                  <a:pt x="7955579" y="868305"/>
                  <a:pt x="7951936" y="958358"/>
                </a:cubicBezTo>
                <a:cubicBezTo>
                  <a:pt x="7957287" y="981468"/>
                  <a:pt x="7930531" y="1001277"/>
                  <a:pt x="7911748" y="998659"/>
                </a:cubicBezTo>
                <a:cubicBezTo>
                  <a:pt x="7821470" y="990121"/>
                  <a:pt x="7691455" y="992284"/>
                  <a:pt x="7543341" y="998659"/>
                </a:cubicBezTo>
                <a:cubicBezTo>
                  <a:pt x="7395227" y="1005035"/>
                  <a:pt x="7153987" y="980671"/>
                  <a:pt x="6782393" y="998659"/>
                </a:cubicBezTo>
                <a:cubicBezTo>
                  <a:pt x="6410912" y="1016533"/>
                  <a:pt x="6327463" y="1009930"/>
                  <a:pt x="6021558" y="998659"/>
                </a:cubicBezTo>
                <a:cubicBezTo>
                  <a:pt x="5715653" y="987389"/>
                  <a:pt x="5686509" y="1011979"/>
                  <a:pt x="5574598" y="998659"/>
                </a:cubicBezTo>
                <a:cubicBezTo>
                  <a:pt x="5462800" y="985226"/>
                  <a:pt x="5195603" y="990917"/>
                  <a:pt x="4970756" y="998659"/>
                </a:cubicBezTo>
                <a:cubicBezTo>
                  <a:pt x="4745910" y="1006401"/>
                  <a:pt x="4694452" y="1015053"/>
                  <a:pt x="4445356" y="998659"/>
                </a:cubicBezTo>
                <a:cubicBezTo>
                  <a:pt x="4196260" y="982265"/>
                  <a:pt x="3933161" y="1022795"/>
                  <a:pt x="3762961" y="998659"/>
                </a:cubicBezTo>
                <a:cubicBezTo>
                  <a:pt x="3592761" y="974524"/>
                  <a:pt x="3547108" y="988413"/>
                  <a:pt x="3394555" y="998659"/>
                </a:cubicBezTo>
                <a:cubicBezTo>
                  <a:pt x="3242001" y="1008906"/>
                  <a:pt x="2891582" y="1011979"/>
                  <a:pt x="2633720" y="998659"/>
                </a:cubicBezTo>
                <a:cubicBezTo>
                  <a:pt x="2375744" y="985339"/>
                  <a:pt x="2284895" y="994561"/>
                  <a:pt x="2029764" y="998659"/>
                </a:cubicBezTo>
                <a:cubicBezTo>
                  <a:pt x="1774636" y="1002758"/>
                  <a:pt x="1760519" y="1021087"/>
                  <a:pt x="1504365" y="998659"/>
                </a:cubicBezTo>
                <a:cubicBezTo>
                  <a:pt x="1248210" y="976232"/>
                  <a:pt x="1083246" y="977484"/>
                  <a:pt x="821969" y="998659"/>
                </a:cubicBezTo>
                <a:cubicBezTo>
                  <a:pt x="560692" y="1019835"/>
                  <a:pt x="319680" y="969857"/>
                  <a:pt x="61021" y="998659"/>
                </a:cubicBezTo>
                <a:cubicBezTo>
                  <a:pt x="38251" y="1000594"/>
                  <a:pt x="20151" y="984656"/>
                  <a:pt x="20833" y="958358"/>
                </a:cubicBezTo>
                <a:cubicBezTo>
                  <a:pt x="35974" y="855668"/>
                  <a:pt x="18100" y="708806"/>
                  <a:pt x="20833" y="538834"/>
                </a:cubicBezTo>
                <a:cubicBezTo>
                  <a:pt x="23451" y="368861"/>
                  <a:pt x="0" y="196840"/>
                  <a:pt x="20833" y="6580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FFC000"/>
            </a:solidFill>
            <a:prstDash val="solid"/>
          </a:ln>
        </p:spPr>
      </p:sp>
      <p:sp>
        <p:nvSpPr>
          <p:cNvPr id="227" name="text-225 North">
            <a:extLst xmlns:a="http://schemas.openxmlformats.org/drawingml/2006/main">
              <a:ext uri="{FF2B5EF4-FFF2-40B4-BE49-F238E27FC236}">
                <a16:creationId xmlns:a16="http://schemas.microsoft.com/office/drawing/2014/main" id="{EAEBEB83-101D-40E6-97E2-8ED6716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188" y="7090182"/>
            <a:ext cx="609370" cy="27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228" name="text-227 America">
            <a:extLst xmlns:a="http://schemas.openxmlformats.org/drawingml/2006/main">
              <a:ext uri="{FF2B5EF4-FFF2-40B4-BE49-F238E27FC236}">
                <a16:creationId xmlns:a16="http://schemas.microsoft.com/office/drawing/2014/main" id="{CE325C00-18EC-41EA-966A-49D81DB9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0703" y="7090217"/>
            <a:ext cx="814971" cy="279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America</a:t>
            </a:r>
          </a:p>
        </p:txBody>
      </p:sp>
      <p:sp>
        <p:nvSpPr>
          <p:cNvPr id="229" name="text-228 .">
            <a:extLst xmlns:a="http://schemas.openxmlformats.org/drawingml/2006/main">
              <a:ext uri="{FF2B5EF4-FFF2-40B4-BE49-F238E27FC236}">
                <a16:creationId xmlns:a16="http://schemas.microsoft.com/office/drawing/2014/main" id="{B11F36B8-BE5D-45CB-BF8C-E9526D2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1900" y="7090249"/>
            <a:ext cx="122621" cy="279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1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30" name="text-230 This">
            <a:extLst xmlns:a="http://schemas.openxmlformats.org/drawingml/2006/main">
              <a:ext uri="{FF2B5EF4-FFF2-40B4-BE49-F238E27FC236}">
                <a16:creationId xmlns:a16="http://schemas.microsoft.com/office/drawing/2014/main" id="{8409A057-F7FA-45F8-A9D9-E62A9133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7669" y="7089859"/>
            <a:ext cx="441427" cy="280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231" name="text-232 conclusion">
            <a:extLst xmlns:a="http://schemas.openxmlformats.org/drawingml/2006/main">
              <a:ext uri="{FF2B5EF4-FFF2-40B4-BE49-F238E27FC236}">
                <a16:creationId xmlns:a16="http://schemas.microsoft.com/office/drawing/2014/main" id="{37EA9809-9E30-4D9E-95B1-AE0852A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1411" y="7090271"/>
            <a:ext cx="972561" cy="279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conclusion</a:t>
            </a:r>
          </a:p>
        </p:txBody>
      </p:sp>
      <p:sp>
        <p:nvSpPr>
          <p:cNvPr id="232" name="text-234 is">
            <a:extLst xmlns:a="http://schemas.openxmlformats.org/drawingml/2006/main">
              <a:ext uri="{FF2B5EF4-FFF2-40B4-BE49-F238E27FC236}">
                <a16:creationId xmlns:a16="http://schemas.microsoft.com/office/drawing/2014/main" id="{9C1F6482-26D2-4F5A-A5DD-4509846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8470" y="7090772"/>
            <a:ext cx="188746" cy="279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233" name="text-236 robustly">
            <a:extLst xmlns:a="http://schemas.openxmlformats.org/drawingml/2006/main">
              <a:ext uri="{FF2B5EF4-FFF2-40B4-BE49-F238E27FC236}">
                <a16:creationId xmlns:a16="http://schemas.microsoft.com/office/drawing/2014/main" id="{A583D5B9-8578-4B30-86DC-709435B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0074" y="7090211"/>
            <a:ext cx="809944" cy="27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robustly</a:t>
            </a:r>
          </a:p>
        </p:txBody>
      </p:sp>
      <p:sp>
        <p:nvSpPr>
          <p:cNvPr id="234" name="text-238 supported">
            <a:extLst xmlns:a="http://schemas.openxmlformats.org/drawingml/2006/main">
              <a:ext uri="{FF2B5EF4-FFF2-40B4-BE49-F238E27FC236}">
                <a16:creationId xmlns:a16="http://schemas.microsoft.com/office/drawing/2014/main" id="{9ABCA88B-8CCA-4724-956A-6F5CAED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1879" y="7089928"/>
            <a:ext cx="974613" cy="28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sp>
        <p:nvSpPr>
          <p:cNvPr id="235" name="text-240 by">
            <a:extLst xmlns:a="http://schemas.openxmlformats.org/drawingml/2006/main">
              <a:ext uri="{FF2B5EF4-FFF2-40B4-BE49-F238E27FC236}">
                <a16:creationId xmlns:a16="http://schemas.microsoft.com/office/drawing/2014/main" id="{E510B37C-605B-490B-B972-EF83C1AA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936" y="7090123"/>
            <a:ext cx="258692" cy="280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236" name="text-242 the">
            <a:extLst xmlns:a="http://schemas.openxmlformats.org/drawingml/2006/main">
              <a:ext uri="{FF2B5EF4-FFF2-40B4-BE49-F238E27FC236}">
                <a16:creationId xmlns:a16="http://schemas.microsoft.com/office/drawing/2014/main" id="{776F2C33-C4D9-478D-9659-34682F2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397" y="7089891"/>
            <a:ext cx="355712" cy="28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37" name="text-244 collective">
            <a:extLst xmlns:a="http://schemas.openxmlformats.org/drawingml/2006/main">
              <a:ext uri="{FF2B5EF4-FFF2-40B4-BE49-F238E27FC236}">
                <a16:creationId xmlns:a16="http://schemas.microsoft.com/office/drawing/2014/main" id="{76F2F85B-1E89-4EAE-911C-CA77CD7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7508" y="7090688"/>
            <a:ext cx="920224" cy="279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collective</a:t>
            </a:r>
          </a:p>
        </p:txBody>
      </p:sp>
      <p:sp>
        <p:nvSpPr>
          <p:cNvPr id="238" name="text-246 expertise">
            <a:extLst xmlns:a="http://schemas.openxmlformats.org/drawingml/2006/main">
              <a:ext uri="{FF2B5EF4-FFF2-40B4-BE49-F238E27FC236}">
                <a16:creationId xmlns:a16="http://schemas.microsoft.com/office/drawing/2014/main" id="{E99EBDF4-EC64-434E-A921-76D52EC2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0484" y="7092264"/>
            <a:ext cx="923333" cy="27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5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expertise</a:t>
            </a:r>
          </a:p>
        </p:txBody>
      </p:sp>
      <p:sp>
        <p:nvSpPr>
          <p:cNvPr id="239" name="text-248 of">
            <a:extLst xmlns:a="http://schemas.openxmlformats.org/drawingml/2006/main">
              <a:ext uri="{FF2B5EF4-FFF2-40B4-BE49-F238E27FC236}">
                <a16:creationId xmlns:a16="http://schemas.microsoft.com/office/drawing/2014/main" id="{0B0ECB1E-6110-4A8D-98CB-ED2B197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73458" y="7091703"/>
            <a:ext cx="240943" cy="27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240" name="text-250 the">
            <a:extLst xmlns:a="http://schemas.openxmlformats.org/drawingml/2006/main">
              <a:ext uri="{FF2B5EF4-FFF2-40B4-BE49-F238E27FC236}">
                <a16:creationId xmlns:a16="http://schemas.microsoft.com/office/drawing/2014/main" id="{77582F13-9243-4DC9-B600-1BBA5EE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4765" y="7091770"/>
            <a:ext cx="352375" cy="277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6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41" name="text-252 Geospatial">
            <a:extLst xmlns:a="http://schemas.openxmlformats.org/drawingml/2006/main">
              <a:ext uri="{FF2B5EF4-FFF2-40B4-BE49-F238E27FC236}">
                <a16:creationId xmlns:a16="http://schemas.microsoft.com/office/drawing/2014/main" id="{18229B08-D389-4A22-BE4A-B4DEC9D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188" y="7330392"/>
            <a:ext cx="1001127" cy="28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Geospatial</a:t>
            </a:r>
          </a:p>
        </p:txBody>
      </p:sp>
      <p:sp>
        <p:nvSpPr>
          <p:cNvPr id="242" name="text-254 analysis">
            <a:extLst xmlns:a="http://schemas.openxmlformats.org/drawingml/2006/main">
              <a:ext uri="{FF2B5EF4-FFF2-40B4-BE49-F238E27FC236}">
                <a16:creationId xmlns:a16="http://schemas.microsoft.com/office/drawing/2014/main" id="{E298700C-6D5B-4CCB-95D3-42878256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9892" y="7329878"/>
            <a:ext cx="757267" cy="280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analysis</a:t>
            </a:r>
          </a:p>
        </p:txBody>
      </p:sp>
      <p:sp>
        <p:nvSpPr>
          <p:cNvPr id="243" name="text-256 expert,">
            <a:extLst xmlns:a="http://schemas.openxmlformats.org/drawingml/2006/main">
              <a:ext uri="{FF2B5EF4-FFF2-40B4-BE49-F238E27FC236}">
                <a16:creationId xmlns:a16="http://schemas.microsoft.com/office/drawing/2014/main" id="{CA25BD21-61CE-4229-B83F-63944F9B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8222" y="7330251"/>
            <a:ext cx="726591" cy="280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244" name="text-258 region">
            <a:extLst xmlns:a="http://schemas.openxmlformats.org/drawingml/2006/main">
              <a:ext uri="{FF2B5EF4-FFF2-40B4-BE49-F238E27FC236}">
                <a16:creationId xmlns:a16="http://schemas.microsoft.com/office/drawing/2014/main" id="{78830223-9FD5-441F-B91F-34C66BD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6506" y="7330366"/>
            <a:ext cx="614026" cy="28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245" name="text-260 perception">
            <a:extLst xmlns:a="http://schemas.openxmlformats.org/drawingml/2006/main">
              <a:ext uri="{FF2B5EF4-FFF2-40B4-BE49-F238E27FC236}">
                <a16:creationId xmlns:a16="http://schemas.microsoft.com/office/drawing/2014/main" id="{7F6358CA-4806-47D7-BFC5-A88C9932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2368" y="7330540"/>
            <a:ext cx="1027617" cy="280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perception</a:t>
            </a:r>
          </a:p>
        </p:txBody>
      </p:sp>
      <p:sp>
        <p:nvSpPr>
          <p:cNvPr id="246" name="text-262 expert,">
            <a:extLst xmlns:a="http://schemas.openxmlformats.org/drawingml/2006/main">
              <a:ext uri="{FF2B5EF4-FFF2-40B4-BE49-F238E27FC236}">
                <a16:creationId xmlns:a16="http://schemas.microsoft.com/office/drawing/2014/main" id="{01FEC48A-3C8F-4520-9323-4CED89D0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113" y="7330251"/>
            <a:ext cx="726593" cy="280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expert,</a:t>
            </a:r>
          </a:p>
        </p:txBody>
      </p:sp>
      <p:sp>
        <p:nvSpPr>
          <p:cNvPr id="247" name="text-264 and">
            <a:extLst xmlns:a="http://schemas.openxmlformats.org/drawingml/2006/main">
              <a:ext uri="{FF2B5EF4-FFF2-40B4-BE49-F238E27FC236}">
                <a16:creationId xmlns:a16="http://schemas.microsoft.com/office/drawing/2014/main" id="{CA03BE10-1594-491D-B5D3-6D92A25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397" y="7330353"/>
            <a:ext cx="360688" cy="280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48" name="text-266 cultural">
            <a:extLst xmlns:a="http://schemas.openxmlformats.org/drawingml/2006/main">
              <a:ext uri="{FF2B5EF4-FFF2-40B4-BE49-F238E27FC236}">
                <a16:creationId xmlns:a16="http://schemas.microsoft.com/office/drawing/2014/main" id="{1FABF3DA-1615-4D10-A9FC-0362D00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1120" y="7329785"/>
            <a:ext cx="751504" cy="2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cultural</a:t>
            </a:r>
          </a:p>
        </p:txBody>
      </p:sp>
      <p:sp>
        <p:nvSpPr>
          <p:cNvPr id="249" name="text-268 analyst,">
            <a:extLst xmlns:a="http://schemas.openxmlformats.org/drawingml/2006/main">
              <a:ext uri="{FF2B5EF4-FFF2-40B4-BE49-F238E27FC236}">
                <a16:creationId xmlns:a16="http://schemas.microsoft.com/office/drawing/2014/main" id="{2E31D51C-A592-4AE8-82C6-AA2B08A2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4943" y="7329590"/>
            <a:ext cx="754527" cy="281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analyst,</a:t>
            </a:r>
          </a:p>
        </p:txBody>
      </p:sp>
      <p:sp>
        <p:nvSpPr>
          <p:cNvPr id="250" name="text-270 who">
            <a:extLst xmlns:a="http://schemas.openxmlformats.org/drawingml/2006/main">
              <a:ext uri="{FF2B5EF4-FFF2-40B4-BE49-F238E27FC236}">
                <a16:creationId xmlns:a16="http://schemas.microsoft.com/office/drawing/2014/main" id="{C13BC190-6F8C-43CE-8BA9-68E9D7D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1773" y="7330326"/>
            <a:ext cx="393806" cy="28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who</a:t>
            </a:r>
          </a:p>
        </p:txBody>
      </p:sp>
      <p:sp>
        <p:nvSpPr>
          <p:cNvPr id="251" name="text-272 all">
            <a:extLst xmlns:a="http://schemas.openxmlformats.org/drawingml/2006/main">
              <a:ext uri="{FF2B5EF4-FFF2-40B4-BE49-F238E27FC236}">
                <a16:creationId xmlns:a16="http://schemas.microsoft.com/office/drawing/2014/main" id="{2735A5F0-D907-404D-B5FE-306ACD7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56921" y="7330278"/>
            <a:ext cx="248148" cy="280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all</a:t>
            </a:r>
          </a:p>
        </p:txBody>
      </p:sp>
      <p:sp>
        <p:nvSpPr>
          <p:cNvPr id="252" name="text-274 independently">
            <a:extLst xmlns:a="http://schemas.openxmlformats.org/drawingml/2006/main">
              <a:ext uri="{FF2B5EF4-FFF2-40B4-BE49-F238E27FC236}">
                <a16:creationId xmlns:a16="http://schemas.microsoft.com/office/drawing/2014/main" id="{BA848B78-E133-4C33-B86D-5283707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188" y="7571237"/>
            <a:ext cx="1329657" cy="280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independently</a:t>
            </a:r>
          </a:p>
        </p:txBody>
      </p:sp>
      <p:sp>
        <p:nvSpPr>
          <p:cNvPr id="253" name="text-276 identified">
            <a:extLst xmlns:a="http://schemas.openxmlformats.org/drawingml/2006/main">
              <a:ext uri="{FF2B5EF4-FFF2-40B4-BE49-F238E27FC236}">
                <a16:creationId xmlns:a16="http://schemas.microsoft.com/office/drawing/2014/main" id="{606D751E-7CD5-47E6-8A0E-6CBEDCFA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9274" y="7571060"/>
            <a:ext cx="959625" cy="2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identified</a:t>
            </a:r>
          </a:p>
        </p:txBody>
      </p:sp>
      <p:sp>
        <p:nvSpPr>
          <p:cNvPr id="254" name="text-278 key">
            <a:extLst xmlns:a="http://schemas.openxmlformats.org/drawingml/2006/main">
              <a:ext uri="{FF2B5EF4-FFF2-40B4-BE49-F238E27FC236}">
                <a16:creationId xmlns:a16="http://schemas.microsoft.com/office/drawing/2014/main" id="{D2642883-8CB4-4777-85CF-0D18201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0793" y="7571076"/>
            <a:ext cx="357968" cy="280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255" name="text-280 indicators">
            <a:extLst xmlns:a="http://schemas.openxmlformats.org/drawingml/2006/main">
              <a:ext uri="{FF2B5EF4-FFF2-40B4-BE49-F238E27FC236}">
                <a16:creationId xmlns:a16="http://schemas.microsoft.com/office/drawing/2014/main" id="{A3F5C016-1EBB-43D0-BB10-809C199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889" y="7570991"/>
            <a:ext cx="969313" cy="28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7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indicators</a:t>
            </a:r>
          </a:p>
        </p:txBody>
      </p:sp>
      <p:sp>
        <p:nvSpPr>
          <p:cNvPr id="256" name="text-282 consistent">
            <a:extLst xmlns:a="http://schemas.openxmlformats.org/drawingml/2006/main">
              <a:ext uri="{FF2B5EF4-FFF2-40B4-BE49-F238E27FC236}">
                <a16:creationId xmlns:a16="http://schemas.microsoft.com/office/drawing/2014/main" id="{F89EE998-BBC7-4B0C-8759-0FE594C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2174" y="7571127"/>
            <a:ext cx="1002530" cy="28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consistent</a:t>
            </a:r>
          </a:p>
        </p:txBody>
      </p:sp>
      <p:sp>
        <p:nvSpPr>
          <p:cNvPr id="257" name="text-284 with">
            <a:extLst xmlns:a="http://schemas.openxmlformats.org/drawingml/2006/main">
              <a:ext uri="{FF2B5EF4-FFF2-40B4-BE49-F238E27FC236}">
                <a16:creationId xmlns:a16="http://schemas.microsoft.com/office/drawing/2014/main" id="{0CBA370E-06D3-4BD0-AF88-0E1BF39E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7261" y="7571439"/>
            <a:ext cx="438109" cy="27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58" name="text-286 North">
            <a:extLst xmlns:a="http://schemas.openxmlformats.org/drawingml/2006/main">
              <a:ext uri="{FF2B5EF4-FFF2-40B4-BE49-F238E27FC236}">
                <a16:creationId xmlns:a16="http://schemas.microsoft.com/office/drawing/2014/main" id="{9B3C7F79-A185-41A0-921D-A665916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7480" y="7571208"/>
            <a:ext cx="606389" cy="280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North</a:t>
            </a:r>
          </a:p>
        </p:txBody>
      </p:sp>
      <p:sp>
        <p:nvSpPr>
          <p:cNvPr id="259" name="text-288 American,">
            <a:extLst xmlns:a="http://schemas.openxmlformats.org/drawingml/2006/main">
              <a:ext uri="{FF2B5EF4-FFF2-40B4-BE49-F238E27FC236}">
                <a16:creationId xmlns:a16="http://schemas.microsoft.com/office/drawing/2014/main" id="{8286FC41-492D-4CB3-96FA-08CE74D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5960" y="7570876"/>
            <a:ext cx="966141" cy="280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American,</a:t>
            </a:r>
          </a:p>
        </p:txBody>
      </p:sp>
      <p:sp>
        <p:nvSpPr>
          <p:cNvPr id="260" name="text-290 particularly">
            <a:extLst xmlns:a="http://schemas.openxmlformats.org/drawingml/2006/main">
              <a:ext uri="{FF2B5EF4-FFF2-40B4-BE49-F238E27FC236}">
                <a16:creationId xmlns:a16="http://schemas.microsoft.com/office/drawing/2014/main" id="{21948058-3F80-4589-BEDB-ACA7A4D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4991" y="7570557"/>
            <a:ext cx="1114186" cy="28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8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particularly</a:t>
            </a:r>
          </a:p>
        </p:txBody>
      </p:sp>
      <p:sp>
        <p:nvSpPr>
          <p:cNvPr id="261" name="text-292 New">
            <a:extLst xmlns:a="http://schemas.openxmlformats.org/drawingml/2006/main">
              <a:ext uri="{FF2B5EF4-FFF2-40B4-BE49-F238E27FC236}">
                <a16:creationId xmlns:a16="http://schemas.microsoft.com/office/drawing/2014/main" id="{FEFEACF2-1007-4A5C-B765-0EDB02AD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1622" y="7570679"/>
            <a:ext cx="442931" cy="280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80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New</a:t>
            </a:r>
          </a:p>
        </p:txBody>
      </p:sp>
      <p:sp>
        <p:nvSpPr>
          <p:cNvPr id="262" name="text-294 York">
            <a:extLst xmlns:a="http://schemas.openxmlformats.org/drawingml/2006/main">
              <a:ext uri="{FF2B5EF4-FFF2-40B4-BE49-F238E27FC236}">
                <a16:creationId xmlns:a16="http://schemas.microsoft.com/office/drawing/2014/main" id="{BD3A4484-4DAE-4180-9DB1-C5C3BE9B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188" y="7812117"/>
            <a:ext cx="471103" cy="279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1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York</a:t>
            </a:r>
          </a:p>
        </p:txBody>
      </p:sp>
      <p:sp>
        <p:nvSpPr>
          <p:cNvPr id="263" name="text-296 City,">
            <a:extLst xmlns:a="http://schemas.openxmlformats.org/drawingml/2006/main">
              <a:ext uri="{FF2B5EF4-FFF2-40B4-BE49-F238E27FC236}">
                <a16:creationId xmlns:a16="http://schemas.microsoft.com/office/drawing/2014/main" id="{06121251-2BDA-4E8A-B8B6-68A8994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3947" y="7811997"/>
            <a:ext cx="465295" cy="27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2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City,</a:t>
            </a:r>
          </a:p>
        </p:txBody>
      </p:sp>
      <p:sp>
        <p:nvSpPr>
          <p:cNvPr id="264" name="text-298 urban">
            <a:extLst xmlns:a="http://schemas.openxmlformats.org/drawingml/2006/main">
              <a:ext uri="{FF2B5EF4-FFF2-40B4-BE49-F238E27FC236}">
                <a16:creationId xmlns:a16="http://schemas.microsoft.com/office/drawing/2014/main" id="{6F7CD65D-CB73-4CC6-8D13-5DC466B8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3698" y="7811789"/>
            <a:ext cx="561154" cy="27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urban</a:t>
            </a:r>
          </a:p>
        </p:txBody>
      </p:sp>
      <p:sp>
        <p:nvSpPr>
          <p:cNvPr id="265" name="text-300 planning">
            <a:extLst xmlns:a="http://schemas.openxmlformats.org/drawingml/2006/main">
              <a:ext uri="{FF2B5EF4-FFF2-40B4-BE49-F238E27FC236}">
                <a16:creationId xmlns:a16="http://schemas.microsoft.com/office/drawing/2014/main" id="{ADFBCB3B-7995-4F8C-8F97-1D67EBD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2600" y="7811768"/>
            <a:ext cx="775615" cy="279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planning</a:t>
            </a:r>
          </a:p>
        </p:txBody>
      </p:sp>
      <p:sp>
        <p:nvSpPr>
          <p:cNvPr id="266" name="text-302 and">
            <a:extLst xmlns:a="http://schemas.openxmlformats.org/drawingml/2006/main">
              <a:ext uri="{FF2B5EF4-FFF2-40B4-BE49-F238E27FC236}">
                <a16:creationId xmlns:a16="http://schemas.microsoft.com/office/drawing/2014/main" id="{8521EDB6-CB91-42E4-AFA9-D20B663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327" y="7811772"/>
            <a:ext cx="360145" cy="279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67" name="text-304 transportation">
            <a:extLst xmlns:a="http://schemas.openxmlformats.org/drawingml/2006/main">
              <a:ext uri="{FF2B5EF4-FFF2-40B4-BE49-F238E27FC236}">
                <a16:creationId xmlns:a16="http://schemas.microsoft.com/office/drawing/2014/main" id="{DC8D3E87-089B-41A3-81F9-2C9D0D0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9419" y="7811559"/>
            <a:ext cx="1395784" cy="28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6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transportation</a:t>
            </a:r>
          </a:p>
        </p:txBody>
      </p:sp>
      <p:sp>
        <p:nvSpPr>
          <p:cNvPr id="268" name="text-306 infrastructure">
            <a:extLst xmlns:a="http://schemas.openxmlformats.org/drawingml/2006/main">
              <a:ext uri="{FF2B5EF4-FFF2-40B4-BE49-F238E27FC236}">
                <a16:creationId xmlns:a16="http://schemas.microsoft.com/office/drawing/2014/main" id="{D4121CB3-11C4-48CB-9D58-AAF8075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9345" y="7811594"/>
            <a:ext cx="1395061" cy="280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infrastructure</a:t>
            </a:r>
          </a:p>
        </p:txBody>
      </p:sp>
      <p:sp>
        <p:nvSpPr>
          <p:cNvPr id="269" name="text-307 .">
            <a:extLst xmlns:a="http://schemas.openxmlformats.org/drawingml/2006/main">
              <a:ext uri="{FF2B5EF4-FFF2-40B4-BE49-F238E27FC236}">
                <a16:creationId xmlns:a16="http://schemas.microsoft.com/office/drawing/2014/main" id="{790A1D68-E987-4170-AC17-A0E4958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68927" y="7811703"/>
            <a:ext cx="85749" cy="27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0" i="0">
                <a:solidFill>
                  <a:srgbClr val="941651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70" name="text-308 Stage">
            <a:extLst xmlns:a="http://schemas.openxmlformats.org/drawingml/2006/main">
              <a:ext uri="{FF2B5EF4-FFF2-40B4-BE49-F238E27FC236}">
                <a16:creationId xmlns:a16="http://schemas.microsoft.com/office/drawing/2014/main" id="{B234E413-B884-4CCA-9402-E72E594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6017" y="6562806"/>
            <a:ext cx="673801" cy="315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Stage</a:t>
            </a:r>
          </a:p>
        </p:txBody>
      </p:sp>
      <p:sp>
        <p:nvSpPr>
          <p:cNvPr id="271" name="text-309 4:">
            <a:extLst xmlns:a="http://schemas.openxmlformats.org/drawingml/2006/main">
              <a:ext uri="{FF2B5EF4-FFF2-40B4-BE49-F238E27FC236}">
                <a16:creationId xmlns:a16="http://schemas.microsoft.com/office/drawing/2014/main" id="{BA97674E-EC9F-4536-B7C5-53455D4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6137" y="6562474"/>
            <a:ext cx="276242" cy="315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4:</a:t>
            </a:r>
          </a:p>
        </p:txBody>
      </p:sp>
      <p:sp>
        <p:nvSpPr>
          <p:cNvPr id="272" name="text-310 Integrate">
            <a:extLst xmlns:a="http://schemas.openxmlformats.org/drawingml/2006/main">
              <a:ext uri="{FF2B5EF4-FFF2-40B4-BE49-F238E27FC236}">
                <a16:creationId xmlns:a16="http://schemas.microsoft.com/office/drawing/2014/main" id="{62B0A69C-0AD9-4ADA-9ED3-ECD90BA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395" y="6562609"/>
            <a:ext cx="1099967" cy="315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Integrate</a:t>
            </a:r>
          </a:p>
        </p:txBody>
      </p:sp>
      <p:sp>
        <p:nvSpPr>
          <p:cNvPr id="273" name="text-310 to">
            <a:extLst xmlns:a="http://schemas.openxmlformats.org/drawingml/2006/main">
              <a:ext uri="{FF2B5EF4-FFF2-40B4-BE49-F238E27FC236}">
                <a16:creationId xmlns:a16="http://schemas.microsoft.com/office/drawing/2014/main" id="{87694276-97C7-4EB4-B444-8F1F393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4642" y="6562864"/>
            <a:ext cx="265196" cy="315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74" name="text-310 obtain">
            <a:extLst xmlns:a="http://schemas.openxmlformats.org/drawingml/2006/main">
              <a:ext uri="{FF2B5EF4-FFF2-40B4-BE49-F238E27FC236}">
                <a16:creationId xmlns:a16="http://schemas.microsoft.com/office/drawing/2014/main" id="{F0E7F75E-F0E9-4688-8449-F51EEA33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7112" y="6562662"/>
            <a:ext cx="705683" cy="315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obtain</a:t>
            </a:r>
          </a:p>
        </p:txBody>
      </p:sp>
      <p:sp>
        <p:nvSpPr>
          <p:cNvPr id="275" name="text-310 the">
            <a:extLst xmlns:a="http://schemas.openxmlformats.org/drawingml/2006/main">
              <a:ext uri="{FF2B5EF4-FFF2-40B4-BE49-F238E27FC236}">
                <a16:creationId xmlns:a16="http://schemas.microsoft.com/office/drawing/2014/main" id="{EA40A137-F90C-4FEF-98EC-880EB1E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203" y="6562365"/>
            <a:ext cx="403692" cy="316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76" name="text-310 final">
            <a:extLst xmlns:a="http://schemas.openxmlformats.org/drawingml/2006/main">
              <a:ext uri="{FF2B5EF4-FFF2-40B4-BE49-F238E27FC236}">
                <a16:creationId xmlns:a16="http://schemas.microsoft.com/office/drawing/2014/main" id="{A8603ED8-F0E6-4F13-A1B3-17872FE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6683" y="6562854"/>
            <a:ext cx="523000" cy="31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277" name="text-310 answer">
            <a:extLst xmlns:a="http://schemas.openxmlformats.org/drawingml/2006/main">
              <a:ext uri="{FF2B5EF4-FFF2-40B4-BE49-F238E27FC236}">
                <a16:creationId xmlns:a16="http://schemas.microsoft.com/office/drawing/2014/main" id="{C22D2956-3950-469E-9439-90EE1E5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5143" y="6562665"/>
            <a:ext cx="782307" cy="31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78" name="text-311 .">
            <a:extLst xmlns:a="http://schemas.openxmlformats.org/drawingml/2006/main">
              <a:ext uri="{FF2B5EF4-FFF2-40B4-BE49-F238E27FC236}">
                <a16:creationId xmlns:a16="http://schemas.microsoft.com/office/drawing/2014/main" id="{565443D3-6400-464F-B7E7-62BA0928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8555" y="6562853"/>
            <a:ext cx="138263" cy="315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279" name="text-312 Remove">
            <a:extLst xmlns:a="http://schemas.openxmlformats.org/drawingml/2006/main">
              <a:ext uri="{FF2B5EF4-FFF2-40B4-BE49-F238E27FC236}">
                <a16:creationId xmlns:a16="http://schemas.microsoft.com/office/drawing/2014/main" id="{FD66E6FC-0343-44AC-BF48-40392195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6317" y="5145895"/>
            <a:ext cx="832166" cy="315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Remove</a:t>
            </a:r>
          </a:p>
        </p:txBody>
      </p:sp>
      <p:sp>
        <p:nvSpPr>
          <p:cNvPr id="280" name="text-312 the">
            <a:extLst xmlns:a="http://schemas.openxmlformats.org/drawingml/2006/main">
              <a:ext uri="{FF2B5EF4-FFF2-40B4-BE49-F238E27FC236}">
                <a16:creationId xmlns:a16="http://schemas.microsoft.com/office/drawing/2014/main" id="{8E9CAAE5-2D9C-4EBA-A104-62166CE6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5333" y="5145272"/>
            <a:ext cx="401419" cy="316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81" name="text-312 Scene">
            <a:extLst xmlns:a="http://schemas.openxmlformats.org/drawingml/2006/main">
              <a:ext uri="{FF2B5EF4-FFF2-40B4-BE49-F238E27FC236}">
                <a16:creationId xmlns:a16="http://schemas.microsoft.com/office/drawing/2014/main" id="{7B2BA75C-4C10-477B-A772-25ADA6E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2364" y="5145748"/>
            <a:ext cx="677830" cy="315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82" name="text-313 understanding">
            <a:extLst xmlns:a="http://schemas.openxmlformats.org/drawingml/2006/main">
              <a:ext uri="{FF2B5EF4-FFF2-40B4-BE49-F238E27FC236}">
                <a16:creationId xmlns:a16="http://schemas.microsoft.com/office/drawing/2014/main" id="{AEB80DD4-1D5D-4E5A-976C-16BC13B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78014" y="5416059"/>
            <a:ext cx="1523549" cy="31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understanding</a:t>
            </a:r>
          </a:p>
        </p:txBody>
      </p:sp>
      <p:sp>
        <p:nvSpPr>
          <p:cNvPr id="283" name="text-313 expert.">
            <a:extLst xmlns:a="http://schemas.openxmlformats.org/drawingml/2006/main">
              <a:ext uri="{FF2B5EF4-FFF2-40B4-BE49-F238E27FC236}">
                <a16:creationId xmlns:a16="http://schemas.microsoft.com/office/drawing/2014/main" id="{DDE60058-E95F-401A-824F-8E599465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24556" y="5416316"/>
            <a:ext cx="811474" cy="315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expert.</a:t>
            </a:r>
          </a:p>
        </p:txBody>
      </p:sp>
      <p:sp>
        <p:nvSpPr>
          <p:cNvPr id="284" name="text-314 Final">
            <a:extLst xmlns:a="http://schemas.openxmlformats.org/drawingml/2006/main">
              <a:ext uri="{FF2B5EF4-FFF2-40B4-BE49-F238E27FC236}">
                <a16:creationId xmlns:a16="http://schemas.microsoft.com/office/drawing/2014/main" id="{67D822A2-716F-4F65-8655-CC4C5C7F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0945" y="7051766"/>
            <a:ext cx="535886" cy="315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285" name="text-315 Answer">
            <a:extLst xmlns:a="http://schemas.openxmlformats.org/drawingml/2006/main">
              <a:ext uri="{FF2B5EF4-FFF2-40B4-BE49-F238E27FC236}">
                <a16:creationId xmlns:a16="http://schemas.microsoft.com/office/drawing/2014/main" id="{8272E0D7-9431-43CD-90DE-2796A6B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227" y="7322042"/>
            <a:ext cx="819968" cy="315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86" name="text-316 Expert">
            <a:extLst xmlns:a="http://schemas.openxmlformats.org/drawingml/2006/main">
              <a:ext uri="{FF2B5EF4-FFF2-40B4-BE49-F238E27FC236}">
                <a16:creationId xmlns:a16="http://schemas.microsoft.com/office/drawing/2014/main" id="{92D92EF3-F11C-4262-8C12-A9242C9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8709" y="5310043"/>
            <a:ext cx="772995" cy="315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287" name="text-317 construction">
            <a:extLst xmlns:a="http://schemas.openxmlformats.org/drawingml/2006/main">
              <a:ext uri="{FF2B5EF4-FFF2-40B4-BE49-F238E27FC236}">
                <a16:creationId xmlns:a16="http://schemas.microsoft.com/office/drawing/2014/main" id="{C9F173A8-4936-44C9-A58D-2322AE4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7263" y="5580330"/>
            <a:ext cx="1356943" cy="31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288" name="text-318 model">
            <a:extLst xmlns:a="http://schemas.openxmlformats.org/drawingml/2006/main">
              <a:ext uri="{FF2B5EF4-FFF2-40B4-BE49-F238E27FC236}">
                <a16:creationId xmlns:a16="http://schemas.microsoft.com/office/drawing/2014/main" id="{C714611B-D0C6-40E6-BE27-9B127455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303" y="5846180"/>
            <a:ext cx="652408" cy="31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289" name="text-319 Expert">
            <a:extLst xmlns:a="http://schemas.openxmlformats.org/drawingml/2006/main">
              <a:ext uri="{FF2B5EF4-FFF2-40B4-BE49-F238E27FC236}">
                <a16:creationId xmlns:a16="http://schemas.microsoft.com/office/drawing/2014/main" id="{0C2965DE-FA80-42D7-9EC7-B99DF10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5046" y="5167699"/>
            <a:ext cx="772996" cy="315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290" name="text-320 screening">
            <a:extLst xmlns:a="http://schemas.openxmlformats.org/drawingml/2006/main">
              <a:ext uri="{FF2B5EF4-FFF2-40B4-BE49-F238E27FC236}">
                <a16:creationId xmlns:a16="http://schemas.microsoft.com/office/drawing/2014/main" id="{8D553F54-6AB0-47C8-8300-48F25BD8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341" y="5438144"/>
            <a:ext cx="1040151" cy="31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screening</a:t>
            </a:r>
          </a:p>
        </p:txBody>
      </p:sp>
      <p:sp>
        <p:nvSpPr>
          <p:cNvPr id="291" name="text-321 model">
            <a:extLst xmlns:a="http://schemas.openxmlformats.org/drawingml/2006/main">
              <a:ext uri="{FF2B5EF4-FFF2-40B4-BE49-F238E27FC236}">
                <a16:creationId xmlns:a16="http://schemas.microsoft.com/office/drawing/2014/main" id="{E242D2CA-1539-47CA-AB9A-7DBE5D0D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5140" y="5703838"/>
            <a:ext cx="652407" cy="31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FC273F2-830F-4C12-A253-AEED383B7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653c01c46420d"/>
          <a:stretch xmlns:a="http://schemas.openxmlformats.org/drawingml/2006/main"/>
        </p:blipFill>
        <p:spPr>
          <a:xfrm xmlns:a="http://schemas.openxmlformats.org/drawingml/2006/main">
            <a:off x="8436350" y="4181845"/>
            <a:ext cx="680825" cy="617979"/>
          </a:xfrm>
          <a:prstGeom xmlns:a="http://schemas.openxmlformats.org/drawingml/2006/main" prst="rect">
            <a:avLst/>
          </a:prstGeom>
        </p:spPr>
      </p:pic>
      <p:sp>
        <p:nvSpPr>
          <p:cNvPr id="293" name="path-323">
            <a:extLst xmlns:a="http://schemas.openxmlformats.org/drawingml/2006/main">
              <a:ext uri="{FF2B5EF4-FFF2-40B4-BE49-F238E27FC236}">
                <a16:creationId xmlns:a16="http://schemas.microsoft.com/office/drawing/2014/main" id="{05BDDB84-9DC3-4FCB-9253-4CE64E2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326" y="4236497"/>
            <a:ext cx="545210" cy="462709"/>
          </a:xfrm>
          <a:custGeom xmlns:a="http://schemas.openxmlformats.org/drawingml/2006/main">
            <a:pathLst>
              <a:path w="495800" h="420776">
                <a:moveTo>
                  <a:pt x="0" y="105193"/>
                </a:moveTo>
                <a:lnTo>
                  <a:pt x="285412" y="105193"/>
                </a:lnTo>
                <a:lnTo>
                  <a:pt x="285412" y="0"/>
                </a:lnTo>
                <a:lnTo>
                  <a:pt x="495800" y="210387"/>
                </a:lnTo>
                <a:lnTo>
                  <a:pt x="285412" y="420776"/>
                </a:lnTo>
                <a:lnTo>
                  <a:pt x="285412" y="315581"/>
                </a:lnTo>
                <a:lnTo>
                  <a:pt x="0" y="315581"/>
                </a:lnTo>
                <a:lnTo>
                  <a:pt x="0" y="105193"/>
                </a:lnTo>
              </a:path>
            </a:pathLst>
          </a:custGeom>
          <a:solidFill xmlns:a="http://schemas.openxmlformats.org/drawingml/2006/main">
            <a:srgbClr val="F4FBF0"/>
          </a:solidFill>
          <a:ln xmlns:a="http://schemas.openxmlformats.org/drawingml/2006/main" w="18779">
            <a:solidFill>
              <a:srgbClr val="4D8526"/>
            </a:solidFill>
            <a:prstDash val="solid"/>
          </a:ln>
        </p:spPr>
      </p:sp>
      <p:sp>
        <p:nvSpPr>
          <p:cNvPr id="294" name="path-324">
            <a:extLst xmlns:a="http://schemas.openxmlformats.org/drawingml/2006/main">
              <a:ext uri="{FF2B5EF4-FFF2-40B4-BE49-F238E27FC236}">
                <a16:creationId xmlns:a16="http://schemas.microsoft.com/office/drawing/2014/main" id="{F26DBA8A-AA0A-496B-AFFE-5789FF6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272" y="3339748"/>
            <a:ext cx="1398018" cy="1784609"/>
          </a:xfrm>
          <a:custGeom xmlns:a="http://schemas.openxmlformats.org/drawingml/2006/main">
            <a:pathLst>
              <a:path w="1271322" h="1622879">
                <a:moveTo>
                  <a:pt x="1271322" y="1622310"/>
                </a:moveTo>
                <a:lnTo>
                  <a:pt x="1269500" y="1546715"/>
                </a:lnTo>
                <a:lnTo>
                  <a:pt x="1267564" y="1519279"/>
                </a:lnTo>
                <a:lnTo>
                  <a:pt x="1242063" y="1521214"/>
                </a:lnTo>
                <a:lnTo>
                  <a:pt x="1243999" y="1547286"/>
                </a:lnTo>
                <a:lnTo>
                  <a:pt x="1245707" y="1622879"/>
                </a:lnTo>
                <a:lnTo>
                  <a:pt x="1271322" y="1622310"/>
                </a:lnTo>
                <a:moveTo>
                  <a:pt x="1260734" y="1442204"/>
                </a:moveTo>
                <a:lnTo>
                  <a:pt x="1255155" y="1394845"/>
                </a:lnTo>
                <a:lnTo>
                  <a:pt x="1246275" y="1340199"/>
                </a:lnTo>
                <a:lnTo>
                  <a:pt x="1221001" y="1344411"/>
                </a:lnTo>
                <a:lnTo>
                  <a:pt x="1229767" y="1397805"/>
                </a:lnTo>
                <a:lnTo>
                  <a:pt x="1235347" y="1445165"/>
                </a:lnTo>
                <a:lnTo>
                  <a:pt x="1260734" y="1442204"/>
                </a:lnTo>
                <a:moveTo>
                  <a:pt x="1231362" y="1264263"/>
                </a:moveTo>
                <a:lnTo>
                  <a:pt x="1227378" y="1244910"/>
                </a:lnTo>
                <a:lnTo>
                  <a:pt x="1208707" y="1170909"/>
                </a:lnTo>
                <a:lnTo>
                  <a:pt x="1206657" y="1163850"/>
                </a:lnTo>
                <a:lnTo>
                  <a:pt x="1182065" y="1171137"/>
                </a:lnTo>
                <a:lnTo>
                  <a:pt x="1183888" y="1177285"/>
                </a:lnTo>
                <a:lnTo>
                  <a:pt x="1202330" y="1250146"/>
                </a:lnTo>
                <a:lnTo>
                  <a:pt x="1206315" y="1269500"/>
                </a:lnTo>
                <a:lnTo>
                  <a:pt x="1231362" y="1264263"/>
                </a:lnTo>
                <a:moveTo>
                  <a:pt x="1184230" y="1089737"/>
                </a:moveTo>
                <a:lnTo>
                  <a:pt x="1162485" y="1025983"/>
                </a:lnTo>
                <a:lnTo>
                  <a:pt x="1149619" y="992740"/>
                </a:lnTo>
                <a:lnTo>
                  <a:pt x="1125712" y="1001961"/>
                </a:lnTo>
                <a:lnTo>
                  <a:pt x="1138235" y="1034293"/>
                </a:lnTo>
                <a:lnTo>
                  <a:pt x="1159981" y="1098048"/>
                </a:lnTo>
                <a:lnTo>
                  <a:pt x="1184230" y="1089737"/>
                </a:lnTo>
                <a:moveTo>
                  <a:pt x="1120475" y="921130"/>
                </a:moveTo>
                <a:lnTo>
                  <a:pt x="1105219" y="885838"/>
                </a:lnTo>
                <a:lnTo>
                  <a:pt x="1077327" y="827662"/>
                </a:lnTo>
                <a:lnTo>
                  <a:pt x="1054216" y="838820"/>
                </a:lnTo>
                <a:lnTo>
                  <a:pt x="1081654" y="895970"/>
                </a:lnTo>
                <a:lnTo>
                  <a:pt x="1096909" y="931376"/>
                </a:lnTo>
                <a:lnTo>
                  <a:pt x="1120475" y="921130"/>
                </a:lnTo>
                <a:moveTo>
                  <a:pt x="1041580" y="759127"/>
                </a:moveTo>
                <a:lnTo>
                  <a:pt x="1037481" y="751499"/>
                </a:lnTo>
                <a:lnTo>
                  <a:pt x="1000253" y="687063"/>
                </a:lnTo>
                <a:lnTo>
                  <a:pt x="989325" y="669872"/>
                </a:lnTo>
                <a:lnTo>
                  <a:pt x="967693" y="683534"/>
                </a:lnTo>
                <a:lnTo>
                  <a:pt x="978054" y="699926"/>
                </a:lnTo>
                <a:lnTo>
                  <a:pt x="1014940" y="763454"/>
                </a:lnTo>
                <a:lnTo>
                  <a:pt x="1018924" y="771080"/>
                </a:lnTo>
                <a:lnTo>
                  <a:pt x="1041580" y="759127"/>
                </a:lnTo>
                <a:moveTo>
                  <a:pt x="947314" y="604980"/>
                </a:moveTo>
                <a:lnTo>
                  <a:pt x="919080" y="563995"/>
                </a:lnTo>
                <a:lnTo>
                  <a:pt x="887204" y="521302"/>
                </a:lnTo>
                <a:lnTo>
                  <a:pt x="866712" y="536672"/>
                </a:lnTo>
                <a:lnTo>
                  <a:pt x="898019" y="578453"/>
                </a:lnTo>
                <a:lnTo>
                  <a:pt x="926139" y="619437"/>
                </a:lnTo>
                <a:lnTo>
                  <a:pt x="947314" y="604980"/>
                </a:lnTo>
                <a:moveTo>
                  <a:pt x="839047" y="460849"/>
                </a:moveTo>
                <a:lnTo>
                  <a:pt x="830054" y="449693"/>
                </a:lnTo>
                <a:lnTo>
                  <a:pt x="782807" y="396299"/>
                </a:lnTo>
                <a:lnTo>
                  <a:pt x="770398" y="383321"/>
                </a:lnTo>
                <a:lnTo>
                  <a:pt x="751955" y="401080"/>
                </a:lnTo>
                <a:lnTo>
                  <a:pt x="763566" y="413262"/>
                </a:lnTo>
                <a:lnTo>
                  <a:pt x="810130" y="465858"/>
                </a:lnTo>
                <a:lnTo>
                  <a:pt x="819123" y="477016"/>
                </a:lnTo>
                <a:lnTo>
                  <a:pt x="839047" y="460849"/>
                </a:lnTo>
                <a:moveTo>
                  <a:pt x="715865" y="328332"/>
                </a:moveTo>
                <a:lnTo>
                  <a:pt x="683534" y="297594"/>
                </a:lnTo>
                <a:lnTo>
                  <a:pt x="639475" y="259342"/>
                </a:lnTo>
                <a:lnTo>
                  <a:pt x="622624" y="278695"/>
                </a:lnTo>
                <a:lnTo>
                  <a:pt x="665887" y="316265"/>
                </a:lnTo>
                <a:lnTo>
                  <a:pt x="698218" y="346890"/>
                </a:lnTo>
                <a:lnTo>
                  <a:pt x="715865" y="328332"/>
                </a:lnTo>
                <a:moveTo>
                  <a:pt x="578908" y="211072"/>
                </a:moveTo>
                <a:lnTo>
                  <a:pt x="578566" y="210843"/>
                </a:lnTo>
                <a:lnTo>
                  <a:pt x="524263" y="172135"/>
                </a:lnTo>
                <a:lnTo>
                  <a:pt x="493295" y="152440"/>
                </a:lnTo>
                <a:lnTo>
                  <a:pt x="479635" y="174072"/>
                </a:lnTo>
                <a:lnTo>
                  <a:pt x="509462" y="193083"/>
                </a:lnTo>
                <a:lnTo>
                  <a:pt x="562742" y="230880"/>
                </a:lnTo>
                <a:lnTo>
                  <a:pt x="563083" y="231108"/>
                </a:lnTo>
                <a:lnTo>
                  <a:pt x="578908" y="211072"/>
                </a:lnTo>
                <a:moveTo>
                  <a:pt x="426581" y="113163"/>
                </a:moveTo>
                <a:lnTo>
                  <a:pt x="412579" y="105308"/>
                </a:lnTo>
                <a:lnTo>
                  <a:pt x="355427" y="77302"/>
                </a:lnTo>
                <a:lnTo>
                  <a:pt x="332886" y="67966"/>
                </a:lnTo>
                <a:lnTo>
                  <a:pt x="323096" y="91647"/>
                </a:lnTo>
                <a:lnTo>
                  <a:pt x="344157" y="100412"/>
                </a:lnTo>
                <a:lnTo>
                  <a:pt x="400055" y="127622"/>
                </a:lnTo>
                <a:lnTo>
                  <a:pt x="413945" y="135477"/>
                </a:lnTo>
                <a:lnTo>
                  <a:pt x="426581" y="113163"/>
                </a:lnTo>
                <a:moveTo>
                  <a:pt x="260366" y="40530"/>
                </a:moveTo>
                <a:lnTo>
                  <a:pt x="238849" y="33242"/>
                </a:lnTo>
                <a:lnTo>
                  <a:pt x="179763" y="17305"/>
                </a:lnTo>
                <a:lnTo>
                  <a:pt x="159840" y="13433"/>
                </a:lnTo>
                <a:lnTo>
                  <a:pt x="154944" y="38594"/>
                </a:lnTo>
                <a:lnTo>
                  <a:pt x="173160" y="42009"/>
                </a:lnTo>
                <a:lnTo>
                  <a:pt x="230539" y="57379"/>
                </a:lnTo>
                <a:lnTo>
                  <a:pt x="252055" y="64779"/>
                </a:lnTo>
                <a:lnTo>
                  <a:pt x="260366" y="40530"/>
                </a:lnTo>
                <a:moveTo>
                  <a:pt x="82766" y="1822"/>
                </a:moveTo>
                <a:lnTo>
                  <a:pt x="65234" y="0"/>
                </a:lnTo>
                <a:lnTo>
                  <a:pt x="62615" y="25502"/>
                </a:lnTo>
                <a:lnTo>
                  <a:pt x="80147" y="27323"/>
                </a:lnTo>
                <a:lnTo>
                  <a:pt x="82766" y="1822"/>
                </a:lnTo>
                <a:moveTo>
                  <a:pt x="80375" y="-50435"/>
                </a:moveTo>
                <a:lnTo>
                  <a:pt x="0" y="9108"/>
                </a:lnTo>
                <a:lnTo>
                  <a:pt x="73089" y="77415"/>
                </a:lnTo>
                <a:lnTo>
                  <a:pt x="80375" y="-504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325">
            <a:extLst xmlns:a="http://schemas.openxmlformats.org/drawingml/2006/main">
              <a:ext uri="{FF2B5EF4-FFF2-40B4-BE49-F238E27FC236}">
                <a16:creationId xmlns:a16="http://schemas.microsoft.com/office/drawing/2014/main" id="{305C9406-1E03-4895-82FE-7364F9BB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642" y="2876789"/>
            <a:ext cx="310102" cy="310100"/>
          </a:xfrm>
          <a:custGeom xmlns:a="http://schemas.openxmlformats.org/drawingml/2006/main">
            <a:pathLst>
              <a:path w="281999" h="281997">
                <a:moveTo>
                  <a:pt x="54191" y="0"/>
                </a:moveTo>
                <a:lnTo>
                  <a:pt x="141397" y="88459"/>
                </a:lnTo>
                <a:lnTo>
                  <a:pt x="229856" y="1366"/>
                </a:lnTo>
                <a:lnTo>
                  <a:pt x="281999" y="54190"/>
                </a:lnTo>
                <a:lnTo>
                  <a:pt x="193540" y="141396"/>
                </a:lnTo>
                <a:lnTo>
                  <a:pt x="280745" y="229855"/>
                </a:lnTo>
                <a:lnTo>
                  <a:pt x="227807" y="281997"/>
                </a:lnTo>
                <a:lnTo>
                  <a:pt x="140601" y="193539"/>
                </a:lnTo>
                <a:lnTo>
                  <a:pt x="52143" y="280744"/>
                </a:lnTo>
                <a:lnTo>
                  <a:pt x="0" y="227806"/>
                </a:lnTo>
                <a:lnTo>
                  <a:pt x="88459" y="140599"/>
                </a:lnTo>
                <a:lnTo>
                  <a:pt x="1254" y="52141"/>
                </a:lnTo>
                <a:lnTo>
                  <a:pt x="54191" y="0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326">
            <a:extLst xmlns:a="http://schemas.openxmlformats.org/drawingml/2006/main">
              <a:ext uri="{FF2B5EF4-FFF2-40B4-BE49-F238E27FC236}">
                <a16:creationId xmlns:a16="http://schemas.microsoft.com/office/drawing/2014/main" id="{72CD872B-24D3-4443-9ADD-B69351CB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642" y="2876789"/>
            <a:ext cx="310102" cy="310100"/>
          </a:xfrm>
          <a:custGeom xmlns:a="http://schemas.openxmlformats.org/drawingml/2006/main">
            <a:pathLst>
              <a:path w="281999" h="281997">
                <a:moveTo>
                  <a:pt x="54191" y="0"/>
                </a:moveTo>
                <a:lnTo>
                  <a:pt x="141397" y="88459"/>
                </a:lnTo>
                <a:lnTo>
                  <a:pt x="229856" y="1366"/>
                </a:lnTo>
                <a:lnTo>
                  <a:pt x="281999" y="54190"/>
                </a:lnTo>
                <a:lnTo>
                  <a:pt x="193540" y="141396"/>
                </a:lnTo>
                <a:lnTo>
                  <a:pt x="280745" y="229855"/>
                </a:lnTo>
                <a:lnTo>
                  <a:pt x="227807" y="281997"/>
                </a:lnTo>
                <a:lnTo>
                  <a:pt x="140601" y="193539"/>
                </a:lnTo>
                <a:lnTo>
                  <a:pt x="52143" y="280744"/>
                </a:lnTo>
                <a:lnTo>
                  <a:pt x="0" y="227806"/>
                </a:lnTo>
                <a:lnTo>
                  <a:pt x="88459" y="140599"/>
                </a:lnTo>
                <a:lnTo>
                  <a:pt x="1254" y="52141"/>
                </a:lnTo>
                <a:lnTo>
                  <a:pt x="541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779">
            <a:solidFill>
              <a:srgbClr val="C00000"/>
            </a:solidFill>
            <a:prstDash val="solid"/>
          </a:ln>
        </p:spPr>
      </p:sp>
      <p:sp>
        <p:nvSpPr>
          <p:cNvPr id="297" name="path-327">
            <a:extLst xmlns:a="http://schemas.openxmlformats.org/drawingml/2006/main">
              <a:ext uri="{FF2B5EF4-FFF2-40B4-BE49-F238E27FC236}">
                <a16:creationId xmlns:a16="http://schemas.microsoft.com/office/drawing/2014/main" id="{52B10C31-50EE-462F-9D86-AF2F968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78" y="7407230"/>
            <a:ext cx="6275603" cy="722481"/>
          </a:xfrm>
          <a:custGeom xmlns:a="http://schemas.openxmlformats.org/drawingml/2006/main">
            <a:pathLst>
              <a:path w="5706876" h="657006">
                <a:moveTo>
                  <a:pt x="25593" y="0"/>
                </a:moveTo>
                <a:lnTo>
                  <a:pt x="27300" y="43717"/>
                </a:lnTo>
                <a:lnTo>
                  <a:pt x="28404" y="65462"/>
                </a:lnTo>
                <a:lnTo>
                  <a:pt x="30010" y="86751"/>
                </a:lnTo>
                <a:lnTo>
                  <a:pt x="31410" y="101551"/>
                </a:lnTo>
                <a:lnTo>
                  <a:pt x="5909" y="103942"/>
                </a:lnTo>
                <a:lnTo>
                  <a:pt x="4463" y="88686"/>
                </a:lnTo>
                <a:lnTo>
                  <a:pt x="2823" y="66714"/>
                </a:lnTo>
                <a:lnTo>
                  <a:pt x="1707" y="44742"/>
                </a:lnTo>
                <a:lnTo>
                  <a:pt x="0" y="1024"/>
                </a:lnTo>
                <a:lnTo>
                  <a:pt x="25593" y="0"/>
                </a:lnTo>
                <a:moveTo>
                  <a:pt x="43831" y="175210"/>
                </a:moveTo>
                <a:lnTo>
                  <a:pt x="48066" y="191148"/>
                </a:lnTo>
                <a:lnTo>
                  <a:pt x="54612" y="211413"/>
                </a:lnTo>
                <a:lnTo>
                  <a:pt x="62376" y="231108"/>
                </a:lnTo>
                <a:lnTo>
                  <a:pt x="71598" y="250689"/>
                </a:lnTo>
                <a:lnTo>
                  <a:pt x="80694" y="266970"/>
                </a:lnTo>
                <a:lnTo>
                  <a:pt x="58301" y="279379"/>
                </a:lnTo>
                <a:lnTo>
                  <a:pt x="48430" y="261619"/>
                </a:lnTo>
                <a:lnTo>
                  <a:pt x="38526" y="240443"/>
                </a:lnTo>
                <a:lnTo>
                  <a:pt x="30237" y="219268"/>
                </a:lnTo>
                <a:lnTo>
                  <a:pt x="23293" y="197751"/>
                </a:lnTo>
                <a:lnTo>
                  <a:pt x="19058" y="181698"/>
                </a:lnTo>
                <a:lnTo>
                  <a:pt x="43831" y="175210"/>
                </a:lnTo>
                <a:moveTo>
                  <a:pt x="124935" y="325486"/>
                </a:moveTo>
                <a:lnTo>
                  <a:pt x="133621" y="334481"/>
                </a:lnTo>
                <a:lnTo>
                  <a:pt x="142934" y="343360"/>
                </a:lnTo>
                <a:lnTo>
                  <a:pt x="152896" y="352241"/>
                </a:lnTo>
                <a:lnTo>
                  <a:pt x="163381" y="361006"/>
                </a:lnTo>
                <a:lnTo>
                  <a:pt x="174424" y="369545"/>
                </a:lnTo>
                <a:lnTo>
                  <a:pt x="186173" y="378083"/>
                </a:lnTo>
                <a:lnTo>
                  <a:pt x="198514" y="386621"/>
                </a:lnTo>
                <a:lnTo>
                  <a:pt x="201576" y="388558"/>
                </a:lnTo>
                <a:lnTo>
                  <a:pt x="187653" y="410074"/>
                </a:lnTo>
                <a:lnTo>
                  <a:pt x="183987" y="407683"/>
                </a:lnTo>
                <a:lnTo>
                  <a:pt x="171054" y="398803"/>
                </a:lnTo>
                <a:lnTo>
                  <a:pt x="158724" y="389810"/>
                </a:lnTo>
                <a:lnTo>
                  <a:pt x="146884" y="380588"/>
                </a:lnTo>
                <a:lnTo>
                  <a:pt x="135853" y="371253"/>
                </a:lnTo>
                <a:lnTo>
                  <a:pt x="125322" y="361917"/>
                </a:lnTo>
                <a:lnTo>
                  <a:pt x="115167" y="352241"/>
                </a:lnTo>
                <a:lnTo>
                  <a:pt x="106480" y="343246"/>
                </a:lnTo>
                <a:lnTo>
                  <a:pt x="124935" y="325486"/>
                </a:lnTo>
                <a:moveTo>
                  <a:pt x="267186" y="425899"/>
                </a:moveTo>
                <a:lnTo>
                  <a:pt x="270260" y="427379"/>
                </a:lnTo>
                <a:lnTo>
                  <a:pt x="286767" y="435234"/>
                </a:lnTo>
                <a:lnTo>
                  <a:pt x="304072" y="442862"/>
                </a:lnTo>
                <a:lnTo>
                  <a:pt x="322060" y="450490"/>
                </a:lnTo>
                <a:lnTo>
                  <a:pt x="340958" y="457890"/>
                </a:lnTo>
                <a:lnTo>
                  <a:pt x="360198" y="464948"/>
                </a:lnTo>
                <a:lnTo>
                  <a:pt x="351318" y="488970"/>
                </a:lnTo>
                <a:lnTo>
                  <a:pt x="331509" y="481684"/>
                </a:lnTo>
                <a:lnTo>
                  <a:pt x="312155" y="474056"/>
                </a:lnTo>
                <a:lnTo>
                  <a:pt x="293598" y="466314"/>
                </a:lnTo>
                <a:lnTo>
                  <a:pt x="275838" y="458346"/>
                </a:lnTo>
                <a:lnTo>
                  <a:pt x="258761" y="450262"/>
                </a:lnTo>
                <a:lnTo>
                  <a:pt x="255573" y="448668"/>
                </a:lnTo>
                <a:lnTo>
                  <a:pt x="267186" y="425899"/>
                </a:lnTo>
                <a:moveTo>
                  <a:pt x="432377" y="488514"/>
                </a:moveTo>
                <a:lnTo>
                  <a:pt x="447404" y="492840"/>
                </a:lnTo>
                <a:lnTo>
                  <a:pt x="471312" y="499330"/>
                </a:lnTo>
                <a:lnTo>
                  <a:pt x="496017" y="505819"/>
                </a:lnTo>
                <a:lnTo>
                  <a:pt x="521746" y="511967"/>
                </a:lnTo>
                <a:lnTo>
                  <a:pt x="530854" y="514016"/>
                </a:lnTo>
                <a:lnTo>
                  <a:pt x="525162" y="538948"/>
                </a:lnTo>
                <a:lnTo>
                  <a:pt x="515712" y="536899"/>
                </a:lnTo>
                <a:lnTo>
                  <a:pt x="489641" y="530523"/>
                </a:lnTo>
                <a:lnTo>
                  <a:pt x="464481" y="524034"/>
                </a:lnTo>
                <a:lnTo>
                  <a:pt x="440232" y="517432"/>
                </a:lnTo>
                <a:lnTo>
                  <a:pt x="425318" y="513106"/>
                </a:lnTo>
                <a:lnTo>
                  <a:pt x="432377" y="488514"/>
                </a:lnTo>
                <a:moveTo>
                  <a:pt x="605537" y="529840"/>
                </a:moveTo>
                <a:lnTo>
                  <a:pt x="634112" y="535078"/>
                </a:lnTo>
                <a:lnTo>
                  <a:pt x="664623" y="540428"/>
                </a:lnTo>
                <a:lnTo>
                  <a:pt x="696273" y="545665"/>
                </a:lnTo>
                <a:lnTo>
                  <a:pt x="706063" y="547146"/>
                </a:lnTo>
                <a:lnTo>
                  <a:pt x="702193" y="572533"/>
                </a:lnTo>
                <a:lnTo>
                  <a:pt x="692060" y="570939"/>
                </a:lnTo>
                <a:lnTo>
                  <a:pt x="660183" y="565702"/>
                </a:lnTo>
                <a:lnTo>
                  <a:pt x="629445" y="560351"/>
                </a:lnTo>
                <a:lnTo>
                  <a:pt x="600869" y="555001"/>
                </a:lnTo>
                <a:lnTo>
                  <a:pt x="605537" y="529840"/>
                </a:lnTo>
                <a:moveTo>
                  <a:pt x="781885" y="558074"/>
                </a:moveTo>
                <a:lnTo>
                  <a:pt x="797595" y="560124"/>
                </a:lnTo>
                <a:lnTo>
                  <a:pt x="834710" y="564677"/>
                </a:lnTo>
                <a:lnTo>
                  <a:pt x="873645" y="569004"/>
                </a:lnTo>
                <a:lnTo>
                  <a:pt x="883208" y="569914"/>
                </a:lnTo>
                <a:lnTo>
                  <a:pt x="880704" y="595416"/>
                </a:lnTo>
                <a:lnTo>
                  <a:pt x="870913" y="594391"/>
                </a:lnTo>
                <a:lnTo>
                  <a:pt x="831636" y="590065"/>
                </a:lnTo>
                <a:lnTo>
                  <a:pt x="794294" y="585512"/>
                </a:lnTo>
                <a:lnTo>
                  <a:pt x="778583" y="583462"/>
                </a:lnTo>
                <a:lnTo>
                  <a:pt x="781885" y="558074"/>
                </a:lnTo>
                <a:moveTo>
                  <a:pt x="959599" y="577314"/>
                </a:moveTo>
                <a:lnTo>
                  <a:pt x="1001153" y="580843"/>
                </a:lnTo>
                <a:lnTo>
                  <a:pt x="1047033" y="584600"/>
                </a:lnTo>
                <a:lnTo>
                  <a:pt x="1061606" y="585625"/>
                </a:lnTo>
                <a:lnTo>
                  <a:pt x="1059670" y="611241"/>
                </a:lnTo>
                <a:lnTo>
                  <a:pt x="1044984" y="610102"/>
                </a:lnTo>
                <a:lnTo>
                  <a:pt x="998990" y="606459"/>
                </a:lnTo>
                <a:lnTo>
                  <a:pt x="957322" y="602816"/>
                </a:lnTo>
                <a:lnTo>
                  <a:pt x="959599" y="577314"/>
                </a:lnTo>
                <a:moveTo>
                  <a:pt x="1138110" y="591090"/>
                </a:moveTo>
                <a:lnTo>
                  <a:pt x="1143347" y="591432"/>
                </a:lnTo>
                <a:lnTo>
                  <a:pt x="1193781" y="594733"/>
                </a:lnTo>
                <a:lnTo>
                  <a:pt x="1240230" y="597465"/>
                </a:lnTo>
                <a:lnTo>
                  <a:pt x="1238750" y="623081"/>
                </a:lnTo>
                <a:lnTo>
                  <a:pt x="1192187" y="620234"/>
                </a:lnTo>
                <a:lnTo>
                  <a:pt x="1141639" y="617047"/>
                </a:lnTo>
                <a:lnTo>
                  <a:pt x="1136403" y="616705"/>
                </a:lnTo>
                <a:lnTo>
                  <a:pt x="1138110" y="591090"/>
                </a:lnTo>
                <a:moveTo>
                  <a:pt x="1316849" y="601563"/>
                </a:moveTo>
                <a:lnTo>
                  <a:pt x="1408723" y="606118"/>
                </a:lnTo>
                <a:lnTo>
                  <a:pt x="1419083" y="606572"/>
                </a:lnTo>
                <a:lnTo>
                  <a:pt x="1418058" y="632188"/>
                </a:lnTo>
                <a:lnTo>
                  <a:pt x="1407470" y="631733"/>
                </a:lnTo>
                <a:lnTo>
                  <a:pt x="1315596" y="627179"/>
                </a:lnTo>
                <a:lnTo>
                  <a:pt x="1316849" y="601563"/>
                </a:lnTo>
                <a:moveTo>
                  <a:pt x="1495929" y="609875"/>
                </a:moveTo>
                <a:lnTo>
                  <a:pt x="1523252" y="611013"/>
                </a:lnTo>
                <a:lnTo>
                  <a:pt x="1598163" y="613631"/>
                </a:lnTo>
                <a:lnTo>
                  <a:pt x="1597252" y="639246"/>
                </a:lnTo>
                <a:lnTo>
                  <a:pt x="1522227" y="636628"/>
                </a:lnTo>
                <a:lnTo>
                  <a:pt x="1494791" y="635376"/>
                </a:lnTo>
                <a:lnTo>
                  <a:pt x="1495929" y="609875"/>
                </a:lnTo>
                <a:moveTo>
                  <a:pt x="1674896" y="616250"/>
                </a:moveTo>
                <a:lnTo>
                  <a:pt x="1764264" y="619096"/>
                </a:lnTo>
                <a:lnTo>
                  <a:pt x="1777243" y="619437"/>
                </a:lnTo>
                <a:lnTo>
                  <a:pt x="1776674" y="645053"/>
                </a:lnTo>
                <a:lnTo>
                  <a:pt x="1763468" y="644712"/>
                </a:lnTo>
                <a:lnTo>
                  <a:pt x="1674099" y="641866"/>
                </a:lnTo>
                <a:lnTo>
                  <a:pt x="1674896" y="616250"/>
                </a:lnTo>
                <a:moveTo>
                  <a:pt x="1854089" y="621373"/>
                </a:moveTo>
                <a:lnTo>
                  <a:pt x="1889723" y="622283"/>
                </a:lnTo>
                <a:lnTo>
                  <a:pt x="1956437" y="623650"/>
                </a:lnTo>
                <a:lnTo>
                  <a:pt x="1955982" y="649265"/>
                </a:lnTo>
                <a:lnTo>
                  <a:pt x="1889041" y="647899"/>
                </a:lnTo>
                <a:lnTo>
                  <a:pt x="1853407" y="646988"/>
                </a:lnTo>
                <a:lnTo>
                  <a:pt x="1854089" y="621373"/>
                </a:lnTo>
                <a:moveTo>
                  <a:pt x="2033284" y="625243"/>
                </a:moveTo>
                <a:lnTo>
                  <a:pt x="2135745" y="627065"/>
                </a:lnTo>
                <a:lnTo>
                  <a:pt x="2135290" y="652680"/>
                </a:lnTo>
                <a:lnTo>
                  <a:pt x="2032828" y="650859"/>
                </a:lnTo>
                <a:lnTo>
                  <a:pt x="2033284" y="625243"/>
                </a:lnTo>
                <a:moveTo>
                  <a:pt x="2212478" y="628090"/>
                </a:moveTo>
                <a:lnTo>
                  <a:pt x="2280216" y="629001"/>
                </a:lnTo>
                <a:lnTo>
                  <a:pt x="2314939" y="629228"/>
                </a:lnTo>
                <a:lnTo>
                  <a:pt x="2314711" y="654844"/>
                </a:lnTo>
                <a:lnTo>
                  <a:pt x="2279988" y="654617"/>
                </a:lnTo>
                <a:lnTo>
                  <a:pt x="2212136" y="653705"/>
                </a:lnTo>
                <a:lnTo>
                  <a:pt x="2212478" y="628090"/>
                </a:lnTo>
                <a:moveTo>
                  <a:pt x="2391672" y="629798"/>
                </a:moveTo>
                <a:lnTo>
                  <a:pt x="2494133" y="630595"/>
                </a:lnTo>
                <a:lnTo>
                  <a:pt x="2494019" y="656210"/>
                </a:lnTo>
                <a:lnTo>
                  <a:pt x="2391558" y="655413"/>
                </a:lnTo>
                <a:lnTo>
                  <a:pt x="2391672" y="629798"/>
                </a:lnTo>
                <a:moveTo>
                  <a:pt x="2570980" y="631050"/>
                </a:moveTo>
                <a:lnTo>
                  <a:pt x="2673441" y="631164"/>
                </a:lnTo>
                <a:lnTo>
                  <a:pt x="2673327" y="656779"/>
                </a:lnTo>
                <a:lnTo>
                  <a:pt x="2570866" y="656665"/>
                </a:lnTo>
                <a:lnTo>
                  <a:pt x="2570980" y="631050"/>
                </a:lnTo>
                <a:moveTo>
                  <a:pt x="2750288" y="631278"/>
                </a:moveTo>
                <a:lnTo>
                  <a:pt x="2815977" y="631391"/>
                </a:lnTo>
                <a:lnTo>
                  <a:pt x="2852635" y="631278"/>
                </a:lnTo>
                <a:lnTo>
                  <a:pt x="2852749" y="656893"/>
                </a:lnTo>
                <a:lnTo>
                  <a:pt x="2815977" y="657006"/>
                </a:lnTo>
                <a:lnTo>
                  <a:pt x="2750174" y="656893"/>
                </a:lnTo>
                <a:lnTo>
                  <a:pt x="2750288" y="631278"/>
                </a:lnTo>
                <a:moveTo>
                  <a:pt x="2929481" y="630936"/>
                </a:moveTo>
                <a:lnTo>
                  <a:pt x="2949405" y="630822"/>
                </a:lnTo>
                <a:lnTo>
                  <a:pt x="3031943" y="630367"/>
                </a:lnTo>
                <a:lnTo>
                  <a:pt x="3032057" y="655982"/>
                </a:lnTo>
                <a:lnTo>
                  <a:pt x="2949518" y="656437"/>
                </a:lnTo>
                <a:lnTo>
                  <a:pt x="2929596" y="656552"/>
                </a:lnTo>
                <a:lnTo>
                  <a:pt x="2929481" y="630936"/>
                </a:lnTo>
                <a:moveTo>
                  <a:pt x="3108676" y="629798"/>
                </a:moveTo>
                <a:lnTo>
                  <a:pt x="3211138" y="628773"/>
                </a:lnTo>
                <a:lnTo>
                  <a:pt x="3211479" y="654388"/>
                </a:lnTo>
                <a:lnTo>
                  <a:pt x="3109018" y="655413"/>
                </a:lnTo>
                <a:lnTo>
                  <a:pt x="3108676" y="629798"/>
                </a:lnTo>
                <a:moveTo>
                  <a:pt x="3287984" y="627749"/>
                </a:moveTo>
                <a:lnTo>
                  <a:pt x="3340695" y="627065"/>
                </a:lnTo>
                <a:lnTo>
                  <a:pt x="3390445" y="626382"/>
                </a:lnTo>
                <a:lnTo>
                  <a:pt x="3390787" y="651997"/>
                </a:lnTo>
                <a:lnTo>
                  <a:pt x="3341036" y="652680"/>
                </a:lnTo>
                <a:lnTo>
                  <a:pt x="3288326" y="653364"/>
                </a:lnTo>
                <a:lnTo>
                  <a:pt x="3287984" y="627749"/>
                </a:lnTo>
                <a:moveTo>
                  <a:pt x="3467178" y="625130"/>
                </a:moveTo>
                <a:lnTo>
                  <a:pt x="3569639" y="623195"/>
                </a:lnTo>
                <a:lnTo>
                  <a:pt x="3570095" y="648810"/>
                </a:lnTo>
                <a:lnTo>
                  <a:pt x="3467633" y="650745"/>
                </a:lnTo>
                <a:lnTo>
                  <a:pt x="3467178" y="625130"/>
                </a:lnTo>
                <a:moveTo>
                  <a:pt x="3646372" y="621487"/>
                </a:moveTo>
                <a:lnTo>
                  <a:pt x="3708532" y="620121"/>
                </a:lnTo>
                <a:lnTo>
                  <a:pt x="3748833" y="619096"/>
                </a:lnTo>
                <a:lnTo>
                  <a:pt x="3749516" y="644712"/>
                </a:lnTo>
                <a:lnTo>
                  <a:pt x="3709101" y="645736"/>
                </a:lnTo>
                <a:lnTo>
                  <a:pt x="3646941" y="647102"/>
                </a:lnTo>
                <a:lnTo>
                  <a:pt x="3646372" y="621487"/>
                </a:lnTo>
                <a:moveTo>
                  <a:pt x="3825566" y="617047"/>
                </a:moveTo>
                <a:lnTo>
                  <a:pt x="3928028" y="613973"/>
                </a:lnTo>
                <a:lnTo>
                  <a:pt x="3928711" y="639589"/>
                </a:lnTo>
                <a:lnTo>
                  <a:pt x="3826363" y="642662"/>
                </a:lnTo>
                <a:lnTo>
                  <a:pt x="3825566" y="617047"/>
                </a:lnTo>
                <a:moveTo>
                  <a:pt x="4004760" y="611468"/>
                </a:moveTo>
                <a:lnTo>
                  <a:pt x="4040053" y="610216"/>
                </a:lnTo>
                <a:lnTo>
                  <a:pt x="4090828" y="608395"/>
                </a:lnTo>
                <a:lnTo>
                  <a:pt x="4107108" y="607712"/>
                </a:lnTo>
                <a:lnTo>
                  <a:pt x="4108133" y="633327"/>
                </a:lnTo>
                <a:lnTo>
                  <a:pt x="4091739" y="633896"/>
                </a:lnTo>
                <a:lnTo>
                  <a:pt x="4040963" y="635831"/>
                </a:lnTo>
                <a:lnTo>
                  <a:pt x="4005670" y="637083"/>
                </a:lnTo>
                <a:lnTo>
                  <a:pt x="4004760" y="611468"/>
                </a:lnTo>
                <a:moveTo>
                  <a:pt x="4183841" y="604524"/>
                </a:moveTo>
                <a:lnTo>
                  <a:pt x="4188053" y="604296"/>
                </a:lnTo>
                <a:lnTo>
                  <a:pt x="4234388" y="602246"/>
                </a:lnTo>
                <a:lnTo>
                  <a:pt x="4279130" y="600084"/>
                </a:lnTo>
                <a:lnTo>
                  <a:pt x="4286074" y="599742"/>
                </a:lnTo>
                <a:lnTo>
                  <a:pt x="4287327" y="625243"/>
                </a:lnTo>
                <a:lnTo>
                  <a:pt x="4280382" y="625699"/>
                </a:lnTo>
                <a:lnTo>
                  <a:pt x="4235526" y="627749"/>
                </a:lnTo>
                <a:lnTo>
                  <a:pt x="4189191" y="629911"/>
                </a:lnTo>
                <a:lnTo>
                  <a:pt x="4184865" y="630139"/>
                </a:lnTo>
                <a:lnTo>
                  <a:pt x="4183841" y="604524"/>
                </a:lnTo>
                <a:moveTo>
                  <a:pt x="4362693" y="595644"/>
                </a:moveTo>
                <a:lnTo>
                  <a:pt x="4363490" y="595530"/>
                </a:lnTo>
                <a:lnTo>
                  <a:pt x="4402994" y="593253"/>
                </a:lnTo>
                <a:lnTo>
                  <a:pt x="4464813" y="588927"/>
                </a:lnTo>
                <a:lnTo>
                  <a:pt x="4466520" y="614428"/>
                </a:lnTo>
                <a:lnTo>
                  <a:pt x="4404474" y="618869"/>
                </a:lnTo>
                <a:lnTo>
                  <a:pt x="4364856" y="621145"/>
                </a:lnTo>
                <a:lnTo>
                  <a:pt x="4364173" y="621145"/>
                </a:lnTo>
                <a:lnTo>
                  <a:pt x="4362693" y="595644"/>
                </a:lnTo>
                <a:moveTo>
                  <a:pt x="4540976" y="582323"/>
                </a:moveTo>
                <a:lnTo>
                  <a:pt x="4553044" y="581186"/>
                </a:lnTo>
                <a:lnTo>
                  <a:pt x="4589133" y="577314"/>
                </a:lnTo>
                <a:lnTo>
                  <a:pt x="4624881" y="573216"/>
                </a:lnTo>
                <a:lnTo>
                  <a:pt x="4642413" y="571053"/>
                </a:lnTo>
                <a:lnTo>
                  <a:pt x="4645714" y="596441"/>
                </a:lnTo>
                <a:lnTo>
                  <a:pt x="4627727" y="598717"/>
                </a:lnTo>
                <a:lnTo>
                  <a:pt x="4591866" y="602816"/>
                </a:lnTo>
                <a:lnTo>
                  <a:pt x="4555435" y="606687"/>
                </a:lnTo>
                <a:lnTo>
                  <a:pt x="4543481" y="607826"/>
                </a:lnTo>
                <a:lnTo>
                  <a:pt x="4540976" y="582323"/>
                </a:lnTo>
                <a:moveTo>
                  <a:pt x="4718349" y="560807"/>
                </a:moveTo>
                <a:lnTo>
                  <a:pt x="4728823" y="559327"/>
                </a:lnTo>
                <a:lnTo>
                  <a:pt x="4762407" y="554203"/>
                </a:lnTo>
                <a:lnTo>
                  <a:pt x="4795423" y="548852"/>
                </a:lnTo>
                <a:lnTo>
                  <a:pt x="4819217" y="544754"/>
                </a:lnTo>
                <a:lnTo>
                  <a:pt x="4823543" y="569914"/>
                </a:lnTo>
                <a:lnTo>
                  <a:pt x="4799521" y="574127"/>
                </a:lnTo>
                <a:lnTo>
                  <a:pt x="4766164" y="579478"/>
                </a:lnTo>
                <a:lnTo>
                  <a:pt x="4732466" y="584600"/>
                </a:lnTo>
                <a:lnTo>
                  <a:pt x="4722106" y="586195"/>
                </a:lnTo>
                <a:lnTo>
                  <a:pt x="4718349" y="560807"/>
                </a:lnTo>
                <a:moveTo>
                  <a:pt x="4894469" y="530865"/>
                </a:moveTo>
                <a:lnTo>
                  <a:pt x="4922248" y="525287"/>
                </a:lnTo>
                <a:lnTo>
                  <a:pt x="4952530" y="518911"/>
                </a:lnTo>
                <a:lnTo>
                  <a:pt x="4982244" y="512535"/>
                </a:lnTo>
                <a:lnTo>
                  <a:pt x="4994426" y="509690"/>
                </a:lnTo>
                <a:lnTo>
                  <a:pt x="5000004" y="534736"/>
                </a:lnTo>
                <a:lnTo>
                  <a:pt x="4987709" y="537468"/>
                </a:lnTo>
                <a:lnTo>
                  <a:pt x="4957767" y="544071"/>
                </a:lnTo>
                <a:lnTo>
                  <a:pt x="4927257" y="550447"/>
                </a:lnTo>
                <a:lnTo>
                  <a:pt x="4899478" y="555911"/>
                </a:lnTo>
                <a:lnTo>
                  <a:pt x="4894469" y="530865"/>
                </a:lnTo>
                <a:moveTo>
                  <a:pt x="5068881" y="492044"/>
                </a:moveTo>
                <a:lnTo>
                  <a:pt x="5095749" y="485213"/>
                </a:lnTo>
                <a:lnTo>
                  <a:pt x="5122731" y="478154"/>
                </a:lnTo>
                <a:lnTo>
                  <a:pt x="5149029" y="470982"/>
                </a:lnTo>
                <a:lnTo>
                  <a:pt x="5167587" y="465745"/>
                </a:lnTo>
                <a:lnTo>
                  <a:pt x="5174417" y="490449"/>
                </a:lnTo>
                <a:lnTo>
                  <a:pt x="5155860" y="495687"/>
                </a:lnTo>
                <a:lnTo>
                  <a:pt x="5129220" y="502973"/>
                </a:lnTo>
                <a:lnTo>
                  <a:pt x="5102011" y="510145"/>
                </a:lnTo>
                <a:lnTo>
                  <a:pt x="5075143" y="516862"/>
                </a:lnTo>
                <a:lnTo>
                  <a:pt x="5068881" y="492044"/>
                </a:lnTo>
                <a:moveTo>
                  <a:pt x="5240903" y="444114"/>
                </a:moveTo>
                <a:lnTo>
                  <a:pt x="5248759" y="441723"/>
                </a:lnTo>
                <a:lnTo>
                  <a:pt x="5272211" y="434323"/>
                </a:lnTo>
                <a:lnTo>
                  <a:pt x="5295207" y="426924"/>
                </a:lnTo>
                <a:lnTo>
                  <a:pt x="5317521" y="419523"/>
                </a:lnTo>
                <a:lnTo>
                  <a:pt x="5338014" y="412465"/>
                </a:lnTo>
                <a:lnTo>
                  <a:pt x="5346212" y="436714"/>
                </a:lnTo>
                <a:lnTo>
                  <a:pt x="5325491" y="443773"/>
                </a:lnTo>
                <a:lnTo>
                  <a:pt x="5303063" y="451287"/>
                </a:lnTo>
                <a:lnTo>
                  <a:pt x="5279953" y="458800"/>
                </a:lnTo>
                <a:lnTo>
                  <a:pt x="5256272" y="466201"/>
                </a:lnTo>
                <a:lnTo>
                  <a:pt x="5248417" y="468591"/>
                </a:lnTo>
                <a:lnTo>
                  <a:pt x="5240903" y="444114"/>
                </a:lnTo>
                <a:moveTo>
                  <a:pt x="5409965" y="386621"/>
                </a:moveTo>
                <a:lnTo>
                  <a:pt x="5419870" y="382865"/>
                </a:lnTo>
                <a:lnTo>
                  <a:pt x="5438541" y="375693"/>
                </a:lnTo>
                <a:lnTo>
                  <a:pt x="5456642" y="368634"/>
                </a:lnTo>
                <a:lnTo>
                  <a:pt x="5474060" y="361689"/>
                </a:lnTo>
                <a:lnTo>
                  <a:pt x="5490796" y="354859"/>
                </a:lnTo>
                <a:lnTo>
                  <a:pt x="5504799" y="349052"/>
                </a:lnTo>
                <a:lnTo>
                  <a:pt x="5514590" y="372733"/>
                </a:lnTo>
                <a:lnTo>
                  <a:pt x="5500587" y="378539"/>
                </a:lnTo>
                <a:lnTo>
                  <a:pt x="5483510" y="385483"/>
                </a:lnTo>
                <a:lnTo>
                  <a:pt x="5465977" y="392542"/>
                </a:lnTo>
                <a:lnTo>
                  <a:pt x="5447648" y="399714"/>
                </a:lnTo>
                <a:lnTo>
                  <a:pt x="5428864" y="406887"/>
                </a:lnTo>
                <a:lnTo>
                  <a:pt x="5418958" y="410644"/>
                </a:lnTo>
                <a:lnTo>
                  <a:pt x="5409965" y="386621"/>
                </a:lnTo>
                <a:moveTo>
                  <a:pt x="5574701" y="318428"/>
                </a:moveTo>
                <a:lnTo>
                  <a:pt x="5578343" y="316720"/>
                </a:lnTo>
                <a:lnTo>
                  <a:pt x="5590753" y="310914"/>
                </a:lnTo>
                <a:lnTo>
                  <a:pt x="5602593" y="305449"/>
                </a:lnTo>
                <a:lnTo>
                  <a:pt x="5613522" y="300099"/>
                </a:lnTo>
                <a:lnTo>
                  <a:pt x="5623996" y="294975"/>
                </a:lnTo>
                <a:lnTo>
                  <a:pt x="5644602" y="284388"/>
                </a:lnTo>
                <a:lnTo>
                  <a:pt x="5656442" y="307043"/>
                </a:lnTo>
                <a:lnTo>
                  <a:pt x="5635266" y="317973"/>
                </a:lnTo>
                <a:lnTo>
                  <a:pt x="5624793" y="323096"/>
                </a:lnTo>
                <a:lnTo>
                  <a:pt x="5613522" y="328560"/>
                </a:lnTo>
                <a:lnTo>
                  <a:pt x="5601568" y="334139"/>
                </a:lnTo>
                <a:lnTo>
                  <a:pt x="5589045" y="340059"/>
                </a:lnTo>
                <a:lnTo>
                  <a:pt x="5585403" y="341653"/>
                </a:lnTo>
                <a:lnTo>
                  <a:pt x="5574701" y="318428"/>
                </a:lnTo>
                <a:moveTo>
                  <a:pt x="5608968" y="245339"/>
                </a:moveTo>
                <a:lnTo>
                  <a:pt x="5706876" y="265376"/>
                </a:lnTo>
                <a:lnTo>
                  <a:pt x="5669535" y="358160"/>
                </a:lnTo>
                <a:lnTo>
                  <a:pt x="5608968" y="24533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4807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2026-10-14T12:37:32.1820000Z</dcterms:created>
  <dcterms:modified xsi:type="dcterms:W3CDTF">2026-10-14T12:37:32.1820000Z</dcterms:modified>
</coreProperties>
</file>