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1611a6cf841a9" /><Relationship Type="http://schemas.openxmlformats.org/officeDocument/2006/relationships/extended-properties" Target="/docProps/app.xml" Id="Rfa5c9c88d8784199" /><Relationship Type="http://schemas.openxmlformats.org/officeDocument/2006/relationships/officeDocument" Target="/ppt/presentation.xml" Id="R013ba0e9b149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ce49f70244d64"/>
  </p:sldMasterIdLst>
  <p:notesMasterIdLst>
    <p:notesMasterId xmlns:r="http://schemas.openxmlformats.org/officeDocument/2006/relationships" r:id="Ref5fe4bb02c648f8"/>
  </p:notesMasterIdLst>
  <p:sldIdLst>
    <p:sldId xmlns:r="http://schemas.openxmlformats.org/officeDocument/2006/relationships" id="256" r:id="R6bb3052d13754cdb"/>
  </p:sldIdLst>
  <p:sldSz cx="13306425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d61a3822b44223" /><Relationship Type="http://schemas.openxmlformats.org/officeDocument/2006/relationships/slideMaster" Target="/ppt/slideMasters/slideMaster1.xml" Id="Rf56ce49f70244d64" /><Relationship Type="http://schemas.openxmlformats.org/officeDocument/2006/relationships/notesMaster" Target="/ppt/notesMasters/notesMaster1.xml" Id="Ref5fe4bb02c648f8" /><Relationship Type="http://schemas.openxmlformats.org/officeDocument/2006/relationships/presProps" Target="/ppt/presProps.xml" Id="R35056dbe1aca4234" /><Relationship Type="http://schemas.openxmlformats.org/officeDocument/2006/relationships/tableStyles" Target="/ppt/tableStyles.xml" Id="R0df552b5d77d4c56" /><Relationship Type="http://schemas.openxmlformats.org/officeDocument/2006/relationships/slide" Target="/ppt/slides/slide1.xml" Id="R6bb3052d13754c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b0d47d10441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b7d56801948aa" /><Relationship Type="http://schemas.openxmlformats.org/officeDocument/2006/relationships/notesMaster" Target="/ppt/notesMasters/notesMaster1.xml" Id="Ra4c7f0d08357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MMDU Data Preparation and Generation Pipeline</a:t>
            </a:r>
          </a:p>
          <a:p xmlns:a="http://schemas.openxmlformats.org/drawingml/2006/main">
            <a:r>
              <a:t>Source: https://arxiv.org/abs/2406.11833</a:t>
            </a:r>
          </a:p>
          <a:p xmlns:a="http://schemas.openxmlformats.org/drawingml/2006/main">
            <a:r>
              <a:t>Approved image: image1.png; SHA-256: 88b7625724d645ed59f6c91199e0c4275b54effa8c7a0d798cc81524e060215a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(57).</a:t>
            </a:r>
          </a:p>
          <a:p xmlns:a="http://schemas.openxmlformats.org/drawingml/2006/main">
            <a:r>
              <a:t>Font substitution: source PDF families mapped to Arial, Comic Sans MS,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ac6c0856f4d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57e11edbf44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a22cf6bfa41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7ab5b09834d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ddd54de2b48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e425d2bc6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99BC4-4704-4D57-B1CF-9F45DF667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0643" y="3454400"/>
            <a:ext cx="1064514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B178AF-C9BD-41E7-B70B-30A2AD858A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5964" y="5029200"/>
            <a:ext cx="9314497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9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0128F0-EC0E-4866-9ED8-8096FE726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0643" y="3810000"/>
            <a:ext cx="1064514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66683D-BCE9-4420-89CF-9C0C57FF6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8486" y="711200"/>
            <a:ext cx="11809452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A926AC-57F2-4DC7-9FB2-4C2738C02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8486" y="2540000"/>
            <a:ext cx="11809452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9495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1pPr>
            <a:lvl2pPr marL="582156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2pPr>
            <a:lvl3pPr marL="91481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3pPr>
            <a:lvl4pPr marL="124747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4pPr>
            <a:lvl5pPr marL="1580138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5pPr>
            <a:lvl6pPr marL="191279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6pPr>
            <a:lvl7pPr marL="224545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7pPr>
            <a:lvl8pPr marL="257812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8pPr>
            <a:lvl9pPr marL="291078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880FC0-B178-4A19-B0C1-78C00C52F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8486" y="711200"/>
            <a:ext cx="11809452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2889BA-8AA1-4D24-A3A8-5C72D406D8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8486" y="2540000"/>
            <a:ext cx="54889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9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9495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1pPr>
            <a:lvl2pPr marL="582156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2pPr>
            <a:lvl3pPr marL="91481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3pPr>
            <a:lvl4pPr marL="124747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4pPr>
            <a:lvl5pPr marL="1580138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5pPr>
            <a:lvl6pPr marL="191279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6pPr>
            <a:lvl7pPr marL="224545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7pPr>
            <a:lvl8pPr marL="257812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8pPr>
            <a:lvl9pPr marL="291078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9BE1D4-3C92-4ED2-BED1-DD2AEBC7B5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69038" y="2540000"/>
            <a:ext cx="54889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9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9495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1pPr>
            <a:lvl2pPr marL="582156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2pPr>
            <a:lvl3pPr marL="91481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3pPr>
            <a:lvl4pPr marL="124747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4pPr>
            <a:lvl5pPr marL="1580138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5pPr>
            <a:lvl6pPr marL="191279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6pPr>
            <a:lvl7pPr marL="224545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7pPr>
            <a:lvl8pPr marL="257812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8pPr>
            <a:lvl9pPr marL="291078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8EF690-49FB-4652-9587-EC7061B78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8486" y="711200"/>
            <a:ext cx="11809452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045890-926D-4132-8276-535387BAA8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8486" y="2540000"/>
            <a:ext cx="54889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9495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1pPr>
            <a:lvl2pPr marL="582156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2pPr>
            <a:lvl3pPr marL="91481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3pPr>
            <a:lvl4pPr marL="1247477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4pPr>
            <a:lvl5pPr marL="1580138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5pPr>
            <a:lvl6pPr marL="191279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6pPr>
            <a:lvl7pPr marL="2245459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7pPr>
            <a:lvl8pPr marL="257812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8pPr>
            <a:lvl9pPr marL="2910780" indent="-249495">
              <a:lnSpc>
                <a:spcPct val="110000"/>
              </a:lnSpc>
              <a:spcBef>
                <a:spcPts val="0"/>
              </a:spcBef>
              <a:spcAft>
                <a:spcPts val="13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65e0a34554e30" /><Relationship Type="http://schemas.openxmlformats.org/officeDocument/2006/relationships/slideLayout" Target="/ppt/slideLayouts/slideLayout1.xml" Id="R3849a4a11ca542d0" /><Relationship Type="http://schemas.openxmlformats.org/officeDocument/2006/relationships/slideLayout" Target="/ppt/slideLayouts/slideLayout2.xml" Id="R6f654c7b97114204" /><Relationship Type="http://schemas.openxmlformats.org/officeDocument/2006/relationships/slideLayout" Target="/ppt/slideLayouts/slideLayout3.xml" Id="R8b1461ad292245f3" /><Relationship Type="http://schemas.openxmlformats.org/officeDocument/2006/relationships/slideLayout" Target="/ppt/slideLayouts/slideLayout4.xml" Id="R1648c47f55b0477d" /><Relationship Type="http://schemas.openxmlformats.org/officeDocument/2006/relationships/slideLayout" Target="/ppt/slideLayouts/slideLayout5.xml" Id="R0bfede78fe84437d" /><Relationship Type="http://schemas.openxmlformats.org/officeDocument/2006/relationships/slideLayout" Target="/ppt/slideLayouts/slideLayout6.xml" Id="R5b4e4f1fd6fc49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49a4a11ca542d0"/>
    <p:sldLayoutId xmlns:r="http://schemas.openxmlformats.org/officeDocument/2006/relationships" id="2147483650" r:id="R6f654c7b97114204"/>
    <p:sldLayoutId xmlns:r="http://schemas.openxmlformats.org/officeDocument/2006/relationships" id="2147483651" r:id="R8b1461ad292245f3"/>
    <p:sldLayoutId xmlns:r="http://schemas.openxmlformats.org/officeDocument/2006/relationships" id="2147483652" r:id="R1648c47f55b0477d"/>
    <p:sldLayoutId xmlns:r="http://schemas.openxmlformats.org/officeDocument/2006/relationships" id="2147483653" r:id="R0bfede78fe84437d"/>
    <p:sldLayoutId xmlns:r="http://schemas.openxmlformats.org/officeDocument/2006/relationships" id="2147483654" r:id="R5b4e4f1fd6fc49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e9f9eea444df4" /><Relationship Type="http://schemas.openxmlformats.org/officeDocument/2006/relationships/image" Target="/ppt/media/image.png" Id="Rea19646374634caf" /><Relationship Type="http://schemas.openxmlformats.org/officeDocument/2006/relationships/image" Target="/ppt/media/image2.png" Id="Reecf4d76d03b4ec3" /><Relationship Type="http://schemas.openxmlformats.org/officeDocument/2006/relationships/image" Target="/ppt/media/image3.png" Id="R34cd232f6a97447c" /><Relationship Type="http://schemas.openxmlformats.org/officeDocument/2006/relationships/image" Target="/ppt/media/image4.png" Id="R3666ba1967454396" /><Relationship Type="http://schemas.openxmlformats.org/officeDocument/2006/relationships/image" Target="/ppt/media/image5.png" Id="Rf98d33f1b4da43ef" /><Relationship Type="http://schemas.openxmlformats.org/officeDocument/2006/relationships/image" Target="/ppt/media/image6.png" Id="R18468351e28b4a1e" /><Relationship Type="http://schemas.openxmlformats.org/officeDocument/2006/relationships/image" Target="/ppt/media/image7.png" Id="R3081a35ce8fe478f" /><Relationship Type="http://schemas.openxmlformats.org/officeDocument/2006/relationships/image" Target="/ppt/media/image8.png" Id="R2ffc6d2caaf04734" /><Relationship Type="http://schemas.openxmlformats.org/officeDocument/2006/relationships/image" Target="/ppt/media/image9.png" Id="R28e26b6fd6574b13" /><Relationship Type="http://schemas.openxmlformats.org/officeDocument/2006/relationships/image" Target="/ppt/media/image10.png" Id="R774997ab76fd4e21" /><Relationship Type="http://schemas.openxmlformats.org/officeDocument/2006/relationships/image" Target="/ppt/media/image11.png" Id="R0a4293e7182e4c56" /><Relationship Type="http://schemas.openxmlformats.org/officeDocument/2006/relationships/image" Target="/ppt/media/image12.png" Id="R238bdcfdaee644f0" /><Relationship Type="http://schemas.openxmlformats.org/officeDocument/2006/relationships/image" Target="/ppt/media/image13.png" Id="Ra02076c9e8694836" /><Relationship Type="http://schemas.openxmlformats.org/officeDocument/2006/relationships/image" Target="/ppt/media/image14.png" Id="R4527b6a54f0146b1" /><Relationship Type="http://schemas.openxmlformats.org/officeDocument/2006/relationships/image" Target="/ppt/media/image15.png" Id="R58f5bd0bfadd4d96" /><Relationship Type="http://schemas.openxmlformats.org/officeDocument/2006/relationships/image" Target="/ppt/media/image16.png" Id="Rb12e9f4dafb14ae7" /><Relationship Type="http://schemas.openxmlformats.org/officeDocument/2006/relationships/image" Target="/ppt/media/image17.png" Id="R8d8ebe685e9548b3" /><Relationship Type="http://schemas.openxmlformats.org/officeDocument/2006/relationships/image" Target="/ppt/media/image18.png" Id="Rc552b989796e462d" /><Relationship Type="http://schemas.openxmlformats.org/officeDocument/2006/relationships/image" Target="/ppt/media/image19.png" Id="Rb865d5a025fb442d" /><Relationship Type="http://schemas.openxmlformats.org/officeDocument/2006/relationships/image" Target="/ppt/media/image20.png" Id="R1a4de82e35ce4800" /><Relationship Type="http://schemas.openxmlformats.org/officeDocument/2006/relationships/image" Target="/ppt/media/image21.png" Id="R2c922c6a0cb44588" /><Relationship Type="http://schemas.openxmlformats.org/officeDocument/2006/relationships/image" Target="/ppt/media/image22.png" Id="Rbeca5b21051c40d6" /><Relationship Type="http://schemas.openxmlformats.org/officeDocument/2006/relationships/image" Target="/ppt/media/image23.png" Id="R50cbe28ae1524066" /><Relationship Type="http://schemas.openxmlformats.org/officeDocument/2006/relationships/image" Target="/ppt/media/image24.png" Id="Rcb524a55b2d14908" /><Relationship Type="http://schemas.openxmlformats.org/officeDocument/2006/relationships/image" Target="/ppt/media/image25.png" Id="R4c66568ba1004da0" /><Relationship Type="http://schemas.openxmlformats.org/officeDocument/2006/relationships/image" Target="/ppt/media/image26.png" Id="R49da9711ff4d4605" /><Relationship Type="http://schemas.openxmlformats.org/officeDocument/2006/relationships/image" Target="/ppt/media/image27.png" Id="R12c19d864ead4c5e" /><Relationship Type="http://schemas.openxmlformats.org/officeDocument/2006/relationships/image" Target="/ppt/media/image28.png" Id="Rbe664c21bef84dec" /><Relationship Type="http://schemas.openxmlformats.org/officeDocument/2006/relationships/image" Target="/ppt/media/image29.png" Id="R52d9877b2aab41b9" /><Relationship Type="http://schemas.openxmlformats.org/officeDocument/2006/relationships/image" Target="/ppt/media/image30.png" Id="Rd2e97e4d7e83493d" /><Relationship Type="http://schemas.openxmlformats.org/officeDocument/2006/relationships/image" Target="/ppt/media/image31.png" Id="Rdbc21790931141c5" /><Relationship Type="http://schemas.openxmlformats.org/officeDocument/2006/relationships/image" Target="/ppt/media/image32.png" Id="R4e52ac01ac984f81" /><Relationship Type="http://schemas.openxmlformats.org/officeDocument/2006/relationships/image" Target="/ppt/media/image33.png" Id="R1bdac519798e4257" /><Relationship Type="http://schemas.openxmlformats.org/officeDocument/2006/relationships/image" Target="/ppt/media/image34.png" Id="Ree55dd0b497b4c42" /><Relationship Type="http://schemas.openxmlformats.org/officeDocument/2006/relationships/image" Target="/ppt/media/image35.png" Id="R08f1c2375f2b4e6c" /><Relationship Type="http://schemas.openxmlformats.org/officeDocument/2006/relationships/image" Target="/ppt/media/image36.png" Id="R78c117ab08b84fdc" /><Relationship Type="http://schemas.openxmlformats.org/officeDocument/2006/relationships/image" Target="/ppt/media/image37.png" Id="R98efc43ed8a64b72" /><Relationship Type="http://schemas.openxmlformats.org/officeDocument/2006/relationships/image" Target="/ppt/media/image38.png" Id="Rc5397f63aed84efe" /><Relationship Type="http://schemas.openxmlformats.org/officeDocument/2006/relationships/image" Target="/ppt/media/image39.png" Id="R5d832caaacfe49e7" /><Relationship Type="http://schemas.openxmlformats.org/officeDocument/2006/relationships/image" Target="/ppt/media/image40.png" Id="R2d13815e7b5446d1" /><Relationship Type="http://schemas.openxmlformats.org/officeDocument/2006/relationships/image" Target="/ppt/media/image41.png" Id="R8bbebe534b6f4e2a" /><Relationship Type="http://schemas.openxmlformats.org/officeDocument/2006/relationships/image" Target="/ppt/media/image42.png" Id="R561aaafbede34eb5" /><Relationship Type="http://schemas.openxmlformats.org/officeDocument/2006/relationships/image" Target="/ppt/media/image43.png" Id="Re2de37798dae4b12" /><Relationship Type="http://schemas.openxmlformats.org/officeDocument/2006/relationships/image" Target="/ppt/media/image44.png" Id="Rdd2f53871d0f4ee6" /><Relationship Type="http://schemas.openxmlformats.org/officeDocument/2006/relationships/image" Target="/ppt/media/image45.png" Id="R714c406492d24411" /><Relationship Type="http://schemas.openxmlformats.org/officeDocument/2006/relationships/image" Target="/ppt/media/image46.png" Id="R4d351537c971468a" /><Relationship Type="http://schemas.openxmlformats.org/officeDocument/2006/relationships/image" Target="/ppt/media/image47.png" Id="Re92a6cdcd0ae4ea4" /><Relationship Type="http://schemas.openxmlformats.org/officeDocument/2006/relationships/image" Target="/ppt/media/image48.png" Id="R4875fc955bfc4ef5" /><Relationship Type="http://schemas.openxmlformats.org/officeDocument/2006/relationships/image" Target="/ppt/media/image49.png" Id="R34d954161ed348e2" /><Relationship Type="http://schemas.openxmlformats.org/officeDocument/2006/relationships/image" Target="/ppt/media/image50.png" Id="R7d23b5e9d9e1418f" /><Relationship Type="http://schemas.openxmlformats.org/officeDocument/2006/relationships/image" Target="/ppt/media/image51.png" Id="Rda1c1e9b04414877" /><Relationship Type="http://schemas.openxmlformats.org/officeDocument/2006/relationships/image" Target="/ppt/media/image52.png" Id="R5ea6b9a1289a4e4a" /><Relationship Type="http://schemas.openxmlformats.org/officeDocument/2006/relationships/image" Target="/ppt/media/image53.png" Id="R4a79c3c57bb74784" /><Relationship Type="http://schemas.openxmlformats.org/officeDocument/2006/relationships/image" Target="/ppt/media/image54.png" Id="R6be94bb8f5b54efd" /><Relationship Type="http://schemas.openxmlformats.org/officeDocument/2006/relationships/image" Target="/ppt/media/image55.png" Id="R7da9d95ad7e24bb1" /><Relationship Type="http://schemas.openxmlformats.org/officeDocument/2006/relationships/image" Target="/ppt/media/image56.png" Id="R664ab9196bfe4fca" /><Relationship Type="http://schemas.openxmlformats.org/officeDocument/2006/relationships/image" Target="/ppt/media/image57.png" Id="R2d866f73f807477d" /><Relationship Type="http://schemas.openxmlformats.org/officeDocument/2006/relationships/notesSlide" Target="/ppt/notesSlides/notesSlide1.xml" Id="R45be08f7129449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path-1">
            <a:extLst xmlns:a="http://schemas.openxmlformats.org/drawingml/2006/main">
              <a:ext uri="{FF2B5EF4-FFF2-40B4-BE49-F238E27FC236}">
                <a16:creationId xmlns:a16="http://schemas.microsoft.com/office/drawing/2014/main" id="{F8015676-8058-4E52-8103-23653C71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77"/>
            <a:ext cx="13244877" cy="9139623"/>
          </a:xfrm>
          <a:custGeom xmlns:a="http://schemas.openxmlformats.org/drawingml/2006/main">
            <a:pathLst>
              <a:path w="13244877" h="9139623">
                <a:moveTo>
                  <a:pt x="13244877" y="0"/>
                </a:moveTo>
                <a:lnTo>
                  <a:pt x="0" y="0"/>
                </a:lnTo>
                <a:lnTo>
                  <a:pt x="0" y="9139623"/>
                </a:lnTo>
                <a:lnTo>
                  <a:pt x="13244877" y="9139623"/>
                </a:lnTo>
                <a:lnTo>
                  <a:pt x="1324487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3098E97F-4CAC-44C9-874F-8A76B93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51" y="8287021"/>
            <a:ext cx="1931979" cy="382571"/>
          </a:xfrm>
          <a:custGeom xmlns:a="http://schemas.openxmlformats.org/drawingml/2006/main">
            <a:pathLst>
              <a:path w="1931979" h="382571">
                <a:moveTo>
                  <a:pt x="0" y="0"/>
                </a:moveTo>
                <a:lnTo>
                  <a:pt x="0" y="382571"/>
                </a:lnTo>
                <a:lnTo>
                  <a:pt x="1931979" y="382571"/>
                </a:lnTo>
                <a:lnTo>
                  <a:pt x="1931979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D05424CD-5FE5-4D3E-9F50-79E1FF93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92" y="8277456"/>
            <a:ext cx="1952702" cy="401499"/>
          </a:xfrm>
          <a:custGeom xmlns:a="http://schemas.openxmlformats.org/drawingml/2006/main">
            <a:pathLst>
              <a:path w="1952702" h="401499">
                <a:moveTo>
                  <a:pt x="1952702" y="0"/>
                </a:moveTo>
                <a:lnTo>
                  <a:pt x="1952702" y="401499"/>
                </a:lnTo>
                <a:lnTo>
                  <a:pt x="0" y="401499"/>
                </a:lnTo>
                <a:lnTo>
                  <a:pt x="0" y="0"/>
                </a:lnTo>
                <a:lnTo>
                  <a:pt x="1952702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391536"/>
                </a:lnTo>
                <a:lnTo>
                  <a:pt x="9963" y="381574"/>
                </a:lnTo>
                <a:lnTo>
                  <a:pt x="1942739" y="381574"/>
                </a:lnTo>
                <a:lnTo>
                  <a:pt x="1932776" y="391536"/>
                </a:lnTo>
                <a:lnTo>
                  <a:pt x="1932776" y="9963"/>
                </a:lnTo>
                <a:lnTo>
                  <a:pt x="1942739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36CEC10E-3676-4F7D-820B-FBD60644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08" y="5575555"/>
            <a:ext cx="1374862" cy="554726"/>
          </a:xfrm>
          <a:custGeom xmlns:a="http://schemas.openxmlformats.org/drawingml/2006/main">
            <a:pathLst>
              <a:path w="1374862" h="554726">
                <a:moveTo>
                  <a:pt x="0" y="0"/>
                </a:moveTo>
                <a:lnTo>
                  <a:pt x="0" y="554726"/>
                </a:lnTo>
                <a:lnTo>
                  <a:pt x="1374862" y="554726"/>
                </a:lnTo>
                <a:lnTo>
                  <a:pt x="1374862" y="0"/>
                </a:lnTo>
                <a:close/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2916A88D-1FA2-469E-B27E-0E916FED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843" y="5565592"/>
            <a:ext cx="1394787" cy="574852"/>
          </a:xfrm>
          <a:custGeom xmlns:a="http://schemas.openxmlformats.org/drawingml/2006/main">
            <a:pathLst>
              <a:path w="1394787" h="574852">
                <a:moveTo>
                  <a:pt x="1394787" y="0"/>
                </a:moveTo>
                <a:lnTo>
                  <a:pt x="1394787" y="574852"/>
                </a:lnTo>
                <a:lnTo>
                  <a:pt x="0" y="574852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6"/>
                </a:moveTo>
                <a:lnTo>
                  <a:pt x="19926" y="9963"/>
                </a:lnTo>
                <a:lnTo>
                  <a:pt x="19926" y="564889"/>
                </a:lnTo>
                <a:lnTo>
                  <a:pt x="9963" y="554926"/>
                </a:lnTo>
                <a:lnTo>
                  <a:pt x="1384824" y="554926"/>
                </a:lnTo>
                <a:lnTo>
                  <a:pt x="1374862" y="564889"/>
                </a:lnTo>
                <a:lnTo>
                  <a:pt x="1374862" y="9963"/>
                </a:lnTo>
                <a:lnTo>
                  <a:pt x="1384824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97527DF5-E2D7-4FE3-B470-60BB6740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087" y="1306511"/>
            <a:ext cx="1872003" cy="1222431"/>
          </a:xfrm>
          <a:custGeom xmlns:a="http://schemas.openxmlformats.org/drawingml/2006/main">
            <a:pathLst>
              <a:path w="1872003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6"/>
                </a:lnTo>
                <a:lnTo>
                  <a:pt x="19925" y="843826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8"/>
                </a:lnTo>
                <a:lnTo>
                  <a:pt x="19925" y="704348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2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2"/>
                </a:lnTo>
                <a:lnTo>
                  <a:pt x="0" y="505092"/>
                </a:lnTo>
                <a:moveTo>
                  <a:pt x="0" y="365613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3"/>
                </a:lnTo>
                <a:lnTo>
                  <a:pt x="0" y="365613"/>
                </a:lnTo>
                <a:moveTo>
                  <a:pt x="0" y="226135"/>
                </a:moveTo>
                <a:lnTo>
                  <a:pt x="0" y="159305"/>
                </a:lnTo>
                <a:lnTo>
                  <a:pt x="198" y="151235"/>
                </a:lnTo>
                <a:lnTo>
                  <a:pt x="617" y="145695"/>
                </a:lnTo>
                <a:lnTo>
                  <a:pt x="20482" y="147210"/>
                </a:lnTo>
                <a:lnTo>
                  <a:pt x="20085" y="152490"/>
                </a:lnTo>
                <a:lnTo>
                  <a:pt x="20104" y="151992"/>
                </a:lnTo>
                <a:lnTo>
                  <a:pt x="19905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0" y="84962"/>
                </a:moveTo>
                <a:lnTo>
                  <a:pt x="19228" y="83428"/>
                </a:lnTo>
                <a:lnTo>
                  <a:pt x="23074" y="76753"/>
                </a:lnTo>
                <a:lnTo>
                  <a:pt x="27218" y="70277"/>
                </a:lnTo>
                <a:lnTo>
                  <a:pt x="31660" y="64021"/>
                </a:lnTo>
                <a:lnTo>
                  <a:pt x="36403" y="58003"/>
                </a:lnTo>
                <a:lnTo>
                  <a:pt x="41404" y="52225"/>
                </a:lnTo>
                <a:lnTo>
                  <a:pt x="46685" y="46685"/>
                </a:lnTo>
                <a:lnTo>
                  <a:pt x="52224" y="41405"/>
                </a:lnTo>
                <a:lnTo>
                  <a:pt x="58002" y="36404"/>
                </a:lnTo>
                <a:lnTo>
                  <a:pt x="64020" y="31682"/>
                </a:lnTo>
                <a:lnTo>
                  <a:pt x="70276" y="27238"/>
                </a:lnTo>
                <a:lnTo>
                  <a:pt x="75816" y="23672"/>
                </a:lnTo>
                <a:lnTo>
                  <a:pt x="86576" y="40449"/>
                </a:lnTo>
                <a:lnTo>
                  <a:pt x="81216" y="43876"/>
                </a:lnTo>
                <a:lnTo>
                  <a:pt x="81614" y="43617"/>
                </a:lnTo>
                <a:lnTo>
                  <a:pt x="75757" y="47781"/>
                </a:lnTo>
                <a:lnTo>
                  <a:pt x="76135" y="47483"/>
                </a:lnTo>
                <a:lnTo>
                  <a:pt x="70495" y="51926"/>
                </a:lnTo>
                <a:lnTo>
                  <a:pt x="70875" y="51627"/>
                </a:lnTo>
                <a:lnTo>
                  <a:pt x="65434" y="56330"/>
                </a:lnTo>
                <a:lnTo>
                  <a:pt x="65793" y="55991"/>
                </a:lnTo>
                <a:lnTo>
                  <a:pt x="60613" y="60952"/>
                </a:lnTo>
                <a:lnTo>
                  <a:pt x="60931" y="60614"/>
                </a:lnTo>
                <a:lnTo>
                  <a:pt x="55990" y="65794"/>
                </a:lnTo>
                <a:lnTo>
                  <a:pt x="56308" y="65455"/>
                </a:lnTo>
                <a:lnTo>
                  <a:pt x="51606" y="70875"/>
                </a:lnTo>
                <a:lnTo>
                  <a:pt x="51925" y="70516"/>
                </a:lnTo>
                <a:lnTo>
                  <a:pt x="47482" y="76156"/>
                </a:lnTo>
                <a:lnTo>
                  <a:pt x="47760" y="75777"/>
                </a:lnTo>
                <a:lnTo>
                  <a:pt x="43596" y="81635"/>
                </a:lnTo>
                <a:lnTo>
                  <a:pt x="43876" y="81236"/>
                </a:lnTo>
                <a:lnTo>
                  <a:pt x="39969" y="87294"/>
                </a:lnTo>
                <a:lnTo>
                  <a:pt x="40229" y="86895"/>
                </a:lnTo>
                <a:lnTo>
                  <a:pt x="36622" y="93152"/>
                </a:lnTo>
                <a:lnTo>
                  <a:pt x="36861" y="92713"/>
                </a:lnTo>
                <a:lnTo>
                  <a:pt x="36184" y="94048"/>
                </a:lnTo>
                <a:lnTo>
                  <a:pt x="18450" y="84962"/>
                </a:lnTo>
                <a:moveTo>
                  <a:pt x="135692" y="1754"/>
                </a:moveTo>
                <a:lnTo>
                  <a:pt x="143123" y="817"/>
                </a:lnTo>
                <a:lnTo>
                  <a:pt x="151213" y="199"/>
                </a:lnTo>
                <a:lnTo>
                  <a:pt x="159284" y="0"/>
                </a:lnTo>
                <a:lnTo>
                  <a:pt x="216570" y="0"/>
                </a:lnTo>
                <a:lnTo>
                  <a:pt x="216570" y="19926"/>
                </a:lnTo>
                <a:lnTo>
                  <a:pt x="159403" y="19926"/>
                </a:lnTo>
                <a:lnTo>
                  <a:pt x="159663" y="19926"/>
                </a:lnTo>
                <a:lnTo>
                  <a:pt x="151972" y="20125"/>
                </a:lnTo>
                <a:lnTo>
                  <a:pt x="152468" y="20085"/>
                </a:lnTo>
                <a:lnTo>
                  <a:pt x="144877" y="20663"/>
                </a:lnTo>
                <a:lnTo>
                  <a:pt x="145396" y="20623"/>
                </a:lnTo>
                <a:lnTo>
                  <a:pt x="138223" y="21520"/>
                </a:lnTo>
                <a:lnTo>
                  <a:pt x="135692" y="1754"/>
                </a:lnTo>
                <a:moveTo>
                  <a:pt x="276345" y="0"/>
                </a:moveTo>
                <a:lnTo>
                  <a:pt x="356048" y="0"/>
                </a:lnTo>
                <a:lnTo>
                  <a:pt x="356048" y="19926"/>
                </a:lnTo>
                <a:lnTo>
                  <a:pt x="276345" y="19926"/>
                </a:lnTo>
                <a:lnTo>
                  <a:pt x="276345" y="0"/>
                </a:lnTo>
                <a:moveTo>
                  <a:pt x="415825" y="0"/>
                </a:moveTo>
                <a:lnTo>
                  <a:pt x="495526" y="0"/>
                </a:lnTo>
                <a:lnTo>
                  <a:pt x="495526" y="19926"/>
                </a:lnTo>
                <a:lnTo>
                  <a:pt x="415825" y="19926"/>
                </a:lnTo>
                <a:lnTo>
                  <a:pt x="415825" y="0"/>
                </a:lnTo>
                <a:moveTo>
                  <a:pt x="555304" y="0"/>
                </a:moveTo>
                <a:lnTo>
                  <a:pt x="635006" y="0"/>
                </a:lnTo>
                <a:lnTo>
                  <a:pt x="635006" y="19926"/>
                </a:lnTo>
                <a:lnTo>
                  <a:pt x="555304" y="19926"/>
                </a:lnTo>
                <a:lnTo>
                  <a:pt x="555304" y="0"/>
                </a:lnTo>
                <a:moveTo>
                  <a:pt x="694782" y="0"/>
                </a:moveTo>
                <a:lnTo>
                  <a:pt x="774484" y="0"/>
                </a:lnTo>
                <a:lnTo>
                  <a:pt x="774484" y="19926"/>
                </a:lnTo>
                <a:lnTo>
                  <a:pt x="694782" y="19926"/>
                </a:lnTo>
                <a:lnTo>
                  <a:pt x="694782" y="0"/>
                </a:lnTo>
                <a:moveTo>
                  <a:pt x="834262" y="0"/>
                </a:moveTo>
                <a:lnTo>
                  <a:pt x="913962" y="0"/>
                </a:lnTo>
                <a:lnTo>
                  <a:pt x="913962" y="19926"/>
                </a:lnTo>
                <a:lnTo>
                  <a:pt x="834262" y="19926"/>
                </a:lnTo>
                <a:lnTo>
                  <a:pt x="834262" y="0"/>
                </a:lnTo>
                <a:moveTo>
                  <a:pt x="973740" y="0"/>
                </a:moveTo>
                <a:lnTo>
                  <a:pt x="1053442" y="0"/>
                </a:lnTo>
                <a:lnTo>
                  <a:pt x="1053442" y="19926"/>
                </a:lnTo>
                <a:lnTo>
                  <a:pt x="973740" y="19926"/>
                </a:lnTo>
                <a:lnTo>
                  <a:pt x="973740" y="0"/>
                </a:lnTo>
                <a:moveTo>
                  <a:pt x="1113218" y="0"/>
                </a:moveTo>
                <a:lnTo>
                  <a:pt x="1192920" y="0"/>
                </a:lnTo>
                <a:lnTo>
                  <a:pt x="1192920" y="19926"/>
                </a:lnTo>
                <a:lnTo>
                  <a:pt x="1113218" y="19926"/>
                </a:lnTo>
                <a:lnTo>
                  <a:pt x="1113218" y="0"/>
                </a:lnTo>
                <a:moveTo>
                  <a:pt x="1252698" y="0"/>
                </a:moveTo>
                <a:lnTo>
                  <a:pt x="1332398" y="0"/>
                </a:lnTo>
                <a:lnTo>
                  <a:pt x="1332398" y="19926"/>
                </a:lnTo>
                <a:lnTo>
                  <a:pt x="1252698" y="19926"/>
                </a:lnTo>
                <a:lnTo>
                  <a:pt x="1252698" y="0"/>
                </a:lnTo>
                <a:moveTo>
                  <a:pt x="1392176" y="0"/>
                </a:moveTo>
                <a:lnTo>
                  <a:pt x="1471879" y="0"/>
                </a:lnTo>
                <a:lnTo>
                  <a:pt x="1471879" y="19926"/>
                </a:lnTo>
                <a:lnTo>
                  <a:pt x="1392176" y="19926"/>
                </a:lnTo>
                <a:lnTo>
                  <a:pt x="1392176" y="0"/>
                </a:lnTo>
                <a:moveTo>
                  <a:pt x="1531654" y="0"/>
                </a:moveTo>
                <a:lnTo>
                  <a:pt x="1611357" y="0"/>
                </a:lnTo>
                <a:lnTo>
                  <a:pt x="1611357" y="19926"/>
                </a:lnTo>
                <a:lnTo>
                  <a:pt x="1531654" y="19926"/>
                </a:lnTo>
                <a:lnTo>
                  <a:pt x="1531654" y="0"/>
                </a:lnTo>
                <a:moveTo>
                  <a:pt x="1671132" y="0"/>
                </a:moveTo>
                <a:lnTo>
                  <a:pt x="1712698" y="0"/>
                </a:lnTo>
                <a:lnTo>
                  <a:pt x="1720767" y="199"/>
                </a:lnTo>
                <a:lnTo>
                  <a:pt x="1728857" y="817"/>
                </a:lnTo>
                <a:lnTo>
                  <a:pt x="1736828" y="1833"/>
                </a:lnTo>
                <a:lnTo>
                  <a:pt x="1744699" y="3228"/>
                </a:lnTo>
                <a:lnTo>
                  <a:pt x="1752409" y="5021"/>
                </a:lnTo>
                <a:lnTo>
                  <a:pt x="1753147" y="5220"/>
                </a:lnTo>
                <a:lnTo>
                  <a:pt x="1747707" y="24389"/>
                </a:lnTo>
                <a:lnTo>
                  <a:pt x="1747208" y="24249"/>
                </a:lnTo>
                <a:lnTo>
                  <a:pt x="1747686" y="24369"/>
                </a:lnTo>
                <a:lnTo>
                  <a:pt x="1740453" y="22715"/>
                </a:lnTo>
                <a:lnTo>
                  <a:pt x="1740931" y="22815"/>
                </a:lnTo>
                <a:lnTo>
                  <a:pt x="1733580" y="21500"/>
                </a:lnTo>
                <a:lnTo>
                  <a:pt x="1734078" y="21560"/>
                </a:lnTo>
                <a:lnTo>
                  <a:pt x="1726606" y="20623"/>
                </a:lnTo>
                <a:lnTo>
                  <a:pt x="1727103" y="20663"/>
                </a:lnTo>
                <a:lnTo>
                  <a:pt x="1719512" y="20085"/>
                </a:lnTo>
                <a:lnTo>
                  <a:pt x="1720011" y="20125"/>
                </a:lnTo>
                <a:lnTo>
                  <a:pt x="1712319" y="19926"/>
                </a:lnTo>
                <a:lnTo>
                  <a:pt x="1712579" y="19926"/>
                </a:lnTo>
                <a:lnTo>
                  <a:pt x="1671132" y="19926"/>
                </a:lnTo>
                <a:lnTo>
                  <a:pt x="1671132" y="0"/>
                </a:lnTo>
                <a:moveTo>
                  <a:pt x="1809874" y="33176"/>
                </a:moveTo>
                <a:lnTo>
                  <a:pt x="1813979" y="36404"/>
                </a:lnTo>
                <a:lnTo>
                  <a:pt x="1819757" y="41405"/>
                </a:lnTo>
                <a:lnTo>
                  <a:pt x="1825297" y="46685"/>
                </a:lnTo>
                <a:lnTo>
                  <a:pt x="1830576" y="52225"/>
                </a:lnTo>
                <a:lnTo>
                  <a:pt x="1835579" y="58003"/>
                </a:lnTo>
                <a:lnTo>
                  <a:pt x="1840320" y="64021"/>
                </a:lnTo>
                <a:lnTo>
                  <a:pt x="1844765" y="70277"/>
                </a:lnTo>
                <a:lnTo>
                  <a:pt x="1848909" y="76753"/>
                </a:lnTo>
                <a:lnTo>
                  <a:pt x="1852754" y="83428"/>
                </a:lnTo>
                <a:lnTo>
                  <a:pt x="1856261" y="90303"/>
                </a:lnTo>
                <a:lnTo>
                  <a:pt x="1859468" y="97356"/>
                </a:lnTo>
                <a:lnTo>
                  <a:pt x="1860546" y="100126"/>
                </a:lnTo>
                <a:lnTo>
                  <a:pt x="1842015" y="107419"/>
                </a:lnTo>
                <a:lnTo>
                  <a:pt x="1841019" y="104908"/>
                </a:lnTo>
                <a:lnTo>
                  <a:pt x="1841197" y="105346"/>
                </a:lnTo>
                <a:lnTo>
                  <a:pt x="1838208" y="98731"/>
                </a:lnTo>
                <a:lnTo>
                  <a:pt x="1838429" y="99169"/>
                </a:lnTo>
                <a:lnTo>
                  <a:pt x="1835121" y="92713"/>
                </a:lnTo>
                <a:lnTo>
                  <a:pt x="1835360" y="93152"/>
                </a:lnTo>
                <a:lnTo>
                  <a:pt x="1831754" y="86895"/>
                </a:lnTo>
                <a:lnTo>
                  <a:pt x="1832011" y="87294"/>
                </a:lnTo>
                <a:lnTo>
                  <a:pt x="1828127" y="81236"/>
                </a:lnTo>
                <a:lnTo>
                  <a:pt x="1828385" y="81635"/>
                </a:lnTo>
                <a:lnTo>
                  <a:pt x="1824222" y="75777"/>
                </a:lnTo>
                <a:lnTo>
                  <a:pt x="1824500" y="76156"/>
                </a:lnTo>
                <a:lnTo>
                  <a:pt x="1820076" y="70516"/>
                </a:lnTo>
                <a:lnTo>
                  <a:pt x="1820374" y="70875"/>
                </a:lnTo>
                <a:lnTo>
                  <a:pt x="1815672" y="65455"/>
                </a:lnTo>
                <a:lnTo>
                  <a:pt x="1815991" y="65794"/>
                </a:lnTo>
                <a:lnTo>
                  <a:pt x="1811050" y="60614"/>
                </a:lnTo>
                <a:lnTo>
                  <a:pt x="1811389" y="60952"/>
                </a:lnTo>
                <a:lnTo>
                  <a:pt x="1806188" y="55991"/>
                </a:lnTo>
                <a:lnTo>
                  <a:pt x="1806546" y="56330"/>
                </a:lnTo>
                <a:lnTo>
                  <a:pt x="1801128" y="51627"/>
                </a:lnTo>
                <a:lnTo>
                  <a:pt x="1801486" y="51926"/>
                </a:lnTo>
                <a:lnTo>
                  <a:pt x="1797560" y="48838"/>
                </a:lnTo>
                <a:lnTo>
                  <a:pt x="1809874" y="33176"/>
                </a:lnTo>
                <a:moveTo>
                  <a:pt x="1872003" y="162174"/>
                </a:moveTo>
                <a:lnTo>
                  <a:pt x="1872003" y="241876"/>
                </a:lnTo>
                <a:lnTo>
                  <a:pt x="1852078" y="241876"/>
                </a:lnTo>
                <a:lnTo>
                  <a:pt x="1852078" y="162174"/>
                </a:lnTo>
                <a:lnTo>
                  <a:pt x="1872003" y="162174"/>
                </a:lnTo>
                <a:moveTo>
                  <a:pt x="1872003" y="301653"/>
                </a:moveTo>
                <a:lnTo>
                  <a:pt x="1872003" y="381355"/>
                </a:lnTo>
                <a:lnTo>
                  <a:pt x="1852078" y="381355"/>
                </a:lnTo>
                <a:lnTo>
                  <a:pt x="1852078" y="301653"/>
                </a:lnTo>
                <a:lnTo>
                  <a:pt x="1872003" y="301653"/>
                </a:lnTo>
                <a:moveTo>
                  <a:pt x="1872003" y="441131"/>
                </a:moveTo>
                <a:lnTo>
                  <a:pt x="1872003" y="520833"/>
                </a:lnTo>
                <a:lnTo>
                  <a:pt x="1852078" y="520833"/>
                </a:lnTo>
                <a:lnTo>
                  <a:pt x="1852078" y="441131"/>
                </a:lnTo>
                <a:lnTo>
                  <a:pt x="1872003" y="441131"/>
                </a:lnTo>
                <a:moveTo>
                  <a:pt x="1872003" y="580610"/>
                </a:moveTo>
                <a:lnTo>
                  <a:pt x="1872003" y="660312"/>
                </a:lnTo>
                <a:lnTo>
                  <a:pt x="1852078" y="660312"/>
                </a:lnTo>
                <a:lnTo>
                  <a:pt x="1852078" y="580610"/>
                </a:lnTo>
                <a:lnTo>
                  <a:pt x="1872003" y="580610"/>
                </a:lnTo>
                <a:moveTo>
                  <a:pt x="1872003" y="720089"/>
                </a:moveTo>
                <a:lnTo>
                  <a:pt x="1872003" y="799791"/>
                </a:lnTo>
                <a:lnTo>
                  <a:pt x="1852078" y="799791"/>
                </a:lnTo>
                <a:lnTo>
                  <a:pt x="1852078" y="720089"/>
                </a:lnTo>
                <a:lnTo>
                  <a:pt x="1872003" y="720089"/>
                </a:lnTo>
                <a:moveTo>
                  <a:pt x="1872003" y="859567"/>
                </a:moveTo>
                <a:lnTo>
                  <a:pt x="1872003" y="939269"/>
                </a:lnTo>
                <a:lnTo>
                  <a:pt x="1852078" y="939269"/>
                </a:lnTo>
                <a:lnTo>
                  <a:pt x="1852078" y="859567"/>
                </a:lnTo>
                <a:lnTo>
                  <a:pt x="1872003" y="859567"/>
                </a:lnTo>
                <a:moveTo>
                  <a:pt x="1872003" y="999046"/>
                </a:moveTo>
                <a:lnTo>
                  <a:pt x="1872003" y="1063126"/>
                </a:lnTo>
                <a:lnTo>
                  <a:pt x="1871782" y="1071196"/>
                </a:lnTo>
                <a:lnTo>
                  <a:pt x="1871167" y="1079306"/>
                </a:lnTo>
                <a:lnTo>
                  <a:pt x="1871085" y="1079963"/>
                </a:lnTo>
                <a:lnTo>
                  <a:pt x="1851319" y="1077453"/>
                </a:lnTo>
                <a:lnTo>
                  <a:pt x="1851378" y="1077035"/>
                </a:lnTo>
                <a:lnTo>
                  <a:pt x="1851319" y="1077533"/>
                </a:lnTo>
                <a:lnTo>
                  <a:pt x="1851898" y="1069941"/>
                </a:lnTo>
                <a:lnTo>
                  <a:pt x="1851877" y="1070439"/>
                </a:lnTo>
                <a:lnTo>
                  <a:pt x="1852078" y="1062748"/>
                </a:lnTo>
                <a:lnTo>
                  <a:pt x="1852078" y="1063007"/>
                </a:lnTo>
                <a:lnTo>
                  <a:pt x="1852078" y="999046"/>
                </a:lnTo>
                <a:lnTo>
                  <a:pt x="1872003" y="999046"/>
                </a:lnTo>
                <a:moveTo>
                  <a:pt x="1851998" y="1140318"/>
                </a:moveTo>
                <a:lnTo>
                  <a:pt x="1848909" y="1145678"/>
                </a:lnTo>
                <a:lnTo>
                  <a:pt x="1844765" y="1152154"/>
                </a:lnTo>
                <a:lnTo>
                  <a:pt x="1840320" y="1158411"/>
                </a:lnTo>
                <a:lnTo>
                  <a:pt x="1835579" y="1164428"/>
                </a:lnTo>
                <a:lnTo>
                  <a:pt x="1830576" y="1170206"/>
                </a:lnTo>
                <a:lnTo>
                  <a:pt x="1825297" y="1175746"/>
                </a:lnTo>
                <a:lnTo>
                  <a:pt x="1819757" y="1181026"/>
                </a:lnTo>
                <a:lnTo>
                  <a:pt x="1813979" y="1186027"/>
                </a:lnTo>
                <a:lnTo>
                  <a:pt x="1807963" y="1190750"/>
                </a:lnTo>
                <a:lnTo>
                  <a:pt x="1801705" y="1195193"/>
                </a:lnTo>
                <a:lnTo>
                  <a:pt x="1795250" y="1199357"/>
                </a:lnTo>
                <a:lnTo>
                  <a:pt x="1793396" y="1200414"/>
                </a:lnTo>
                <a:lnTo>
                  <a:pt x="1783454" y="1183138"/>
                </a:lnTo>
                <a:lnTo>
                  <a:pt x="1785108" y="1182201"/>
                </a:lnTo>
                <a:lnTo>
                  <a:pt x="1784689" y="1182441"/>
                </a:lnTo>
                <a:lnTo>
                  <a:pt x="1790767" y="1178555"/>
                </a:lnTo>
                <a:lnTo>
                  <a:pt x="1790368" y="1178814"/>
                </a:lnTo>
                <a:lnTo>
                  <a:pt x="1796225" y="1174650"/>
                </a:lnTo>
                <a:lnTo>
                  <a:pt x="1795847" y="1174949"/>
                </a:lnTo>
                <a:lnTo>
                  <a:pt x="1801486" y="1170505"/>
                </a:lnTo>
                <a:lnTo>
                  <a:pt x="1801128" y="1170804"/>
                </a:lnTo>
                <a:lnTo>
                  <a:pt x="1806546" y="1166102"/>
                </a:lnTo>
                <a:lnTo>
                  <a:pt x="1806188" y="1166440"/>
                </a:lnTo>
                <a:lnTo>
                  <a:pt x="1811389" y="1161478"/>
                </a:lnTo>
                <a:lnTo>
                  <a:pt x="1811050" y="1161818"/>
                </a:lnTo>
                <a:lnTo>
                  <a:pt x="1815991" y="1156637"/>
                </a:lnTo>
                <a:lnTo>
                  <a:pt x="1815672" y="1156976"/>
                </a:lnTo>
                <a:lnTo>
                  <a:pt x="1820374" y="1151556"/>
                </a:lnTo>
                <a:lnTo>
                  <a:pt x="1820076" y="1151915"/>
                </a:lnTo>
                <a:lnTo>
                  <a:pt x="1824500" y="1146276"/>
                </a:lnTo>
                <a:lnTo>
                  <a:pt x="1824222" y="1146654"/>
                </a:lnTo>
                <a:lnTo>
                  <a:pt x="1828385" y="1140796"/>
                </a:lnTo>
                <a:lnTo>
                  <a:pt x="1828127" y="1141194"/>
                </a:lnTo>
                <a:lnTo>
                  <a:pt x="1832011" y="1135138"/>
                </a:lnTo>
                <a:lnTo>
                  <a:pt x="1831754" y="1135536"/>
                </a:lnTo>
                <a:lnTo>
                  <a:pt x="1834722" y="1130375"/>
                </a:lnTo>
                <a:lnTo>
                  <a:pt x="1851998" y="1140318"/>
                </a:lnTo>
                <a:moveTo>
                  <a:pt x="1733559" y="1221017"/>
                </a:moveTo>
                <a:lnTo>
                  <a:pt x="1728857" y="1221614"/>
                </a:lnTo>
                <a:lnTo>
                  <a:pt x="1720767" y="1222232"/>
                </a:lnTo>
                <a:lnTo>
                  <a:pt x="1712698" y="1222431"/>
                </a:lnTo>
                <a:lnTo>
                  <a:pt x="1652663" y="1222431"/>
                </a:lnTo>
                <a:lnTo>
                  <a:pt x="1652663" y="1202505"/>
                </a:lnTo>
                <a:lnTo>
                  <a:pt x="1712579" y="1202505"/>
                </a:lnTo>
                <a:lnTo>
                  <a:pt x="1712319" y="1202505"/>
                </a:lnTo>
                <a:lnTo>
                  <a:pt x="1720011" y="1202306"/>
                </a:lnTo>
                <a:lnTo>
                  <a:pt x="1719512" y="1202346"/>
                </a:lnTo>
                <a:lnTo>
                  <a:pt x="1727103" y="1201768"/>
                </a:lnTo>
                <a:lnTo>
                  <a:pt x="1726606" y="1201808"/>
                </a:lnTo>
                <a:lnTo>
                  <a:pt x="1731049" y="1201250"/>
                </a:lnTo>
                <a:lnTo>
                  <a:pt x="1733559" y="1221017"/>
                </a:lnTo>
                <a:moveTo>
                  <a:pt x="1592885" y="1222431"/>
                </a:moveTo>
                <a:lnTo>
                  <a:pt x="1513182" y="1222431"/>
                </a:lnTo>
                <a:lnTo>
                  <a:pt x="1513182" y="1202505"/>
                </a:lnTo>
                <a:lnTo>
                  <a:pt x="1592885" y="1202505"/>
                </a:lnTo>
                <a:lnTo>
                  <a:pt x="1592885" y="1222431"/>
                </a:lnTo>
                <a:moveTo>
                  <a:pt x="1453407" y="1222431"/>
                </a:moveTo>
                <a:lnTo>
                  <a:pt x="1373704" y="1222431"/>
                </a:lnTo>
                <a:lnTo>
                  <a:pt x="1373704" y="1202505"/>
                </a:lnTo>
                <a:lnTo>
                  <a:pt x="1453407" y="1202505"/>
                </a:lnTo>
                <a:lnTo>
                  <a:pt x="1453407" y="1222431"/>
                </a:lnTo>
                <a:moveTo>
                  <a:pt x="1313929" y="1222431"/>
                </a:moveTo>
                <a:lnTo>
                  <a:pt x="1234226" y="1222431"/>
                </a:lnTo>
                <a:lnTo>
                  <a:pt x="1234226" y="1202505"/>
                </a:lnTo>
                <a:lnTo>
                  <a:pt x="1313929" y="1202505"/>
                </a:lnTo>
                <a:lnTo>
                  <a:pt x="1313929" y="1222431"/>
                </a:lnTo>
                <a:moveTo>
                  <a:pt x="1174449" y="1222431"/>
                </a:moveTo>
                <a:lnTo>
                  <a:pt x="1094748" y="1222431"/>
                </a:lnTo>
                <a:lnTo>
                  <a:pt x="1094748" y="1202505"/>
                </a:lnTo>
                <a:lnTo>
                  <a:pt x="1174449" y="1202505"/>
                </a:lnTo>
                <a:lnTo>
                  <a:pt x="1174449" y="1222431"/>
                </a:lnTo>
                <a:moveTo>
                  <a:pt x="1034971" y="1222431"/>
                </a:moveTo>
                <a:lnTo>
                  <a:pt x="955268" y="1222431"/>
                </a:lnTo>
                <a:lnTo>
                  <a:pt x="955268" y="1202505"/>
                </a:lnTo>
                <a:lnTo>
                  <a:pt x="1034971" y="1202505"/>
                </a:lnTo>
                <a:lnTo>
                  <a:pt x="1034971" y="1222431"/>
                </a:lnTo>
                <a:moveTo>
                  <a:pt x="895493" y="1222431"/>
                </a:moveTo>
                <a:lnTo>
                  <a:pt x="815790" y="1222431"/>
                </a:lnTo>
                <a:lnTo>
                  <a:pt x="815790" y="1202505"/>
                </a:lnTo>
                <a:lnTo>
                  <a:pt x="895493" y="1202505"/>
                </a:lnTo>
                <a:lnTo>
                  <a:pt x="895493" y="1222431"/>
                </a:lnTo>
                <a:moveTo>
                  <a:pt x="756013" y="1222431"/>
                </a:moveTo>
                <a:lnTo>
                  <a:pt x="676312" y="1222431"/>
                </a:lnTo>
                <a:lnTo>
                  <a:pt x="676312" y="1202505"/>
                </a:lnTo>
                <a:lnTo>
                  <a:pt x="756013" y="1202505"/>
                </a:lnTo>
                <a:lnTo>
                  <a:pt x="756013" y="1222431"/>
                </a:lnTo>
                <a:moveTo>
                  <a:pt x="616535" y="1222431"/>
                </a:moveTo>
                <a:lnTo>
                  <a:pt x="536832" y="1222431"/>
                </a:lnTo>
                <a:lnTo>
                  <a:pt x="536832" y="1202505"/>
                </a:lnTo>
                <a:lnTo>
                  <a:pt x="616535" y="1202505"/>
                </a:lnTo>
                <a:lnTo>
                  <a:pt x="616535" y="1222431"/>
                </a:lnTo>
                <a:moveTo>
                  <a:pt x="477057" y="1222431"/>
                </a:moveTo>
                <a:lnTo>
                  <a:pt x="397354" y="1222431"/>
                </a:lnTo>
                <a:lnTo>
                  <a:pt x="397354" y="1202505"/>
                </a:lnTo>
                <a:lnTo>
                  <a:pt x="477057" y="1202505"/>
                </a:lnTo>
                <a:lnTo>
                  <a:pt x="477057" y="1222431"/>
                </a:lnTo>
                <a:moveTo>
                  <a:pt x="337576" y="1222431"/>
                </a:moveTo>
                <a:lnTo>
                  <a:pt x="257876" y="1222431"/>
                </a:lnTo>
                <a:lnTo>
                  <a:pt x="257876" y="1202505"/>
                </a:lnTo>
                <a:lnTo>
                  <a:pt x="337576" y="1202505"/>
                </a:lnTo>
                <a:lnTo>
                  <a:pt x="337576" y="1222431"/>
                </a:lnTo>
                <a:moveTo>
                  <a:pt x="198098" y="1222431"/>
                </a:moveTo>
                <a:lnTo>
                  <a:pt x="159284" y="1222431"/>
                </a:lnTo>
                <a:lnTo>
                  <a:pt x="151213" y="1222232"/>
                </a:lnTo>
                <a:lnTo>
                  <a:pt x="143123" y="1221614"/>
                </a:lnTo>
                <a:lnTo>
                  <a:pt x="135154" y="1220598"/>
                </a:lnTo>
                <a:lnTo>
                  <a:pt x="127303" y="1219203"/>
                </a:lnTo>
                <a:lnTo>
                  <a:pt x="119572" y="1217410"/>
                </a:lnTo>
                <a:lnTo>
                  <a:pt x="116185" y="1216454"/>
                </a:lnTo>
                <a:lnTo>
                  <a:pt x="121625" y="1197285"/>
                </a:lnTo>
                <a:lnTo>
                  <a:pt x="124772" y="1198182"/>
                </a:lnTo>
                <a:lnTo>
                  <a:pt x="124295" y="1198062"/>
                </a:lnTo>
                <a:lnTo>
                  <a:pt x="131527" y="1199716"/>
                </a:lnTo>
                <a:lnTo>
                  <a:pt x="131049" y="1199617"/>
                </a:lnTo>
                <a:lnTo>
                  <a:pt x="138402" y="1200932"/>
                </a:lnTo>
                <a:lnTo>
                  <a:pt x="137904" y="1200872"/>
                </a:lnTo>
                <a:lnTo>
                  <a:pt x="145396" y="1201808"/>
                </a:lnTo>
                <a:lnTo>
                  <a:pt x="144877" y="1201768"/>
                </a:lnTo>
                <a:lnTo>
                  <a:pt x="152468" y="1202346"/>
                </a:lnTo>
                <a:lnTo>
                  <a:pt x="151972" y="1202306"/>
                </a:lnTo>
                <a:lnTo>
                  <a:pt x="159663" y="1202505"/>
                </a:lnTo>
                <a:lnTo>
                  <a:pt x="159403" y="1202505"/>
                </a:lnTo>
                <a:lnTo>
                  <a:pt x="198098" y="1202505"/>
                </a:lnTo>
                <a:lnTo>
                  <a:pt x="198098" y="1222431"/>
                </a:lnTo>
                <a:moveTo>
                  <a:pt x="59955" y="1187561"/>
                </a:moveTo>
                <a:lnTo>
                  <a:pt x="58002" y="1186027"/>
                </a:lnTo>
                <a:lnTo>
                  <a:pt x="52224" y="1181026"/>
                </a:lnTo>
                <a:lnTo>
                  <a:pt x="46685" y="1175746"/>
                </a:lnTo>
                <a:lnTo>
                  <a:pt x="41404" y="1170206"/>
                </a:lnTo>
                <a:lnTo>
                  <a:pt x="36403" y="1164428"/>
                </a:lnTo>
                <a:lnTo>
                  <a:pt x="31660" y="1158411"/>
                </a:lnTo>
                <a:lnTo>
                  <a:pt x="27218" y="1152154"/>
                </a:lnTo>
                <a:lnTo>
                  <a:pt x="23074" y="1145678"/>
                </a:lnTo>
                <a:lnTo>
                  <a:pt x="19228" y="1139003"/>
                </a:lnTo>
                <a:lnTo>
                  <a:pt x="15721" y="1132128"/>
                </a:lnTo>
                <a:lnTo>
                  <a:pt x="12512" y="1125075"/>
                </a:lnTo>
                <a:lnTo>
                  <a:pt x="10421" y="1119755"/>
                </a:lnTo>
                <a:lnTo>
                  <a:pt x="28971" y="1112442"/>
                </a:lnTo>
                <a:lnTo>
                  <a:pt x="30963" y="1117523"/>
                </a:lnTo>
                <a:lnTo>
                  <a:pt x="30783" y="1117085"/>
                </a:lnTo>
                <a:lnTo>
                  <a:pt x="33773" y="1123700"/>
                </a:lnTo>
                <a:lnTo>
                  <a:pt x="33553" y="1123262"/>
                </a:lnTo>
                <a:lnTo>
                  <a:pt x="36861" y="1129718"/>
                </a:lnTo>
                <a:lnTo>
                  <a:pt x="36622" y="1129279"/>
                </a:lnTo>
                <a:lnTo>
                  <a:pt x="40229" y="1135536"/>
                </a:lnTo>
                <a:lnTo>
                  <a:pt x="39969" y="1135138"/>
                </a:lnTo>
                <a:lnTo>
                  <a:pt x="43876" y="1141194"/>
                </a:lnTo>
                <a:lnTo>
                  <a:pt x="43596" y="1140796"/>
                </a:lnTo>
                <a:lnTo>
                  <a:pt x="47760" y="1146654"/>
                </a:lnTo>
                <a:lnTo>
                  <a:pt x="47482" y="1146276"/>
                </a:lnTo>
                <a:lnTo>
                  <a:pt x="51925" y="1151915"/>
                </a:lnTo>
                <a:lnTo>
                  <a:pt x="51606" y="1151556"/>
                </a:lnTo>
                <a:lnTo>
                  <a:pt x="56308" y="1156976"/>
                </a:lnTo>
                <a:lnTo>
                  <a:pt x="55990" y="1156637"/>
                </a:lnTo>
                <a:lnTo>
                  <a:pt x="60931" y="1161818"/>
                </a:lnTo>
                <a:lnTo>
                  <a:pt x="60613" y="1161478"/>
                </a:lnTo>
                <a:lnTo>
                  <a:pt x="65793" y="1166440"/>
                </a:lnTo>
                <a:lnTo>
                  <a:pt x="65434" y="1166102"/>
                </a:lnTo>
                <a:lnTo>
                  <a:pt x="70875" y="1170804"/>
                </a:lnTo>
                <a:lnTo>
                  <a:pt x="70495" y="1170505"/>
                </a:lnTo>
                <a:lnTo>
                  <a:pt x="72269" y="1171900"/>
                </a:lnTo>
                <a:lnTo>
                  <a:pt x="59955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5276B600-B16A-4DD0-9885-EC70345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535" y="1259686"/>
            <a:ext cx="1099890" cy="136291"/>
          </a:xfrm>
          <a:custGeom xmlns:a="http://schemas.openxmlformats.org/drawingml/2006/main">
            <a:pathLst>
              <a:path w="1099890" h="136291">
                <a:moveTo>
                  <a:pt x="0" y="0"/>
                </a:moveTo>
                <a:lnTo>
                  <a:pt x="0" y="136291"/>
                </a:lnTo>
                <a:lnTo>
                  <a:pt x="1099890" y="136291"/>
                </a:lnTo>
                <a:lnTo>
                  <a:pt x="109989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032E78F1-BDB1-450B-B7A9-53B91F60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673" y="1250720"/>
            <a:ext cx="1118818" cy="154423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7"/>
                </a:lnTo>
                <a:lnTo>
                  <a:pt x="1108855" y="134497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03CFDFD-AE04-439E-8339-143ABA5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401" y="860180"/>
            <a:ext cx="3220961" cy="3150226"/>
          </a:xfrm>
          <a:custGeom xmlns:a="http://schemas.openxmlformats.org/drawingml/2006/main">
            <a:pathLst>
              <a:path w="3220961" h="3150226">
                <a:moveTo>
                  <a:pt x="239" y="192042"/>
                </a:moveTo>
                <a:lnTo>
                  <a:pt x="1034" y="181761"/>
                </a:lnTo>
                <a:lnTo>
                  <a:pt x="2310" y="171638"/>
                </a:lnTo>
                <a:lnTo>
                  <a:pt x="4103" y="161656"/>
                </a:lnTo>
                <a:lnTo>
                  <a:pt x="6356" y="151872"/>
                </a:lnTo>
                <a:lnTo>
                  <a:pt x="9086" y="142248"/>
                </a:lnTo>
                <a:lnTo>
                  <a:pt x="12275" y="132843"/>
                </a:lnTo>
                <a:lnTo>
                  <a:pt x="15900" y="123638"/>
                </a:lnTo>
                <a:lnTo>
                  <a:pt x="19964" y="114671"/>
                </a:lnTo>
                <a:lnTo>
                  <a:pt x="24429" y="105924"/>
                </a:lnTo>
                <a:lnTo>
                  <a:pt x="29309" y="97456"/>
                </a:lnTo>
                <a:lnTo>
                  <a:pt x="34569" y="89246"/>
                </a:lnTo>
                <a:lnTo>
                  <a:pt x="40208" y="81296"/>
                </a:lnTo>
                <a:lnTo>
                  <a:pt x="46227" y="73664"/>
                </a:lnTo>
                <a:lnTo>
                  <a:pt x="52583" y="66312"/>
                </a:lnTo>
                <a:lnTo>
                  <a:pt x="59277" y="59298"/>
                </a:lnTo>
                <a:lnTo>
                  <a:pt x="66312" y="52583"/>
                </a:lnTo>
                <a:lnTo>
                  <a:pt x="73643" y="46227"/>
                </a:lnTo>
                <a:lnTo>
                  <a:pt x="81295" y="40230"/>
                </a:lnTo>
                <a:lnTo>
                  <a:pt x="89226" y="34571"/>
                </a:lnTo>
                <a:lnTo>
                  <a:pt x="97436" y="29310"/>
                </a:lnTo>
                <a:lnTo>
                  <a:pt x="105923" y="24448"/>
                </a:lnTo>
                <a:lnTo>
                  <a:pt x="114650" y="19965"/>
                </a:lnTo>
                <a:lnTo>
                  <a:pt x="123617" y="15920"/>
                </a:lnTo>
                <a:lnTo>
                  <a:pt x="132823" y="12274"/>
                </a:lnTo>
                <a:lnTo>
                  <a:pt x="142246" y="9106"/>
                </a:lnTo>
                <a:lnTo>
                  <a:pt x="151853" y="6376"/>
                </a:lnTo>
                <a:lnTo>
                  <a:pt x="161654" y="4105"/>
                </a:lnTo>
                <a:lnTo>
                  <a:pt x="171637" y="2331"/>
                </a:lnTo>
                <a:lnTo>
                  <a:pt x="181759" y="1036"/>
                </a:lnTo>
                <a:lnTo>
                  <a:pt x="192041" y="259"/>
                </a:lnTo>
                <a:lnTo>
                  <a:pt x="202185" y="0"/>
                </a:lnTo>
                <a:lnTo>
                  <a:pt x="3018758" y="0"/>
                </a:lnTo>
                <a:lnTo>
                  <a:pt x="3028918" y="259"/>
                </a:lnTo>
                <a:lnTo>
                  <a:pt x="3039180" y="1036"/>
                </a:lnTo>
                <a:lnTo>
                  <a:pt x="3049322" y="2331"/>
                </a:lnTo>
                <a:lnTo>
                  <a:pt x="3059285" y="4105"/>
                </a:lnTo>
                <a:lnTo>
                  <a:pt x="3069088" y="6376"/>
                </a:lnTo>
                <a:lnTo>
                  <a:pt x="3078693" y="9106"/>
                </a:lnTo>
                <a:lnTo>
                  <a:pt x="3088117" y="12274"/>
                </a:lnTo>
                <a:lnTo>
                  <a:pt x="3097324" y="15920"/>
                </a:lnTo>
                <a:lnTo>
                  <a:pt x="3106290" y="19965"/>
                </a:lnTo>
                <a:lnTo>
                  <a:pt x="3115016" y="24448"/>
                </a:lnTo>
                <a:lnTo>
                  <a:pt x="3123505" y="29310"/>
                </a:lnTo>
                <a:lnTo>
                  <a:pt x="3131715" y="34571"/>
                </a:lnTo>
                <a:lnTo>
                  <a:pt x="3139646" y="40230"/>
                </a:lnTo>
                <a:lnTo>
                  <a:pt x="3147296" y="46227"/>
                </a:lnTo>
                <a:lnTo>
                  <a:pt x="3154627" y="52583"/>
                </a:lnTo>
                <a:lnTo>
                  <a:pt x="3161662" y="59298"/>
                </a:lnTo>
                <a:lnTo>
                  <a:pt x="3168358" y="66312"/>
                </a:lnTo>
                <a:lnTo>
                  <a:pt x="3174714" y="73664"/>
                </a:lnTo>
                <a:lnTo>
                  <a:pt x="3180731" y="81296"/>
                </a:lnTo>
                <a:lnTo>
                  <a:pt x="3186369" y="89246"/>
                </a:lnTo>
                <a:lnTo>
                  <a:pt x="3191630" y="97456"/>
                </a:lnTo>
                <a:lnTo>
                  <a:pt x="3196512" y="105924"/>
                </a:lnTo>
                <a:lnTo>
                  <a:pt x="3200977" y="114671"/>
                </a:lnTo>
                <a:lnTo>
                  <a:pt x="3205041" y="123638"/>
                </a:lnTo>
                <a:lnTo>
                  <a:pt x="3208666" y="132843"/>
                </a:lnTo>
                <a:lnTo>
                  <a:pt x="3211855" y="142248"/>
                </a:lnTo>
                <a:lnTo>
                  <a:pt x="3214585" y="151872"/>
                </a:lnTo>
                <a:lnTo>
                  <a:pt x="3216836" y="161656"/>
                </a:lnTo>
                <a:lnTo>
                  <a:pt x="3218631" y="171638"/>
                </a:lnTo>
                <a:lnTo>
                  <a:pt x="3219904" y="181761"/>
                </a:lnTo>
                <a:lnTo>
                  <a:pt x="3220702" y="192042"/>
                </a:lnTo>
                <a:lnTo>
                  <a:pt x="3220961" y="202184"/>
                </a:lnTo>
                <a:lnTo>
                  <a:pt x="3220961" y="2948041"/>
                </a:lnTo>
                <a:lnTo>
                  <a:pt x="3220702" y="2958183"/>
                </a:lnTo>
                <a:lnTo>
                  <a:pt x="3219904" y="2968465"/>
                </a:lnTo>
                <a:lnTo>
                  <a:pt x="3218631" y="2978587"/>
                </a:lnTo>
                <a:lnTo>
                  <a:pt x="3216836" y="2988570"/>
                </a:lnTo>
                <a:lnTo>
                  <a:pt x="3214585" y="2998354"/>
                </a:lnTo>
                <a:lnTo>
                  <a:pt x="3211855" y="3007977"/>
                </a:lnTo>
                <a:lnTo>
                  <a:pt x="3208666" y="3017382"/>
                </a:lnTo>
                <a:lnTo>
                  <a:pt x="3205041" y="3026588"/>
                </a:lnTo>
                <a:lnTo>
                  <a:pt x="3200977" y="3035554"/>
                </a:lnTo>
                <a:lnTo>
                  <a:pt x="3196512" y="3044301"/>
                </a:lnTo>
                <a:lnTo>
                  <a:pt x="3191630" y="3052770"/>
                </a:lnTo>
                <a:lnTo>
                  <a:pt x="3186369" y="3060979"/>
                </a:lnTo>
                <a:lnTo>
                  <a:pt x="3180731" y="3068930"/>
                </a:lnTo>
                <a:lnTo>
                  <a:pt x="3174714" y="3076561"/>
                </a:lnTo>
                <a:lnTo>
                  <a:pt x="3168358" y="3083914"/>
                </a:lnTo>
                <a:lnTo>
                  <a:pt x="3161662" y="3090927"/>
                </a:lnTo>
                <a:lnTo>
                  <a:pt x="3154627" y="3097642"/>
                </a:lnTo>
                <a:lnTo>
                  <a:pt x="3147296" y="3103999"/>
                </a:lnTo>
                <a:lnTo>
                  <a:pt x="3139646" y="3109996"/>
                </a:lnTo>
                <a:lnTo>
                  <a:pt x="3131715" y="3115635"/>
                </a:lnTo>
                <a:lnTo>
                  <a:pt x="3123505" y="3120915"/>
                </a:lnTo>
                <a:lnTo>
                  <a:pt x="3115016" y="3125777"/>
                </a:lnTo>
                <a:lnTo>
                  <a:pt x="3106290" y="3130261"/>
                </a:lnTo>
                <a:lnTo>
                  <a:pt x="3097324" y="3134305"/>
                </a:lnTo>
                <a:lnTo>
                  <a:pt x="3088117" y="3137951"/>
                </a:lnTo>
                <a:lnTo>
                  <a:pt x="3078693" y="3141120"/>
                </a:lnTo>
                <a:lnTo>
                  <a:pt x="3069088" y="3143849"/>
                </a:lnTo>
                <a:lnTo>
                  <a:pt x="3059285" y="3146121"/>
                </a:lnTo>
                <a:lnTo>
                  <a:pt x="3049322" y="3147894"/>
                </a:lnTo>
                <a:lnTo>
                  <a:pt x="3039180" y="3149190"/>
                </a:lnTo>
                <a:lnTo>
                  <a:pt x="3028918" y="3149967"/>
                </a:lnTo>
                <a:lnTo>
                  <a:pt x="3018758" y="3150226"/>
                </a:lnTo>
                <a:lnTo>
                  <a:pt x="202185" y="3150226"/>
                </a:lnTo>
                <a:lnTo>
                  <a:pt x="192041" y="3149967"/>
                </a:lnTo>
                <a:lnTo>
                  <a:pt x="181759" y="3149190"/>
                </a:lnTo>
                <a:lnTo>
                  <a:pt x="171637" y="3147894"/>
                </a:lnTo>
                <a:lnTo>
                  <a:pt x="161654" y="3146121"/>
                </a:lnTo>
                <a:lnTo>
                  <a:pt x="151853" y="3143849"/>
                </a:lnTo>
                <a:lnTo>
                  <a:pt x="142246" y="3141120"/>
                </a:lnTo>
                <a:lnTo>
                  <a:pt x="132823" y="3137951"/>
                </a:lnTo>
                <a:lnTo>
                  <a:pt x="123617" y="3134305"/>
                </a:lnTo>
                <a:lnTo>
                  <a:pt x="114650" y="3130261"/>
                </a:lnTo>
                <a:lnTo>
                  <a:pt x="105923" y="3125777"/>
                </a:lnTo>
                <a:lnTo>
                  <a:pt x="97436" y="3120915"/>
                </a:lnTo>
                <a:lnTo>
                  <a:pt x="89226" y="3115635"/>
                </a:lnTo>
                <a:lnTo>
                  <a:pt x="81295" y="3109996"/>
                </a:lnTo>
                <a:lnTo>
                  <a:pt x="73643" y="3103999"/>
                </a:lnTo>
                <a:lnTo>
                  <a:pt x="66312" y="3097642"/>
                </a:lnTo>
                <a:lnTo>
                  <a:pt x="59277" y="3090927"/>
                </a:lnTo>
                <a:lnTo>
                  <a:pt x="52583" y="3083914"/>
                </a:lnTo>
                <a:lnTo>
                  <a:pt x="46227" y="3076561"/>
                </a:lnTo>
                <a:lnTo>
                  <a:pt x="40208" y="3068930"/>
                </a:lnTo>
                <a:lnTo>
                  <a:pt x="34569" y="3060979"/>
                </a:lnTo>
                <a:lnTo>
                  <a:pt x="29309" y="3052770"/>
                </a:lnTo>
                <a:lnTo>
                  <a:pt x="24429" y="3044301"/>
                </a:lnTo>
                <a:lnTo>
                  <a:pt x="19964" y="3035554"/>
                </a:lnTo>
                <a:lnTo>
                  <a:pt x="15900" y="3026588"/>
                </a:lnTo>
                <a:lnTo>
                  <a:pt x="12275" y="3017382"/>
                </a:lnTo>
                <a:lnTo>
                  <a:pt x="9086" y="3007977"/>
                </a:lnTo>
                <a:lnTo>
                  <a:pt x="6356" y="2998354"/>
                </a:lnTo>
                <a:lnTo>
                  <a:pt x="4103" y="2988570"/>
                </a:lnTo>
                <a:lnTo>
                  <a:pt x="2310" y="2978587"/>
                </a:lnTo>
                <a:lnTo>
                  <a:pt x="1034" y="2968465"/>
                </a:lnTo>
                <a:lnTo>
                  <a:pt x="239" y="2958183"/>
                </a:lnTo>
                <a:lnTo>
                  <a:pt x="0" y="2948041"/>
                </a:lnTo>
                <a:lnTo>
                  <a:pt x="0" y="202184"/>
                </a:lnTo>
                <a:lnTo>
                  <a:pt x="239" y="192042"/>
                </a:lnTo>
                <a:moveTo>
                  <a:pt x="39830" y="202941"/>
                </a:moveTo>
                <a:lnTo>
                  <a:pt x="39850" y="202443"/>
                </a:lnTo>
                <a:lnTo>
                  <a:pt x="39850" y="2947782"/>
                </a:lnTo>
                <a:lnTo>
                  <a:pt x="39830" y="2947284"/>
                </a:lnTo>
                <a:lnTo>
                  <a:pt x="40069" y="2956669"/>
                </a:lnTo>
                <a:lnTo>
                  <a:pt x="40030" y="2955673"/>
                </a:lnTo>
                <a:lnTo>
                  <a:pt x="40727" y="2964938"/>
                </a:lnTo>
                <a:lnTo>
                  <a:pt x="40627" y="2963942"/>
                </a:lnTo>
                <a:lnTo>
                  <a:pt x="41782" y="2973068"/>
                </a:lnTo>
                <a:lnTo>
                  <a:pt x="41643" y="2972071"/>
                </a:lnTo>
                <a:lnTo>
                  <a:pt x="43238" y="2981058"/>
                </a:lnTo>
                <a:lnTo>
                  <a:pt x="43040" y="2980081"/>
                </a:lnTo>
                <a:lnTo>
                  <a:pt x="45072" y="2988908"/>
                </a:lnTo>
                <a:lnTo>
                  <a:pt x="44833" y="2987952"/>
                </a:lnTo>
                <a:lnTo>
                  <a:pt x="47282" y="2996620"/>
                </a:lnTo>
                <a:lnTo>
                  <a:pt x="47004" y="2995663"/>
                </a:lnTo>
                <a:lnTo>
                  <a:pt x="49872" y="3004152"/>
                </a:lnTo>
                <a:lnTo>
                  <a:pt x="49535" y="3003235"/>
                </a:lnTo>
                <a:lnTo>
                  <a:pt x="52802" y="3011524"/>
                </a:lnTo>
                <a:lnTo>
                  <a:pt x="52424" y="3010627"/>
                </a:lnTo>
                <a:lnTo>
                  <a:pt x="56071" y="3018697"/>
                </a:lnTo>
                <a:lnTo>
                  <a:pt x="55652" y="3017821"/>
                </a:lnTo>
                <a:lnTo>
                  <a:pt x="59675" y="3025691"/>
                </a:lnTo>
                <a:lnTo>
                  <a:pt x="59217" y="3024854"/>
                </a:lnTo>
                <a:lnTo>
                  <a:pt x="63621" y="3032486"/>
                </a:lnTo>
                <a:lnTo>
                  <a:pt x="63124" y="3031669"/>
                </a:lnTo>
                <a:lnTo>
                  <a:pt x="67865" y="3039081"/>
                </a:lnTo>
                <a:lnTo>
                  <a:pt x="67328" y="3038284"/>
                </a:lnTo>
                <a:lnTo>
                  <a:pt x="72410" y="3045438"/>
                </a:lnTo>
                <a:lnTo>
                  <a:pt x="71852" y="3044680"/>
                </a:lnTo>
                <a:lnTo>
                  <a:pt x="77251" y="3051575"/>
                </a:lnTo>
                <a:lnTo>
                  <a:pt x="76652" y="3050837"/>
                </a:lnTo>
                <a:lnTo>
                  <a:pt x="82391" y="3057452"/>
                </a:lnTo>
                <a:lnTo>
                  <a:pt x="81755" y="3056755"/>
                </a:lnTo>
                <a:lnTo>
                  <a:pt x="87790" y="3063091"/>
                </a:lnTo>
                <a:lnTo>
                  <a:pt x="87114" y="3062414"/>
                </a:lnTo>
                <a:lnTo>
                  <a:pt x="93470" y="3068471"/>
                </a:lnTo>
                <a:lnTo>
                  <a:pt x="92752" y="3067833"/>
                </a:lnTo>
                <a:lnTo>
                  <a:pt x="99387" y="3073552"/>
                </a:lnTo>
                <a:lnTo>
                  <a:pt x="98651" y="3072954"/>
                </a:lnTo>
                <a:lnTo>
                  <a:pt x="105544" y="3078374"/>
                </a:lnTo>
                <a:lnTo>
                  <a:pt x="104768" y="3077796"/>
                </a:lnTo>
                <a:lnTo>
                  <a:pt x="111941" y="3082897"/>
                </a:lnTo>
                <a:lnTo>
                  <a:pt x="111144" y="3082359"/>
                </a:lnTo>
                <a:lnTo>
                  <a:pt x="118535" y="3087102"/>
                </a:lnTo>
                <a:lnTo>
                  <a:pt x="117719" y="3086603"/>
                </a:lnTo>
                <a:lnTo>
                  <a:pt x="125371" y="3091007"/>
                </a:lnTo>
                <a:lnTo>
                  <a:pt x="124515" y="3090529"/>
                </a:lnTo>
                <a:lnTo>
                  <a:pt x="132384" y="3094574"/>
                </a:lnTo>
                <a:lnTo>
                  <a:pt x="131507" y="3094155"/>
                </a:lnTo>
                <a:lnTo>
                  <a:pt x="139597" y="3097801"/>
                </a:lnTo>
                <a:lnTo>
                  <a:pt x="138701" y="3097423"/>
                </a:lnTo>
                <a:lnTo>
                  <a:pt x="146989" y="3100691"/>
                </a:lnTo>
                <a:lnTo>
                  <a:pt x="146073" y="3100352"/>
                </a:lnTo>
                <a:lnTo>
                  <a:pt x="154542" y="3103221"/>
                </a:lnTo>
                <a:lnTo>
                  <a:pt x="153605" y="3102922"/>
                </a:lnTo>
                <a:lnTo>
                  <a:pt x="162253" y="3105393"/>
                </a:lnTo>
                <a:lnTo>
                  <a:pt x="161296" y="3105134"/>
                </a:lnTo>
                <a:lnTo>
                  <a:pt x="170124" y="3107166"/>
                </a:lnTo>
                <a:lnTo>
                  <a:pt x="169147" y="3106967"/>
                </a:lnTo>
                <a:lnTo>
                  <a:pt x="178134" y="3108581"/>
                </a:lnTo>
                <a:lnTo>
                  <a:pt x="177157" y="3108422"/>
                </a:lnTo>
                <a:lnTo>
                  <a:pt x="186284" y="3109597"/>
                </a:lnTo>
                <a:lnTo>
                  <a:pt x="185288" y="3109498"/>
                </a:lnTo>
                <a:lnTo>
                  <a:pt x="194551" y="3110195"/>
                </a:lnTo>
                <a:lnTo>
                  <a:pt x="193535" y="3110136"/>
                </a:lnTo>
                <a:lnTo>
                  <a:pt x="202942" y="3110375"/>
                </a:lnTo>
                <a:lnTo>
                  <a:pt x="202443" y="3110375"/>
                </a:lnTo>
                <a:lnTo>
                  <a:pt x="3018516" y="3110375"/>
                </a:lnTo>
                <a:lnTo>
                  <a:pt x="3017999" y="3110375"/>
                </a:lnTo>
                <a:lnTo>
                  <a:pt x="3027406" y="3110136"/>
                </a:lnTo>
                <a:lnTo>
                  <a:pt x="3026387" y="3110195"/>
                </a:lnTo>
                <a:lnTo>
                  <a:pt x="3035653" y="3109498"/>
                </a:lnTo>
                <a:lnTo>
                  <a:pt x="3034657" y="3109597"/>
                </a:lnTo>
                <a:lnTo>
                  <a:pt x="3043804" y="3108422"/>
                </a:lnTo>
                <a:lnTo>
                  <a:pt x="3042806" y="3108581"/>
                </a:lnTo>
                <a:lnTo>
                  <a:pt x="3051794" y="3106967"/>
                </a:lnTo>
                <a:lnTo>
                  <a:pt x="3050817" y="3107166"/>
                </a:lnTo>
                <a:lnTo>
                  <a:pt x="3059644" y="3105134"/>
                </a:lnTo>
                <a:lnTo>
                  <a:pt x="3058688" y="3105393"/>
                </a:lnTo>
                <a:lnTo>
                  <a:pt x="3067336" y="3102922"/>
                </a:lnTo>
                <a:lnTo>
                  <a:pt x="3066399" y="3103221"/>
                </a:lnTo>
                <a:lnTo>
                  <a:pt x="3074888" y="3100352"/>
                </a:lnTo>
                <a:lnTo>
                  <a:pt x="3073951" y="3100691"/>
                </a:lnTo>
                <a:lnTo>
                  <a:pt x="3082240" y="3097423"/>
                </a:lnTo>
                <a:lnTo>
                  <a:pt x="3081342" y="3097801"/>
                </a:lnTo>
                <a:lnTo>
                  <a:pt x="3089432" y="3094155"/>
                </a:lnTo>
                <a:lnTo>
                  <a:pt x="3088555" y="3094574"/>
                </a:lnTo>
                <a:lnTo>
                  <a:pt x="3096426" y="3090529"/>
                </a:lnTo>
                <a:lnTo>
                  <a:pt x="3095569" y="3091007"/>
                </a:lnTo>
                <a:lnTo>
                  <a:pt x="3103222" y="3086603"/>
                </a:lnTo>
                <a:lnTo>
                  <a:pt x="3102404" y="3087102"/>
                </a:lnTo>
                <a:lnTo>
                  <a:pt x="3109797" y="3082359"/>
                </a:lnTo>
                <a:lnTo>
                  <a:pt x="3108999" y="3082897"/>
                </a:lnTo>
                <a:lnTo>
                  <a:pt x="3116171" y="3077796"/>
                </a:lnTo>
                <a:lnTo>
                  <a:pt x="3115394" y="3078374"/>
                </a:lnTo>
                <a:lnTo>
                  <a:pt x="3122290" y="3072954"/>
                </a:lnTo>
                <a:lnTo>
                  <a:pt x="3121552" y="3073552"/>
                </a:lnTo>
                <a:lnTo>
                  <a:pt x="3128188" y="3067833"/>
                </a:lnTo>
                <a:lnTo>
                  <a:pt x="3127471" y="3068471"/>
                </a:lnTo>
                <a:lnTo>
                  <a:pt x="3133825" y="3062414"/>
                </a:lnTo>
                <a:lnTo>
                  <a:pt x="3133148" y="3063091"/>
                </a:lnTo>
                <a:lnTo>
                  <a:pt x="3139188" y="3056755"/>
                </a:lnTo>
                <a:lnTo>
                  <a:pt x="3138548" y="3057452"/>
                </a:lnTo>
                <a:lnTo>
                  <a:pt x="3144286" y="3050837"/>
                </a:lnTo>
                <a:lnTo>
                  <a:pt x="3143689" y="3051575"/>
                </a:lnTo>
                <a:lnTo>
                  <a:pt x="3149109" y="3044680"/>
                </a:lnTo>
                <a:lnTo>
                  <a:pt x="3148531" y="3045438"/>
                </a:lnTo>
                <a:lnTo>
                  <a:pt x="3153613" y="3038284"/>
                </a:lnTo>
                <a:lnTo>
                  <a:pt x="3153073" y="3039081"/>
                </a:lnTo>
                <a:lnTo>
                  <a:pt x="3157837" y="3031669"/>
                </a:lnTo>
                <a:lnTo>
                  <a:pt x="3157338" y="3032486"/>
                </a:lnTo>
                <a:lnTo>
                  <a:pt x="3161721" y="3024854"/>
                </a:lnTo>
                <a:lnTo>
                  <a:pt x="3161263" y="3025691"/>
                </a:lnTo>
                <a:lnTo>
                  <a:pt x="3165289" y="3017821"/>
                </a:lnTo>
                <a:lnTo>
                  <a:pt x="3164870" y="3018697"/>
                </a:lnTo>
                <a:lnTo>
                  <a:pt x="3168517" y="3010627"/>
                </a:lnTo>
                <a:lnTo>
                  <a:pt x="3168139" y="3011524"/>
                </a:lnTo>
                <a:lnTo>
                  <a:pt x="3171406" y="3003235"/>
                </a:lnTo>
                <a:lnTo>
                  <a:pt x="3171067" y="3004152"/>
                </a:lnTo>
                <a:lnTo>
                  <a:pt x="3173957" y="2995663"/>
                </a:lnTo>
                <a:lnTo>
                  <a:pt x="3173657" y="2996620"/>
                </a:lnTo>
                <a:lnTo>
                  <a:pt x="3176108" y="2987952"/>
                </a:lnTo>
                <a:lnTo>
                  <a:pt x="3175869" y="2988908"/>
                </a:lnTo>
                <a:lnTo>
                  <a:pt x="3177901" y="2980081"/>
                </a:lnTo>
                <a:lnTo>
                  <a:pt x="3177703" y="2981058"/>
                </a:lnTo>
                <a:lnTo>
                  <a:pt x="3179316" y="2972071"/>
                </a:lnTo>
                <a:lnTo>
                  <a:pt x="3179156" y="2973068"/>
                </a:lnTo>
                <a:lnTo>
                  <a:pt x="3180312" y="2963942"/>
                </a:lnTo>
                <a:lnTo>
                  <a:pt x="3180213" y="2964938"/>
                </a:lnTo>
                <a:lnTo>
                  <a:pt x="3180911" y="2955673"/>
                </a:lnTo>
                <a:lnTo>
                  <a:pt x="3180870" y="2956669"/>
                </a:lnTo>
                <a:lnTo>
                  <a:pt x="3181111" y="2947284"/>
                </a:lnTo>
                <a:lnTo>
                  <a:pt x="3181111" y="2947782"/>
                </a:lnTo>
                <a:lnTo>
                  <a:pt x="3181111" y="202443"/>
                </a:lnTo>
                <a:lnTo>
                  <a:pt x="3181111" y="202941"/>
                </a:lnTo>
                <a:lnTo>
                  <a:pt x="3180870" y="193556"/>
                </a:lnTo>
                <a:lnTo>
                  <a:pt x="3180911" y="194553"/>
                </a:lnTo>
                <a:lnTo>
                  <a:pt x="3180213" y="185287"/>
                </a:lnTo>
                <a:lnTo>
                  <a:pt x="3180312" y="186284"/>
                </a:lnTo>
                <a:lnTo>
                  <a:pt x="3179156" y="177158"/>
                </a:lnTo>
                <a:lnTo>
                  <a:pt x="3179316" y="178154"/>
                </a:lnTo>
                <a:lnTo>
                  <a:pt x="3177703" y="169167"/>
                </a:lnTo>
                <a:lnTo>
                  <a:pt x="3177901" y="170144"/>
                </a:lnTo>
                <a:lnTo>
                  <a:pt x="3175869" y="161317"/>
                </a:lnTo>
                <a:lnTo>
                  <a:pt x="3176108" y="162273"/>
                </a:lnTo>
                <a:lnTo>
                  <a:pt x="3173657" y="153606"/>
                </a:lnTo>
                <a:lnTo>
                  <a:pt x="3173957" y="154562"/>
                </a:lnTo>
                <a:lnTo>
                  <a:pt x="3171067" y="146074"/>
                </a:lnTo>
                <a:lnTo>
                  <a:pt x="3171406" y="146990"/>
                </a:lnTo>
                <a:lnTo>
                  <a:pt x="3168139" y="138701"/>
                </a:lnTo>
                <a:lnTo>
                  <a:pt x="3168517" y="139598"/>
                </a:lnTo>
                <a:lnTo>
                  <a:pt x="3164870" y="131528"/>
                </a:lnTo>
                <a:lnTo>
                  <a:pt x="3165289" y="132405"/>
                </a:lnTo>
                <a:lnTo>
                  <a:pt x="3161263" y="124534"/>
                </a:lnTo>
                <a:lnTo>
                  <a:pt x="3161721" y="125371"/>
                </a:lnTo>
                <a:lnTo>
                  <a:pt x="3157338" y="117740"/>
                </a:lnTo>
                <a:lnTo>
                  <a:pt x="3157837" y="118557"/>
                </a:lnTo>
                <a:lnTo>
                  <a:pt x="3153073" y="111145"/>
                </a:lnTo>
                <a:lnTo>
                  <a:pt x="3153613" y="111941"/>
                </a:lnTo>
                <a:lnTo>
                  <a:pt x="3148531" y="104788"/>
                </a:lnTo>
                <a:lnTo>
                  <a:pt x="3149109" y="105545"/>
                </a:lnTo>
                <a:lnTo>
                  <a:pt x="3143689" y="98651"/>
                </a:lnTo>
                <a:lnTo>
                  <a:pt x="3144286" y="99389"/>
                </a:lnTo>
                <a:lnTo>
                  <a:pt x="3138548" y="92773"/>
                </a:lnTo>
                <a:lnTo>
                  <a:pt x="3139188" y="93470"/>
                </a:lnTo>
                <a:lnTo>
                  <a:pt x="3133148" y="87134"/>
                </a:lnTo>
                <a:lnTo>
                  <a:pt x="3133825" y="87812"/>
                </a:lnTo>
                <a:lnTo>
                  <a:pt x="3127471" y="81754"/>
                </a:lnTo>
                <a:lnTo>
                  <a:pt x="3128188" y="82392"/>
                </a:lnTo>
                <a:lnTo>
                  <a:pt x="3121552" y="76673"/>
                </a:lnTo>
                <a:lnTo>
                  <a:pt x="3122290" y="77271"/>
                </a:lnTo>
                <a:lnTo>
                  <a:pt x="3115394" y="71851"/>
                </a:lnTo>
                <a:lnTo>
                  <a:pt x="3116171" y="72429"/>
                </a:lnTo>
                <a:lnTo>
                  <a:pt x="3108999" y="67328"/>
                </a:lnTo>
                <a:lnTo>
                  <a:pt x="3109797" y="67866"/>
                </a:lnTo>
                <a:lnTo>
                  <a:pt x="3102404" y="63124"/>
                </a:lnTo>
                <a:lnTo>
                  <a:pt x="3103222" y="63622"/>
                </a:lnTo>
                <a:lnTo>
                  <a:pt x="3095569" y="59219"/>
                </a:lnTo>
                <a:lnTo>
                  <a:pt x="3096426" y="59697"/>
                </a:lnTo>
                <a:lnTo>
                  <a:pt x="3088555" y="55652"/>
                </a:lnTo>
                <a:lnTo>
                  <a:pt x="3089432" y="56070"/>
                </a:lnTo>
                <a:lnTo>
                  <a:pt x="3081342" y="52424"/>
                </a:lnTo>
                <a:lnTo>
                  <a:pt x="3082240" y="52803"/>
                </a:lnTo>
                <a:lnTo>
                  <a:pt x="3073951" y="49535"/>
                </a:lnTo>
                <a:lnTo>
                  <a:pt x="3074888" y="49873"/>
                </a:lnTo>
                <a:lnTo>
                  <a:pt x="3066399" y="47004"/>
                </a:lnTo>
                <a:lnTo>
                  <a:pt x="3067336" y="47303"/>
                </a:lnTo>
                <a:lnTo>
                  <a:pt x="3058688" y="44832"/>
                </a:lnTo>
                <a:lnTo>
                  <a:pt x="3059644" y="45091"/>
                </a:lnTo>
                <a:lnTo>
                  <a:pt x="3050817" y="43039"/>
                </a:lnTo>
                <a:lnTo>
                  <a:pt x="3051794" y="43258"/>
                </a:lnTo>
                <a:lnTo>
                  <a:pt x="3042806" y="41644"/>
                </a:lnTo>
                <a:lnTo>
                  <a:pt x="3043804" y="41804"/>
                </a:lnTo>
                <a:lnTo>
                  <a:pt x="3034657" y="40628"/>
                </a:lnTo>
                <a:lnTo>
                  <a:pt x="3035653" y="40728"/>
                </a:lnTo>
                <a:lnTo>
                  <a:pt x="3026387" y="40030"/>
                </a:lnTo>
                <a:lnTo>
                  <a:pt x="3027406" y="40090"/>
                </a:lnTo>
                <a:lnTo>
                  <a:pt x="3017999" y="39851"/>
                </a:lnTo>
                <a:lnTo>
                  <a:pt x="3018516" y="39851"/>
                </a:lnTo>
                <a:lnTo>
                  <a:pt x="202443" y="39851"/>
                </a:lnTo>
                <a:lnTo>
                  <a:pt x="202942" y="39851"/>
                </a:lnTo>
                <a:lnTo>
                  <a:pt x="193535" y="40090"/>
                </a:lnTo>
                <a:lnTo>
                  <a:pt x="194551" y="40030"/>
                </a:lnTo>
                <a:lnTo>
                  <a:pt x="185288" y="40728"/>
                </a:lnTo>
                <a:lnTo>
                  <a:pt x="186284" y="40628"/>
                </a:lnTo>
                <a:lnTo>
                  <a:pt x="177157" y="41804"/>
                </a:lnTo>
                <a:lnTo>
                  <a:pt x="178134" y="41644"/>
                </a:lnTo>
                <a:lnTo>
                  <a:pt x="169147" y="43258"/>
                </a:lnTo>
                <a:lnTo>
                  <a:pt x="170124" y="43039"/>
                </a:lnTo>
                <a:lnTo>
                  <a:pt x="161296" y="45091"/>
                </a:lnTo>
                <a:lnTo>
                  <a:pt x="162253" y="44832"/>
                </a:lnTo>
                <a:lnTo>
                  <a:pt x="153605" y="47303"/>
                </a:lnTo>
                <a:lnTo>
                  <a:pt x="154542" y="47004"/>
                </a:lnTo>
                <a:lnTo>
                  <a:pt x="146073" y="49873"/>
                </a:lnTo>
                <a:lnTo>
                  <a:pt x="146989" y="49535"/>
                </a:lnTo>
                <a:lnTo>
                  <a:pt x="138701" y="52803"/>
                </a:lnTo>
                <a:lnTo>
                  <a:pt x="139597" y="52424"/>
                </a:lnTo>
                <a:lnTo>
                  <a:pt x="131507" y="56070"/>
                </a:lnTo>
                <a:lnTo>
                  <a:pt x="132384" y="55652"/>
                </a:lnTo>
                <a:lnTo>
                  <a:pt x="124515" y="59697"/>
                </a:lnTo>
                <a:lnTo>
                  <a:pt x="125371" y="59219"/>
                </a:lnTo>
                <a:lnTo>
                  <a:pt x="117719" y="63622"/>
                </a:lnTo>
                <a:lnTo>
                  <a:pt x="118535" y="63124"/>
                </a:lnTo>
                <a:lnTo>
                  <a:pt x="111144" y="67866"/>
                </a:lnTo>
                <a:lnTo>
                  <a:pt x="111941" y="67328"/>
                </a:lnTo>
                <a:lnTo>
                  <a:pt x="104768" y="72429"/>
                </a:lnTo>
                <a:lnTo>
                  <a:pt x="105544" y="71851"/>
                </a:lnTo>
                <a:lnTo>
                  <a:pt x="98651" y="77271"/>
                </a:lnTo>
                <a:lnTo>
                  <a:pt x="99387" y="76673"/>
                </a:lnTo>
                <a:lnTo>
                  <a:pt x="92752" y="82392"/>
                </a:lnTo>
                <a:lnTo>
                  <a:pt x="93470" y="81754"/>
                </a:lnTo>
                <a:lnTo>
                  <a:pt x="87114" y="87812"/>
                </a:lnTo>
                <a:lnTo>
                  <a:pt x="87790" y="87134"/>
                </a:lnTo>
                <a:lnTo>
                  <a:pt x="81755" y="93470"/>
                </a:lnTo>
                <a:lnTo>
                  <a:pt x="82391" y="92773"/>
                </a:lnTo>
                <a:lnTo>
                  <a:pt x="76652" y="99389"/>
                </a:lnTo>
                <a:lnTo>
                  <a:pt x="77251" y="98651"/>
                </a:lnTo>
                <a:lnTo>
                  <a:pt x="71852" y="105545"/>
                </a:lnTo>
                <a:lnTo>
                  <a:pt x="72410" y="104788"/>
                </a:lnTo>
                <a:lnTo>
                  <a:pt x="67328" y="111941"/>
                </a:lnTo>
                <a:lnTo>
                  <a:pt x="67865" y="111145"/>
                </a:lnTo>
                <a:lnTo>
                  <a:pt x="63124" y="118557"/>
                </a:lnTo>
                <a:lnTo>
                  <a:pt x="63621" y="117740"/>
                </a:lnTo>
                <a:lnTo>
                  <a:pt x="59217" y="125371"/>
                </a:lnTo>
                <a:lnTo>
                  <a:pt x="59675" y="124534"/>
                </a:lnTo>
                <a:lnTo>
                  <a:pt x="55652" y="132405"/>
                </a:lnTo>
                <a:lnTo>
                  <a:pt x="56071" y="131528"/>
                </a:lnTo>
                <a:lnTo>
                  <a:pt x="52424" y="139598"/>
                </a:lnTo>
                <a:lnTo>
                  <a:pt x="52802" y="138701"/>
                </a:lnTo>
                <a:lnTo>
                  <a:pt x="49535" y="146990"/>
                </a:lnTo>
                <a:lnTo>
                  <a:pt x="49872" y="146074"/>
                </a:lnTo>
                <a:lnTo>
                  <a:pt x="47004" y="154562"/>
                </a:lnTo>
                <a:lnTo>
                  <a:pt x="47282" y="153606"/>
                </a:lnTo>
                <a:lnTo>
                  <a:pt x="44833" y="162273"/>
                </a:lnTo>
                <a:lnTo>
                  <a:pt x="45072" y="161317"/>
                </a:lnTo>
                <a:lnTo>
                  <a:pt x="43040" y="170144"/>
                </a:lnTo>
                <a:lnTo>
                  <a:pt x="43238" y="169167"/>
                </a:lnTo>
                <a:lnTo>
                  <a:pt x="41643" y="178154"/>
                </a:lnTo>
                <a:lnTo>
                  <a:pt x="41782" y="177158"/>
                </a:lnTo>
                <a:lnTo>
                  <a:pt x="40627" y="186284"/>
                </a:lnTo>
                <a:lnTo>
                  <a:pt x="40727" y="185287"/>
                </a:lnTo>
                <a:lnTo>
                  <a:pt x="40030" y="194553"/>
                </a:lnTo>
                <a:lnTo>
                  <a:pt x="40069" y="193556"/>
                </a:lnTo>
                <a:lnTo>
                  <a:pt x="39830" y="20294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0 Paris[a]">
            <a:extLst xmlns:a="http://schemas.openxmlformats.org/drawingml/2006/main">
              <a:ext uri="{FF2B5EF4-FFF2-40B4-BE49-F238E27FC236}">
                <a16:creationId xmlns:a16="http://schemas.microsoft.com/office/drawing/2014/main" id="{DD74154D-DD80-4DF9-ADCE-DEE225E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2684" y="1589775"/>
            <a:ext cx="1146128" cy="449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Paris[a]</a:t>
            </a:r>
          </a:p>
        </p:txBody>
      </p:sp>
      <p:sp>
        <p:nvSpPr>
          <p:cNvPr id="11" name="text-10 is">
            <a:extLst xmlns:a="http://schemas.openxmlformats.org/drawingml/2006/main">
              <a:ext uri="{FF2B5EF4-FFF2-40B4-BE49-F238E27FC236}">
                <a16:creationId xmlns:a16="http://schemas.microsoft.com/office/drawing/2014/main" id="{B462A9E0-4AB4-45E3-A075-7D4AC782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317" y="1602018"/>
            <a:ext cx="278569" cy="43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3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12" name="text-10 the">
            <a:extLst xmlns:a="http://schemas.openxmlformats.org/drawingml/2006/main">
              <a:ext uri="{FF2B5EF4-FFF2-40B4-BE49-F238E27FC236}">
                <a16:creationId xmlns:a16="http://schemas.microsoft.com/office/drawing/2014/main" id="{70FE7B25-2CBE-498C-B9DA-8792FE5F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5180" y="1560271"/>
            <a:ext cx="550416" cy="490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1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1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1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3" name="text-11 capital">
            <a:extLst xmlns:a="http://schemas.openxmlformats.org/drawingml/2006/main">
              <a:ext uri="{FF2B5EF4-FFF2-40B4-BE49-F238E27FC236}">
                <a16:creationId xmlns:a16="http://schemas.microsoft.com/office/drawing/2014/main" id="{1A6CFAE8-C0DA-4027-BDED-277E086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510" y="2009047"/>
            <a:ext cx="1019836" cy="465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1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1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1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capital</a:t>
            </a:r>
          </a:p>
        </p:txBody>
      </p:sp>
      <p:sp>
        <p:nvSpPr>
          <p:cNvPr id="14" name="text-11 and">
            <a:extLst xmlns:a="http://schemas.openxmlformats.org/drawingml/2006/main">
              <a:ext uri="{FF2B5EF4-FFF2-40B4-BE49-F238E27FC236}">
                <a16:creationId xmlns:a16="http://schemas.microsoft.com/office/drawing/2014/main" id="{EC87D459-DBA6-467A-9E4B-145166FE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2618" y="2012670"/>
            <a:ext cx="607247" cy="460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8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8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8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5" name="text-11 most">
            <a:extLst xmlns:a="http://schemas.openxmlformats.org/drawingml/2006/main">
              <a:ext uri="{FF2B5EF4-FFF2-40B4-BE49-F238E27FC236}">
                <a16:creationId xmlns:a16="http://schemas.microsoft.com/office/drawing/2014/main" id="{4116E443-486A-4722-951D-4EC2A661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1268" y="2003464"/>
            <a:ext cx="792664" cy="47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6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</a:t>
            </a:r>
          </a:p>
        </p:txBody>
      </p:sp>
      <p:sp>
        <p:nvSpPr>
          <p:cNvPr id="16" name="text-12 populous">
            <a:extLst xmlns:a="http://schemas.openxmlformats.org/drawingml/2006/main">
              <a:ext uri="{FF2B5EF4-FFF2-40B4-BE49-F238E27FC236}">
                <a16:creationId xmlns:a16="http://schemas.microsoft.com/office/drawing/2014/main" id="{56E06BDC-0784-475A-807D-8E18F27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6380" y="2437824"/>
            <a:ext cx="1414836" cy="467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populous</a:t>
            </a:r>
          </a:p>
        </p:txBody>
      </p:sp>
      <p:sp>
        <p:nvSpPr>
          <p:cNvPr id="17" name="text-12 city">
            <a:extLst xmlns:a="http://schemas.openxmlformats.org/drawingml/2006/main">
              <a:ext uri="{FF2B5EF4-FFF2-40B4-BE49-F238E27FC236}">
                <a16:creationId xmlns:a16="http://schemas.microsoft.com/office/drawing/2014/main" id="{B9E01768-DAF2-4EFD-B7AC-8F3EDB7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2015" y="2426884"/>
            <a:ext cx="579082" cy="48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1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1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1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18" name="text-12 of">
            <a:extLst xmlns:a="http://schemas.openxmlformats.org/drawingml/2006/main">
              <a:ext uri="{FF2B5EF4-FFF2-40B4-BE49-F238E27FC236}">
                <a16:creationId xmlns:a16="http://schemas.microsoft.com/office/drawing/2014/main" id="{877056D3-303E-429A-98AA-B43CB18C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9782" y="2413326"/>
            <a:ext cx="363254" cy="501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2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9" name="text-13 France.">
            <a:extLst xmlns:a="http://schemas.openxmlformats.org/drawingml/2006/main">
              <a:ext uri="{FF2B5EF4-FFF2-40B4-BE49-F238E27FC236}">
                <a16:creationId xmlns:a16="http://schemas.microsoft.com/office/drawing/2014/main" id="{BE7E90F2-D83E-4AF0-BB3B-42E58FFA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486" y="2888743"/>
            <a:ext cx="1118312" cy="438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France.</a:t>
            </a:r>
          </a:p>
        </p:txBody>
      </p:sp>
      <p:sp>
        <p:nvSpPr>
          <p:cNvPr id="20" name="text-13 With">
            <a:extLst xmlns:a="http://schemas.openxmlformats.org/drawingml/2006/main">
              <a:ext uri="{FF2B5EF4-FFF2-40B4-BE49-F238E27FC236}">
                <a16:creationId xmlns:a16="http://schemas.microsoft.com/office/drawing/2014/main" id="{AB526217-6CD9-4FAB-9C0E-04690662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8215" y="2846707"/>
            <a:ext cx="774453" cy="497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9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9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9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21" name="path-14">
            <a:extLst xmlns:a="http://schemas.openxmlformats.org/drawingml/2006/main">
              <a:ext uri="{FF2B5EF4-FFF2-40B4-BE49-F238E27FC236}">
                <a16:creationId xmlns:a16="http://schemas.microsoft.com/office/drawing/2014/main" id="{B056B5B6-8C42-49FA-8AD6-BE657B19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204" y="704960"/>
            <a:ext cx="1905679" cy="334749"/>
          </a:xfrm>
          <a:custGeom xmlns:a="http://schemas.openxmlformats.org/drawingml/2006/main">
            <a:pathLst>
              <a:path w="1905679" h="334749">
                <a:moveTo>
                  <a:pt x="0" y="0"/>
                </a:moveTo>
                <a:lnTo>
                  <a:pt x="0" y="334749"/>
                </a:lnTo>
                <a:lnTo>
                  <a:pt x="1905679" y="334749"/>
                </a:lnTo>
                <a:lnTo>
                  <a:pt x="190567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15">
            <a:extLst xmlns:a="http://schemas.openxmlformats.org/drawingml/2006/main">
              <a:ext uri="{FF2B5EF4-FFF2-40B4-BE49-F238E27FC236}">
                <a16:creationId xmlns:a16="http://schemas.microsoft.com/office/drawing/2014/main" id="{A24AB075-7975-4764-8FB7-80FA981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540" y="694798"/>
            <a:ext cx="1925802" cy="354674"/>
          </a:xfrm>
          <a:custGeom xmlns:a="http://schemas.openxmlformats.org/drawingml/2006/main">
            <a:pathLst>
              <a:path w="1925802" h="354674">
                <a:moveTo>
                  <a:pt x="1925802" y="0"/>
                </a:moveTo>
                <a:lnTo>
                  <a:pt x="1925802" y="354674"/>
                </a:lnTo>
                <a:lnTo>
                  <a:pt x="0" y="354674"/>
                </a:lnTo>
                <a:lnTo>
                  <a:pt x="0" y="0"/>
                </a:lnTo>
                <a:lnTo>
                  <a:pt x="1925802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44712"/>
                </a:lnTo>
                <a:lnTo>
                  <a:pt x="9963" y="334749"/>
                </a:lnTo>
                <a:lnTo>
                  <a:pt x="1915840" y="334749"/>
                </a:lnTo>
                <a:lnTo>
                  <a:pt x="1905877" y="344712"/>
                </a:lnTo>
                <a:lnTo>
                  <a:pt x="1905877" y="9963"/>
                </a:lnTo>
                <a:lnTo>
                  <a:pt x="1915840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16">
            <a:extLst xmlns:a="http://schemas.openxmlformats.org/drawingml/2006/main">
              <a:ext uri="{FF2B5EF4-FFF2-40B4-BE49-F238E27FC236}">
                <a16:creationId xmlns:a16="http://schemas.microsoft.com/office/drawing/2014/main" id="{E62414A5-2C92-4809-8E8D-E1A83855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689" y="860180"/>
            <a:ext cx="4176390" cy="3150226"/>
          </a:xfrm>
          <a:custGeom xmlns:a="http://schemas.openxmlformats.org/drawingml/2006/main">
            <a:pathLst>
              <a:path w="4176390" h="3150226">
                <a:moveTo>
                  <a:pt x="239" y="192042"/>
                </a:moveTo>
                <a:lnTo>
                  <a:pt x="1036" y="181761"/>
                </a:lnTo>
                <a:lnTo>
                  <a:pt x="2311" y="171638"/>
                </a:lnTo>
                <a:lnTo>
                  <a:pt x="4104" y="161656"/>
                </a:lnTo>
                <a:lnTo>
                  <a:pt x="6356" y="151872"/>
                </a:lnTo>
                <a:lnTo>
                  <a:pt x="9087" y="142248"/>
                </a:lnTo>
                <a:lnTo>
                  <a:pt x="12274" y="132843"/>
                </a:lnTo>
                <a:lnTo>
                  <a:pt x="15901" y="123638"/>
                </a:lnTo>
                <a:lnTo>
                  <a:pt x="19965" y="114671"/>
                </a:lnTo>
                <a:lnTo>
                  <a:pt x="24429" y="105924"/>
                </a:lnTo>
                <a:lnTo>
                  <a:pt x="29310" y="97456"/>
                </a:lnTo>
                <a:lnTo>
                  <a:pt x="34571" y="89246"/>
                </a:lnTo>
                <a:lnTo>
                  <a:pt x="40209" y="81296"/>
                </a:lnTo>
                <a:lnTo>
                  <a:pt x="46228" y="73664"/>
                </a:lnTo>
                <a:lnTo>
                  <a:pt x="52584" y="66312"/>
                </a:lnTo>
                <a:lnTo>
                  <a:pt x="59279" y="59298"/>
                </a:lnTo>
                <a:lnTo>
                  <a:pt x="66313" y="52583"/>
                </a:lnTo>
                <a:lnTo>
                  <a:pt x="73644" y="46227"/>
                </a:lnTo>
                <a:lnTo>
                  <a:pt x="81296" y="40230"/>
                </a:lnTo>
                <a:lnTo>
                  <a:pt x="89227" y="34571"/>
                </a:lnTo>
                <a:lnTo>
                  <a:pt x="97435" y="29310"/>
                </a:lnTo>
                <a:lnTo>
                  <a:pt x="105924" y="24448"/>
                </a:lnTo>
                <a:lnTo>
                  <a:pt x="114651" y="19965"/>
                </a:lnTo>
                <a:lnTo>
                  <a:pt x="123618" y="15920"/>
                </a:lnTo>
                <a:lnTo>
                  <a:pt x="132823" y="12274"/>
                </a:lnTo>
                <a:lnTo>
                  <a:pt x="142248" y="9106"/>
                </a:lnTo>
                <a:lnTo>
                  <a:pt x="151852" y="6376"/>
                </a:lnTo>
                <a:lnTo>
                  <a:pt x="161655" y="4105"/>
                </a:lnTo>
                <a:lnTo>
                  <a:pt x="171638" y="2331"/>
                </a:lnTo>
                <a:lnTo>
                  <a:pt x="181760" y="1036"/>
                </a:lnTo>
                <a:lnTo>
                  <a:pt x="192042" y="259"/>
                </a:lnTo>
                <a:lnTo>
                  <a:pt x="202184" y="0"/>
                </a:lnTo>
                <a:lnTo>
                  <a:pt x="3974186" y="0"/>
                </a:lnTo>
                <a:lnTo>
                  <a:pt x="3984349" y="259"/>
                </a:lnTo>
                <a:lnTo>
                  <a:pt x="3994610" y="1036"/>
                </a:lnTo>
                <a:lnTo>
                  <a:pt x="4004751" y="2331"/>
                </a:lnTo>
                <a:lnTo>
                  <a:pt x="4014715" y="4105"/>
                </a:lnTo>
                <a:lnTo>
                  <a:pt x="4024518" y="6376"/>
                </a:lnTo>
                <a:lnTo>
                  <a:pt x="4034142" y="9106"/>
                </a:lnTo>
                <a:lnTo>
                  <a:pt x="4043548" y="12274"/>
                </a:lnTo>
                <a:lnTo>
                  <a:pt x="4052752" y="15920"/>
                </a:lnTo>
                <a:lnTo>
                  <a:pt x="4061719" y="19965"/>
                </a:lnTo>
                <a:lnTo>
                  <a:pt x="4070447" y="24448"/>
                </a:lnTo>
                <a:lnTo>
                  <a:pt x="4078935" y="29310"/>
                </a:lnTo>
                <a:lnTo>
                  <a:pt x="4087144" y="34571"/>
                </a:lnTo>
                <a:lnTo>
                  <a:pt x="4095074" y="40230"/>
                </a:lnTo>
                <a:lnTo>
                  <a:pt x="4102725" y="46227"/>
                </a:lnTo>
                <a:lnTo>
                  <a:pt x="4110058" y="52583"/>
                </a:lnTo>
                <a:lnTo>
                  <a:pt x="4117091" y="59298"/>
                </a:lnTo>
                <a:lnTo>
                  <a:pt x="4123786" y="66312"/>
                </a:lnTo>
                <a:lnTo>
                  <a:pt x="4130145" y="73664"/>
                </a:lnTo>
                <a:lnTo>
                  <a:pt x="4136161" y="81296"/>
                </a:lnTo>
                <a:lnTo>
                  <a:pt x="4141800" y="89246"/>
                </a:lnTo>
                <a:lnTo>
                  <a:pt x="4147060" y="97456"/>
                </a:lnTo>
                <a:lnTo>
                  <a:pt x="4151942" y="105924"/>
                </a:lnTo>
                <a:lnTo>
                  <a:pt x="4156405" y="114671"/>
                </a:lnTo>
                <a:lnTo>
                  <a:pt x="4160470" y="123638"/>
                </a:lnTo>
                <a:lnTo>
                  <a:pt x="4164097" y="132843"/>
                </a:lnTo>
                <a:lnTo>
                  <a:pt x="4167284" y="142248"/>
                </a:lnTo>
                <a:lnTo>
                  <a:pt x="4170013" y="151872"/>
                </a:lnTo>
                <a:lnTo>
                  <a:pt x="4172264" y="161656"/>
                </a:lnTo>
                <a:lnTo>
                  <a:pt x="4174059" y="171638"/>
                </a:lnTo>
                <a:lnTo>
                  <a:pt x="4175335" y="181761"/>
                </a:lnTo>
                <a:lnTo>
                  <a:pt x="4176132" y="192042"/>
                </a:lnTo>
                <a:lnTo>
                  <a:pt x="4176390" y="202184"/>
                </a:lnTo>
                <a:lnTo>
                  <a:pt x="4176390" y="2948041"/>
                </a:lnTo>
                <a:lnTo>
                  <a:pt x="4176132" y="2958183"/>
                </a:lnTo>
                <a:lnTo>
                  <a:pt x="4175335" y="2968465"/>
                </a:lnTo>
                <a:lnTo>
                  <a:pt x="4174059" y="2978587"/>
                </a:lnTo>
                <a:lnTo>
                  <a:pt x="4172264" y="2988570"/>
                </a:lnTo>
                <a:lnTo>
                  <a:pt x="4170013" y="2998354"/>
                </a:lnTo>
                <a:lnTo>
                  <a:pt x="4167284" y="3007977"/>
                </a:lnTo>
                <a:lnTo>
                  <a:pt x="4164097" y="3017382"/>
                </a:lnTo>
                <a:lnTo>
                  <a:pt x="4160470" y="3026588"/>
                </a:lnTo>
                <a:lnTo>
                  <a:pt x="4156405" y="3035554"/>
                </a:lnTo>
                <a:lnTo>
                  <a:pt x="4151942" y="3044301"/>
                </a:lnTo>
                <a:lnTo>
                  <a:pt x="4147060" y="3052770"/>
                </a:lnTo>
                <a:lnTo>
                  <a:pt x="4141800" y="3060979"/>
                </a:lnTo>
                <a:lnTo>
                  <a:pt x="4136161" y="3068930"/>
                </a:lnTo>
                <a:lnTo>
                  <a:pt x="4130145" y="3076561"/>
                </a:lnTo>
                <a:lnTo>
                  <a:pt x="4123786" y="3083914"/>
                </a:lnTo>
                <a:lnTo>
                  <a:pt x="4117091" y="3090927"/>
                </a:lnTo>
                <a:lnTo>
                  <a:pt x="4110058" y="3097642"/>
                </a:lnTo>
                <a:lnTo>
                  <a:pt x="4102725" y="3103999"/>
                </a:lnTo>
                <a:lnTo>
                  <a:pt x="4095074" y="3109996"/>
                </a:lnTo>
                <a:lnTo>
                  <a:pt x="4087144" y="3115635"/>
                </a:lnTo>
                <a:lnTo>
                  <a:pt x="4078935" y="3120915"/>
                </a:lnTo>
                <a:lnTo>
                  <a:pt x="4070447" y="3125777"/>
                </a:lnTo>
                <a:lnTo>
                  <a:pt x="4061719" y="3130261"/>
                </a:lnTo>
                <a:lnTo>
                  <a:pt x="4052752" y="3134305"/>
                </a:lnTo>
                <a:lnTo>
                  <a:pt x="4043548" y="3137951"/>
                </a:lnTo>
                <a:lnTo>
                  <a:pt x="4034142" y="3141120"/>
                </a:lnTo>
                <a:lnTo>
                  <a:pt x="4024518" y="3143849"/>
                </a:lnTo>
                <a:lnTo>
                  <a:pt x="4014715" y="3146121"/>
                </a:lnTo>
                <a:lnTo>
                  <a:pt x="4004751" y="3147894"/>
                </a:lnTo>
                <a:lnTo>
                  <a:pt x="3994610" y="3149190"/>
                </a:lnTo>
                <a:lnTo>
                  <a:pt x="3984349" y="3149967"/>
                </a:lnTo>
                <a:lnTo>
                  <a:pt x="3974186" y="3150226"/>
                </a:lnTo>
                <a:lnTo>
                  <a:pt x="202184" y="3150226"/>
                </a:lnTo>
                <a:lnTo>
                  <a:pt x="192042" y="3149967"/>
                </a:lnTo>
                <a:lnTo>
                  <a:pt x="181760" y="3149190"/>
                </a:lnTo>
                <a:lnTo>
                  <a:pt x="171638" y="3147894"/>
                </a:lnTo>
                <a:lnTo>
                  <a:pt x="161655" y="3146121"/>
                </a:lnTo>
                <a:lnTo>
                  <a:pt x="151852" y="3143849"/>
                </a:lnTo>
                <a:lnTo>
                  <a:pt x="142248" y="3141120"/>
                </a:lnTo>
                <a:lnTo>
                  <a:pt x="132823" y="3137951"/>
                </a:lnTo>
                <a:lnTo>
                  <a:pt x="123618" y="3134305"/>
                </a:lnTo>
                <a:lnTo>
                  <a:pt x="114651" y="3130261"/>
                </a:lnTo>
                <a:lnTo>
                  <a:pt x="105924" y="3125777"/>
                </a:lnTo>
                <a:lnTo>
                  <a:pt x="97435" y="3120915"/>
                </a:lnTo>
                <a:lnTo>
                  <a:pt x="89227" y="3115635"/>
                </a:lnTo>
                <a:lnTo>
                  <a:pt x="81296" y="3109996"/>
                </a:lnTo>
                <a:lnTo>
                  <a:pt x="73644" y="3103999"/>
                </a:lnTo>
                <a:lnTo>
                  <a:pt x="66313" y="3097642"/>
                </a:lnTo>
                <a:lnTo>
                  <a:pt x="59279" y="3090927"/>
                </a:lnTo>
                <a:lnTo>
                  <a:pt x="52584" y="3083914"/>
                </a:lnTo>
                <a:lnTo>
                  <a:pt x="46228" y="3076561"/>
                </a:lnTo>
                <a:lnTo>
                  <a:pt x="40209" y="3068930"/>
                </a:lnTo>
                <a:lnTo>
                  <a:pt x="34571" y="3060979"/>
                </a:lnTo>
                <a:lnTo>
                  <a:pt x="29310" y="3052770"/>
                </a:lnTo>
                <a:lnTo>
                  <a:pt x="24429" y="3044301"/>
                </a:lnTo>
                <a:lnTo>
                  <a:pt x="19965" y="3035554"/>
                </a:lnTo>
                <a:lnTo>
                  <a:pt x="15901" y="3026588"/>
                </a:lnTo>
                <a:lnTo>
                  <a:pt x="12274" y="3017382"/>
                </a:lnTo>
                <a:lnTo>
                  <a:pt x="9087" y="3007977"/>
                </a:lnTo>
                <a:lnTo>
                  <a:pt x="6356" y="2998354"/>
                </a:lnTo>
                <a:lnTo>
                  <a:pt x="4104" y="2988570"/>
                </a:lnTo>
                <a:lnTo>
                  <a:pt x="2311" y="2978587"/>
                </a:lnTo>
                <a:lnTo>
                  <a:pt x="1036" y="2968465"/>
                </a:lnTo>
                <a:lnTo>
                  <a:pt x="239" y="2958183"/>
                </a:lnTo>
                <a:lnTo>
                  <a:pt x="0" y="2948041"/>
                </a:lnTo>
                <a:lnTo>
                  <a:pt x="0" y="202184"/>
                </a:lnTo>
                <a:lnTo>
                  <a:pt x="239" y="192042"/>
                </a:lnTo>
                <a:moveTo>
                  <a:pt x="39831" y="202941"/>
                </a:moveTo>
                <a:lnTo>
                  <a:pt x="39851" y="202443"/>
                </a:lnTo>
                <a:lnTo>
                  <a:pt x="39851" y="2947782"/>
                </a:lnTo>
                <a:lnTo>
                  <a:pt x="39831" y="2947284"/>
                </a:lnTo>
                <a:lnTo>
                  <a:pt x="40070" y="2956669"/>
                </a:lnTo>
                <a:lnTo>
                  <a:pt x="40030" y="2955673"/>
                </a:lnTo>
                <a:lnTo>
                  <a:pt x="40728" y="2964938"/>
                </a:lnTo>
                <a:lnTo>
                  <a:pt x="40628" y="2963942"/>
                </a:lnTo>
                <a:lnTo>
                  <a:pt x="41783" y="2973068"/>
                </a:lnTo>
                <a:lnTo>
                  <a:pt x="41644" y="2972071"/>
                </a:lnTo>
                <a:lnTo>
                  <a:pt x="43239" y="2981058"/>
                </a:lnTo>
                <a:lnTo>
                  <a:pt x="43039" y="2980081"/>
                </a:lnTo>
                <a:lnTo>
                  <a:pt x="45071" y="2988908"/>
                </a:lnTo>
                <a:lnTo>
                  <a:pt x="44833" y="2987952"/>
                </a:lnTo>
                <a:lnTo>
                  <a:pt x="47283" y="2996620"/>
                </a:lnTo>
                <a:lnTo>
                  <a:pt x="47005" y="2995663"/>
                </a:lnTo>
                <a:lnTo>
                  <a:pt x="49873" y="3004152"/>
                </a:lnTo>
                <a:lnTo>
                  <a:pt x="49535" y="3003235"/>
                </a:lnTo>
                <a:lnTo>
                  <a:pt x="52803" y="3011524"/>
                </a:lnTo>
                <a:lnTo>
                  <a:pt x="52425" y="3010627"/>
                </a:lnTo>
                <a:lnTo>
                  <a:pt x="56070" y="3018697"/>
                </a:lnTo>
                <a:lnTo>
                  <a:pt x="55652" y="3017821"/>
                </a:lnTo>
                <a:lnTo>
                  <a:pt x="59676" y="3025691"/>
                </a:lnTo>
                <a:lnTo>
                  <a:pt x="59218" y="3024854"/>
                </a:lnTo>
                <a:lnTo>
                  <a:pt x="63622" y="3032486"/>
                </a:lnTo>
                <a:lnTo>
                  <a:pt x="63124" y="3031669"/>
                </a:lnTo>
                <a:lnTo>
                  <a:pt x="67866" y="3039081"/>
                </a:lnTo>
                <a:lnTo>
                  <a:pt x="67329" y="3038284"/>
                </a:lnTo>
                <a:lnTo>
                  <a:pt x="72409" y="3045438"/>
                </a:lnTo>
                <a:lnTo>
                  <a:pt x="71851" y="3044680"/>
                </a:lnTo>
                <a:lnTo>
                  <a:pt x="77271" y="3051575"/>
                </a:lnTo>
                <a:lnTo>
                  <a:pt x="76653" y="3050837"/>
                </a:lnTo>
                <a:lnTo>
                  <a:pt x="82392" y="3057452"/>
                </a:lnTo>
                <a:lnTo>
                  <a:pt x="81754" y="3056755"/>
                </a:lnTo>
                <a:lnTo>
                  <a:pt x="87791" y="3063091"/>
                </a:lnTo>
                <a:lnTo>
                  <a:pt x="87115" y="3062414"/>
                </a:lnTo>
                <a:lnTo>
                  <a:pt x="93471" y="3068471"/>
                </a:lnTo>
                <a:lnTo>
                  <a:pt x="92753" y="3067833"/>
                </a:lnTo>
                <a:lnTo>
                  <a:pt x="99389" y="3073552"/>
                </a:lnTo>
                <a:lnTo>
                  <a:pt x="98652" y="3072954"/>
                </a:lnTo>
                <a:lnTo>
                  <a:pt x="105545" y="3078374"/>
                </a:lnTo>
                <a:lnTo>
                  <a:pt x="104789" y="3077796"/>
                </a:lnTo>
                <a:lnTo>
                  <a:pt x="111942" y="3082897"/>
                </a:lnTo>
                <a:lnTo>
                  <a:pt x="111145" y="3082359"/>
                </a:lnTo>
                <a:lnTo>
                  <a:pt x="118537" y="3087102"/>
                </a:lnTo>
                <a:lnTo>
                  <a:pt x="117720" y="3086603"/>
                </a:lnTo>
                <a:lnTo>
                  <a:pt x="125371" y="3091007"/>
                </a:lnTo>
                <a:lnTo>
                  <a:pt x="124514" y="3090529"/>
                </a:lnTo>
                <a:lnTo>
                  <a:pt x="132385" y="3094574"/>
                </a:lnTo>
                <a:lnTo>
                  <a:pt x="131509" y="3094155"/>
                </a:lnTo>
                <a:lnTo>
                  <a:pt x="139599" y="3097801"/>
                </a:lnTo>
                <a:lnTo>
                  <a:pt x="138702" y="3097423"/>
                </a:lnTo>
                <a:lnTo>
                  <a:pt x="146990" y="3100691"/>
                </a:lnTo>
                <a:lnTo>
                  <a:pt x="146074" y="3100352"/>
                </a:lnTo>
                <a:lnTo>
                  <a:pt x="154543" y="3103221"/>
                </a:lnTo>
                <a:lnTo>
                  <a:pt x="153606" y="3102922"/>
                </a:lnTo>
                <a:lnTo>
                  <a:pt x="162254" y="3105393"/>
                </a:lnTo>
                <a:lnTo>
                  <a:pt x="161297" y="3105134"/>
                </a:lnTo>
                <a:lnTo>
                  <a:pt x="170124" y="3107166"/>
                </a:lnTo>
                <a:lnTo>
                  <a:pt x="169148" y="3106967"/>
                </a:lnTo>
                <a:lnTo>
                  <a:pt x="178134" y="3108581"/>
                </a:lnTo>
                <a:lnTo>
                  <a:pt x="177158" y="3108422"/>
                </a:lnTo>
                <a:lnTo>
                  <a:pt x="186284" y="3109597"/>
                </a:lnTo>
                <a:lnTo>
                  <a:pt x="185288" y="3109498"/>
                </a:lnTo>
                <a:lnTo>
                  <a:pt x="194552" y="3110195"/>
                </a:lnTo>
                <a:lnTo>
                  <a:pt x="193536" y="3110136"/>
                </a:lnTo>
                <a:lnTo>
                  <a:pt x="202942" y="3110375"/>
                </a:lnTo>
                <a:lnTo>
                  <a:pt x="202444" y="3110375"/>
                </a:lnTo>
                <a:lnTo>
                  <a:pt x="3973947" y="3110375"/>
                </a:lnTo>
                <a:lnTo>
                  <a:pt x="3973428" y="3110375"/>
                </a:lnTo>
                <a:lnTo>
                  <a:pt x="3982834" y="3110136"/>
                </a:lnTo>
                <a:lnTo>
                  <a:pt x="3981818" y="3110195"/>
                </a:lnTo>
                <a:lnTo>
                  <a:pt x="3991084" y="3109498"/>
                </a:lnTo>
                <a:lnTo>
                  <a:pt x="3990086" y="3109597"/>
                </a:lnTo>
                <a:lnTo>
                  <a:pt x="3999233" y="3108422"/>
                </a:lnTo>
                <a:lnTo>
                  <a:pt x="3998237" y="3108581"/>
                </a:lnTo>
                <a:lnTo>
                  <a:pt x="4007222" y="3106967"/>
                </a:lnTo>
                <a:lnTo>
                  <a:pt x="4006247" y="3107166"/>
                </a:lnTo>
                <a:lnTo>
                  <a:pt x="4015073" y="3105134"/>
                </a:lnTo>
                <a:lnTo>
                  <a:pt x="4014116" y="3105393"/>
                </a:lnTo>
                <a:lnTo>
                  <a:pt x="4022764" y="3102922"/>
                </a:lnTo>
                <a:lnTo>
                  <a:pt x="4021828" y="3103221"/>
                </a:lnTo>
                <a:lnTo>
                  <a:pt x="4030316" y="3100352"/>
                </a:lnTo>
                <a:lnTo>
                  <a:pt x="4029380" y="3100691"/>
                </a:lnTo>
                <a:lnTo>
                  <a:pt x="4037668" y="3097423"/>
                </a:lnTo>
                <a:lnTo>
                  <a:pt x="4036773" y="3097801"/>
                </a:lnTo>
                <a:lnTo>
                  <a:pt x="4044863" y="3094155"/>
                </a:lnTo>
                <a:lnTo>
                  <a:pt x="4043986" y="3094574"/>
                </a:lnTo>
                <a:lnTo>
                  <a:pt x="4051857" y="3090529"/>
                </a:lnTo>
                <a:lnTo>
                  <a:pt x="4050998" y="3091007"/>
                </a:lnTo>
                <a:lnTo>
                  <a:pt x="4058650" y="3086603"/>
                </a:lnTo>
                <a:lnTo>
                  <a:pt x="4057833" y="3087102"/>
                </a:lnTo>
                <a:lnTo>
                  <a:pt x="4065225" y="3082359"/>
                </a:lnTo>
                <a:lnTo>
                  <a:pt x="4064448" y="3082897"/>
                </a:lnTo>
                <a:lnTo>
                  <a:pt x="4071602" y="3077796"/>
                </a:lnTo>
                <a:lnTo>
                  <a:pt x="4070825" y="3078374"/>
                </a:lnTo>
                <a:lnTo>
                  <a:pt x="4077719" y="3072954"/>
                </a:lnTo>
                <a:lnTo>
                  <a:pt x="4076981" y="3073552"/>
                </a:lnTo>
                <a:lnTo>
                  <a:pt x="4083617" y="3067833"/>
                </a:lnTo>
                <a:lnTo>
                  <a:pt x="4082920" y="3068471"/>
                </a:lnTo>
                <a:lnTo>
                  <a:pt x="4089256" y="3062414"/>
                </a:lnTo>
                <a:lnTo>
                  <a:pt x="4088579" y="3063091"/>
                </a:lnTo>
                <a:lnTo>
                  <a:pt x="4094616" y="3056755"/>
                </a:lnTo>
                <a:lnTo>
                  <a:pt x="4093978" y="3057452"/>
                </a:lnTo>
                <a:lnTo>
                  <a:pt x="4099717" y="3050837"/>
                </a:lnTo>
                <a:lnTo>
                  <a:pt x="4099120" y="3051575"/>
                </a:lnTo>
                <a:lnTo>
                  <a:pt x="4104538" y="3044680"/>
                </a:lnTo>
                <a:lnTo>
                  <a:pt x="4103961" y="3045438"/>
                </a:lnTo>
                <a:lnTo>
                  <a:pt x="4109042" y="3038284"/>
                </a:lnTo>
                <a:lnTo>
                  <a:pt x="4108504" y="3039081"/>
                </a:lnTo>
                <a:lnTo>
                  <a:pt x="4113266" y="3031669"/>
                </a:lnTo>
                <a:lnTo>
                  <a:pt x="4112769" y="3032486"/>
                </a:lnTo>
                <a:lnTo>
                  <a:pt x="4117152" y="3024854"/>
                </a:lnTo>
                <a:lnTo>
                  <a:pt x="4116692" y="3025691"/>
                </a:lnTo>
                <a:lnTo>
                  <a:pt x="4120718" y="3017821"/>
                </a:lnTo>
                <a:lnTo>
                  <a:pt x="4120301" y="3018697"/>
                </a:lnTo>
                <a:lnTo>
                  <a:pt x="4123966" y="3010627"/>
                </a:lnTo>
                <a:lnTo>
                  <a:pt x="4123568" y="3011524"/>
                </a:lnTo>
                <a:lnTo>
                  <a:pt x="4126835" y="3003235"/>
                </a:lnTo>
                <a:lnTo>
                  <a:pt x="4126497" y="3004152"/>
                </a:lnTo>
                <a:lnTo>
                  <a:pt x="4129386" y="2995663"/>
                </a:lnTo>
                <a:lnTo>
                  <a:pt x="4129088" y="2996620"/>
                </a:lnTo>
                <a:lnTo>
                  <a:pt x="4131537" y="2987952"/>
                </a:lnTo>
                <a:lnTo>
                  <a:pt x="4131300" y="2988908"/>
                </a:lnTo>
                <a:lnTo>
                  <a:pt x="4133332" y="2980081"/>
                </a:lnTo>
                <a:lnTo>
                  <a:pt x="4133132" y="2981058"/>
                </a:lnTo>
                <a:lnTo>
                  <a:pt x="4134745" y="2972071"/>
                </a:lnTo>
                <a:lnTo>
                  <a:pt x="4134587" y="2973068"/>
                </a:lnTo>
                <a:lnTo>
                  <a:pt x="4135742" y="2963942"/>
                </a:lnTo>
                <a:lnTo>
                  <a:pt x="4135642" y="2964938"/>
                </a:lnTo>
                <a:lnTo>
                  <a:pt x="4136360" y="2955673"/>
                </a:lnTo>
                <a:lnTo>
                  <a:pt x="4136300" y="2956669"/>
                </a:lnTo>
                <a:lnTo>
                  <a:pt x="4136540" y="2947284"/>
                </a:lnTo>
                <a:lnTo>
                  <a:pt x="4136540" y="2947782"/>
                </a:lnTo>
                <a:lnTo>
                  <a:pt x="4136540" y="202443"/>
                </a:lnTo>
                <a:lnTo>
                  <a:pt x="4136540" y="202941"/>
                </a:lnTo>
                <a:lnTo>
                  <a:pt x="4136300" y="193556"/>
                </a:lnTo>
                <a:lnTo>
                  <a:pt x="4136360" y="194553"/>
                </a:lnTo>
                <a:lnTo>
                  <a:pt x="4135642" y="185287"/>
                </a:lnTo>
                <a:lnTo>
                  <a:pt x="4135742" y="186284"/>
                </a:lnTo>
                <a:lnTo>
                  <a:pt x="4134587" y="177158"/>
                </a:lnTo>
                <a:lnTo>
                  <a:pt x="4134745" y="178154"/>
                </a:lnTo>
                <a:lnTo>
                  <a:pt x="4133132" y="169167"/>
                </a:lnTo>
                <a:lnTo>
                  <a:pt x="4133332" y="170144"/>
                </a:lnTo>
                <a:lnTo>
                  <a:pt x="4131300" y="161317"/>
                </a:lnTo>
                <a:lnTo>
                  <a:pt x="4131537" y="162273"/>
                </a:lnTo>
                <a:lnTo>
                  <a:pt x="4129088" y="153606"/>
                </a:lnTo>
                <a:lnTo>
                  <a:pt x="4129386" y="154562"/>
                </a:lnTo>
                <a:lnTo>
                  <a:pt x="4126497" y="146074"/>
                </a:lnTo>
                <a:lnTo>
                  <a:pt x="4126835" y="146990"/>
                </a:lnTo>
                <a:lnTo>
                  <a:pt x="4123568" y="138701"/>
                </a:lnTo>
                <a:lnTo>
                  <a:pt x="4123966" y="139598"/>
                </a:lnTo>
                <a:lnTo>
                  <a:pt x="4120301" y="131528"/>
                </a:lnTo>
                <a:lnTo>
                  <a:pt x="4120718" y="132405"/>
                </a:lnTo>
                <a:lnTo>
                  <a:pt x="4116692" y="124534"/>
                </a:lnTo>
                <a:lnTo>
                  <a:pt x="4117152" y="125371"/>
                </a:lnTo>
                <a:lnTo>
                  <a:pt x="4112769" y="117740"/>
                </a:lnTo>
                <a:lnTo>
                  <a:pt x="4113266" y="118557"/>
                </a:lnTo>
                <a:lnTo>
                  <a:pt x="4108504" y="111145"/>
                </a:lnTo>
                <a:lnTo>
                  <a:pt x="4109042" y="111941"/>
                </a:lnTo>
                <a:lnTo>
                  <a:pt x="4103961" y="104788"/>
                </a:lnTo>
                <a:lnTo>
                  <a:pt x="4104538" y="105545"/>
                </a:lnTo>
                <a:lnTo>
                  <a:pt x="4099120" y="98651"/>
                </a:lnTo>
                <a:lnTo>
                  <a:pt x="4099717" y="99389"/>
                </a:lnTo>
                <a:lnTo>
                  <a:pt x="4093978" y="92773"/>
                </a:lnTo>
                <a:lnTo>
                  <a:pt x="4094616" y="93470"/>
                </a:lnTo>
                <a:lnTo>
                  <a:pt x="4088579" y="87134"/>
                </a:lnTo>
                <a:lnTo>
                  <a:pt x="4089256" y="87812"/>
                </a:lnTo>
                <a:lnTo>
                  <a:pt x="4082920" y="81754"/>
                </a:lnTo>
                <a:lnTo>
                  <a:pt x="4083617" y="82392"/>
                </a:lnTo>
                <a:lnTo>
                  <a:pt x="4076981" y="76673"/>
                </a:lnTo>
                <a:lnTo>
                  <a:pt x="4077719" y="77271"/>
                </a:lnTo>
                <a:lnTo>
                  <a:pt x="4070825" y="71851"/>
                </a:lnTo>
                <a:lnTo>
                  <a:pt x="4071602" y="72429"/>
                </a:lnTo>
                <a:lnTo>
                  <a:pt x="4064448" y="67328"/>
                </a:lnTo>
                <a:lnTo>
                  <a:pt x="4065225" y="67866"/>
                </a:lnTo>
                <a:lnTo>
                  <a:pt x="4057833" y="63124"/>
                </a:lnTo>
                <a:lnTo>
                  <a:pt x="4058650" y="63622"/>
                </a:lnTo>
                <a:lnTo>
                  <a:pt x="4050998" y="59219"/>
                </a:lnTo>
                <a:lnTo>
                  <a:pt x="4051857" y="59697"/>
                </a:lnTo>
                <a:lnTo>
                  <a:pt x="4043986" y="55652"/>
                </a:lnTo>
                <a:lnTo>
                  <a:pt x="4044863" y="56070"/>
                </a:lnTo>
                <a:lnTo>
                  <a:pt x="4036773" y="52424"/>
                </a:lnTo>
                <a:lnTo>
                  <a:pt x="4037668" y="52803"/>
                </a:lnTo>
                <a:lnTo>
                  <a:pt x="4029380" y="49535"/>
                </a:lnTo>
                <a:lnTo>
                  <a:pt x="4030316" y="49873"/>
                </a:lnTo>
                <a:lnTo>
                  <a:pt x="4021828" y="47004"/>
                </a:lnTo>
                <a:lnTo>
                  <a:pt x="4022764" y="47303"/>
                </a:lnTo>
                <a:lnTo>
                  <a:pt x="4014116" y="44832"/>
                </a:lnTo>
                <a:lnTo>
                  <a:pt x="4015073" y="45091"/>
                </a:lnTo>
                <a:lnTo>
                  <a:pt x="4006247" y="43039"/>
                </a:lnTo>
                <a:lnTo>
                  <a:pt x="4007222" y="43258"/>
                </a:lnTo>
                <a:lnTo>
                  <a:pt x="3998237" y="41644"/>
                </a:lnTo>
                <a:lnTo>
                  <a:pt x="3999233" y="41804"/>
                </a:lnTo>
                <a:lnTo>
                  <a:pt x="3990086" y="40628"/>
                </a:lnTo>
                <a:lnTo>
                  <a:pt x="3991084" y="40728"/>
                </a:lnTo>
                <a:lnTo>
                  <a:pt x="3981818" y="40030"/>
                </a:lnTo>
                <a:lnTo>
                  <a:pt x="3982834" y="40090"/>
                </a:lnTo>
                <a:lnTo>
                  <a:pt x="3973428" y="39851"/>
                </a:lnTo>
                <a:lnTo>
                  <a:pt x="3973947" y="39851"/>
                </a:lnTo>
                <a:lnTo>
                  <a:pt x="202444" y="39851"/>
                </a:lnTo>
                <a:lnTo>
                  <a:pt x="202942" y="39851"/>
                </a:lnTo>
                <a:lnTo>
                  <a:pt x="193536" y="40090"/>
                </a:lnTo>
                <a:lnTo>
                  <a:pt x="194552" y="40030"/>
                </a:lnTo>
                <a:lnTo>
                  <a:pt x="185288" y="40728"/>
                </a:lnTo>
                <a:lnTo>
                  <a:pt x="186284" y="40628"/>
                </a:lnTo>
                <a:lnTo>
                  <a:pt x="177158" y="41804"/>
                </a:lnTo>
                <a:lnTo>
                  <a:pt x="178134" y="41644"/>
                </a:lnTo>
                <a:lnTo>
                  <a:pt x="169148" y="43258"/>
                </a:lnTo>
                <a:lnTo>
                  <a:pt x="170124" y="43039"/>
                </a:lnTo>
                <a:lnTo>
                  <a:pt x="161297" y="45091"/>
                </a:lnTo>
                <a:lnTo>
                  <a:pt x="162254" y="44832"/>
                </a:lnTo>
                <a:lnTo>
                  <a:pt x="153606" y="47303"/>
                </a:lnTo>
                <a:lnTo>
                  <a:pt x="154543" y="47004"/>
                </a:lnTo>
                <a:lnTo>
                  <a:pt x="146074" y="49873"/>
                </a:lnTo>
                <a:lnTo>
                  <a:pt x="146990" y="49535"/>
                </a:lnTo>
                <a:lnTo>
                  <a:pt x="138702" y="52803"/>
                </a:lnTo>
                <a:lnTo>
                  <a:pt x="139599" y="52424"/>
                </a:lnTo>
                <a:lnTo>
                  <a:pt x="131509" y="56070"/>
                </a:lnTo>
                <a:lnTo>
                  <a:pt x="132385" y="55652"/>
                </a:lnTo>
                <a:lnTo>
                  <a:pt x="124514" y="59697"/>
                </a:lnTo>
                <a:lnTo>
                  <a:pt x="125371" y="59219"/>
                </a:lnTo>
                <a:lnTo>
                  <a:pt x="117720" y="63622"/>
                </a:lnTo>
                <a:lnTo>
                  <a:pt x="118537" y="63124"/>
                </a:lnTo>
                <a:lnTo>
                  <a:pt x="111145" y="67866"/>
                </a:lnTo>
                <a:lnTo>
                  <a:pt x="111942" y="67328"/>
                </a:lnTo>
                <a:lnTo>
                  <a:pt x="104789" y="72429"/>
                </a:lnTo>
                <a:lnTo>
                  <a:pt x="105545" y="71851"/>
                </a:lnTo>
                <a:lnTo>
                  <a:pt x="98652" y="77271"/>
                </a:lnTo>
                <a:lnTo>
                  <a:pt x="99389" y="76673"/>
                </a:lnTo>
                <a:lnTo>
                  <a:pt x="92753" y="82392"/>
                </a:lnTo>
                <a:lnTo>
                  <a:pt x="93471" y="81754"/>
                </a:lnTo>
                <a:lnTo>
                  <a:pt x="87115" y="87812"/>
                </a:lnTo>
                <a:lnTo>
                  <a:pt x="87791" y="87134"/>
                </a:lnTo>
                <a:lnTo>
                  <a:pt x="81754" y="93470"/>
                </a:lnTo>
                <a:lnTo>
                  <a:pt x="82392" y="92773"/>
                </a:lnTo>
                <a:lnTo>
                  <a:pt x="76653" y="99389"/>
                </a:lnTo>
                <a:lnTo>
                  <a:pt x="77271" y="98651"/>
                </a:lnTo>
                <a:lnTo>
                  <a:pt x="71851" y="105545"/>
                </a:lnTo>
                <a:lnTo>
                  <a:pt x="72409" y="104788"/>
                </a:lnTo>
                <a:lnTo>
                  <a:pt x="67329" y="111941"/>
                </a:lnTo>
                <a:lnTo>
                  <a:pt x="67866" y="111145"/>
                </a:lnTo>
                <a:lnTo>
                  <a:pt x="63124" y="118557"/>
                </a:lnTo>
                <a:lnTo>
                  <a:pt x="63622" y="117740"/>
                </a:lnTo>
                <a:lnTo>
                  <a:pt x="59218" y="125371"/>
                </a:lnTo>
                <a:lnTo>
                  <a:pt x="59676" y="124534"/>
                </a:lnTo>
                <a:lnTo>
                  <a:pt x="55652" y="132405"/>
                </a:lnTo>
                <a:lnTo>
                  <a:pt x="56070" y="131528"/>
                </a:lnTo>
                <a:lnTo>
                  <a:pt x="52425" y="139598"/>
                </a:lnTo>
                <a:lnTo>
                  <a:pt x="52803" y="138701"/>
                </a:lnTo>
                <a:lnTo>
                  <a:pt x="49535" y="146990"/>
                </a:lnTo>
                <a:lnTo>
                  <a:pt x="49873" y="146074"/>
                </a:lnTo>
                <a:lnTo>
                  <a:pt x="47005" y="154562"/>
                </a:lnTo>
                <a:lnTo>
                  <a:pt x="47283" y="153606"/>
                </a:lnTo>
                <a:lnTo>
                  <a:pt x="44833" y="162273"/>
                </a:lnTo>
                <a:lnTo>
                  <a:pt x="45071" y="161317"/>
                </a:lnTo>
                <a:lnTo>
                  <a:pt x="43039" y="170144"/>
                </a:lnTo>
                <a:lnTo>
                  <a:pt x="43239" y="169167"/>
                </a:lnTo>
                <a:lnTo>
                  <a:pt x="41644" y="178154"/>
                </a:lnTo>
                <a:lnTo>
                  <a:pt x="41783" y="177158"/>
                </a:lnTo>
                <a:lnTo>
                  <a:pt x="40628" y="186284"/>
                </a:lnTo>
                <a:lnTo>
                  <a:pt x="40728" y="185287"/>
                </a:lnTo>
                <a:lnTo>
                  <a:pt x="40030" y="194553"/>
                </a:lnTo>
                <a:lnTo>
                  <a:pt x="40070" y="193556"/>
                </a:lnTo>
                <a:lnTo>
                  <a:pt x="39831" y="202941"/>
                </a:lnTo>
              </a:path>
            </a:pathLst>
          </a:custGeom>
          <a:solidFill xmlns:a="http://schemas.openxmlformats.org/drawingml/2006/main">
            <a:srgbClr val="F5B4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7 opulous">
            <a:extLst xmlns:a="http://schemas.openxmlformats.org/drawingml/2006/main">
              <a:ext uri="{FF2B5EF4-FFF2-40B4-BE49-F238E27FC236}">
                <a16:creationId xmlns:a16="http://schemas.microsoft.com/office/drawing/2014/main" id="{827E3D82-097A-40CA-B82D-9755B1F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670" y="2008184"/>
            <a:ext cx="1226403" cy="466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opulous</a:t>
            </a:r>
          </a:p>
        </p:txBody>
      </p:sp>
      <p:sp>
        <p:nvSpPr>
          <p:cNvPr id="25" name="text-17 city">
            <a:extLst xmlns:a="http://schemas.openxmlformats.org/drawingml/2006/main">
              <a:ext uri="{FF2B5EF4-FFF2-40B4-BE49-F238E27FC236}">
                <a16:creationId xmlns:a16="http://schemas.microsoft.com/office/drawing/2014/main" id="{E18CD667-A792-43D9-858A-7D03954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07" y="1996492"/>
            <a:ext cx="579084" cy="48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1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1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1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26" name="text-17 of">
            <a:extLst xmlns:a="http://schemas.openxmlformats.org/drawingml/2006/main">
              <a:ext uri="{FF2B5EF4-FFF2-40B4-BE49-F238E27FC236}">
                <a16:creationId xmlns:a16="http://schemas.microsoft.com/office/drawing/2014/main" id="{FA780E06-7586-46A0-B831-EB16735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774" y="1982935"/>
            <a:ext cx="363254" cy="501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2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7" name="text-17 France.">
            <a:extLst xmlns:a="http://schemas.openxmlformats.org/drawingml/2006/main">
              <a:ext uri="{FF2B5EF4-FFF2-40B4-BE49-F238E27FC236}">
                <a16:creationId xmlns:a16="http://schemas.microsoft.com/office/drawing/2014/main" id="{B444C170-4848-417B-8618-4A00BC3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5355" y="2027960"/>
            <a:ext cx="1118312" cy="438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France.</a:t>
            </a:r>
          </a:p>
        </p:txBody>
      </p:sp>
      <p:sp>
        <p:nvSpPr>
          <p:cNvPr id="28" name="text-18 With">
            <a:extLst xmlns:a="http://schemas.openxmlformats.org/drawingml/2006/main">
              <a:ext uri="{FF2B5EF4-FFF2-40B4-BE49-F238E27FC236}">
                <a16:creationId xmlns:a16="http://schemas.microsoft.com/office/drawing/2014/main" id="{E7E3FB5C-3565-45F6-BF5F-ED715FEF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8855" y="2416315"/>
            <a:ext cx="774453" cy="497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9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9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9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29" name="path-19">
            <a:extLst xmlns:a="http://schemas.openxmlformats.org/drawingml/2006/main">
              <a:ext uri="{FF2B5EF4-FFF2-40B4-BE49-F238E27FC236}">
                <a16:creationId xmlns:a16="http://schemas.microsoft.com/office/drawing/2014/main" id="{8CFFBADF-5B6E-4E13-A5F3-C7E35A9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328" y="733653"/>
            <a:ext cx="2579959" cy="334748"/>
          </a:xfrm>
          <a:custGeom xmlns:a="http://schemas.openxmlformats.org/drawingml/2006/main">
            <a:pathLst>
              <a:path w="2579959" h="334748">
                <a:moveTo>
                  <a:pt x="0" y="0"/>
                </a:moveTo>
                <a:lnTo>
                  <a:pt x="0" y="334748"/>
                </a:lnTo>
                <a:lnTo>
                  <a:pt x="2579959" y="334748"/>
                </a:lnTo>
                <a:lnTo>
                  <a:pt x="257995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20">
            <a:extLst xmlns:a="http://schemas.openxmlformats.org/drawingml/2006/main">
              <a:ext uri="{FF2B5EF4-FFF2-40B4-BE49-F238E27FC236}">
                <a16:creationId xmlns:a16="http://schemas.microsoft.com/office/drawing/2014/main" id="{E094E966-AAC6-47E4-8894-FC16C07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64" y="724686"/>
            <a:ext cx="2598288" cy="354674"/>
          </a:xfrm>
          <a:custGeom xmlns:a="http://schemas.openxmlformats.org/drawingml/2006/main">
            <a:pathLst>
              <a:path w="2598288" h="354674">
                <a:moveTo>
                  <a:pt x="2598288" y="0"/>
                </a:moveTo>
                <a:lnTo>
                  <a:pt x="2598288" y="354674"/>
                </a:lnTo>
                <a:lnTo>
                  <a:pt x="0" y="354674"/>
                </a:lnTo>
                <a:lnTo>
                  <a:pt x="0" y="0"/>
                </a:lnTo>
                <a:lnTo>
                  <a:pt x="2598288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44712"/>
                </a:lnTo>
                <a:lnTo>
                  <a:pt x="9963" y="334749"/>
                </a:lnTo>
                <a:lnTo>
                  <a:pt x="2588326" y="334749"/>
                </a:lnTo>
                <a:lnTo>
                  <a:pt x="2578363" y="344712"/>
                </a:lnTo>
                <a:lnTo>
                  <a:pt x="2578363" y="9963"/>
                </a:lnTo>
                <a:lnTo>
                  <a:pt x="2588326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21">
            <a:extLst xmlns:a="http://schemas.openxmlformats.org/drawingml/2006/main">
              <a:ext uri="{FF2B5EF4-FFF2-40B4-BE49-F238E27FC236}">
                <a16:creationId xmlns:a16="http://schemas.microsoft.com/office/drawing/2014/main" id="{E8F46B06-9AA7-46BD-B20B-EA472269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30" y="860180"/>
            <a:ext cx="4810022" cy="3150226"/>
          </a:xfrm>
          <a:custGeom xmlns:a="http://schemas.openxmlformats.org/drawingml/2006/main">
            <a:pathLst>
              <a:path w="4810022" h="3150226">
                <a:moveTo>
                  <a:pt x="239" y="192042"/>
                </a:moveTo>
                <a:lnTo>
                  <a:pt x="1036" y="181761"/>
                </a:lnTo>
                <a:lnTo>
                  <a:pt x="2311" y="171638"/>
                </a:lnTo>
                <a:lnTo>
                  <a:pt x="4105" y="161656"/>
                </a:lnTo>
                <a:lnTo>
                  <a:pt x="6356" y="151872"/>
                </a:lnTo>
                <a:lnTo>
                  <a:pt x="9086" y="142248"/>
                </a:lnTo>
                <a:lnTo>
                  <a:pt x="12274" y="132843"/>
                </a:lnTo>
                <a:lnTo>
                  <a:pt x="15901" y="123638"/>
                </a:lnTo>
                <a:lnTo>
                  <a:pt x="19965" y="114671"/>
                </a:lnTo>
                <a:lnTo>
                  <a:pt x="24429" y="105924"/>
                </a:lnTo>
                <a:lnTo>
                  <a:pt x="29311" y="97456"/>
                </a:lnTo>
                <a:lnTo>
                  <a:pt x="34571" y="89246"/>
                </a:lnTo>
                <a:lnTo>
                  <a:pt x="40210" y="81296"/>
                </a:lnTo>
                <a:lnTo>
                  <a:pt x="46227" y="73664"/>
                </a:lnTo>
                <a:lnTo>
                  <a:pt x="52584" y="66312"/>
                </a:lnTo>
                <a:lnTo>
                  <a:pt x="59279" y="59298"/>
                </a:lnTo>
                <a:lnTo>
                  <a:pt x="66312" y="52583"/>
                </a:lnTo>
                <a:lnTo>
                  <a:pt x="73645" y="46227"/>
                </a:lnTo>
                <a:lnTo>
                  <a:pt x="81296" y="40230"/>
                </a:lnTo>
                <a:lnTo>
                  <a:pt x="89226" y="34571"/>
                </a:lnTo>
                <a:lnTo>
                  <a:pt x="97436" y="29310"/>
                </a:lnTo>
                <a:lnTo>
                  <a:pt x="105924" y="24448"/>
                </a:lnTo>
                <a:lnTo>
                  <a:pt x="114651" y="19965"/>
                </a:lnTo>
                <a:lnTo>
                  <a:pt x="123618" y="15920"/>
                </a:lnTo>
                <a:lnTo>
                  <a:pt x="132823" y="12274"/>
                </a:lnTo>
                <a:lnTo>
                  <a:pt x="142249" y="9106"/>
                </a:lnTo>
                <a:lnTo>
                  <a:pt x="151852" y="6376"/>
                </a:lnTo>
                <a:lnTo>
                  <a:pt x="161656" y="4105"/>
                </a:lnTo>
                <a:lnTo>
                  <a:pt x="171638" y="2331"/>
                </a:lnTo>
                <a:lnTo>
                  <a:pt x="181761" y="1036"/>
                </a:lnTo>
                <a:lnTo>
                  <a:pt x="192042" y="259"/>
                </a:lnTo>
                <a:lnTo>
                  <a:pt x="202184" y="0"/>
                </a:lnTo>
                <a:lnTo>
                  <a:pt x="4607818" y="0"/>
                </a:lnTo>
                <a:lnTo>
                  <a:pt x="4617980" y="259"/>
                </a:lnTo>
                <a:lnTo>
                  <a:pt x="4628241" y="1036"/>
                </a:lnTo>
                <a:lnTo>
                  <a:pt x="4638384" y="2331"/>
                </a:lnTo>
                <a:lnTo>
                  <a:pt x="4648346" y="4105"/>
                </a:lnTo>
                <a:lnTo>
                  <a:pt x="4658150" y="6376"/>
                </a:lnTo>
                <a:lnTo>
                  <a:pt x="4667774" y="9106"/>
                </a:lnTo>
                <a:lnTo>
                  <a:pt x="4677179" y="12274"/>
                </a:lnTo>
                <a:lnTo>
                  <a:pt x="4686384" y="15920"/>
                </a:lnTo>
                <a:lnTo>
                  <a:pt x="4695351" y="19965"/>
                </a:lnTo>
                <a:lnTo>
                  <a:pt x="4704078" y="24448"/>
                </a:lnTo>
                <a:lnTo>
                  <a:pt x="4712566" y="29310"/>
                </a:lnTo>
                <a:lnTo>
                  <a:pt x="4720776" y="34571"/>
                </a:lnTo>
                <a:lnTo>
                  <a:pt x="4728706" y="40230"/>
                </a:lnTo>
                <a:lnTo>
                  <a:pt x="4736357" y="46227"/>
                </a:lnTo>
                <a:lnTo>
                  <a:pt x="4743690" y="52583"/>
                </a:lnTo>
                <a:lnTo>
                  <a:pt x="4750724" y="59298"/>
                </a:lnTo>
                <a:lnTo>
                  <a:pt x="4757419" y="66312"/>
                </a:lnTo>
                <a:lnTo>
                  <a:pt x="4763775" y="73664"/>
                </a:lnTo>
                <a:lnTo>
                  <a:pt x="4769792" y="81296"/>
                </a:lnTo>
                <a:lnTo>
                  <a:pt x="4775432" y="89246"/>
                </a:lnTo>
                <a:lnTo>
                  <a:pt x="4780692" y="97456"/>
                </a:lnTo>
                <a:lnTo>
                  <a:pt x="4785573" y="105924"/>
                </a:lnTo>
                <a:lnTo>
                  <a:pt x="4790036" y="114671"/>
                </a:lnTo>
                <a:lnTo>
                  <a:pt x="4794102" y="123638"/>
                </a:lnTo>
                <a:lnTo>
                  <a:pt x="4797728" y="132843"/>
                </a:lnTo>
                <a:lnTo>
                  <a:pt x="4800916" y="142248"/>
                </a:lnTo>
                <a:lnTo>
                  <a:pt x="4803646" y="151872"/>
                </a:lnTo>
                <a:lnTo>
                  <a:pt x="4805898" y="161656"/>
                </a:lnTo>
                <a:lnTo>
                  <a:pt x="4807692" y="171638"/>
                </a:lnTo>
                <a:lnTo>
                  <a:pt x="4808965" y="181761"/>
                </a:lnTo>
                <a:lnTo>
                  <a:pt x="4809763" y="192042"/>
                </a:lnTo>
                <a:lnTo>
                  <a:pt x="4810022" y="202184"/>
                </a:lnTo>
                <a:lnTo>
                  <a:pt x="4810022" y="2948041"/>
                </a:lnTo>
                <a:lnTo>
                  <a:pt x="4809763" y="2958183"/>
                </a:lnTo>
                <a:lnTo>
                  <a:pt x="4808965" y="2968465"/>
                </a:lnTo>
                <a:lnTo>
                  <a:pt x="4807692" y="2978587"/>
                </a:lnTo>
                <a:lnTo>
                  <a:pt x="4805898" y="2988570"/>
                </a:lnTo>
                <a:lnTo>
                  <a:pt x="4803646" y="2998354"/>
                </a:lnTo>
                <a:lnTo>
                  <a:pt x="4800916" y="3007977"/>
                </a:lnTo>
                <a:lnTo>
                  <a:pt x="4797728" y="3017382"/>
                </a:lnTo>
                <a:lnTo>
                  <a:pt x="4794102" y="3026588"/>
                </a:lnTo>
                <a:lnTo>
                  <a:pt x="4790036" y="3035554"/>
                </a:lnTo>
                <a:lnTo>
                  <a:pt x="4785573" y="3044301"/>
                </a:lnTo>
                <a:lnTo>
                  <a:pt x="4780692" y="3052770"/>
                </a:lnTo>
                <a:lnTo>
                  <a:pt x="4775432" y="3060979"/>
                </a:lnTo>
                <a:lnTo>
                  <a:pt x="4769792" y="3068930"/>
                </a:lnTo>
                <a:lnTo>
                  <a:pt x="4763775" y="3076561"/>
                </a:lnTo>
                <a:lnTo>
                  <a:pt x="4757419" y="3083914"/>
                </a:lnTo>
                <a:lnTo>
                  <a:pt x="4750724" y="3090927"/>
                </a:lnTo>
                <a:lnTo>
                  <a:pt x="4743690" y="3097642"/>
                </a:lnTo>
                <a:lnTo>
                  <a:pt x="4736357" y="3103999"/>
                </a:lnTo>
                <a:lnTo>
                  <a:pt x="4728706" y="3109996"/>
                </a:lnTo>
                <a:lnTo>
                  <a:pt x="4720776" y="3115635"/>
                </a:lnTo>
                <a:lnTo>
                  <a:pt x="4712566" y="3120915"/>
                </a:lnTo>
                <a:lnTo>
                  <a:pt x="4704078" y="3125777"/>
                </a:lnTo>
                <a:lnTo>
                  <a:pt x="4695351" y="3130261"/>
                </a:lnTo>
                <a:lnTo>
                  <a:pt x="4686384" y="3134305"/>
                </a:lnTo>
                <a:lnTo>
                  <a:pt x="4677179" y="3137951"/>
                </a:lnTo>
                <a:lnTo>
                  <a:pt x="4667774" y="3141120"/>
                </a:lnTo>
                <a:lnTo>
                  <a:pt x="4658150" y="3143849"/>
                </a:lnTo>
                <a:lnTo>
                  <a:pt x="4648346" y="3146121"/>
                </a:lnTo>
                <a:lnTo>
                  <a:pt x="4638384" y="3147894"/>
                </a:lnTo>
                <a:lnTo>
                  <a:pt x="4628241" y="3149190"/>
                </a:lnTo>
                <a:lnTo>
                  <a:pt x="4617980" y="3149967"/>
                </a:lnTo>
                <a:lnTo>
                  <a:pt x="4607818" y="3150226"/>
                </a:lnTo>
                <a:lnTo>
                  <a:pt x="202184" y="3150226"/>
                </a:lnTo>
                <a:lnTo>
                  <a:pt x="192042" y="3149967"/>
                </a:lnTo>
                <a:lnTo>
                  <a:pt x="181761" y="3149190"/>
                </a:lnTo>
                <a:lnTo>
                  <a:pt x="171638" y="3147894"/>
                </a:lnTo>
                <a:lnTo>
                  <a:pt x="161656" y="3146121"/>
                </a:lnTo>
                <a:lnTo>
                  <a:pt x="151852" y="3143849"/>
                </a:lnTo>
                <a:lnTo>
                  <a:pt x="142249" y="3141120"/>
                </a:lnTo>
                <a:lnTo>
                  <a:pt x="132823" y="3137951"/>
                </a:lnTo>
                <a:lnTo>
                  <a:pt x="123618" y="3134305"/>
                </a:lnTo>
                <a:lnTo>
                  <a:pt x="114651" y="3130261"/>
                </a:lnTo>
                <a:lnTo>
                  <a:pt x="105924" y="3125777"/>
                </a:lnTo>
                <a:lnTo>
                  <a:pt x="97436" y="3120915"/>
                </a:lnTo>
                <a:lnTo>
                  <a:pt x="89226" y="3115635"/>
                </a:lnTo>
                <a:lnTo>
                  <a:pt x="81296" y="3109996"/>
                </a:lnTo>
                <a:lnTo>
                  <a:pt x="73645" y="3103999"/>
                </a:lnTo>
                <a:lnTo>
                  <a:pt x="66312" y="3097642"/>
                </a:lnTo>
                <a:lnTo>
                  <a:pt x="59279" y="3090927"/>
                </a:lnTo>
                <a:lnTo>
                  <a:pt x="52584" y="3083914"/>
                </a:lnTo>
                <a:lnTo>
                  <a:pt x="46227" y="3076561"/>
                </a:lnTo>
                <a:lnTo>
                  <a:pt x="40210" y="3068930"/>
                </a:lnTo>
                <a:lnTo>
                  <a:pt x="34571" y="3060979"/>
                </a:lnTo>
                <a:lnTo>
                  <a:pt x="29311" y="3052770"/>
                </a:lnTo>
                <a:lnTo>
                  <a:pt x="24429" y="3044301"/>
                </a:lnTo>
                <a:lnTo>
                  <a:pt x="19965" y="3035554"/>
                </a:lnTo>
                <a:lnTo>
                  <a:pt x="15901" y="3026588"/>
                </a:lnTo>
                <a:lnTo>
                  <a:pt x="12274" y="3017382"/>
                </a:lnTo>
                <a:lnTo>
                  <a:pt x="9086" y="3007977"/>
                </a:lnTo>
                <a:lnTo>
                  <a:pt x="6356" y="2998354"/>
                </a:lnTo>
                <a:lnTo>
                  <a:pt x="4105" y="2988570"/>
                </a:lnTo>
                <a:lnTo>
                  <a:pt x="2311" y="2978587"/>
                </a:lnTo>
                <a:lnTo>
                  <a:pt x="1036" y="2968465"/>
                </a:lnTo>
                <a:lnTo>
                  <a:pt x="239" y="2958183"/>
                </a:lnTo>
                <a:lnTo>
                  <a:pt x="0" y="2948041"/>
                </a:lnTo>
                <a:lnTo>
                  <a:pt x="0" y="202184"/>
                </a:lnTo>
                <a:lnTo>
                  <a:pt x="239" y="192042"/>
                </a:lnTo>
                <a:moveTo>
                  <a:pt x="39831" y="202941"/>
                </a:moveTo>
                <a:lnTo>
                  <a:pt x="39851" y="202443"/>
                </a:lnTo>
                <a:lnTo>
                  <a:pt x="39851" y="2947782"/>
                </a:lnTo>
                <a:lnTo>
                  <a:pt x="39831" y="2947284"/>
                </a:lnTo>
                <a:lnTo>
                  <a:pt x="40070" y="2956669"/>
                </a:lnTo>
                <a:lnTo>
                  <a:pt x="40030" y="2955673"/>
                </a:lnTo>
                <a:lnTo>
                  <a:pt x="40728" y="2964938"/>
                </a:lnTo>
                <a:lnTo>
                  <a:pt x="40628" y="2963942"/>
                </a:lnTo>
                <a:lnTo>
                  <a:pt x="41784" y="2973068"/>
                </a:lnTo>
                <a:lnTo>
                  <a:pt x="41644" y="2972071"/>
                </a:lnTo>
                <a:lnTo>
                  <a:pt x="43238" y="2981058"/>
                </a:lnTo>
                <a:lnTo>
                  <a:pt x="43039" y="2980081"/>
                </a:lnTo>
                <a:lnTo>
                  <a:pt x="45072" y="2988908"/>
                </a:lnTo>
                <a:lnTo>
                  <a:pt x="44832" y="2987952"/>
                </a:lnTo>
                <a:lnTo>
                  <a:pt x="47283" y="2996620"/>
                </a:lnTo>
                <a:lnTo>
                  <a:pt x="47005" y="2995663"/>
                </a:lnTo>
                <a:lnTo>
                  <a:pt x="49874" y="3004152"/>
                </a:lnTo>
                <a:lnTo>
                  <a:pt x="49535" y="3003235"/>
                </a:lnTo>
                <a:lnTo>
                  <a:pt x="52803" y="3011524"/>
                </a:lnTo>
                <a:lnTo>
                  <a:pt x="52424" y="3010627"/>
                </a:lnTo>
                <a:lnTo>
                  <a:pt x="56070" y="3018697"/>
                </a:lnTo>
                <a:lnTo>
                  <a:pt x="55652" y="3017821"/>
                </a:lnTo>
                <a:lnTo>
                  <a:pt x="59677" y="3025691"/>
                </a:lnTo>
                <a:lnTo>
                  <a:pt x="59219" y="3024854"/>
                </a:lnTo>
                <a:lnTo>
                  <a:pt x="63622" y="3032486"/>
                </a:lnTo>
                <a:lnTo>
                  <a:pt x="63124" y="3031669"/>
                </a:lnTo>
                <a:lnTo>
                  <a:pt x="67866" y="3039081"/>
                </a:lnTo>
                <a:lnTo>
                  <a:pt x="67328" y="3038284"/>
                </a:lnTo>
                <a:lnTo>
                  <a:pt x="72409" y="3045438"/>
                </a:lnTo>
                <a:lnTo>
                  <a:pt x="71851" y="3044680"/>
                </a:lnTo>
                <a:lnTo>
                  <a:pt x="77271" y="3051575"/>
                </a:lnTo>
                <a:lnTo>
                  <a:pt x="76653" y="3050837"/>
                </a:lnTo>
                <a:lnTo>
                  <a:pt x="82392" y="3057452"/>
                </a:lnTo>
                <a:lnTo>
                  <a:pt x="81754" y="3056755"/>
                </a:lnTo>
                <a:lnTo>
                  <a:pt x="87792" y="3063091"/>
                </a:lnTo>
                <a:lnTo>
                  <a:pt x="87114" y="3062414"/>
                </a:lnTo>
                <a:lnTo>
                  <a:pt x="93470" y="3068471"/>
                </a:lnTo>
                <a:lnTo>
                  <a:pt x="92753" y="3067833"/>
                </a:lnTo>
                <a:lnTo>
                  <a:pt x="99389" y="3073552"/>
                </a:lnTo>
                <a:lnTo>
                  <a:pt x="98651" y="3072954"/>
                </a:lnTo>
                <a:lnTo>
                  <a:pt x="105545" y="3078374"/>
                </a:lnTo>
                <a:lnTo>
                  <a:pt x="104768" y="3077796"/>
                </a:lnTo>
                <a:lnTo>
                  <a:pt x="111941" y="3082897"/>
                </a:lnTo>
                <a:lnTo>
                  <a:pt x="111145" y="3082359"/>
                </a:lnTo>
                <a:lnTo>
                  <a:pt x="118537" y="3087102"/>
                </a:lnTo>
                <a:lnTo>
                  <a:pt x="117720" y="3086603"/>
                </a:lnTo>
                <a:lnTo>
                  <a:pt x="125371" y="3091007"/>
                </a:lnTo>
                <a:lnTo>
                  <a:pt x="124515" y="3090529"/>
                </a:lnTo>
                <a:lnTo>
                  <a:pt x="132385" y="3094574"/>
                </a:lnTo>
                <a:lnTo>
                  <a:pt x="131509" y="3094155"/>
                </a:lnTo>
                <a:lnTo>
                  <a:pt x="139598" y="3097801"/>
                </a:lnTo>
                <a:lnTo>
                  <a:pt x="138701" y="3097423"/>
                </a:lnTo>
                <a:lnTo>
                  <a:pt x="146991" y="3100691"/>
                </a:lnTo>
                <a:lnTo>
                  <a:pt x="146074" y="3100352"/>
                </a:lnTo>
                <a:lnTo>
                  <a:pt x="154542" y="3103221"/>
                </a:lnTo>
                <a:lnTo>
                  <a:pt x="153606" y="3102922"/>
                </a:lnTo>
                <a:lnTo>
                  <a:pt x="162254" y="3105393"/>
                </a:lnTo>
                <a:lnTo>
                  <a:pt x="161297" y="3105134"/>
                </a:lnTo>
                <a:lnTo>
                  <a:pt x="170124" y="3107166"/>
                </a:lnTo>
                <a:lnTo>
                  <a:pt x="169148" y="3106967"/>
                </a:lnTo>
                <a:lnTo>
                  <a:pt x="178134" y="3108581"/>
                </a:lnTo>
                <a:lnTo>
                  <a:pt x="177158" y="3108422"/>
                </a:lnTo>
                <a:lnTo>
                  <a:pt x="186284" y="3109597"/>
                </a:lnTo>
                <a:lnTo>
                  <a:pt x="185287" y="3109498"/>
                </a:lnTo>
                <a:lnTo>
                  <a:pt x="194553" y="3110195"/>
                </a:lnTo>
                <a:lnTo>
                  <a:pt x="193536" y="3110136"/>
                </a:lnTo>
                <a:lnTo>
                  <a:pt x="202941" y="3110375"/>
                </a:lnTo>
                <a:lnTo>
                  <a:pt x="202443" y="3110375"/>
                </a:lnTo>
                <a:lnTo>
                  <a:pt x="4607579" y="3110375"/>
                </a:lnTo>
                <a:lnTo>
                  <a:pt x="4607061" y="3110375"/>
                </a:lnTo>
                <a:lnTo>
                  <a:pt x="4616465" y="3110136"/>
                </a:lnTo>
                <a:lnTo>
                  <a:pt x="4615449" y="3110195"/>
                </a:lnTo>
                <a:lnTo>
                  <a:pt x="4624714" y="3109498"/>
                </a:lnTo>
                <a:lnTo>
                  <a:pt x="4623718" y="3109597"/>
                </a:lnTo>
                <a:lnTo>
                  <a:pt x="4632864" y="3108422"/>
                </a:lnTo>
                <a:lnTo>
                  <a:pt x="4631868" y="3108581"/>
                </a:lnTo>
                <a:lnTo>
                  <a:pt x="4640854" y="3106967"/>
                </a:lnTo>
                <a:lnTo>
                  <a:pt x="4639878" y="3107166"/>
                </a:lnTo>
                <a:lnTo>
                  <a:pt x="4648705" y="3105134"/>
                </a:lnTo>
                <a:lnTo>
                  <a:pt x="4647749" y="3105393"/>
                </a:lnTo>
                <a:lnTo>
                  <a:pt x="4656396" y="3102922"/>
                </a:lnTo>
                <a:lnTo>
                  <a:pt x="4655460" y="3103221"/>
                </a:lnTo>
                <a:lnTo>
                  <a:pt x="4663948" y="3100352"/>
                </a:lnTo>
                <a:lnTo>
                  <a:pt x="4663011" y="3100691"/>
                </a:lnTo>
                <a:lnTo>
                  <a:pt x="4671301" y="3097423"/>
                </a:lnTo>
                <a:lnTo>
                  <a:pt x="4670404" y="3097801"/>
                </a:lnTo>
                <a:lnTo>
                  <a:pt x="4678493" y="3094155"/>
                </a:lnTo>
                <a:lnTo>
                  <a:pt x="4677617" y="3094574"/>
                </a:lnTo>
                <a:lnTo>
                  <a:pt x="4685488" y="3090529"/>
                </a:lnTo>
                <a:lnTo>
                  <a:pt x="4684631" y="3091007"/>
                </a:lnTo>
                <a:lnTo>
                  <a:pt x="4692282" y="3086603"/>
                </a:lnTo>
                <a:lnTo>
                  <a:pt x="4691465" y="3087102"/>
                </a:lnTo>
                <a:lnTo>
                  <a:pt x="4698858" y="3082359"/>
                </a:lnTo>
                <a:lnTo>
                  <a:pt x="4698060" y="3082897"/>
                </a:lnTo>
                <a:lnTo>
                  <a:pt x="4705234" y="3077796"/>
                </a:lnTo>
                <a:lnTo>
                  <a:pt x="4704457" y="3078374"/>
                </a:lnTo>
                <a:lnTo>
                  <a:pt x="4711351" y="3072954"/>
                </a:lnTo>
                <a:lnTo>
                  <a:pt x="4710614" y="3073552"/>
                </a:lnTo>
                <a:lnTo>
                  <a:pt x="4717249" y="3067833"/>
                </a:lnTo>
                <a:lnTo>
                  <a:pt x="4716551" y="3068471"/>
                </a:lnTo>
                <a:lnTo>
                  <a:pt x="4722888" y="3062414"/>
                </a:lnTo>
                <a:lnTo>
                  <a:pt x="4722210" y="3063091"/>
                </a:lnTo>
                <a:lnTo>
                  <a:pt x="4728248" y="3056755"/>
                </a:lnTo>
                <a:lnTo>
                  <a:pt x="4727610" y="3057452"/>
                </a:lnTo>
                <a:lnTo>
                  <a:pt x="4733348" y="3050837"/>
                </a:lnTo>
                <a:lnTo>
                  <a:pt x="4732750" y="3051575"/>
                </a:lnTo>
                <a:lnTo>
                  <a:pt x="4738170" y="3044680"/>
                </a:lnTo>
                <a:lnTo>
                  <a:pt x="4737593" y="3045438"/>
                </a:lnTo>
                <a:lnTo>
                  <a:pt x="4742674" y="3038284"/>
                </a:lnTo>
                <a:lnTo>
                  <a:pt x="4742135" y="3039081"/>
                </a:lnTo>
                <a:lnTo>
                  <a:pt x="4746898" y="3031669"/>
                </a:lnTo>
                <a:lnTo>
                  <a:pt x="4746400" y="3032486"/>
                </a:lnTo>
                <a:lnTo>
                  <a:pt x="4750783" y="3024854"/>
                </a:lnTo>
                <a:lnTo>
                  <a:pt x="4750325" y="3025691"/>
                </a:lnTo>
                <a:lnTo>
                  <a:pt x="4754350" y="3017821"/>
                </a:lnTo>
                <a:lnTo>
                  <a:pt x="4753932" y="3018697"/>
                </a:lnTo>
                <a:lnTo>
                  <a:pt x="4757598" y="3010627"/>
                </a:lnTo>
                <a:lnTo>
                  <a:pt x="4757199" y="3011524"/>
                </a:lnTo>
                <a:lnTo>
                  <a:pt x="4760467" y="3003235"/>
                </a:lnTo>
                <a:lnTo>
                  <a:pt x="4760129" y="3004152"/>
                </a:lnTo>
                <a:lnTo>
                  <a:pt x="4763018" y="2995663"/>
                </a:lnTo>
                <a:lnTo>
                  <a:pt x="4762719" y="2996620"/>
                </a:lnTo>
                <a:lnTo>
                  <a:pt x="4765170" y="2987952"/>
                </a:lnTo>
                <a:lnTo>
                  <a:pt x="4764930" y="2988908"/>
                </a:lnTo>
                <a:lnTo>
                  <a:pt x="4766963" y="2980081"/>
                </a:lnTo>
                <a:lnTo>
                  <a:pt x="4766763" y="2981058"/>
                </a:lnTo>
                <a:lnTo>
                  <a:pt x="4768378" y="2972071"/>
                </a:lnTo>
                <a:lnTo>
                  <a:pt x="4768218" y="2973068"/>
                </a:lnTo>
                <a:lnTo>
                  <a:pt x="4769374" y="2963942"/>
                </a:lnTo>
                <a:lnTo>
                  <a:pt x="4769274" y="2964938"/>
                </a:lnTo>
                <a:lnTo>
                  <a:pt x="4769992" y="2955673"/>
                </a:lnTo>
                <a:lnTo>
                  <a:pt x="4769932" y="2956669"/>
                </a:lnTo>
                <a:lnTo>
                  <a:pt x="4770171" y="2947284"/>
                </a:lnTo>
                <a:lnTo>
                  <a:pt x="4770171" y="2947782"/>
                </a:lnTo>
                <a:lnTo>
                  <a:pt x="4770171" y="202443"/>
                </a:lnTo>
                <a:lnTo>
                  <a:pt x="4770171" y="202941"/>
                </a:lnTo>
                <a:lnTo>
                  <a:pt x="4769932" y="193556"/>
                </a:lnTo>
                <a:lnTo>
                  <a:pt x="4769992" y="194553"/>
                </a:lnTo>
                <a:lnTo>
                  <a:pt x="4769274" y="185287"/>
                </a:lnTo>
                <a:lnTo>
                  <a:pt x="4769374" y="186284"/>
                </a:lnTo>
                <a:lnTo>
                  <a:pt x="4768218" y="177158"/>
                </a:lnTo>
                <a:lnTo>
                  <a:pt x="4768378" y="178154"/>
                </a:lnTo>
                <a:lnTo>
                  <a:pt x="4766763" y="169167"/>
                </a:lnTo>
                <a:lnTo>
                  <a:pt x="4766963" y="170144"/>
                </a:lnTo>
                <a:lnTo>
                  <a:pt x="4764930" y="161317"/>
                </a:lnTo>
                <a:lnTo>
                  <a:pt x="4765170" y="162273"/>
                </a:lnTo>
                <a:lnTo>
                  <a:pt x="4762719" y="153606"/>
                </a:lnTo>
                <a:lnTo>
                  <a:pt x="4763018" y="154562"/>
                </a:lnTo>
                <a:lnTo>
                  <a:pt x="4760129" y="146074"/>
                </a:lnTo>
                <a:lnTo>
                  <a:pt x="4760467" y="146990"/>
                </a:lnTo>
                <a:lnTo>
                  <a:pt x="4757199" y="138701"/>
                </a:lnTo>
                <a:lnTo>
                  <a:pt x="4757598" y="139598"/>
                </a:lnTo>
                <a:lnTo>
                  <a:pt x="4753932" y="131528"/>
                </a:lnTo>
                <a:lnTo>
                  <a:pt x="4754350" y="132405"/>
                </a:lnTo>
                <a:lnTo>
                  <a:pt x="4750325" y="124534"/>
                </a:lnTo>
                <a:lnTo>
                  <a:pt x="4750783" y="125371"/>
                </a:lnTo>
                <a:lnTo>
                  <a:pt x="4746400" y="117740"/>
                </a:lnTo>
                <a:lnTo>
                  <a:pt x="4746898" y="118557"/>
                </a:lnTo>
                <a:lnTo>
                  <a:pt x="4742135" y="111145"/>
                </a:lnTo>
                <a:lnTo>
                  <a:pt x="4742674" y="111941"/>
                </a:lnTo>
                <a:lnTo>
                  <a:pt x="4737593" y="104788"/>
                </a:lnTo>
                <a:lnTo>
                  <a:pt x="4738170" y="105545"/>
                </a:lnTo>
                <a:lnTo>
                  <a:pt x="4732750" y="98651"/>
                </a:lnTo>
                <a:lnTo>
                  <a:pt x="4733348" y="99389"/>
                </a:lnTo>
                <a:lnTo>
                  <a:pt x="4727610" y="92773"/>
                </a:lnTo>
                <a:lnTo>
                  <a:pt x="4728248" y="93470"/>
                </a:lnTo>
                <a:lnTo>
                  <a:pt x="4722210" y="87134"/>
                </a:lnTo>
                <a:lnTo>
                  <a:pt x="4722888" y="87812"/>
                </a:lnTo>
                <a:lnTo>
                  <a:pt x="4716551" y="81754"/>
                </a:lnTo>
                <a:lnTo>
                  <a:pt x="4717249" y="82392"/>
                </a:lnTo>
                <a:lnTo>
                  <a:pt x="4710614" y="76673"/>
                </a:lnTo>
                <a:lnTo>
                  <a:pt x="4711351" y="77271"/>
                </a:lnTo>
                <a:lnTo>
                  <a:pt x="4704457" y="71851"/>
                </a:lnTo>
                <a:lnTo>
                  <a:pt x="4705234" y="72429"/>
                </a:lnTo>
                <a:lnTo>
                  <a:pt x="4698060" y="67328"/>
                </a:lnTo>
                <a:lnTo>
                  <a:pt x="4698858" y="67866"/>
                </a:lnTo>
                <a:lnTo>
                  <a:pt x="4691465" y="63124"/>
                </a:lnTo>
                <a:lnTo>
                  <a:pt x="4692282" y="63622"/>
                </a:lnTo>
                <a:lnTo>
                  <a:pt x="4684631" y="59219"/>
                </a:lnTo>
                <a:lnTo>
                  <a:pt x="4685488" y="59697"/>
                </a:lnTo>
                <a:lnTo>
                  <a:pt x="4677617" y="55652"/>
                </a:lnTo>
                <a:lnTo>
                  <a:pt x="4678493" y="56070"/>
                </a:lnTo>
                <a:lnTo>
                  <a:pt x="4670404" y="52424"/>
                </a:lnTo>
                <a:lnTo>
                  <a:pt x="4671301" y="52803"/>
                </a:lnTo>
                <a:lnTo>
                  <a:pt x="4663011" y="49535"/>
                </a:lnTo>
                <a:lnTo>
                  <a:pt x="4663948" y="49873"/>
                </a:lnTo>
                <a:lnTo>
                  <a:pt x="4655460" y="47004"/>
                </a:lnTo>
                <a:lnTo>
                  <a:pt x="4656396" y="47303"/>
                </a:lnTo>
                <a:lnTo>
                  <a:pt x="4647749" y="44832"/>
                </a:lnTo>
                <a:lnTo>
                  <a:pt x="4648705" y="45091"/>
                </a:lnTo>
                <a:lnTo>
                  <a:pt x="4639878" y="43039"/>
                </a:lnTo>
                <a:lnTo>
                  <a:pt x="4640854" y="43258"/>
                </a:lnTo>
                <a:lnTo>
                  <a:pt x="4631868" y="41644"/>
                </a:lnTo>
                <a:lnTo>
                  <a:pt x="4632864" y="41804"/>
                </a:lnTo>
                <a:lnTo>
                  <a:pt x="4623718" y="40628"/>
                </a:lnTo>
                <a:lnTo>
                  <a:pt x="4624714" y="40728"/>
                </a:lnTo>
                <a:lnTo>
                  <a:pt x="4615449" y="40030"/>
                </a:lnTo>
                <a:lnTo>
                  <a:pt x="4616465" y="40090"/>
                </a:lnTo>
                <a:lnTo>
                  <a:pt x="4607061" y="39851"/>
                </a:lnTo>
                <a:lnTo>
                  <a:pt x="4607579" y="39851"/>
                </a:lnTo>
                <a:lnTo>
                  <a:pt x="202443" y="39851"/>
                </a:lnTo>
                <a:lnTo>
                  <a:pt x="202941" y="39851"/>
                </a:lnTo>
                <a:lnTo>
                  <a:pt x="193536" y="40090"/>
                </a:lnTo>
                <a:lnTo>
                  <a:pt x="194553" y="40030"/>
                </a:lnTo>
                <a:lnTo>
                  <a:pt x="185287" y="40728"/>
                </a:lnTo>
                <a:lnTo>
                  <a:pt x="186284" y="40628"/>
                </a:lnTo>
                <a:lnTo>
                  <a:pt x="177158" y="41804"/>
                </a:lnTo>
                <a:lnTo>
                  <a:pt x="178134" y="41644"/>
                </a:lnTo>
                <a:lnTo>
                  <a:pt x="169148" y="43258"/>
                </a:lnTo>
                <a:lnTo>
                  <a:pt x="170124" y="43039"/>
                </a:lnTo>
                <a:lnTo>
                  <a:pt x="161297" y="45091"/>
                </a:lnTo>
                <a:lnTo>
                  <a:pt x="162254" y="44832"/>
                </a:lnTo>
                <a:lnTo>
                  <a:pt x="153606" y="47303"/>
                </a:lnTo>
                <a:lnTo>
                  <a:pt x="154542" y="47004"/>
                </a:lnTo>
                <a:lnTo>
                  <a:pt x="146074" y="49873"/>
                </a:lnTo>
                <a:lnTo>
                  <a:pt x="146991" y="49535"/>
                </a:lnTo>
                <a:lnTo>
                  <a:pt x="138701" y="52803"/>
                </a:lnTo>
                <a:lnTo>
                  <a:pt x="139598" y="52424"/>
                </a:lnTo>
                <a:lnTo>
                  <a:pt x="131509" y="56070"/>
                </a:lnTo>
                <a:lnTo>
                  <a:pt x="132385" y="55652"/>
                </a:lnTo>
                <a:lnTo>
                  <a:pt x="124515" y="59697"/>
                </a:lnTo>
                <a:lnTo>
                  <a:pt x="125371" y="59219"/>
                </a:lnTo>
                <a:lnTo>
                  <a:pt x="117720" y="63622"/>
                </a:lnTo>
                <a:lnTo>
                  <a:pt x="118537" y="63124"/>
                </a:lnTo>
                <a:lnTo>
                  <a:pt x="111145" y="67866"/>
                </a:lnTo>
                <a:lnTo>
                  <a:pt x="111941" y="67328"/>
                </a:lnTo>
                <a:lnTo>
                  <a:pt x="104768" y="72429"/>
                </a:lnTo>
                <a:lnTo>
                  <a:pt x="105545" y="71851"/>
                </a:lnTo>
                <a:lnTo>
                  <a:pt x="98651" y="77271"/>
                </a:lnTo>
                <a:lnTo>
                  <a:pt x="99389" y="76673"/>
                </a:lnTo>
                <a:lnTo>
                  <a:pt x="92753" y="82392"/>
                </a:lnTo>
                <a:lnTo>
                  <a:pt x="93470" y="81754"/>
                </a:lnTo>
                <a:lnTo>
                  <a:pt x="87114" y="87812"/>
                </a:lnTo>
                <a:lnTo>
                  <a:pt x="87792" y="87134"/>
                </a:lnTo>
                <a:lnTo>
                  <a:pt x="81754" y="93470"/>
                </a:lnTo>
                <a:lnTo>
                  <a:pt x="82392" y="92773"/>
                </a:lnTo>
                <a:lnTo>
                  <a:pt x="76653" y="99389"/>
                </a:lnTo>
                <a:lnTo>
                  <a:pt x="77271" y="98651"/>
                </a:lnTo>
                <a:lnTo>
                  <a:pt x="71851" y="105545"/>
                </a:lnTo>
                <a:lnTo>
                  <a:pt x="72409" y="104788"/>
                </a:lnTo>
                <a:lnTo>
                  <a:pt x="67328" y="111941"/>
                </a:lnTo>
                <a:lnTo>
                  <a:pt x="67866" y="111145"/>
                </a:lnTo>
                <a:lnTo>
                  <a:pt x="63124" y="118557"/>
                </a:lnTo>
                <a:lnTo>
                  <a:pt x="63622" y="117740"/>
                </a:lnTo>
                <a:lnTo>
                  <a:pt x="59219" y="125371"/>
                </a:lnTo>
                <a:lnTo>
                  <a:pt x="59677" y="124534"/>
                </a:lnTo>
                <a:lnTo>
                  <a:pt x="55652" y="132405"/>
                </a:lnTo>
                <a:lnTo>
                  <a:pt x="56070" y="131528"/>
                </a:lnTo>
                <a:lnTo>
                  <a:pt x="52424" y="139598"/>
                </a:lnTo>
                <a:lnTo>
                  <a:pt x="52803" y="138701"/>
                </a:lnTo>
                <a:lnTo>
                  <a:pt x="49535" y="146990"/>
                </a:lnTo>
                <a:lnTo>
                  <a:pt x="49874" y="146074"/>
                </a:lnTo>
                <a:lnTo>
                  <a:pt x="47005" y="154562"/>
                </a:lnTo>
                <a:lnTo>
                  <a:pt x="47283" y="153606"/>
                </a:lnTo>
                <a:lnTo>
                  <a:pt x="44832" y="162273"/>
                </a:lnTo>
                <a:lnTo>
                  <a:pt x="45072" y="161317"/>
                </a:lnTo>
                <a:lnTo>
                  <a:pt x="43039" y="170144"/>
                </a:lnTo>
                <a:lnTo>
                  <a:pt x="43238" y="169167"/>
                </a:lnTo>
                <a:lnTo>
                  <a:pt x="41644" y="178154"/>
                </a:lnTo>
                <a:lnTo>
                  <a:pt x="41784" y="177158"/>
                </a:lnTo>
                <a:lnTo>
                  <a:pt x="40628" y="186284"/>
                </a:lnTo>
                <a:lnTo>
                  <a:pt x="40728" y="185287"/>
                </a:lnTo>
                <a:lnTo>
                  <a:pt x="40030" y="194553"/>
                </a:lnTo>
                <a:lnTo>
                  <a:pt x="40070" y="193556"/>
                </a:lnTo>
                <a:lnTo>
                  <a:pt x="39831" y="202941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2 Paris[a]">
            <a:extLst xmlns:a="http://schemas.openxmlformats.org/drawingml/2006/main">
              <a:ext uri="{FF2B5EF4-FFF2-40B4-BE49-F238E27FC236}">
                <a16:creationId xmlns:a16="http://schemas.microsoft.com/office/drawing/2014/main" id="{BD621CC0-0DCB-4289-9CCD-7DA2257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67" y="1804970"/>
            <a:ext cx="1146128" cy="449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Paris[a]</a:t>
            </a:r>
          </a:p>
        </p:txBody>
      </p:sp>
      <p:sp>
        <p:nvSpPr>
          <p:cNvPr id="33" name="text-22 is">
            <a:extLst xmlns:a="http://schemas.openxmlformats.org/drawingml/2006/main">
              <a:ext uri="{FF2B5EF4-FFF2-40B4-BE49-F238E27FC236}">
                <a16:creationId xmlns:a16="http://schemas.microsoft.com/office/drawing/2014/main" id="{2D6AA621-A33D-4F2C-8102-46EA6818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3199" y="1817214"/>
            <a:ext cx="278568" cy="432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3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4" name="text-22 the">
            <a:extLst xmlns:a="http://schemas.openxmlformats.org/drawingml/2006/main">
              <a:ext uri="{FF2B5EF4-FFF2-40B4-BE49-F238E27FC236}">
                <a16:creationId xmlns:a16="http://schemas.microsoft.com/office/drawing/2014/main" id="{007615EA-30D6-4721-B056-47F888D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064" y="1775467"/>
            <a:ext cx="550415" cy="490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1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1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1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" name="text-22 capital">
            <a:extLst xmlns:a="http://schemas.openxmlformats.org/drawingml/2006/main">
              <a:ext uri="{FF2B5EF4-FFF2-40B4-BE49-F238E27FC236}">
                <a16:creationId xmlns:a16="http://schemas.microsoft.com/office/drawing/2014/main" id="{BFED4506-CAF9-4E09-8798-029C7E6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41" y="1793851"/>
            <a:ext cx="1019836" cy="465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1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1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1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capital</a:t>
            </a:r>
          </a:p>
        </p:txBody>
      </p:sp>
      <p:sp>
        <p:nvSpPr>
          <p:cNvPr id="36" name="text-22 and">
            <a:extLst xmlns:a="http://schemas.openxmlformats.org/drawingml/2006/main">
              <a:ext uri="{FF2B5EF4-FFF2-40B4-BE49-F238E27FC236}">
                <a16:creationId xmlns:a16="http://schemas.microsoft.com/office/drawing/2014/main" id="{862089AF-EEB7-419A-81D2-09FF26E7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6050" y="1797474"/>
            <a:ext cx="607246" cy="46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8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8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8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7" name="text-23 most">
            <a:extLst xmlns:a="http://schemas.openxmlformats.org/drawingml/2006/main">
              <a:ext uri="{FF2B5EF4-FFF2-40B4-BE49-F238E27FC236}">
                <a16:creationId xmlns:a16="http://schemas.microsoft.com/office/drawing/2014/main" id="{1A8F6B44-52E7-4749-9633-43F7F939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96" y="2218661"/>
            <a:ext cx="792662" cy="472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6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</a:t>
            </a:r>
          </a:p>
        </p:txBody>
      </p:sp>
      <p:sp>
        <p:nvSpPr>
          <p:cNvPr id="38" name="text-23 populous">
            <a:extLst xmlns:a="http://schemas.openxmlformats.org/drawingml/2006/main">
              <a:ext uri="{FF2B5EF4-FFF2-40B4-BE49-F238E27FC236}">
                <a16:creationId xmlns:a16="http://schemas.microsoft.com/office/drawing/2014/main" id="{4F62D7C1-1B59-442E-AF42-580F60A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758" y="2222629"/>
            <a:ext cx="1414834" cy="467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populous</a:t>
            </a:r>
          </a:p>
        </p:txBody>
      </p:sp>
      <p:sp>
        <p:nvSpPr>
          <p:cNvPr id="39" name="text-23 city">
            <a:extLst xmlns:a="http://schemas.openxmlformats.org/drawingml/2006/main">
              <a:ext uri="{FF2B5EF4-FFF2-40B4-BE49-F238E27FC236}">
                <a16:creationId xmlns:a16="http://schemas.microsoft.com/office/drawing/2014/main" id="{9D19FB68-31BB-401B-A59B-23482719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4392" y="2211688"/>
            <a:ext cx="579083" cy="48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1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1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1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40" name="text-23 of">
            <a:extLst xmlns:a="http://schemas.openxmlformats.org/drawingml/2006/main">
              <a:ext uri="{FF2B5EF4-FFF2-40B4-BE49-F238E27FC236}">
                <a16:creationId xmlns:a16="http://schemas.microsoft.com/office/drawing/2014/main" id="{3FADB1DC-44D4-46F8-9781-B837A09D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2157" y="2198131"/>
            <a:ext cx="363253" cy="501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2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41" name="text-23 France.">
            <a:extLst xmlns:a="http://schemas.openxmlformats.org/drawingml/2006/main">
              <a:ext uri="{FF2B5EF4-FFF2-40B4-BE49-F238E27FC236}">
                <a16:creationId xmlns:a16="http://schemas.microsoft.com/office/drawing/2014/main" id="{90C4CAC9-0E52-4066-8CB0-C180AB4C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1738" y="2243156"/>
            <a:ext cx="1118312" cy="438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France.</a:t>
            </a:r>
          </a:p>
        </p:txBody>
      </p:sp>
      <p:sp>
        <p:nvSpPr>
          <p:cNvPr id="42" name="text-24 With">
            <a:extLst xmlns:a="http://schemas.openxmlformats.org/drawingml/2006/main">
              <a:ext uri="{FF2B5EF4-FFF2-40B4-BE49-F238E27FC236}">
                <a16:creationId xmlns:a16="http://schemas.microsoft.com/office/drawing/2014/main" id="{EA3833C5-7E74-4322-B884-8CD21E90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4112" y="2631511"/>
            <a:ext cx="774454" cy="497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9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9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9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43" name="path-25">
            <a:extLst xmlns:a="http://schemas.openxmlformats.org/drawingml/2006/main">
              <a:ext uri="{FF2B5EF4-FFF2-40B4-BE49-F238E27FC236}">
                <a16:creationId xmlns:a16="http://schemas.microsoft.com/office/drawing/2014/main" id="{1703CFB2-6C8D-4371-B49E-5F8A6969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0" y="733653"/>
            <a:ext cx="3383354" cy="334748"/>
          </a:xfrm>
          <a:custGeom xmlns:a="http://schemas.openxmlformats.org/drawingml/2006/main">
            <a:pathLst>
              <a:path w="3383354" h="334748">
                <a:moveTo>
                  <a:pt x="0" y="0"/>
                </a:moveTo>
                <a:lnTo>
                  <a:pt x="0" y="334748"/>
                </a:lnTo>
                <a:lnTo>
                  <a:pt x="3383354" y="334748"/>
                </a:lnTo>
                <a:lnTo>
                  <a:pt x="33833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26">
            <a:extLst xmlns:a="http://schemas.openxmlformats.org/drawingml/2006/main">
              <a:ext uri="{FF2B5EF4-FFF2-40B4-BE49-F238E27FC236}">
                <a16:creationId xmlns:a16="http://schemas.microsoft.com/office/drawing/2014/main" id="{A9FCC976-9E40-4891-92A7-5EBB8C59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9" y="724686"/>
            <a:ext cx="3404276" cy="354674"/>
          </a:xfrm>
          <a:custGeom xmlns:a="http://schemas.openxmlformats.org/drawingml/2006/main">
            <a:pathLst>
              <a:path w="3404276" h="354674">
                <a:moveTo>
                  <a:pt x="3404276" y="0"/>
                </a:moveTo>
                <a:lnTo>
                  <a:pt x="3404276" y="354674"/>
                </a:lnTo>
                <a:lnTo>
                  <a:pt x="0" y="354674"/>
                </a:lnTo>
                <a:lnTo>
                  <a:pt x="0" y="0"/>
                </a:lnTo>
                <a:lnTo>
                  <a:pt x="3404276" y="0"/>
                </a:lnTo>
                <a:moveTo>
                  <a:pt x="9963" y="19925"/>
                </a:moveTo>
                <a:lnTo>
                  <a:pt x="19926" y="9963"/>
                </a:lnTo>
                <a:lnTo>
                  <a:pt x="19926" y="344712"/>
                </a:lnTo>
                <a:lnTo>
                  <a:pt x="9963" y="334749"/>
                </a:lnTo>
                <a:lnTo>
                  <a:pt x="3394314" y="334749"/>
                </a:lnTo>
                <a:lnTo>
                  <a:pt x="3384351" y="344712"/>
                </a:lnTo>
                <a:lnTo>
                  <a:pt x="3384351" y="9963"/>
                </a:lnTo>
                <a:lnTo>
                  <a:pt x="339431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27 WIT">
            <a:extLst xmlns:a="http://schemas.openxmlformats.org/drawingml/2006/main">
              <a:ext uri="{FF2B5EF4-FFF2-40B4-BE49-F238E27FC236}">
                <a16:creationId xmlns:a16="http://schemas.microsoft.com/office/drawing/2014/main" id="{07D4F3F3-32EB-4960-A564-98EC2092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06" y="697515"/>
            <a:ext cx="682889" cy="390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9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9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99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WIT</a:t>
            </a:r>
          </a:p>
        </p:txBody>
      </p:sp>
      <p:sp>
        <p:nvSpPr>
          <p:cNvPr id="46" name="text-27 Item">
            <a:extLst xmlns:a="http://schemas.openxmlformats.org/drawingml/2006/main">
              <a:ext uri="{FF2B5EF4-FFF2-40B4-BE49-F238E27FC236}">
                <a16:creationId xmlns:a16="http://schemas.microsoft.com/office/drawing/2014/main" id="{616457CD-93F2-4DB8-82E5-C2C7C2C2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6332" y="697579"/>
            <a:ext cx="704102" cy="390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8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98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sp>
        <p:nvSpPr>
          <p:cNvPr id="47" name="text-27 Collection">
            <a:extLst xmlns:a="http://schemas.openxmlformats.org/drawingml/2006/main">
              <a:ext uri="{FF2B5EF4-FFF2-40B4-BE49-F238E27FC236}">
                <a16:creationId xmlns:a16="http://schemas.microsoft.com/office/drawing/2014/main" id="{C4260935-1206-4AA8-9DD5-BB3A803C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3577" y="697713"/>
            <a:ext cx="1316579" cy="390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7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7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97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Collection</a:t>
            </a:r>
          </a:p>
        </p:txBody>
      </p:sp>
      <p:sp>
        <p:nvSpPr>
          <p:cNvPr id="48" name="text-28 Item1">
            <a:extLst xmlns:a="http://schemas.openxmlformats.org/drawingml/2006/main">
              <a:ext uri="{FF2B5EF4-FFF2-40B4-BE49-F238E27FC236}">
                <a16:creationId xmlns:a16="http://schemas.microsoft.com/office/drawing/2014/main" id="{B9E98FD7-FC12-4806-9EA1-F8C368A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86" y="1327742"/>
            <a:ext cx="709539" cy="334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Item1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8C4FED-24E5-4EFB-B918-700F1AC83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9646374634caf"/>
          <a:stretch xmlns:a="http://schemas.openxmlformats.org/drawingml/2006/main"/>
        </p:blipFill>
        <p:spPr>
          <a:xfrm xmlns:a="http://schemas.openxmlformats.org/drawingml/2006/main">
            <a:off x="1129426" y="1870603"/>
            <a:ext cx="698190" cy="523643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AF92A2-34B8-4271-A9CB-552242951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f4d76d03b4ec3"/>
          <a:stretch xmlns:a="http://schemas.openxmlformats.org/drawingml/2006/main"/>
        </p:blipFill>
        <p:spPr>
          <a:xfrm xmlns:a="http://schemas.openxmlformats.org/drawingml/2006/main">
            <a:off x="1129426" y="3156350"/>
            <a:ext cx="729274" cy="484284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DE107B-849D-4A77-979C-EF27974DA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d232f6a97447c"/>
          <a:stretch xmlns:a="http://schemas.openxmlformats.org/drawingml/2006/main"/>
        </p:blipFill>
        <p:spPr>
          <a:xfrm xmlns:a="http://schemas.openxmlformats.org/drawingml/2006/main">
            <a:off x="1144670" y="1247731"/>
            <a:ext cx="667704" cy="528425"/>
          </a:xfrm>
          <a:prstGeom xmlns:a="http://schemas.openxmlformats.org/drawingml/2006/main" prst="rect">
            <a:avLst/>
          </a:prstGeom>
        </p:spPr>
      </p:pic>
      <p:sp>
        <p:nvSpPr>
          <p:cNvPr id="52" name="text-32 Item3">
            <a:extLst xmlns:a="http://schemas.openxmlformats.org/drawingml/2006/main">
              <a:ext uri="{FF2B5EF4-FFF2-40B4-BE49-F238E27FC236}">
                <a16:creationId xmlns:a16="http://schemas.microsoft.com/office/drawing/2014/main" id="{64EDE3BD-D94A-4C0A-A333-02C390D4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531" y="2610927"/>
            <a:ext cx="747837" cy="33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Item3</a:t>
            </a:r>
          </a:p>
        </p:txBody>
      </p:sp>
      <p:sp>
        <p:nvSpPr>
          <p:cNvPr id="53" name="text-33 Item4">
            <a:extLst xmlns:a="http://schemas.openxmlformats.org/drawingml/2006/main">
              <a:ext uri="{FF2B5EF4-FFF2-40B4-BE49-F238E27FC236}">
                <a16:creationId xmlns:a16="http://schemas.microsoft.com/office/drawing/2014/main" id="{EB8E083D-57A5-472B-B726-4EEF96C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531" y="3259503"/>
            <a:ext cx="747837" cy="33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Item4</a:t>
            </a:r>
          </a:p>
        </p:txBody>
      </p:sp>
      <p:sp>
        <p:nvSpPr>
          <p:cNvPr id="54" name="text-34 Item2">
            <a:extLst xmlns:a="http://schemas.openxmlformats.org/drawingml/2006/main">
              <a:ext uri="{FF2B5EF4-FFF2-40B4-BE49-F238E27FC236}">
                <a16:creationId xmlns:a16="http://schemas.microsoft.com/office/drawing/2014/main" id="{472DCE62-AC2E-4E08-99D0-5922FE95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531" y="1968329"/>
            <a:ext cx="747837" cy="33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1880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Item2</a:t>
            </a:r>
          </a:p>
        </p:txBody>
      </p:sp>
      <p:sp>
        <p:nvSpPr>
          <p:cNvPr id="55" name="text-35 ·">
            <a:extLst xmlns:a="http://schemas.openxmlformats.org/drawingml/2006/main">
              <a:ext uri="{FF2B5EF4-FFF2-40B4-BE49-F238E27FC236}">
                <a16:creationId xmlns:a16="http://schemas.microsoft.com/office/drawing/2014/main" id="{D4A2BC36-B5F0-43A4-82F1-C4AEDE15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091" y="3657461"/>
            <a:ext cx="153921" cy="502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·</a:t>
            </a:r>
          </a:p>
        </p:txBody>
      </p:sp>
      <p:sp>
        <p:nvSpPr>
          <p:cNvPr id="56" name="text-35 ·">
            <a:extLst xmlns:a="http://schemas.openxmlformats.org/drawingml/2006/main">
              <a:ext uri="{FF2B5EF4-FFF2-40B4-BE49-F238E27FC236}">
                <a16:creationId xmlns:a16="http://schemas.microsoft.com/office/drawing/2014/main" id="{3AAE07EB-D6E4-4938-A68F-6EFF729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3354" y="3657461"/>
            <a:ext cx="153921" cy="502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·</a:t>
            </a:r>
          </a:p>
        </p:txBody>
      </p:sp>
      <p:sp>
        <p:nvSpPr>
          <p:cNvPr id="57" name="text-35 ·">
            <a:extLst xmlns:a="http://schemas.openxmlformats.org/drawingml/2006/main">
              <a:ext uri="{FF2B5EF4-FFF2-40B4-BE49-F238E27FC236}">
                <a16:creationId xmlns:a16="http://schemas.microsoft.com/office/drawing/2014/main" id="{19B9A187-4297-46EB-A49A-A5EF6CE9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0616" y="3657461"/>
            <a:ext cx="153921" cy="502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·</a:t>
            </a:r>
          </a:p>
        </p:txBody>
      </p:sp>
      <p:sp>
        <p:nvSpPr>
          <p:cNvPr id="58" name="text-36 Content:">
            <a:extLst xmlns:a="http://schemas.openxmlformats.org/drawingml/2006/main">
              <a:ext uri="{FF2B5EF4-FFF2-40B4-BE49-F238E27FC236}">
                <a16:creationId xmlns:a16="http://schemas.microsoft.com/office/drawing/2014/main" id="{4EEB2652-98F6-4F68-BD9F-AA49E1C8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666" y="1248704"/>
            <a:ext cx="858082" cy="27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59" name="text-37 The">
            <a:extLst xmlns:a="http://schemas.openxmlformats.org/drawingml/2006/main">
              <a:ext uri="{FF2B5EF4-FFF2-40B4-BE49-F238E27FC236}">
                <a16:creationId xmlns:a16="http://schemas.microsoft.com/office/drawing/2014/main" id="{343453FB-0C40-47C8-B4C2-A9505E0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7590" y="1248714"/>
            <a:ext cx="395546" cy="278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0" name="text-37 Starry">
            <a:extLst xmlns:a="http://schemas.openxmlformats.org/drawingml/2006/main">
              <a:ext uri="{FF2B5EF4-FFF2-40B4-BE49-F238E27FC236}">
                <a16:creationId xmlns:a16="http://schemas.microsoft.com/office/drawing/2014/main" id="{F4AEF039-C9E3-448C-A393-BBF0EE33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018" y="1249011"/>
            <a:ext cx="664048" cy="27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Starry</a:t>
            </a:r>
          </a:p>
        </p:txBody>
      </p:sp>
      <p:sp>
        <p:nvSpPr>
          <p:cNvPr id="61" name="text-37 Night">
            <a:extLst xmlns:a="http://schemas.openxmlformats.org/drawingml/2006/main">
              <a:ext uri="{FF2B5EF4-FFF2-40B4-BE49-F238E27FC236}">
                <a16:creationId xmlns:a16="http://schemas.microsoft.com/office/drawing/2014/main" id="{C18689DC-C9B1-4E0A-8BED-F30B469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6445" y="1248913"/>
            <a:ext cx="564623" cy="27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Night</a:t>
            </a:r>
          </a:p>
        </p:txBody>
      </p:sp>
      <p:sp>
        <p:nvSpPr>
          <p:cNvPr id="62" name="text-37 is">
            <a:extLst xmlns:a="http://schemas.openxmlformats.org/drawingml/2006/main">
              <a:ext uri="{FF2B5EF4-FFF2-40B4-BE49-F238E27FC236}">
                <a16:creationId xmlns:a16="http://schemas.microsoft.com/office/drawing/2014/main" id="{A250E343-9139-4932-A0E6-03C1872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5245" y="1249473"/>
            <a:ext cx="188039" cy="277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63" name="text-37 an">
            <a:extLst xmlns:a="http://schemas.openxmlformats.org/drawingml/2006/main">
              <a:ext uri="{FF2B5EF4-FFF2-40B4-BE49-F238E27FC236}">
                <a16:creationId xmlns:a16="http://schemas.microsoft.com/office/drawing/2014/main" id="{482B573A-8CD4-4DCE-941A-1C1A6A7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7451" y="1249503"/>
            <a:ext cx="241123" cy="277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64" name="text-38 oil-on-canvas">
            <a:extLst xmlns:a="http://schemas.openxmlformats.org/drawingml/2006/main">
              <a:ext uri="{FF2B5EF4-FFF2-40B4-BE49-F238E27FC236}">
                <a16:creationId xmlns:a16="http://schemas.microsoft.com/office/drawing/2014/main" id="{0055F2E2-DDBF-4FF4-97E6-65EA092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666" y="1488031"/>
            <a:ext cx="1229246" cy="278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oil-on-canvas</a:t>
            </a:r>
          </a:p>
        </p:txBody>
      </p:sp>
      <p:sp>
        <p:nvSpPr>
          <p:cNvPr id="65" name="text-38 painting">
            <a:extLst xmlns:a="http://schemas.openxmlformats.org/drawingml/2006/main">
              <a:ext uri="{FF2B5EF4-FFF2-40B4-BE49-F238E27FC236}">
                <a16:creationId xmlns:a16="http://schemas.microsoft.com/office/drawing/2014/main" id="{A26F494F-D572-46BA-B95D-18E5D721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982" y="1487970"/>
            <a:ext cx="763743" cy="278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painting</a:t>
            </a:r>
          </a:p>
        </p:txBody>
      </p:sp>
      <p:sp>
        <p:nvSpPr>
          <p:cNvPr id="66" name="text-38 by">
            <a:extLst xmlns:a="http://schemas.openxmlformats.org/drawingml/2006/main">
              <a:ext uri="{FF2B5EF4-FFF2-40B4-BE49-F238E27FC236}">
                <a16:creationId xmlns:a16="http://schemas.microsoft.com/office/drawing/2014/main" id="{CCF99F26-4DEC-4B52-BFF8-1339FE59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6036" y="1487966"/>
            <a:ext cx="257594" cy="27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by</a:t>
            </a:r>
          </a:p>
        </p:txBody>
      </p:sp>
      <p:sp>
        <p:nvSpPr>
          <p:cNvPr id="67" name="text-38 ......">
            <a:extLst xmlns:a="http://schemas.openxmlformats.org/drawingml/2006/main">
              <a:ext uri="{FF2B5EF4-FFF2-40B4-BE49-F238E27FC236}">
                <a16:creationId xmlns:a16="http://schemas.microsoft.com/office/drawing/2014/main" id="{FA4419F3-19E2-4FF8-B705-C8DF4891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7983" y="1487349"/>
            <a:ext cx="334393" cy="279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sp>
        <p:nvSpPr>
          <p:cNvPr id="68" name="path-39">
            <a:extLst xmlns:a="http://schemas.openxmlformats.org/drawingml/2006/main">
              <a:ext uri="{FF2B5EF4-FFF2-40B4-BE49-F238E27FC236}">
                <a16:creationId xmlns:a16="http://schemas.microsoft.com/office/drawing/2014/main" id="{659BE68E-F9E9-4B08-A835-FC59669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37" y="1809133"/>
            <a:ext cx="4458356" cy="25883"/>
          </a:xfrm>
          <a:custGeom xmlns:a="http://schemas.openxmlformats.org/drawingml/2006/main">
            <a:pathLst>
              <a:path w="4458356" h="25883">
                <a:moveTo>
                  <a:pt x="20" y="0"/>
                </a:moveTo>
                <a:lnTo>
                  <a:pt x="99647" y="20"/>
                </a:lnTo>
                <a:lnTo>
                  <a:pt x="99628" y="24927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6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79"/>
                </a:moveTo>
                <a:lnTo>
                  <a:pt x="448344" y="99"/>
                </a:lnTo>
                <a:lnTo>
                  <a:pt x="448324" y="25006"/>
                </a:lnTo>
                <a:lnTo>
                  <a:pt x="348696" y="24986"/>
                </a:lnTo>
                <a:lnTo>
                  <a:pt x="348717" y="79"/>
                </a:lnTo>
                <a:moveTo>
                  <a:pt x="523065" y="119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6"/>
                </a:lnTo>
                <a:lnTo>
                  <a:pt x="523065" y="119"/>
                </a:lnTo>
                <a:moveTo>
                  <a:pt x="697413" y="159"/>
                </a:moveTo>
                <a:lnTo>
                  <a:pt x="797041" y="179"/>
                </a:lnTo>
                <a:lnTo>
                  <a:pt x="797021" y="25086"/>
                </a:lnTo>
                <a:lnTo>
                  <a:pt x="697394" y="25066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19"/>
                </a:lnTo>
                <a:lnTo>
                  <a:pt x="971369" y="25126"/>
                </a:lnTo>
                <a:lnTo>
                  <a:pt x="871742" y="25106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59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79"/>
                </a:moveTo>
                <a:lnTo>
                  <a:pt x="1320086" y="299"/>
                </a:lnTo>
                <a:lnTo>
                  <a:pt x="1320066" y="25206"/>
                </a:lnTo>
                <a:lnTo>
                  <a:pt x="1220438" y="25186"/>
                </a:lnTo>
                <a:lnTo>
                  <a:pt x="1220458" y="279"/>
                </a:lnTo>
                <a:moveTo>
                  <a:pt x="1394807" y="299"/>
                </a:moveTo>
                <a:lnTo>
                  <a:pt x="1494434" y="339"/>
                </a:lnTo>
                <a:lnTo>
                  <a:pt x="1494415" y="25246"/>
                </a:lnTo>
                <a:lnTo>
                  <a:pt x="1394787" y="25206"/>
                </a:lnTo>
                <a:lnTo>
                  <a:pt x="1394807" y="299"/>
                </a:lnTo>
                <a:moveTo>
                  <a:pt x="1569155" y="339"/>
                </a:moveTo>
                <a:lnTo>
                  <a:pt x="1668783" y="359"/>
                </a:lnTo>
                <a:lnTo>
                  <a:pt x="1668763" y="25265"/>
                </a:lnTo>
                <a:lnTo>
                  <a:pt x="1569135" y="25246"/>
                </a:lnTo>
                <a:lnTo>
                  <a:pt x="1569155" y="339"/>
                </a:lnTo>
                <a:moveTo>
                  <a:pt x="1743504" y="378"/>
                </a:moveTo>
                <a:lnTo>
                  <a:pt x="1843131" y="398"/>
                </a:lnTo>
                <a:lnTo>
                  <a:pt x="1843111" y="25305"/>
                </a:lnTo>
                <a:lnTo>
                  <a:pt x="1743484" y="25285"/>
                </a:lnTo>
                <a:lnTo>
                  <a:pt x="1743504" y="378"/>
                </a:lnTo>
                <a:moveTo>
                  <a:pt x="1917852" y="418"/>
                </a:moveTo>
                <a:lnTo>
                  <a:pt x="2017479" y="438"/>
                </a:lnTo>
                <a:lnTo>
                  <a:pt x="2017460" y="25345"/>
                </a:lnTo>
                <a:lnTo>
                  <a:pt x="1917832" y="25325"/>
                </a:lnTo>
                <a:lnTo>
                  <a:pt x="1917852" y="418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8"/>
                </a:moveTo>
                <a:lnTo>
                  <a:pt x="2714873" y="598"/>
                </a:lnTo>
                <a:lnTo>
                  <a:pt x="2714853" y="25505"/>
                </a:lnTo>
                <a:lnTo>
                  <a:pt x="2615225" y="25485"/>
                </a:lnTo>
                <a:lnTo>
                  <a:pt x="2615245" y="578"/>
                </a:lnTo>
                <a:moveTo>
                  <a:pt x="2789594" y="618"/>
                </a:moveTo>
                <a:lnTo>
                  <a:pt x="2889221" y="638"/>
                </a:lnTo>
                <a:lnTo>
                  <a:pt x="2889201" y="25544"/>
                </a:lnTo>
                <a:lnTo>
                  <a:pt x="2789574" y="25524"/>
                </a:lnTo>
                <a:lnTo>
                  <a:pt x="2789594" y="618"/>
                </a:lnTo>
                <a:moveTo>
                  <a:pt x="2963942" y="657"/>
                </a:moveTo>
                <a:lnTo>
                  <a:pt x="3063570" y="677"/>
                </a:lnTo>
                <a:lnTo>
                  <a:pt x="3063550" y="25584"/>
                </a:lnTo>
                <a:lnTo>
                  <a:pt x="2963922" y="25564"/>
                </a:lnTo>
                <a:lnTo>
                  <a:pt x="2963942" y="657"/>
                </a:lnTo>
                <a:moveTo>
                  <a:pt x="3138290" y="697"/>
                </a:moveTo>
                <a:lnTo>
                  <a:pt x="3237918" y="717"/>
                </a:lnTo>
                <a:lnTo>
                  <a:pt x="3237898" y="25624"/>
                </a:lnTo>
                <a:lnTo>
                  <a:pt x="3138270" y="25604"/>
                </a:lnTo>
                <a:lnTo>
                  <a:pt x="3138290" y="697"/>
                </a:lnTo>
                <a:moveTo>
                  <a:pt x="3312638" y="737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7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81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24"/>
                </a:lnTo>
                <a:lnTo>
                  <a:pt x="3661335" y="81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3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6"/>
                </a:lnTo>
                <a:lnTo>
                  <a:pt x="4109640" y="25803"/>
                </a:lnTo>
                <a:lnTo>
                  <a:pt x="4010012" y="25783"/>
                </a:lnTo>
                <a:lnTo>
                  <a:pt x="4010032" y="877"/>
                </a:lnTo>
                <a:moveTo>
                  <a:pt x="4184380" y="916"/>
                </a:moveTo>
                <a:lnTo>
                  <a:pt x="4284008" y="936"/>
                </a:lnTo>
                <a:lnTo>
                  <a:pt x="4283988" y="25843"/>
                </a:lnTo>
                <a:lnTo>
                  <a:pt x="4184360" y="25823"/>
                </a:lnTo>
                <a:lnTo>
                  <a:pt x="4184380" y="916"/>
                </a:lnTo>
                <a:moveTo>
                  <a:pt x="4358729" y="956"/>
                </a:moveTo>
                <a:lnTo>
                  <a:pt x="4458356" y="976"/>
                </a:lnTo>
                <a:lnTo>
                  <a:pt x="4458336" y="25883"/>
                </a:lnTo>
                <a:lnTo>
                  <a:pt x="4358709" y="25863"/>
                </a:lnTo>
                <a:lnTo>
                  <a:pt x="4358729" y="956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40">
            <a:extLst xmlns:a="http://schemas.openxmlformats.org/drawingml/2006/main">
              <a:ext uri="{FF2B5EF4-FFF2-40B4-BE49-F238E27FC236}">
                <a16:creationId xmlns:a16="http://schemas.microsoft.com/office/drawing/2014/main" id="{A05C15CA-F869-4247-8070-BEE0324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37" y="2434794"/>
            <a:ext cx="4458356" cy="25884"/>
          </a:xfrm>
          <a:custGeom xmlns:a="http://schemas.openxmlformats.org/drawingml/2006/main">
            <a:pathLst>
              <a:path w="4458356" h="25884">
                <a:moveTo>
                  <a:pt x="20" y="0"/>
                </a:moveTo>
                <a:lnTo>
                  <a:pt x="99647" y="20"/>
                </a:lnTo>
                <a:lnTo>
                  <a:pt x="99628" y="24927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7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80"/>
                </a:moveTo>
                <a:lnTo>
                  <a:pt x="448344" y="100"/>
                </a:lnTo>
                <a:lnTo>
                  <a:pt x="448324" y="25007"/>
                </a:lnTo>
                <a:lnTo>
                  <a:pt x="348696" y="24987"/>
                </a:lnTo>
                <a:lnTo>
                  <a:pt x="348717" y="80"/>
                </a:lnTo>
                <a:moveTo>
                  <a:pt x="523065" y="120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7"/>
                </a:lnTo>
                <a:lnTo>
                  <a:pt x="523065" y="120"/>
                </a:lnTo>
                <a:moveTo>
                  <a:pt x="697413" y="159"/>
                </a:moveTo>
                <a:lnTo>
                  <a:pt x="797041" y="179"/>
                </a:lnTo>
                <a:lnTo>
                  <a:pt x="797021" y="25086"/>
                </a:lnTo>
                <a:lnTo>
                  <a:pt x="697394" y="25067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19"/>
                </a:lnTo>
                <a:lnTo>
                  <a:pt x="971369" y="25126"/>
                </a:lnTo>
                <a:lnTo>
                  <a:pt x="871742" y="25107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59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59"/>
                </a:moveTo>
                <a:lnTo>
                  <a:pt x="1320086" y="299"/>
                </a:lnTo>
                <a:lnTo>
                  <a:pt x="1320066" y="25206"/>
                </a:lnTo>
                <a:lnTo>
                  <a:pt x="1220438" y="25166"/>
                </a:lnTo>
                <a:lnTo>
                  <a:pt x="1220458" y="259"/>
                </a:lnTo>
                <a:moveTo>
                  <a:pt x="1394807" y="299"/>
                </a:moveTo>
                <a:lnTo>
                  <a:pt x="1494434" y="339"/>
                </a:lnTo>
                <a:lnTo>
                  <a:pt x="1494415" y="25246"/>
                </a:lnTo>
                <a:lnTo>
                  <a:pt x="1394787" y="25206"/>
                </a:lnTo>
                <a:lnTo>
                  <a:pt x="1394807" y="299"/>
                </a:lnTo>
                <a:moveTo>
                  <a:pt x="1569155" y="339"/>
                </a:moveTo>
                <a:lnTo>
                  <a:pt x="1668783" y="359"/>
                </a:lnTo>
                <a:lnTo>
                  <a:pt x="1668763" y="25266"/>
                </a:lnTo>
                <a:lnTo>
                  <a:pt x="1569135" y="25246"/>
                </a:lnTo>
                <a:lnTo>
                  <a:pt x="1569155" y="339"/>
                </a:lnTo>
                <a:moveTo>
                  <a:pt x="1743504" y="379"/>
                </a:moveTo>
                <a:lnTo>
                  <a:pt x="1843131" y="399"/>
                </a:lnTo>
                <a:lnTo>
                  <a:pt x="1843111" y="25306"/>
                </a:lnTo>
                <a:lnTo>
                  <a:pt x="1743484" y="25286"/>
                </a:lnTo>
                <a:lnTo>
                  <a:pt x="1743504" y="379"/>
                </a:lnTo>
                <a:moveTo>
                  <a:pt x="1917852" y="419"/>
                </a:moveTo>
                <a:lnTo>
                  <a:pt x="2017479" y="439"/>
                </a:lnTo>
                <a:lnTo>
                  <a:pt x="2017460" y="25345"/>
                </a:lnTo>
                <a:lnTo>
                  <a:pt x="1917832" y="25326"/>
                </a:lnTo>
                <a:lnTo>
                  <a:pt x="1917852" y="419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8"/>
                </a:moveTo>
                <a:lnTo>
                  <a:pt x="2714873" y="598"/>
                </a:lnTo>
                <a:lnTo>
                  <a:pt x="2714853" y="25504"/>
                </a:lnTo>
                <a:lnTo>
                  <a:pt x="2615225" y="25485"/>
                </a:lnTo>
                <a:lnTo>
                  <a:pt x="2615245" y="578"/>
                </a:lnTo>
                <a:moveTo>
                  <a:pt x="2789594" y="618"/>
                </a:moveTo>
                <a:lnTo>
                  <a:pt x="2889221" y="638"/>
                </a:lnTo>
                <a:lnTo>
                  <a:pt x="2889201" y="25545"/>
                </a:lnTo>
                <a:lnTo>
                  <a:pt x="2789574" y="25525"/>
                </a:lnTo>
                <a:lnTo>
                  <a:pt x="2789594" y="618"/>
                </a:lnTo>
                <a:moveTo>
                  <a:pt x="2963942" y="658"/>
                </a:moveTo>
                <a:lnTo>
                  <a:pt x="3063570" y="678"/>
                </a:lnTo>
                <a:lnTo>
                  <a:pt x="3063550" y="25585"/>
                </a:lnTo>
                <a:lnTo>
                  <a:pt x="2963922" y="25565"/>
                </a:lnTo>
                <a:lnTo>
                  <a:pt x="2963942" y="658"/>
                </a:lnTo>
                <a:moveTo>
                  <a:pt x="3138290" y="697"/>
                </a:moveTo>
                <a:lnTo>
                  <a:pt x="3237918" y="718"/>
                </a:lnTo>
                <a:lnTo>
                  <a:pt x="3237898" y="25625"/>
                </a:lnTo>
                <a:lnTo>
                  <a:pt x="3138270" y="25605"/>
                </a:lnTo>
                <a:lnTo>
                  <a:pt x="3138290" y="697"/>
                </a:lnTo>
                <a:moveTo>
                  <a:pt x="3312638" y="737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7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81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24"/>
                </a:lnTo>
                <a:lnTo>
                  <a:pt x="3661335" y="81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3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7"/>
                </a:lnTo>
                <a:lnTo>
                  <a:pt x="4109640" y="25804"/>
                </a:lnTo>
                <a:lnTo>
                  <a:pt x="4010012" y="25783"/>
                </a:lnTo>
                <a:lnTo>
                  <a:pt x="4010032" y="877"/>
                </a:lnTo>
                <a:moveTo>
                  <a:pt x="4184380" y="917"/>
                </a:moveTo>
                <a:lnTo>
                  <a:pt x="4284008" y="937"/>
                </a:lnTo>
                <a:lnTo>
                  <a:pt x="4283988" y="25844"/>
                </a:lnTo>
                <a:lnTo>
                  <a:pt x="4184360" y="25823"/>
                </a:lnTo>
                <a:lnTo>
                  <a:pt x="4184380" y="917"/>
                </a:lnTo>
                <a:moveTo>
                  <a:pt x="4358729" y="957"/>
                </a:moveTo>
                <a:lnTo>
                  <a:pt x="4458356" y="977"/>
                </a:lnTo>
                <a:lnTo>
                  <a:pt x="4458336" y="25884"/>
                </a:lnTo>
                <a:lnTo>
                  <a:pt x="4358709" y="25863"/>
                </a:lnTo>
                <a:lnTo>
                  <a:pt x="4358729" y="957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41">
            <a:extLst xmlns:a="http://schemas.openxmlformats.org/drawingml/2006/main">
              <a:ext uri="{FF2B5EF4-FFF2-40B4-BE49-F238E27FC236}">
                <a16:creationId xmlns:a16="http://schemas.microsoft.com/office/drawing/2014/main" id="{017DE349-51A5-40A2-8126-38505C4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37" y="3069422"/>
            <a:ext cx="4458356" cy="25884"/>
          </a:xfrm>
          <a:custGeom xmlns:a="http://schemas.openxmlformats.org/drawingml/2006/main">
            <a:pathLst>
              <a:path w="4458356" h="25884">
                <a:moveTo>
                  <a:pt x="20" y="0"/>
                </a:moveTo>
                <a:lnTo>
                  <a:pt x="99647" y="20"/>
                </a:lnTo>
                <a:lnTo>
                  <a:pt x="99628" y="24927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7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80"/>
                </a:moveTo>
                <a:lnTo>
                  <a:pt x="448344" y="100"/>
                </a:lnTo>
                <a:lnTo>
                  <a:pt x="448324" y="25007"/>
                </a:lnTo>
                <a:lnTo>
                  <a:pt x="348696" y="24987"/>
                </a:lnTo>
                <a:lnTo>
                  <a:pt x="348717" y="80"/>
                </a:lnTo>
                <a:moveTo>
                  <a:pt x="523065" y="120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7"/>
                </a:lnTo>
                <a:lnTo>
                  <a:pt x="523065" y="120"/>
                </a:lnTo>
                <a:moveTo>
                  <a:pt x="697413" y="159"/>
                </a:moveTo>
                <a:lnTo>
                  <a:pt x="797041" y="180"/>
                </a:lnTo>
                <a:lnTo>
                  <a:pt x="797021" y="25086"/>
                </a:lnTo>
                <a:lnTo>
                  <a:pt x="697394" y="25066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20"/>
                </a:lnTo>
                <a:lnTo>
                  <a:pt x="971369" y="25126"/>
                </a:lnTo>
                <a:lnTo>
                  <a:pt x="871742" y="25106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60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79"/>
                </a:moveTo>
                <a:lnTo>
                  <a:pt x="1320086" y="300"/>
                </a:lnTo>
                <a:lnTo>
                  <a:pt x="1320066" y="25206"/>
                </a:lnTo>
                <a:lnTo>
                  <a:pt x="1220438" y="25187"/>
                </a:lnTo>
                <a:lnTo>
                  <a:pt x="1220458" y="279"/>
                </a:lnTo>
                <a:moveTo>
                  <a:pt x="1394807" y="300"/>
                </a:moveTo>
                <a:lnTo>
                  <a:pt x="1494434" y="339"/>
                </a:lnTo>
                <a:lnTo>
                  <a:pt x="1494415" y="25246"/>
                </a:lnTo>
                <a:lnTo>
                  <a:pt x="1394787" y="25206"/>
                </a:lnTo>
                <a:lnTo>
                  <a:pt x="1394807" y="300"/>
                </a:lnTo>
                <a:moveTo>
                  <a:pt x="1569155" y="339"/>
                </a:moveTo>
                <a:lnTo>
                  <a:pt x="1668783" y="359"/>
                </a:lnTo>
                <a:lnTo>
                  <a:pt x="1668763" y="25266"/>
                </a:lnTo>
                <a:lnTo>
                  <a:pt x="1569135" y="25246"/>
                </a:lnTo>
                <a:lnTo>
                  <a:pt x="1569155" y="339"/>
                </a:lnTo>
                <a:moveTo>
                  <a:pt x="1743504" y="379"/>
                </a:moveTo>
                <a:lnTo>
                  <a:pt x="1843131" y="399"/>
                </a:lnTo>
                <a:lnTo>
                  <a:pt x="1843111" y="25306"/>
                </a:lnTo>
                <a:lnTo>
                  <a:pt x="1743484" y="25286"/>
                </a:lnTo>
                <a:lnTo>
                  <a:pt x="1743504" y="379"/>
                </a:lnTo>
                <a:moveTo>
                  <a:pt x="1917852" y="419"/>
                </a:moveTo>
                <a:lnTo>
                  <a:pt x="2017479" y="439"/>
                </a:lnTo>
                <a:lnTo>
                  <a:pt x="2017460" y="25346"/>
                </a:lnTo>
                <a:lnTo>
                  <a:pt x="1917832" y="25326"/>
                </a:lnTo>
                <a:lnTo>
                  <a:pt x="1917852" y="419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9"/>
                </a:moveTo>
                <a:lnTo>
                  <a:pt x="2714873" y="598"/>
                </a:lnTo>
                <a:lnTo>
                  <a:pt x="2714853" y="25505"/>
                </a:lnTo>
                <a:lnTo>
                  <a:pt x="2615225" y="25485"/>
                </a:lnTo>
                <a:lnTo>
                  <a:pt x="2615245" y="579"/>
                </a:lnTo>
                <a:moveTo>
                  <a:pt x="2789594" y="618"/>
                </a:moveTo>
                <a:lnTo>
                  <a:pt x="2889221" y="638"/>
                </a:lnTo>
                <a:lnTo>
                  <a:pt x="2889201" y="25545"/>
                </a:lnTo>
                <a:lnTo>
                  <a:pt x="2789574" y="25525"/>
                </a:lnTo>
                <a:lnTo>
                  <a:pt x="2789594" y="618"/>
                </a:lnTo>
                <a:moveTo>
                  <a:pt x="2963942" y="658"/>
                </a:moveTo>
                <a:lnTo>
                  <a:pt x="3063570" y="678"/>
                </a:lnTo>
                <a:lnTo>
                  <a:pt x="3063550" y="25585"/>
                </a:lnTo>
                <a:lnTo>
                  <a:pt x="2963922" y="25565"/>
                </a:lnTo>
                <a:lnTo>
                  <a:pt x="2963942" y="658"/>
                </a:lnTo>
                <a:moveTo>
                  <a:pt x="3138290" y="698"/>
                </a:moveTo>
                <a:lnTo>
                  <a:pt x="3237918" y="718"/>
                </a:lnTo>
                <a:lnTo>
                  <a:pt x="3237898" y="25624"/>
                </a:lnTo>
                <a:lnTo>
                  <a:pt x="3138270" y="25605"/>
                </a:lnTo>
                <a:lnTo>
                  <a:pt x="3138290" y="698"/>
                </a:lnTo>
                <a:moveTo>
                  <a:pt x="3312638" y="738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8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81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24"/>
                </a:lnTo>
                <a:lnTo>
                  <a:pt x="3661335" y="81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4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7"/>
                </a:lnTo>
                <a:lnTo>
                  <a:pt x="4109640" y="25804"/>
                </a:lnTo>
                <a:lnTo>
                  <a:pt x="4010012" y="25784"/>
                </a:lnTo>
                <a:lnTo>
                  <a:pt x="4010032" y="877"/>
                </a:lnTo>
                <a:moveTo>
                  <a:pt x="4184380" y="917"/>
                </a:moveTo>
                <a:lnTo>
                  <a:pt x="4284008" y="936"/>
                </a:lnTo>
                <a:lnTo>
                  <a:pt x="4283988" y="25844"/>
                </a:lnTo>
                <a:lnTo>
                  <a:pt x="4184360" y="25824"/>
                </a:lnTo>
                <a:lnTo>
                  <a:pt x="4184380" y="917"/>
                </a:lnTo>
                <a:moveTo>
                  <a:pt x="4358729" y="957"/>
                </a:moveTo>
                <a:lnTo>
                  <a:pt x="4458356" y="976"/>
                </a:lnTo>
                <a:lnTo>
                  <a:pt x="4458336" y="25884"/>
                </a:lnTo>
                <a:lnTo>
                  <a:pt x="4358709" y="25864"/>
                </a:lnTo>
                <a:lnTo>
                  <a:pt x="4358729" y="957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42">
            <a:extLst xmlns:a="http://schemas.openxmlformats.org/drawingml/2006/main">
              <a:ext uri="{FF2B5EF4-FFF2-40B4-BE49-F238E27FC236}">
                <a16:creationId xmlns:a16="http://schemas.microsoft.com/office/drawing/2014/main" id="{0CF617FA-D42B-4EA0-B1AE-1C1D77C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37" y="3742905"/>
            <a:ext cx="4458356" cy="25883"/>
          </a:xfrm>
          <a:custGeom xmlns:a="http://schemas.openxmlformats.org/drawingml/2006/main">
            <a:pathLst>
              <a:path w="4458356" h="25883">
                <a:moveTo>
                  <a:pt x="20" y="0"/>
                </a:moveTo>
                <a:lnTo>
                  <a:pt x="99647" y="20"/>
                </a:lnTo>
                <a:lnTo>
                  <a:pt x="99628" y="24926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6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80"/>
                </a:moveTo>
                <a:lnTo>
                  <a:pt x="448344" y="100"/>
                </a:lnTo>
                <a:lnTo>
                  <a:pt x="448324" y="25006"/>
                </a:lnTo>
                <a:lnTo>
                  <a:pt x="348696" y="24987"/>
                </a:lnTo>
                <a:lnTo>
                  <a:pt x="348717" y="80"/>
                </a:lnTo>
                <a:moveTo>
                  <a:pt x="523065" y="120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7"/>
                </a:lnTo>
                <a:lnTo>
                  <a:pt x="523065" y="120"/>
                </a:lnTo>
                <a:moveTo>
                  <a:pt x="697413" y="159"/>
                </a:moveTo>
                <a:lnTo>
                  <a:pt x="797041" y="179"/>
                </a:lnTo>
                <a:lnTo>
                  <a:pt x="797021" y="25086"/>
                </a:lnTo>
                <a:lnTo>
                  <a:pt x="697394" y="25066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19"/>
                </a:lnTo>
                <a:lnTo>
                  <a:pt x="971369" y="25126"/>
                </a:lnTo>
                <a:lnTo>
                  <a:pt x="871742" y="25106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59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59"/>
                </a:moveTo>
                <a:lnTo>
                  <a:pt x="1320086" y="299"/>
                </a:lnTo>
                <a:lnTo>
                  <a:pt x="1320066" y="25206"/>
                </a:lnTo>
                <a:lnTo>
                  <a:pt x="1220438" y="25166"/>
                </a:lnTo>
                <a:lnTo>
                  <a:pt x="1220458" y="259"/>
                </a:lnTo>
                <a:moveTo>
                  <a:pt x="1394807" y="299"/>
                </a:moveTo>
                <a:lnTo>
                  <a:pt x="1494434" y="339"/>
                </a:lnTo>
                <a:lnTo>
                  <a:pt x="1494415" y="25245"/>
                </a:lnTo>
                <a:lnTo>
                  <a:pt x="1394787" y="25206"/>
                </a:lnTo>
                <a:lnTo>
                  <a:pt x="1394807" y="299"/>
                </a:lnTo>
                <a:moveTo>
                  <a:pt x="1569155" y="339"/>
                </a:moveTo>
                <a:lnTo>
                  <a:pt x="1668783" y="358"/>
                </a:lnTo>
                <a:lnTo>
                  <a:pt x="1668763" y="25266"/>
                </a:lnTo>
                <a:lnTo>
                  <a:pt x="1569135" y="25245"/>
                </a:lnTo>
                <a:lnTo>
                  <a:pt x="1569155" y="339"/>
                </a:lnTo>
                <a:moveTo>
                  <a:pt x="1743504" y="379"/>
                </a:moveTo>
                <a:lnTo>
                  <a:pt x="1843131" y="399"/>
                </a:lnTo>
                <a:lnTo>
                  <a:pt x="1843111" y="25306"/>
                </a:lnTo>
                <a:lnTo>
                  <a:pt x="1743484" y="25285"/>
                </a:lnTo>
                <a:lnTo>
                  <a:pt x="1743504" y="379"/>
                </a:lnTo>
                <a:moveTo>
                  <a:pt x="1917852" y="419"/>
                </a:moveTo>
                <a:lnTo>
                  <a:pt x="2017479" y="439"/>
                </a:lnTo>
                <a:lnTo>
                  <a:pt x="2017460" y="25345"/>
                </a:lnTo>
                <a:lnTo>
                  <a:pt x="1917832" y="25325"/>
                </a:lnTo>
                <a:lnTo>
                  <a:pt x="1917852" y="419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8"/>
                </a:moveTo>
                <a:lnTo>
                  <a:pt x="2714873" y="597"/>
                </a:lnTo>
                <a:lnTo>
                  <a:pt x="2714853" y="25505"/>
                </a:lnTo>
                <a:lnTo>
                  <a:pt x="2615225" y="25484"/>
                </a:lnTo>
                <a:lnTo>
                  <a:pt x="2615245" y="578"/>
                </a:lnTo>
                <a:moveTo>
                  <a:pt x="2789594" y="617"/>
                </a:moveTo>
                <a:lnTo>
                  <a:pt x="2889221" y="637"/>
                </a:lnTo>
                <a:lnTo>
                  <a:pt x="2889201" y="25545"/>
                </a:lnTo>
                <a:lnTo>
                  <a:pt x="2789574" y="25524"/>
                </a:lnTo>
                <a:lnTo>
                  <a:pt x="2789594" y="617"/>
                </a:lnTo>
                <a:moveTo>
                  <a:pt x="2963942" y="657"/>
                </a:moveTo>
                <a:lnTo>
                  <a:pt x="3063570" y="677"/>
                </a:lnTo>
                <a:lnTo>
                  <a:pt x="3063550" y="25585"/>
                </a:lnTo>
                <a:lnTo>
                  <a:pt x="2963922" y="25564"/>
                </a:lnTo>
                <a:lnTo>
                  <a:pt x="2963942" y="657"/>
                </a:lnTo>
                <a:moveTo>
                  <a:pt x="3138290" y="698"/>
                </a:moveTo>
                <a:lnTo>
                  <a:pt x="3237918" y="717"/>
                </a:lnTo>
                <a:lnTo>
                  <a:pt x="3237898" y="25625"/>
                </a:lnTo>
                <a:lnTo>
                  <a:pt x="3138270" y="25604"/>
                </a:lnTo>
                <a:lnTo>
                  <a:pt x="3138290" y="698"/>
                </a:lnTo>
                <a:moveTo>
                  <a:pt x="3312638" y="738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8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79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04"/>
                </a:lnTo>
                <a:lnTo>
                  <a:pt x="3661335" y="79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3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7"/>
                </a:lnTo>
                <a:lnTo>
                  <a:pt x="4109640" y="25803"/>
                </a:lnTo>
                <a:lnTo>
                  <a:pt x="4010012" y="25783"/>
                </a:lnTo>
                <a:lnTo>
                  <a:pt x="4010032" y="877"/>
                </a:lnTo>
                <a:moveTo>
                  <a:pt x="4184380" y="916"/>
                </a:moveTo>
                <a:lnTo>
                  <a:pt x="4284008" y="936"/>
                </a:lnTo>
                <a:lnTo>
                  <a:pt x="4283988" y="25843"/>
                </a:lnTo>
                <a:lnTo>
                  <a:pt x="4184360" y="25823"/>
                </a:lnTo>
                <a:lnTo>
                  <a:pt x="4184380" y="916"/>
                </a:lnTo>
                <a:moveTo>
                  <a:pt x="4358729" y="956"/>
                </a:moveTo>
                <a:lnTo>
                  <a:pt x="4458356" y="976"/>
                </a:lnTo>
                <a:lnTo>
                  <a:pt x="4458336" y="25883"/>
                </a:lnTo>
                <a:lnTo>
                  <a:pt x="4358709" y="25864"/>
                </a:lnTo>
                <a:lnTo>
                  <a:pt x="4358729" y="956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-43 Content:">
            <a:extLst xmlns:a="http://schemas.openxmlformats.org/drawingml/2006/main">
              <a:ext uri="{FF2B5EF4-FFF2-40B4-BE49-F238E27FC236}">
                <a16:creationId xmlns:a16="http://schemas.microsoft.com/office/drawing/2014/main" id="{FED9A989-F167-4219-9F92-9885BE23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0644" y="1874366"/>
            <a:ext cx="858082" cy="27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73" name="text-44 The">
            <a:extLst xmlns:a="http://schemas.openxmlformats.org/drawingml/2006/main">
              <a:ext uri="{FF2B5EF4-FFF2-40B4-BE49-F238E27FC236}">
                <a16:creationId xmlns:a16="http://schemas.microsoft.com/office/drawing/2014/main" id="{A3AA757D-8925-4817-9DC3-6D2E60DB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3568" y="1874375"/>
            <a:ext cx="395546" cy="278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74" name="text-44 red">
            <a:extLst xmlns:a="http://schemas.openxmlformats.org/drawingml/2006/main">
              <a:ext uri="{FF2B5EF4-FFF2-40B4-BE49-F238E27FC236}">
                <a16:creationId xmlns:a16="http://schemas.microsoft.com/office/drawing/2014/main" id="{3E84278C-08A0-4E49-B3D6-CA9079A8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996" y="1874541"/>
            <a:ext cx="357529" cy="278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75" name="text-44 panda">
            <a:extLst xmlns:a="http://schemas.openxmlformats.org/drawingml/2006/main">
              <a:ext uri="{FF2B5EF4-FFF2-40B4-BE49-F238E27FC236}">
                <a16:creationId xmlns:a16="http://schemas.microsoft.com/office/drawing/2014/main" id="{9EDCB31D-BAE4-4C9F-9E0E-666097D8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5570" y="1874735"/>
            <a:ext cx="566652" cy="278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panda</a:t>
            </a:r>
          </a:p>
        </p:txBody>
      </p:sp>
      <p:sp>
        <p:nvSpPr>
          <p:cNvPr id="76" name="text-44 (Ailurus">
            <a:extLst xmlns:a="http://schemas.openxmlformats.org/drawingml/2006/main">
              <a:ext uri="{FF2B5EF4-FFF2-40B4-BE49-F238E27FC236}">
                <a16:creationId xmlns:a16="http://schemas.microsoft.com/office/drawing/2014/main" id="{BCC655AC-D461-40CF-A263-D992F1A2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362" y="1874639"/>
            <a:ext cx="763976" cy="278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(Ailurus</a:t>
            </a:r>
          </a:p>
        </p:txBody>
      </p:sp>
      <p:sp>
        <p:nvSpPr>
          <p:cNvPr id="77" name="text-45 fulgens),">
            <a:extLst xmlns:a="http://schemas.openxmlformats.org/drawingml/2006/main">
              <a:ext uri="{FF2B5EF4-FFF2-40B4-BE49-F238E27FC236}">
                <a16:creationId xmlns:a16="http://schemas.microsoft.com/office/drawing/2014/main" id="{1716FF53-2DBE-4574-9A56-36523C7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0644" y="2113408"/>
            <a:ext cx="839970" cy="27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fulgens),</a:t>
            </a:r>
          </a:p>
        </p:txBody>
      </p:sp>
      <p:sp>
        <p:nvSpPr>
          <p:cNvPr id="78" name="text-45 also">
            <a:extLst xmlns:a="http://schemas.openxmlformats.org/drawingml/2006/main">
              <a:ext uri="{FF2B5EF4-FFF2-40B4-BE49-F238E27FC236}">
                <a16:creationId xmlns:a16="http://schemas.microsoft.com/office/drawing/2014/main" id="{E7788E72-6E10-48BD-9382-68570D0E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4415" y="2114050"/>
            <a:ext cx="393081" cy="27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also</a:t>
            </a:r>
          </a:p>
        </p:txBody>
      </p:sp>
      <p:sp>
        <p:nvSpPr>
          <p:cNvPr id="79" name="text-45 known">
            <a:extLst xmlns:a="http://schemas.openxmlformats.org/drawingml/2006/main">
              <a:ext uri="{FF2B5EF4-FFF2-40B4-BE49-F238E27FC236}">
                <a16:creationId xmlns:a16="http://schemas.microsoft.com/office/drawing/2014/main" id="{55718D45-5F75-44AE-940A-FEC4AFD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855" y="2113550"/>
            <a:ext cx="592938" cy="27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known</a:t>
            </a:r>
          </a:p>
        </p:txBody>
      </p:sp>
      <p:sp>
        <p:nvSpPr>
          <p:cNvPr id="80" name="text-45 as">
            <a:extLst xmlns:a="http://schemas.openxmlformats.org/drawingml/2006/main">
              <a:ext uri="{FF2B5EF4-FFF2-40B4-BE49-F238E27FC236}">
                <a16:creationId xmlns:a16="http://schemas.microsoft.com/office/drawing/2014/main" id="{CF6BEDA0-50ED-4954-A011-922ED44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9547" y="2114284"/>
            <a:ext cx="233859" cy="27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81" name="text-45 ......">
            <a:extLst xmlns:a="http://schemas.openxmlformats.org/drawingml/2006/main">
              <a:ext uri="{FF2B5EF4-FFF2-40B4-BE49-F238E27FC236}">
                <a16:creationId xmlns:a16="http://schemas.microsoft.com/office/drawing/2014/main" id="{3E50EE70-9987-4C60-9F93-53C7EEB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582" y="2113010"/>
            <a:ext cx="334393" cy="279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sp>
        <p:nvSpPr>
          <p:cNvPr id="82" name="text-46 Content:">
            <a:extLst xmlns:a="http://schemas.openxmlformats.org/drawingml/2006/main">
              <a:ext uri="{FF2B5EF4-FFF2-40B4-BE49-F238E27FC236}">
                <a16:creationId xmlns:a16="http://schemas.microsoft.com/office/drawing/2014/main" id="{83D046CD-7620-44F4-B954-889A5BBB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666" y="2521945"/>
            <a:ext cx="858082" cy="27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83" name="text-47 Paris">
            <a:extLst xmlns:a="http://schemas.openxmlformats.org/drawingml/2006/main">
              <a:ext uri="{FF2B5EF4-FFF2-40B4-BE49-F238E27FC236}">
                <a16:creationId xmlns:a16="http://schemas.microsoft.com/office/drawing/2014/main" id="{B0C81E2D-29C4-4F20-BFCB-B8A96FB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7590" y="2522429"/>
            <a:ext cx="488965" cy="278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Paris</a:t>
            </a:r>
          </a:p>
        </p:txBody>
      </p:sp>
      <p:sp>
        <p:nvSpPr>
          <p:cNvPr id="84" name="text-47 is">
            <a:extLst xmlns:a="http://schemas.openxmlformats.org/drawingml/2006/main">
              <a:ext uri="{FF2B5EF4-FFF2-40B4-BE49-F238E27FC236}">
                <a16:creationId xmlns:a16="http://schemas.microsoft.com/office/drawing/2014/main" id="{0F832F98-A543-4460-9A9F-D9CBAA16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673" y="2522714"/>
            <a:ext cx="188039" cy="277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85" name="text-47 the">
            <a:extLst xmlns:a="http://schemas.openxmlformats.org/drawingml/2006/main">
              <a:ext uri="{FF2B5EF4-FFF2-40B4-BE49-F238E27FC236}">
                <a16:creationId xmlns:a16="http://schemas.microsoft.com/office/drawing/2014/main" id="{688BFC37-8DFD-42CF-BDA5-321B63EE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2879" y="2522138"/>
            <a:ext cx="353670" cy="27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6" name="text-47 capital">
            <a:extLst xmlns:a="http://schemas.openxmlformats.org/drawingml/2006/main">
              <a:ext uri="{FF2B5EF4-FFF2-40B4-BE49-F238E27FC236}">
                <a16:creationId xmlns:a16="http://schemas.microsoft.com/office/drawing/2014/main" id="{29052D56-9573-4A46-AD09-3D2F0BC3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1464" y="2522246"/>
            <a:ext cx="652025" cy="278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capital</a:t>
            </a:r>
          </a:p>
        </p:txBody>
      </p:sp>
      <p:sp>
        <p:nvSpPr>
          <p:cNvPr id="87" name="text-48 and">
            <a:extLst xmlns:a="http://schemas.openxmlformats.org/drawingml/2006/main">
              <a:ext uri="{FF2B5EF4-FFF2-40B4-BE49-F238E27FC236}">
                <a16:creationId xmlns:a16="http://schemas.microsoft.com/office/drawing/2014/main" id="{FC1D703A-A9DD-49AF-9137-EECA14B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666" y="2761438"/>
            <a:ext cx="358487" cy="278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88" name="text-48 most">
            <a:extLst xmlns:a="http://schemas.openxmlformats.org/drawingml/2006/main">
              <a:ext uri="{FF2B5EF4-FFF2-40B4-BE49-F238E27FC236}">
                <a16:creationId xmlns:a16="http://schemas.microsoft.com/office/drawing/2014/main" id="{782132BD-776C-441F-ADCF-62C9BC1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7237" y="2761656"/>
            <a:ext cx="484850" cy="27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most</a:t>
            </a:r>
          </a:p>
        </p:txBody>
      </p:sp>
      <p:sp>
        <p:nvSpPr>
          <p:cNvPr id="89" name="text-48 populous">
            <a:extLst xmlns:a="http://schemas.openxmlformats.org/drawingml/2006/main">
              <a:ext uri="{FF2B5EF4-FFF2-40B4-BE49-F238E27FC236}">
                <a16:creationId xmlns:a16="http://schemas.microsoft.com/office/drawing/2014/main" id="{3BC3C4FF-700B-4CDF-9D92-FC90E1A6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334" y="2761171"/>
            <a:ext cx="816806" cy="278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populous</a:t>
            </a:r>
          </a:p>
        </p:txBody>
      </p:sp>
      <p:sp>
        <p:nvSpPr>
          <p:cNvPr id="90" name="text-48 city">
            <a:extLst xmlns:a="http://schemas.openxmlformats.org/drawingml/2006/main">
              <a:ext uri="{FF2B5EF4-FFF2-40B4-BE49-F238E27FC236}">
                <a16:creationId xmlns:a16="http://schemas.microsoft.com/office/drawing/2014/main" id="{57BC2573-FB9C-4026-9D7C-A9D29549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7192" y="2761341"/>
            <a:ext cx="391071" cy="27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city</a:t>
            </a:r>
          </a:p>
        </p:txBody>
      </p:sp>
      <p:sp>
        <p:nvSpPr>
          <p:cNvPr id="91" name="text-48 of">
            <a:extLst xmlns:a="http://schemas.openxmlformats.org/drawingml/2006/main">
              <a:ext uri="{FF2B5EF4-FFF2-40B4-BE49-F238E27FC236}">
                <a16:creationId xmlns:a16="http://schemas.microsoft.com/office/drawing/2014/main" id="{DD9393B3-860B-4F81-8326-93A9B221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2640" y="2761678"/>
            <a:ext cx="241142" cy="27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2" name="text-49 ......">
            <a:extLst xmlns:a="http://schemas.openxmlformats.org/drawingml/2006/main">
              <a:ext uri="{FF2B5EF4-FFF2-40B4-BE49-F238E27FC236}">
                <a16:creationId xmlns:a16="http://schemas.microsoft.com/office/drawing/2014/main" id="{0F18BA43-02C6-41F0-A969-270B86C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8644" y="2760590"/>
            <a:ext cx="334393" cy="279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sp>
        <p:nvSpPr>
          <p:cNvPr id="93" name="text-50 Content:">
            <a:extLst xmlns:a="http://schemas.openxmlformats.org/drawingml/2006/main">
              <a:ext uri="{FF2B5EF4-FFF2-40B4-BE49-F238E27FC236}">
                <a16:creationId xmlns:a16="http://schemas.microsoft.com/office/drawing/2014/main" id="{D13790CF-4A77-4A03-A410-DAA97C8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666" y="3185465"/>
            <a:ext cx="858082" cy="27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94" name="text-51 The">
            <a:extLst xmlns:a="http://schemas.openxmlformats.org/drawingml/2006/main">
              <a:ext uri="{FF2B5EF4-FFF2-40B4-BE49-F238E27FC236}">
                <a16:creationId xmlns:a16="http://schemas.microsoft.com/office/drawing/2014/main" id="{5757CAB2-80C6-4CF9-AA63-42ECBCD0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7590" y="3185475"/>
            <a:ext cx="395546" cy="278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5" name="text-51 Great">
            <a:extLst xmlns:a="http://schemas.openxmlformats.org/drawingml/2006/main">
              <a:ext uri="{FF2B5EF4-FFF2-40B4-BE49-F238E27FC236}">
                <a16:creationId xmlns:a16="http://schemas.microsoft.com/office/drawing/2014/main" id="{8680762E-0963-4FF1-ADF2-D24C466D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018" y="3185606"/>
            <a:ext cx="571609" cy="278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Great</a:t>
            </a:r>
          </a:p>
        </p:txBody>
      </p:sp>
      <p:sp>
        <p:nvSpPr>
          <p:cNvPr id="96" name="text-51 Wall">
            <a:extLst xmlns:a="http://schemas.openxmlformats.org/drawingml/2006/main">
              <a:ext uri="{FF2B5EF4-FFF2-40B4-BE49-F238E27FC236}">
                <a16:creationId xmlns:a16="http://schemas.microsoft.com/office/drawing/2014/main" id="{AE098554-802A-4940-AE8C-13432734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791" y="3185626"/>
            <a:ext cx="453790" cy="278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Wall</a:t>
            </a:r>
          </a:p>
        </p:txBody>
      </p:sp>
      <p:sp>
        <p:nvSpPr>
          <p:cNvPr id="97" name="text-51 of">
            <a:extLst xmlns:a="http://schemas.openxmlformats.org/drawingml/2006/main">
              <a:ext uri="{FF2B5EF4-FFF2-40B4-BE49-F238E27FC236}">
                <a16:creationId xmlns:a16="http://schemas.microsoft.com/office/drawing/2014/main" id="{F5AE2DEC-E017-4EDF-9EA1-CCF44CB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2004" y="3186092"/>
            <a:ext cx="241142" cy="27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8" name="text-52 China">
            <a:extLst xmlns:a="http://schemas.openxmlformats.org/drawingml/2006/main">
              <a:ext uri="{FF2B5EF4-FFF2-40B4-BE49-F238E27FC236}">
                <a16:creationId xmlns:a16="http://schemas.microsoft.com/office/drawing/2014/main" id="{99422843-8BC3-4766-9589-D156E2A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666" y="3424292"/>
            <a:ext cx="533891" cy="279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China</a:t>
            </a:r>
          </a:p>
        </p:txBody>
      </p:sp>
      <p:sp>
        <p:nvSpPr>
          <p:cNvPr id="99" name="text-52 is">
            <a:extLst xmlns:a="http://schemas.openxmlformats.org/drawingml/2006/main">
              <a:ext uri="{FF2B5EF4-FFF2-40B4-BE49-F238E27FC236}">
                <a16:creationId xmlns:a16="http://schemas.microsoft.com/office/drawing/2014/main" id="{14A0A576-C70A-4910-B91A-DDBCD568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2581" y="3425340"/>
            <a:ext cx="188039" cy="277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00" name="text-52 a">
            <a:extLst xmlns:a="http://schemas.openxmlformats.org/drawingml/2006/main">
              <a:ext uri="{FF2B5EF4-FFF2-40B4-BE49-F238E27FC236}">
                <a16:creationId xmlns:a16="http://schemas.microsoft.com/office/drawing/2014/main" id="{92175DBB-9878-4502-82B8-F16944A9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4788" y="3425568"/>
            <a:ext cx="137144" cy="277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01" name="text-52 series">
            <a:extLst xmlns:a="http://schemas.openxmlformats.org/drawingml/2006/main">
              <a:ext uri="{FF2B5EF4-FFF2-40B4-BE49-F238E27FC236}">
                <a16:creationId xmlns:a16="http://schemas.microsoft.com/office/drawing/2014/main" id="{F020DE70-D2B0-4E91-8A27-9BE8EB9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6185" y="3424621"/>
            <a:ext cx="599630" cy="278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series</a:t>
            </a:r>
          </a:p>
        </p:txBody>
      </p:sp>
      <p:sp>
        <p:nvSpPr>
          <p:cNvPr id="102" name="text-52 of">
            <a:extLst xmlns:a="http://schemas.openxmlformats.org/drawingml/2006/main">
              <a:ext uri="{FF2B5EF4-FFF2-40B4-BE49-F238E27FC236}">
                <a16:creationId xmlns:a16="http://schemas.microsoft.com/office/drawing/2014/main" id="{C2228F20-71F1-44BE-87BE-B9555AF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9853" y="3425198"/>
            <a:ext cx="241142" cy="27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03" name="text-53 ......">
            <a:extLst xmlns:a="http://schemas.openxmlformats.org/drawingml/2006/main">
              <a:ext uri="{FF2B5EF4-FFF2-40B4-BE49-F238E27FC236}">
                <a16:creationId xmlns:a16="http://schemas.microsoft.com/office/drawing/2014/main" id="{4C54BBEC-903A-4A03-ADCA-C2CD493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5859" y="3424110"/>
            <a:ext cx="334393" cy="279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F734D0-E332-4C37-A73B-45A4B3CE2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ba1967454396"/>
          <a:stretch xmlns:a="http://schemas.openxmlformats.org/drawingml/2006/main"/>
        </p:blipFill>
        <p:spPr>
          <a:xfrm xmlns:a="http://schemas.openxmlformats.org/drawingml/2006/main">
            <a:off x="1129426" y="2547124"/>
            <a:ext cx="700582" cy="437864"/>
          </a:xfrm>
          <a:prstGeom xmlns:a="http://schemas.openxmlformats.org/drawingml/2006/main" prst="rect">
            <a:avLst/>
          </a:prstGeom>
        </p:spPr>
      </p:pic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02D9D9-C2D1-434E-8FC0-E104CE73F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d33f1b4da43ef"/>
          <a:stretch xmlns:a="http://schemas.openxmlformats.org/drawingml/2006/main"/>
        </p:blipFill>
        <p:spPr>
          <a:xfrm xmlns:a="http://schemas.openxmlformats.org/drawingml/2006/main">
            <a:off x="5648635" y="548345"/>
            <a:ext cx="625661" cy="625661"/>
          </a:xfrm>
          <a:prstGeom xmlns:a="http://schemas.openxmlformats.org/drawingml/2006/main" prst="rect">
            <a:avLst/>
          </a:prstGeom>
        </p:spPr>
      </p:pic>
      <p:sp>
        <p:nvSpPr>
          <p:cNvPr id="106" name="text-56 Data">
            <a:extLst xmlns:a="http://schemas.openxmlformats.org/drawingml/2006/main">
              <a:ext uri="{FF2B5EF4-FFF2-40B4-BE49-F238E27FC236}">
                <a16:creationId xmlns:a16="http://schemas.microsoft.com/office/drawing/2014/main" id="{DE72AC4A-5666-4F31-9635-B23EAA67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118" y="691704"/>
            <a:ext cx="668713" cy="390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7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7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97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107" name="text-56 Cluster">
            <a:extLst xmlns:a="http://schemas.openxmlformats.org/drawingml/2006/main">
              <a:ext uri="{FF2B5EF4-FFF2-40B4-BE49-F238E27FC236}">
                <a16:creationId xmlns:a16="http://schemas.microsoft.com/office/drawing/2014/main" id="{FA240CA9-7FA3-4F6A-AFCB-AE8929F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497" y="691549"/>
            <a:ext cx="994742" cy="390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9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5DA6B1D-B42E-421D-BB21-99D79463F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68351e28b4a1e"/>
          <a:stretch xmlns:a="http://schemas.openxmlformats.org/drawingml/2006/main"/>
        </p:blipFill>
        <p:spPr>
          <a:xfrm xmlns:a="http://schemas.openxmlformats.org/drawingml/2006/main">
            <a:off x="4916472" y="2147764"/>
            <a:ext cx="478213" cy="583026"/>
          </a:xfrm>
          <a:prstGeom xmlns:a="http://schemas.openxmlformats.org/drawingml/2006/main" prst="rect">
            <a:avLst/>
          </a:prstGeom>
        </p:spPr>
      </p:pic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E145F10-8393-4546-9C9D-6A0F30935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1a35ce8fe478f"/>
          <a:stretch xmlns:a="http://schemas.openxmlformats.org/drawingml/2006/main"/>
        </p:blipFill>
        <p:spPr>
          <a:xfrm xmlns:a="http://schemas.openxmlformats.org/drawingml/2006/main">
            <a:off x="9499342" y="2155735"/>
            <a:ext cx="478213" cy="583026"/>
          </a:xfrm>
          <a:prstGeom xmlns:a="http://schemas.openxmlformats.org/drawingml/2006/main" prst="rect">
            <a:avLst/>
          </a:prstGeom>
        </p:spPr>
      </p:pic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F6E0A4-8BD6-4F71-88C9-5DE260494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c6d2caaf04734"/>
          <a:stretch xmlns:a="http://schemas.openxmlformats.org/drawingml/2006/main"/>
        </p:blipFill>
        <p:spPr>
          <a:xfrm xmlns:a="http://schemas.openxmlformats.org/drawingml/2006/main">
            <a:off x="10273350" y="530412"/>
            <a:ext cx="643594" cy="643594"/>
          </a:xfrm>
          <a:prstGeom xmlns:a="http://schemas.openxmlformats.org/drawingml/2006/main" prst="rect">
            <a:avLst/>
          </a:prstGeom>
        </p:spPr>
      </p:pic>
      <p:sp>
        <p:nvSpPr>
          <p:cNvPr id="111" name="text-60 Combine">
            <a:extLst xmlns:a="http://schemas.openxmlformats.org/drawingml/2006/main">
              <a:ext uri="{FF2B5EF4-FFF2-40B4-BE49-F238E27FC236}">
                <a16:creationId xmlns:a16="http://schemas.microsoft.com/office/drawing/2014/main" id="{FB46EB10-D808-420D-829C-B6C58250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1004" y="696553"/>
            <a:ext cx="1125184" cy="390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8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2198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Combine</a:t>
            </a:r>
          </a:p>
        </p:txBody>
      </p:sp>
      <p:sp>
        <p:nvSpPr>
          <p:cNvPr id="112" name="path-61">
            <a:extLst xmlns:a="http://schemas.openxmlformats.org/drawingml/2006/main">
              <a:ext uri="{FF2B5EF4-FFF2-40B4-BE49-F238E27FC236}">
                <a16:creationId xmlns:a16="http://schemas.microsoft.com/office/drawing/2014/main" id="{C7F48A52-BD8A-4C52-996C-773744AA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64" y="2634547"/>
            <a:ext cx="1872004" cy="1222431"/>
          </a:xfrm>
          <a:custGeom xmlns:a="http://schemas.openxmlformats.org/drawingml/2006/main">
            <a:pathLst>
              <a:path w="1872004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7"/>
                </a:lnTo>
                <a:lnTo>
                  <a:pt x="19925" y="843827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8"/>
                </a:lnTo>
                <a:lnTo>
                  <a:pt x="19925" y="704348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3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3"/>
                </a:lnTo>
                <a:lnTo>
                  <a:pt x="0" y="505093"/>
                </a:lnTo>
                <a:moveTo>
                  <a:pt x="0" y="365614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4"/>
                </a:lnTo>
                <a:lnTo>
                  <a:pt x="0" y="365614"/>
                </a:lnTo>
                <a:moveTo>
                  <a:pt x="0" y="226135"/>
                </a:moveTo>
                <a:lnTo>
                  <a:pt x="0" y="159305"/>
                </a:lnTo>
                <a:lnTo>
                  <a:pt x="199" y="151235"/>
                </a:lnTo>
                <a:lnTo>
                  <a:pt x="617" y="145696"/>
                </a:lnTo>
                <a:lnTo>
                  <a:pt x="20484" y="147210"/>
                </a:lnTo>
                <a:lnTo>
                  <a:pt x="20085" y="152490"/>
                </a:lnTo>
                <a:lnTo>
                  <a:pt x="20104" y="151992"/>
                </a:lnTo>
                <a:lnTo>
                  <a:pt x="19906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0" y="84962"/>
                </a:moveTo>
                <a:lnTo>
                  <a:pt x="19228" y="83429"/>
                </a:lnTo>
                <a:lnTo>
                  <a:pt x="23075" y="76754"/>
                </a:lnTo>
                <a:lnTo>
                  <a:pt x="27219" y="70278"/>
                </a:lnTo>
                <a:lnTo>
                  <a:pt x="31661" y="64021"/>
                </a:lnTo>
                <a:lnTo>
                  <a:pt x="36404" y="58003"/>
                </a:lnTo>
                <a:lnTo>
                  <a:pt x="41405" y="52225"/>
                </a:lnTo>
                <a:lnTo>
                  <a:pt x="46686" y="46686"/>
                </a:lnTo>
                <a:lnTo>
                  <a:pt x="52224" y="41406"/>
                </a:lnTo>
                <a:lnTo>
                  <a:pt x="58004" y="36404"/>
                </a:lnTo>
                <a:lnTo>
                  <a:pt x="64021" y="31682"/>
                </a:lnTo>
                <a:lnTo>
                  <a:pt x="70277" y="27239"/>
                </a:lnTo>
                <a:lnTo>
                  <a:pt x="75816" y="23672"/>
                </a:lnTo>
                <a:lnTo>
                  <a:pt x="86576" y="40449"/>
                </a:lnTo>
                <a:lnTo>
                  <a:pt x="81236" y="43876"/>
                </a:lnTo>
                <a:lnTo>
                  <a:pt x="81615" y="43598"/>
                </a:lnTo>
                <a:lnTo>
                  <a:pt x="75757" y="47782"/>
                </a:lnTo>
                <a:lnTo>
                  <a:pt x="76136" y="47483"/>
                </a:lnTo>
                <a:lnTo>
                  <a:pt x="70495" y="51926"/>
                </a:lnTo>
                <a:lnTo>
                  <a:pt x="70876" y="51627"/>
                </a:lnTo>
                <a:lnTo>
                  <a:pt x="65435" y="56330"/>
                </a:lnTo>
                <a:lnTo>
                  <a:pt x="65793" y="55991"/>
                </a:lnTo>
                <a:lnTo>
                  <a:pt x="60613" y="60952"/>
                </a:lnTo>
                <a:lnTo>
                  <a:pt x="60933" y="60614"/>
                </a:lnTo>
                <a:lnTo>
                  <a:pt x="55990" y="65794"/>
                </a:lnTo>
                <a:lnTo>
                  <a:pt x="56309" y="65456"/>
                </a:lnTo>
                <a:lnTo>
                  <a:pt x="51607" y="70875"/>
                </a:lnTo>
                <a:lnTo>
                  <a:pt x="51926" y="70517"/>
                </a:lnTo>
                <a:lnTo>
                  <a:pt x="47482" y="76156"/>
                </a:lnTo>
                <a:lnTo>
                  <a:pt x="47761" y="75777"/>
                </a:lnTo>
                <a:lnTo>
                  <a:pt x="43597" y="81635"/>
                </a:lnTo>
                <a:lnTo>
                  <a:pt x="43876" y="81236"/>
                </a:lnTo>
                <a:lnTo>
                  <a:pt x="39970" y="87294"/>
                </a:lnTo>
                <a:lnTo>
                  <a:pt x="40230" y="86895"/>
                </a:lnTo>
                <a:lnTo>
                  <a:pt x="36623" y="93152"/>
                </a:lnTo>
                <a:lnTo>
                  <a:pt x="36862" y="92713"/>
                </a:lnTo>
                <a:lnTo>
                  <a:pt x="36185" y="94048"/>
                </a:lnTo>
                <a:lnTo>
                  <a:pt x="18450" y="84962"/>
                </a:lnTo>
                <a:moveTo>
                  <a:pt x="135713" y="1754"/>
                </a:moveTo>
                <a:lnTo>
                  <a:pt x="143125" y="817"/>
                </a:lnTo>
                <a:lnTo>
                  <a:pt x="151215" y="199"/>
                </a:lnTo>
                <a:lnTo>
                  <a:pt x="159285" y="0"/>
                </a:lnTo>
                <a:lnTo>
                  <a:pt x="216571" y="0"/>
                </a:lnTo>
                <a:lnTo>
                  <a:pt x="216571" y="19926"/>
                </a:lnTo>
                <a:lnTo>
                  <a:pt x="159404" y="19926"/>
                </a:lnTo>
                <a:lnTo>
                  <a:pt x="159663" y="19926"/>
                </a:lnTo>
                <a:lnTo>
                  <a:pt x="151973" y="20125"/>
                </a:lnTo>
                <a:lnTo>
                  <a:pt x="152469" y="20085"/>
                </a:lnTo>
                <a:lnTo>
                  <a:pt x="144878" y="20663"/>
                </a:lnTo>
                <a:lnTo>
                  <a:pt x="145396" y="20623"/>
                </a:lnTo>
                <a:lnTo>
                  <a:pt x="138224" y="21520"/>
                </a:lnTo>
                <a:lnTo>
                  <a:pt x="135713" y="1754"/>
                </a:lnTo>
                <a:moveTo>
                  <a:pt x="276346" y="0"/>
                </a:moveTo>
                <a:lnTo>
                  <a:pt x="356049" y="0"/>
                </a:lnTo>
                <a:lnTo>
                  <a:pt x="356049" y="19926"/>
                </a:lnTo>
                <a:lnTo>
                  <a:pt x="276346" y="19926"/>
                </a:lnTo>
                <a:lnTo>
                  <a:pt x="276346" y="0"/>
                </a:lnTo>
                <a:moveTo>
                  <a:pt x="415826" y="0"/>
                </a:moveTo>
                <a:lnTo>
                  <a:pt x="495527" y="0"/>
                </a:lnTo>
                <a:lnTo>
                  <a:pt x="495527" y="19926"/>
                </a:lnTo>
                <a:lnTo>
                  <a:pt x="415826" y="19926"/>
                </a:lnTo>
                <a:lnTo>
                  <a:pt x="415826" y="0"/>
                </a:lnTo>
                <a:moveTo>
                  <a:pt x="555305" y="0"/>
                </a:moveTo>
                <a:lnTo>
                  <a:pt x="635007" y="0"/>
                </a:lnTo>
                <a:lnTo>
                  <a:pt x="635007" y="19926"/>
                </a:lnTo>
                <a:lnTo>
                  <a:pt x="555305" y="19926"/>
                </a:lnTo>
                <a:lnTo>
                  <a:pt x="555305" y="0"/>
                </a:lnTo>
                <a:moveTo>
                  <a:pt x="694783" y="0"/>
                </a:moveTo>
                <a:lnTo>
                  <a:pt x="774485" y="0"/>
                </a:lnTo>
                <a:lnTo>
                  <a:pt x="774485" y="19926"/>
                </a:lnTo>
                <a:lnTo>
                  <a:pt x="694783" y="19926"/>
                </a:lnTo>
                <a:lnTo>
                  <a:pt x="694783" y="0"/>
                </a:lnTo>
                <a:moveTo>
                  <a:pt x="834263" y="0"/>
                </a:moveTo>
                <a:lnTo>
                  <a:pt x="913963" y="0"/>
                </a:lnTo>
                <a:lnTo>
                  <a:pt x="913963" y="19926"/>
                </a:lnTo>
                <a:lnTo>
                  <a:pt x="834263" y="19926"/>
                </a:lnTo>
                <a:lnTo>
                  <a:pt x="834263" y="0"/>
                </a:lnTo>
                <a:moveTo>
                  <a:pt x="973741" y="0"/>
                </a:moveTo>
                <a:lnTo>
                  <a:pt x="1053443" y="0"/>
                </a:lnTo>
                <a:lnTo>
                  <a:pt x="1053443" y="19926"/>
                </a:lnTo>
                <a:lnTo>
                  <a:pt x="973741" y="19926"/>
                </a:lnTo>
                <a:lnTo>
                  <a:pt x="973741" y="0"/>
                </a:lnTo>
                <a:moveTo>
                  <a:pt x="1113219" y="0"/>
                </a:moveTo>
                <a:lnTo>
                  <a:pt x="1192921" y="0"/>
                </a:lnTo>
                <a:lnTo>
                  <a:pt x="1192921" y="19926"/>
                </a:lnTo>
                <a:lnTo>
                  <a:pt x="1113219" y="19926"/>
                </a:lnTo>
                <a:lnTo>
                  <a:pt x="1113219" y="0"/>
                </a:lnTo>
                <a:moveTo>
                  <a:pt x="1252699" y="0"/>
                </a:moveTo>
                <a:lnTo>
                  <a:pt x="1332400" y="0"/>
                </a:lnTo>
                <a:lnTo>
                  <a:pt x="1332400" y="19926"/>
                </a:lnTo>
                <a:lnTo>
                  <a:pt x="1252699" y="19926"/>
                </a:lnTo>
                <a:lnTo>
                  <a:pt x="1252699" y="0"/>
                </a:lnTo>
                <a:moveTo>
                  <a:pt x="1392177" y="0"/>
                </a:moveTo>
                <a:lnTo>
                  <a:pt x="1471880" y="0"/>
                </a:lnTo>
                <a:lnTo>
                  <a:pt x="1471880" y="19926"/>
                </a:lnTo>
                <a:lnTo>
                  <a:pt x="1392177" y="19926"/>
                </a:lnTo>
                <a:lnTo>
                  <a:pt x="1392177" y="0"/>
                </a:lnTo>
                <a:moveTo>
                  <a:pt x="1531655" y="0"/>
                </a:moveTo>
                <a:lnTo>
                  <a:pt x="1611358" y="0"/>
                </a:lnTo>
                <a:lnTo>
                  <a:pt x="1611358" y="19926"/>
                </a:lnTo>
                <a:lnTo>
                  <a:pt x="1531655" y="19926"/>
                </a:lnTo>
                <a:lnTo>
                  <a:pt x="1531655" y="0"/>
                </a:lnTo>
                <a:moveTo>
                  <a:pt x="1671135" y="0"/>
                </a:moveTo>
                <a:lnTo>
                  <a:pt x="1712699" y="0"/>
                </a:lnTo>
                <a:lnTo>
                  <a:pt x="1720768" y="199"/>
                </a:lnTo>
                <a:lnTo>
                  <a:pt x="1728858" y="817"/>
                </a:lnTo>
                <a:lnTo>
                  <a:pt x="1736829" y="1833"/>
                </a:lnTo>
                <a:lnTo>
                  <a:pt x="1744698" y="3228"/>
                </a:lnTo>
                <a:lnTo>
                  <a:pt x="1752410" y="5021"/>
                </a:lnTo>
                <a:lnTo>
                  <a:pt x="1753148" y="5220"/>
                </a:lnTo>
                <a:lnTo>
                  <a:pt x="1747708" y="24389"/>
                </a:lnTo>
                <a:lnTo>
                  <a:pt x="1747209" y="24250"/>
                </a:lnTo>
                <a:lnTo>
                  <a:pt x="1747687" y="24369"/>
                </a:lnTo>
                <a:lnTo>
                  <a:pt x="1740454" y="22715"/>
                </a:lnTo>
                <a:lnTo>
                  <a:pt x="1740932" y="22815"/>
                </a:lnTo>
                <a:lnTo>
                  <a:pt x="1733581" y="21500"/>
                </a:lnTo>
                <a:lnTo>
                  <a:pt x="1734079" y="21560"/>
                </a:lnTo>
                <a:lnTo>
                  <a:pt x="1726607" y="20623"/>
                </a:lnTo>
                <a:lnTo>
                  <a:pt x="1727104" y="20663"/>
                </a:lnTo>
                <a:lnTo>
                  <a:pt x="1719513" y="20085"/>
                </a:lnTo>
                <a:lnTo>
                  <a:pt x="1720012" y="20125"/>
                </a:lnTo>
                <a:lnTo>
                  <a:pt x="1712320" y="19926"/>
                </a:lnTo>
                <a:lnTo>
                  <a:pt x="1712578" y="19926"/>
                </a:lnTo>
                <a:lnTo>
                  <a:pt x="1671135" y="19926"/>
                </a:lnTo>
                <a:lnTo>
                  <a:pt x="1671135" y="0"/>
                </a:lnTo>
                <a:moveTo>
                  <a:pt x="1809875" y="33176"/>
                </a:moveTo>
                <a:lnTo>
                  <a:pt x="1813980" y="36404"/>
                </a:lnTo>
                <a:lnTo>
                  <a:pt x="1819758" y="41406"/>
                </a:lnTo>
                <a:lnTo>
                  <a:pt x="1825298" y="46686"/>
                </a:lnTo>
                <a:lnTo>
                  <a:pt x="1830579" y="52225"/>
                </a:lnTo>
                <a:lnTo>
                  <a:pt x="1835580" y="58003"/>
                </a:lnTo>
                <a:lnTo>
                  <a:pt x="1840321" y="64021"/>
                </a:lnTo>
                <a:lnTo>
                  <a:pt x="1844766" y="70278"/>
                </a:lnTo>
                <a:lnTo>
                  <a:pt x="1848910" y="76754"/>
                </a:lnTo>
                <a:lnTo>
                  <a:pt x="1852755" y="83429"/>
                </a:lnTo>
                <a:lnTo>
                  <a:pt x="1856262" y="90303"/>
                </a:lnTo>
                <a:lnTo>
                  <a:pt x="1859469" y="97356"/>
                </a:lnTo>
                <a:lnTo>
                  <a:pt x="1860547" y="100126"/>
                </a:lnTo>
                <a:lnTo>
                  <a:pt x="1842016" y="107419"/>
                </a:lnTo>
                <a:lnTo>
                  <a:pt x="1841018" y="104908"/>
                </a:lnTo>
                <a:lnTo>
                  <a:pt x="1841198" y="105347"/>
                </a:lnTo>
                <a:lnTo>
                  <a:pt x="1838209" y="98731"/>
                </a:lnTo>
                <a:lnTo>
                  <a:pt x="1838428" y="99170"/>
                </a:lnTo>
                <a:lnTo>
                  <a:pt x="1835120" y="92713"/>
                </a:lnTo>
                <a:lnTo>
                  <a:pt x="1835361" y="93152"/>
                </a:lnTo>
                <a:lnTo>
                  <a:pt x="1831753" y="86895"/>
                </a:lnTo>
                <a:lnTo>
                  <a:pt x="1832012" y="87294"/>
                </a:lnTo>
                <a:lnTo>
                  <a:pt x="1828126" y="81236"/>
                </a:lnTo>
                <a:lnTo>
                  <a:pt x="1828386" y="81635"/>
                </a:lnTo>
                <a:lnTo>
                  <a:pt x="1824221" y="75777"/>
                </a:lnTo>
                <a:lnTo>
                  <a:pt x="1824501" y="76156"/>
                </a:lnTo>
                <a:lnTo>
                  <a:pt x="1820077" y="70517"/>
                </a:lnTo>
                <a:lnTo>
                  <a:pt x="1820375" y="70875"/>
                </a:lnTo>
                <a:lnTo>
                  <a:pt x="1815673" y="65456"/>
                </a:lnTo>
                <a:lnTo>
                  <a:pt x="1815992" y="65794"/>
                </a:lnTo>
                <a:lnTo>
                  <a:pt x="1811051" y="60614"/>
                </a:lnTo>
                <a:lnTo>
                  <a:pt x="1811390" y="60952"/>
                </a:lnTo>
                <a:lnTo>
                  <a:pt x="1806189" y="55991"/>
                </a:lnTo>
                <a:lnTo>
                  <a:pt x="1806547" y="56330"/>
                </a:lnTo>
                <a:lnTo>
                  <a:pt x="1801127" y="51627"/>
                </a:lnTo>
                <a:lnTo>
                  <a:pt x="1801487" y="51926"/>
                </a:lnTo>
                <a:lnTo>
                  <a:pt x="1797561" y="48838"/>
                </a:lnTo>
                <a:lnTo>
                  <a:pt x="1809875" y="33176"/>
                </a:lnTo>
                <a:moveTo>
                  <a:pt x="1872004" y="162174"/>
                </a:moveTo>
                <a:lnTo>
                  <a:pt x="1872004" y="241876"/>
                </a:lnTo>
                <a:lnTo>
                  <a:pt x="1852079" y="241876"/>
                </a:lnTo>
                <a:lnTo>
                  <a:pt x="1852079" y="162174"/>
                </a:lnTo>
                <a:lnTo>
                  <a:pt x="1872004" y="162174"/>
                </a:lnTo>
                <a:moveTo>
                  <a:pt x="1872004" y="301653"/>
                </a:moveTo>
                <a:lnTo>
                  <a:pt x="1872004" y="381355"/>
                </a:lnTo>
                <a:lnTo>
                  <a:pt x="1852079" y="381355"/>
                </a:lnTo>
                <a:lnTo>
                  <a:pt x="1852079" y="301653"/>
                </a:lnTo>
                <a:lnTo>
                  <a:pt x="1872004" y="301653"/>
                </a:lnTo>
                <a:moveTo>
                  <a:pt x="1872004" y="441132"/>
                </a:moveTo>
                <a:lnTo>
                  <a:pt x="1872004" y="520833"/>
                </a:lnTo>
                <a:lnTo>
                  <a:pt x="1852079" y="520833"/>
                </a:lnTo>
                <a:lnTo>
                  <a:pt x="1852079" y="441132"/>
                </a:lnTo>
                <a:lnTo>
                  <a:pt x="1872004" y="441132"/>
                </a:lnTo>
                <a:moveTo>
                  <a:pt x="1872004" y="580610"/>
                </a:moveTo>
                <a:lnTo>
                  <a:pt x="1872004" y="660312"/>
                </a:lnTo>
                <a:lnTo>
                  <a:pt x="1852079" y="660312"/>
                </a:lnTo>
                <a:lnTo>
                  <a:pt x="1852079" y="580610"/>
                </a:lnTo>
                <a:lnTo>
                  <a:pt x="1872004" y="580610"/>
                </a:lnTo>
                <a:moveTo>
                  <a:pt x="1872004" y="720089"/>
                </a:moveTo>
                <a:lnTo>
                  <a:pt x="1872004" y="799791"/>
                </a:lnTo>
                <a:lnTo>
                  <a:pt x="1852079" y="799791"/>
                </a:lnTo>
                <a:lnTo>
                  <a:pt x="1852079" y="720089"/>
                </a:lnTo>
                <a:lnTo>
                  <a:pt x="1872004" y="720089"/>
                </a:lnTo>
                <a:moveTo>
                  <a:pt x="1872004" y="859567"/>
                </a:moveTo>
                <a:lnTo>
                  <a:pt x="1872004" y="939269"/>
                </a:lnTo>
                <a:lnTo>
                  <a:pt x="1852079" y="939269"/>
                </a:lnTo>
                <a:lnTo>
                  <a:pt x="1852079" y="859567"/>
                </a:lnTo>
                <a:lnTo>
                  <a:pt x="1872004" y="859567"/>
                </a:lnTo>
                <a:moveTo>
                  <a:pt x="1872004" y="999046"/>
                </a:moveTo>
                <a:lnTo>
                  <a:pt x="1872004" y="1063127"/>
                </a:lnTo>
                <a:lnTo>
                  <a:pt x="1871785" y="1071196"/>
                </a:lnTo>
                <a:lnTo>
                  <a:pt x="1871166" y="1079306"/>
                </a:lnTo>
                <a:lnTo>
                  <a:pt x="1871086" y="1079964"/>
                </a:lnTo>
                <a:lnTo>
                  <a:pt x="1851320" y="1077453"/>
                </a:lnTo>
                <a:lnTo>
                  <a:pt x="1851379" y="1077035"/>
                </a:lnTo>
                <a:lnTo>
                  <a:pt x="1851320" y="1077533"/>
                </a:lnTo>
                <a:lnTo>
                  <a:pt x="1851899" y="1069941"/>
                </a:lnTo>
                <a:lnTo>
                  <a:pt x="1851878" y="1070439"/>
                </a:lnTo>
                <a:lnTo>
                  <a:pt x="1852079" y="1062748"/>
                </a:lnTo>
                <a:lnTo>
                  <a:pt x="1852079" y="1063007"/>
                </a:lnTo>
                <a:lnTo>
                  <a:pt x="1852079" y="999046"/>
                </a:lnTo>
                <a:lnTo>
                  <a:pt x="1872004" y="999046"/>
                </a:lnTo>
                <a:moveTo>
                  <a:pt x="1851997" y="1140318"/>
                </a:moveTo>
                <a:lnTo>
                  <a:pt x="1848910" y="1145678"/>
                </a:lnTo>
                <a:lnTo>
                  <a:pt x="1844766" y="1152154"/>
                </a:lnTo>
                <a:lnTo>
                  <a:pt x="1840321" y="1158410"/>
                </a:lnTo>
                <a:lnTo>
                  <a:pt x="1835580" y="1164428"/>
                </a:lnTo>
                <a:lnTo>
                  <a:pt x="1830579" y="1170207"/>
                </a:lnTo>
                <a:lnTo>
                  <a:pt x="1825298" y="1175746"/>
                </a:lnTo>
                <a:lnTo>
                  <a:pt x="1819758" y="1181026"/>
                </a:lnTo>
                <a:lnTo>
                  <a:pt x="1813980" y="1186028"/>
                </a:lnTo>
                <a:lnTo>
                  <a:pt x="1807962" y="1190750"/>
                </a:lnTo>
                <a:lnTo>
                  <a:pt x="1801706" y="1195193"/>
                </a:lnTo>
                <a:lnTo>
                  <a:pt x="1795249" y="1199357"/>
                </a:lnTo>
                <a:lnTo>
                  <a:pt x="1793397" y="1200413"/>
                </a:lnTo>
                <a:lnTo>
                  <a:pt x="1783455" y="1183138"/>
                </a:lnTo>
                <a:lnTo>
                  <a:pt x="1785109" y="1182201"/>
                </a:lnTo>
                <a:lnTo>
                  <a:pt x="1784690" y="1182441"/>
                </a:lnTo>
                <a:lnTo>
                  <a:pt x="1790768" y="1178555"/>
                </a:lnTo>
                <a:lnTo>
                  <a:pt x="1790367" y="1178814"/>
                </a:lnTo>
                <a:lnTo>
                  <a:pt x="1796226" y="1174650"/>
                </a:lnTo>
                <a:lnTo>
                  <a:pt x="1795848" y="1174949"/>
                </a:lnTo>
                <a:lnTo>
                  <a:pt x="1801487" y="1170505"/>
                </a:lnTo>
                <a:lnTo>
                  <a:pt x="1801127" y="1170805"/>
                </a:lnTo>
                <a:lnTo>
                  <a:pt x="1806547" y="1166101"/>
                </a:lnTo>
                <a:lnTo>
                  <a:pt x="1806189" y="1166441"/>
                </a:lnTo>
                <a:lnTo>
                  <a:pt x="1811390" y="1161479"/>
                </a:lnTo>
                <a:lnTo>
                  <a:pt x="1811051" y="1161818"/>
                </a:lnTo>
                <a:lnTo>
                  <a:pt x="1815992" y="1156617"/>
                </a:lnTo>
                <a:lnTo>
                  <a:pt x="1815673" y="1156976"/>
                </a:lnTo>
                <a:lnTo>
                  <a:pt x="1820375" y="1151556"/>
                </a:lnTo>
                <a:lnTo>
                  <a:pt x="1820077" y="1151915"/>
                </a:lnTo>
                <a:lnTo>
                  <a:pt x="1824501" y="1146276"/>
                </a:lnTo>
                <a:lnTo>
                  <a:pt x="1824221" y="1146655"/>
                </a:lnTo>
                <a:lnTo>
                  <a:pt x="1828386" y="1140796"/>
                </a:lnTo>
                <a:lnTo>
                  <a:pt x="1828126" y="1141195"/>
                </a:lnTo>
                <a:lnTo>
                  <a:pt x="1832012" y="1135137"/>
                </a:lnTo>
                <a:lnTo>
                  <a:pt x="1831753" y="1135536"/>
                </a:lnTo>
                <a:lnTo>
                  <a:pt x="1834721" y="1130375"/>
                </a:lnTo>
                <a:lnTo>
                  <a:pt x="1851997" y="1140318"/>
                </a:lnTo>
                <a:moveTo>
                  <a:pt x="1733560" y="1221016"/>
                </a:moveTo>
                <a:lnTo>
                  <a:pt x="1728858" y="1221614"/>
                </a:lnTo>
                <a:lnTo>
                  <a:pt x="1720768" y="1222232"/>
                </a:lnTo>
                <a:lnTo>
                  <a:pt x="1712699" y="1222431"/>
                </a:lnTo>
                <a:lnTo>
                  <a:pt x="1652664" y="1222431"/>
                </a:lnTo>
                <a:lnTo>
                  <a:pt x="1652664" y="1202506"/>
                </a:lnTo>
                <a:lnTo>
                  <a:pt x="1712578" y="1202506"/>
                </a:lnTo>
                <a:lnTo>
                  <a:pt x="1712320" y="1202506"/>
                </a:lnTo>
                <a:lnTo>
                  <a:pt x="1720012" y="1202306"/>
                </a:lnTo>
                <a:lnTo>
                  <a:pt x="1719513" y="1202346"/>
                </a:lnTo>
                <a:lnTo>
                  <a:pt x="1727104" y="1201769"/>
                </a:lnTo>
                <a:lnTo>
                  <a:pt x="1726607" y="1201809"/>
                </a:lnTo>
                <a:lnTo>
                  <a:pt x="1731050" y="1201251"/>
                </a:lnTo>
                <a:lnTo>
                  <a:pt x="1733560" y="1221016"/>
                </a:lnTo>
                <a:moveTo>
                  <a:pt x="1592886" y="1222431"/>
                </a:moveTo>
                <a:lnTo>
                  <a:pt x="1513184" y="1222431"/>
                </a:lnTo>
                <a:lnTo>
                  <a:pt x="1513184" y="1202506"/>
                </a:lnTo>
                <a:lnTo>
                  <a:pt x="1592886" y="1202506"/>
                </a:lnTo>
                <a:lnTo>
                  <a:pt x="1592886" y="1222431"/>
                </a:lnTo>
                <a:moveTo>
                  <a:pt x="1453408" y="1222431"/>
                </a:moveTo>
                <a:lnTo>
                  <a:pt x="1373705" y="1222431"/>
                </a:lnTo>
                <a:lnTo>
                  <a:pt x="1373705" y="1202506"/>
                </a:lnTo>
                <a:lnTo>
                  <a:pt x="1453408" y="1202506"/>
                </a:lnTo>
                <a:lnTo>
                  <a:pt x="1453408" y="1222431"/>
                </a:lnTo>
                <a:moveTo>
                  <a:pt x="1313930" y="1222431"/>
                </a:moveTo>
                <a:lnTo>
                  <a:pt x="1234227" y="1222431"/>
                </a:lnTo>
                <a:lnTo>
                  <a:pt x="1234227" y="1202506"/>
                </a:lnTo>
                <a:lnTo>
                  <a:pt x="1313930" y="1202506"/>
                </a:lnTo>
                <a:lnTo>
                  <a:pt x="1313930" y="1222431"/>
                </a:lnTo>
                <a:moveTo>
                  <a:pt x="1174450" y="1222431"/>
                </a:moveTo>
                <a:lnTo>
                  <a:pt x="1094749" y="1222431"/>
                </a:lnTo>
                <a:lnTo>
                  <a:pt x="1094749" y="1202506"/>
                </a:lnTo>
                <a:lnTo>
                  <a:pt x="1174450" y="1202506"/>
                </a:lnTo>
                <a:lnTo>
                  <a:pt x="1174450" y="1222431"/>
                </a:lnTo>
                <a:moveTo>
                  <a:pt x="1034972" y="1222431"/>
                </a:moveTo>
                <a:lnTo>
                  <a:pt x="955269" y="1222431"/>
                </a:lnTo>
                <a:lnTo>
                  <a:pt x="955269" y="1202506"/>
                </a:lnTo>
                <a:lnTo>
                  <a:pt x="1034972" y="1202506"/>
                </a:lnTo>
                <a:lnTo>
                  <a:pt x="1034972" y="1222431"/>
                </a:lnTo>
                <a:moveTo>
                  <a:pt x="895494" y="1222431"/>
                </a:moveTo>
                <a:lnTo>
                  <a:pt x="815791" y="1222431"/>
                </a:lnTo>
                <a:lnTo>
                  <a:pt x="815791" y="1202506"/>
                </a:lnTo>
                <a:lnTo>
                  <a:pt x="895494" y="1202506"/>
                </a:lnTo>
                <a:lnTo>
                  <a:pt x="895494" y="1222431"/>
                </a:lnTo>
                <a:moveTo>
                  <a:pt x="756014" y="1222431"/>
                </a:moveTo>
                <a:lnTo>
                  <a:pt x="676313" y="1222431"/>
                </a:lnTo>
                <a:lnTo>
                  <a:pt x="676313" y="1202506"/>
                </a:lnTo>
                <a:lnTo>
                  <a:pt x="756014" y="1202506"/>
                </a:lnTo>
                <a:lnTo>
                  <a:pt x="756014" y="1222431"/>
                </a:lnTo>
                <a:moveTo>
                  <a:pt x="616536" y="1222431"/>
                </a:moveTo>
                <a:lnTo>
                  <a:pt x="536833" y="1222431"/>
                </a:lnTo>
                <a:lnTo>
                  <a:pt x="536833" y="1202506"/>
                </a:lnTo>
                <a:lnTo>
                  <a:pt x="616536" y="1202506"/>
                </a:lnTo>
                <a:lnTo>
                  <a:pt x="616536" y="1222431"/>
                </a:lnTo>
                <a:moveTo>
                  <a:pt x="477058" y="1222431"/>
                </a:moveTo>
                <a:lnTo>
                  <a:pt x="397355" y="1222431"/>
                </a:lnTo>
                <a:lnTo>
                  <a:pt x="397355" y="1202506"/>
                </a:lnTo>
                <a:lnTo>
                  <a:pt x="477058" y="1202506"/>
                </a:lnTo>
                <a:lnTo>
                  <a:pt x="477058" y="1222431"/>
                </a:lnTo>
                <a:moveTo>
                  <a:pt x="337577" y="1222431"/>
                </a:moveTo>
                <a:lnTo>
                  <a:pt x="257877" y="1222431"/>
                </a:lnTo>
                <a:lnTo>
                  <a:pt x="257877" y="1202506"/>
                </a:lnTo>
                <a:lnTo>
                  <a:pt x="337577" y="1202506"/>
                </a:lnTo>
                <a:lnTo>
                  <a:pt x="337577" y="1222431"/>
                </a:lnTo>
                <a:moveTo>
                  <a:pt x="198099" y="1222431"/>
                </a:moveTo>
                <a:lnTo>
                  <a:pt x="159285" y="1222431"/>
                </a:lnTo>
                <a:lnTo>
                  <a:pt x="151215" y="1222232"/>
                </a:lnTo>
                <a:lnTo>
                  <a:pt x="143125" y="1221614"/>
                </a:lnTo>
                <a:lnTo>
                  <a:pt x="135155" y="1220598"/>
                </a:lnTo>
                <a:lnTo>
                  <a:pt x="127304" y="1219204"/>
                </a:lnTo>
                <a:lnTo>
                  <a:pt x="119572" y="1217410"/>
                </a:lnTo>
                <a:lnTo>
                  <a:pt x="116185" y="1216454"/>
                </a:lnTo>
                <a:lnTo>
                  <a:pt x="121625" y="1197285"/>
                </a:lnTo>
                <a:lnTo>
                  <a:pt x="124773" y="1198182"/>
                </a:lnTo>
                <a:lnTo>
                  <a:pt x="124295" y="1198062"/>
                </a:lnTo>
                <a:lnTo>
                  <a:pt x="131528" y="1199716"/>
                </a:lnTo>
                <a:lnTo>
                  <a:pt x="131050" y="1199617"/>
                </a:lnTo>
                <a:lnTo>
                  <a:pt x="138403" y="1200932"/>
                </a:lnTo>
                <a:lnTo>
                  <a:pt x="137905" y="1200872"/>
                </a:lnTo>
                <a:lnTo>
                  <a:pt x="145396" y="1201809"/>
                </a:lnTo>
                <a:lnTo>
                  <a:pt x="144878" y="1201769"/>
                </a:lnTo>
                <a:lnTo>
                  <a:pt x="152469" y="1202346"/>
                </a:lnTo>
                <a:lnTo>
                  <a:pt x="151973" y="1202306"/>
                </a:lnTo>
                <a:lnTo>
                  <a:pt x="159663" y="1202506"/>
                </a:lnTo>
                <a:lnTo>
                  <a:pt x="159404" y="1202506"/>
                </a:lnTo>
                <a:lnTo>
                  <a:pt x="198099" y="1202506"/>
                </a:lnTo>
                <a:lnTo>
                  <a:pt x="198099" y="1222431"/>
                </a:lnTo>
                <a:moveTo>
                  <a:pt x="59956" y="1187561"/>
                </a:moveTo>
                <a:lnTo>
                  <a:pt x="58004" y="1186028"/>
                </a:lnTo>
                <a:lnTo>
                  <a:pt x="52224" y="1181026"/>
                </a:lnTo>
                <a:lnTo>
                  <a:pt x="46686" y="1175746"/>
                </a:lnTo>
                <a:lnTo>
                  <a:pt x="41405" y="1170207"/>
                </a:lnTo>
                <a:lnTo>
                  <a:pt x="36404" y="1164428"/>
                </a:lnTo>
                <a:lnTo>
                  <a:pt x="31661" y="1158410"/>
                </a:lnTo>
                <a:lnTo>
                  <a:pt x="27219" y="1152154"/>
                </a:lnTo>
                <a:lnTo>
                  <a:pt x="23075" y="1145678"/>
                </a:lnTo>
                <a:lnTo>
                  <a:pt x="19228" y="1139003"/>
                </a:lnTo>
                <a:lnTo>
                  <a:pt x="15721" y="1132129"/>
                </a:lnTo>
                <a:lnTo>
                  <a:pt x="12513" y="1125076"/>
                </a:lnTo>
                <a:lnTo>
                  <a:pt x="10422" y="1119755"/>
                </a:lnTo>
                <a:lnTo>
                  <a:pt x="28972" y="1112442"/>
                </a:lnTo>
                <a:lnTo>
                  <a:pt x="30964" y="1117523"/>
                </a:lnTo>
                <a:lnTo>
                  <a:pt x="30785" y="1117085"/>
                </a:lnTo>
                <a:lnTo>
                  <a:pt x="33773" y="1123701"/>
                </a:lnTo>
                <a:lnTo>
                  <a:pt x="33554" y="1123262"/>
                </a:lnTo>
                <a:lnTo>
                  <a:pt x="36862" y="1129717"/>
                </a:lnTo>
                <a:lnTo>
                  <a:pt x="36623" y="1129279"/>
                </a:lnTo>
                <a:lnTo>
                  <a:pt x="40230" y="1135536"/>
                </a:lnTo>
                <a:lnTo>
                  <a:pt x="39970" y="1135137"/>
                </a:lnTo>
                <a:lnTo>
                  <a:pt x="43876" y="1141195"/>
                </a:lnTo>
                <a:lnTo>
                  <a:pt x="43597" y="1140796"/>
                </a:lnTo>
                <a:lnTo>
                  <a:pt x="47761" y="1146655"/>
                </a:lnTo>
                <a:lnTo>
                  <a:pt x="47482" y="1146276"/>
                </a:lnTo>
                <a:lnTo>
                  <a:pt x="51926" y="1151915"/>
                </a:lnTo>
                <a:lnTo>
                  <a:pt x="51607" y="1151556"/>
                </a:lnTo>
                <a:lnTo>
                  <a:pt x="56309" y="1156976"/>
                </a:lnTo>
                <a:lnTo>
                  <a:pt x="55990" y="1156617"/>
                </a:lnTo>
                <a:lnTo>
                  <a:pt x="60933" y="1161818"/>
                </a:lnTo>
                <a:lnTo>
                  <a:pt x="60613" y="1161479"/>
                </a:lnTo>
                <a:lnTo>
                  <a:pt x="65793" y="1166441"/>
                </a:lnTo>
                <a:lnTo>
                  <a:pt x="65435" y="1166101"/>
                </a:lnTo>
                <a:lnTo>
                  <a:pt x="70876" y="1170805"/>
                </a:lnTo>
                <a:lnTo>
                  <a:pt x="70495" y="1170505"/>
                </a:lnTo>
                <a:lnTo>
                  <a:pt x="72270" y="1171900"/>
                </a:lnTo>
                <a:lnTo>
                  <a:pt x="59956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62">
            <a:extLst xmlns:a="http://schemas.openxmlformats.org/drawingml/2006/main">
              <a:ext uri="{FF2B5EF4-FFF2-40B4-BE49-F238E27FC236}">
                <a16:creationId xmlns:a16="http://schemas.microsoft.com/office/drawing/2014/main" id="{B65DFD0F-CC08-4B82-B96F-681DB6FA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02" y="1309500"/>
            <a:ext cx="1872003" cy="1222431"/>
          </a:xfrm>
          <a:custGeom xmlns:a="http://schemas.openxmlformats.org/drawingml/2006/main">
            <a:pathLst>
              <a:path w="1872003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6"/>
                </a:lnTo>
                <a:lnTo>
                  <a:pt x="19925" y="843826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7"/>
                </a:lnTo>
                <a:lnTo>
                  <a:pt x="19925" y="704347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2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2"/>
                </a:lnTo>
                <a:lnTo>
                  <a:pt x="0" y="505092"/>
                </a:lnTo>
                <a:moveTo>
                  <a:pt x="0" y="365613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3"/>
                </a:lnTo>
                <a:lnTo>
                  <a:pt x="0" y="365613"/>
                </a:lnTo>
                <a:moveTo>
                  <a:pt x="0" y="226135"/>
                </a:moveTo>
                <a:lnTo>
                  <a:pt x="0" y="159305"/>
                </a:lnTo>
                <a:lnTo>
                  <a:pt x="198" y="151235"/>
                </a:lnTo>
                <a:lnTo>
                  <a:pt x="617" y="145695"/>
                </a:lnTo>
                <a:lnTo>
                  <a:pt x="20483" y="147210"/>
                </a:lnTo>
                <a:lnTo>
                  <a:pt x="20085" y="152490"/>
                </a:lnTo>
                <a:lnTo>
                  <a:pt x="20105" y="151992"/>
                </a:lnTo>
                <a:lnTo>
                  <a:pt x="19905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1" y="84962"/>
                </a:moveTo>
                <a:lnTo>
                  <a:pt x="19228" y="83428"/>
                </a:lnTo>
                <a:lnTo>
                  <a:pt x="23074" y="76753"/>
                </a:lnTo>
                <a:lnTo>
                  <a:pt x="27218" y="70277"/>
                </a:lnTo>
                <a:lnTo>
                  <a:pt x="31662" y="64021"/>
                </a:lnTo>
                <a:lnTo>
                  <a:pt x="36403" y="58003"/>
                </a:lnTo>
                <a:lnTo>
                  <a:pt x="41404" y="52225"/>
                </a:lnTo>
                <a:lnTo>
                  <a:pt x="46685" y="46685"/>
                </a:lnTo>
                <a:lnTo>
                  <a:pt x="52225" y="41405"/>
                </a:lnTo>
                <a:lnTo>
                  <a:pt x="58003" y="36404"/>
                </a:lnTo>
                <a:lnTo>
                  <a:pt x="64020" y="31681"/>
                </a:lnTo>
                <a:lnTo>
                  <a:pt x="70278" y="27238"/>
                </a:lnTo>
                <a:lnTo>
                  <a:pt x="75816" y="23672"/>
                </a:lnTo>
                <a:lnTo>
                  <a:pt x="86576" y="40449"/>
                </a:lnTo>
                <a:lnTo>
                  <a:pt x="81218" y="43876"/>
                </a:lnTo>
                <a:lnTo>
                  <a:pt x="81614" y="43617"/>
                </a:lnTo>
                <a:lnTo>
                  <a:pt x="75757" y="47781"/>
                </a:lnTo>
                <a:lnTo>
                  <a:pt x="76156" y="47482"/>
                </a:lnTo>
                <a:lnTo>
                  <a:pt x="70496" y="51926"/>
                </a:lnTo>
                <a:lnTo>
                  <a:pt x="70875" y="51627"/>
                </a:lnTo>
                <a:lnTo>
                  <a:pt x="65436" y="56330"/>
                </a:lnTo>
                <a:lnTo>
                  <a:pt x="65794" y="55991"/>
                </a:lnTo>
                <a:lnTo>
                  <a:pt x="60614" y="60952"/>
                </a:lnTo>
                <a:lnTo>
                  <a:pt x="60933" y="60613"/>
                </a:lnTo>
                <a:lnTo>
                  <a:pt x="55991" y="65794"/>
                </a:lnTo>
                <a:lnTo>
                  <a:pt x="56310" y="65455"/>
                </a:lnTo>
                <a:lnTo>
                  <a:pt x="51608" y="70875"/>
                </a:lnTo>
                <a:lnTo>
                  <a:pt x="51925" y="70516"/>
                </a:lnTo>
                <a:lnTo>
                  <a:pt x="47482" y="76155"/>
                </a:lnTo>
                <a:lnTo>
                  <a:pt x="47762" y="75777"/>
                </a:lnTo>
                <a:lnTo>
                  <a:pt x="43598" y="81635"/>
                </a:lnTo>
                <a:lnTo>
                  <a:pt x="43876" y="81236"/>
                </a:lnTo>
                <a:lnTo>
                  <a:pt x="39971" y="87294"/>
                </a:lnTo>
                <a:lnTo>
                  <a:pt x="40231" y="86895"/>
                </a:lnTo>
                <a:lnTo>
                  <a:pt x="36622" y="93152"/>
                </a:lnTo>
                <a:lnTo>
                  <a:pt x="36863" y="92713"/>
                </a:lnTo>
                <a:lnTo>
                  <a:pt x="36185" y="94048"/>
                </a:lnTo>
                <a:lnTo>
                  <a:pt x="18451" y="84962"/>
                </a:lnTo>
                <a:moveTo>
                  <a:pt x="135694" y="1753"/>
                </a:moveTo>
                <a:lnTo>
                  <a:pt x="143125" y="817"/>
                </a:lnTo>
                <a:lnTo>
                  <a:pt x="151215" y="199"/>
                </a:lnTo>
                <a:lnTo>
                  <a:pt x="159285" y="0"/>
                </a:lnTo>
                <a:lnTo>
                  <a:pt x="216570" y="0"/>
                </a:lnTo>
                <a:lnTo>
                  <a:pt x="216570" y="19926"/>
                </a:lnTo>
                <a:lnTo>
                  <a:pt x="159403" y="19926"/>
                </a:lnTo>
                <a:lnTo>
                  <a:pt x="159663" y="19926"/>
                </a:lnTo>
                <a:lnTo>
                  <a:pt x="151972" y="20124"/>
                </a:lnTo>
                <a:lnTo>
                  <a:pt x="152470" y="20085"/>
                </a:lnTo>
                <a:lnTo>
                  <a:pt x="144879" y="20663"/>
                </a:lnTo>
                <a:lnTo>
                  <a:pt x="145397" y="20623"/>
                </a:lnTo>
                <a:lnTo>
                  <a:pt x="138223" y="21519"/>
                </a:lnTo>
                <a:lnTo>
                  <a:pt x="135694" y="1753"/>
                </a:lnTo>
                <a:moveTo>
                  <a:pt x="276347" y="0"/>
                </a:moveTo>
                <a:lnTo>
                  <a:pt x="356048" y="0"/>
                </a:lnTo>
                <a:lnTo>
                  <a:pt x="356048" y="19926"/>
                </a:lnTo>
                <a:lnTo>
                  <a:pt x="276347" y="19926"/>
                </a:lnTo>
                <a:lnTo>
                  <a:pt x="276347" y="0"/>
                </a:lnTo>
                <a:moveTo>
                  <a:pt x="415825" y="0"/>
                </a:moveTo>
                <a:lnTo>
                  <a:pt x="495528" y="0"/>
                </a:lnTo>
                <a:lnTo>
                  <a:pt x="495528" y="19926"/>
                </a:lnTo>
                <a:lnTo>
                  <a:pt x="415825" y="19926"/>
                </a:lnTo>
                <a:lnTo>
                  <a:pt x="415825" y="0"/>
                </a:lnTo>
                <a:moveTo>
                  <a:pt x="555304" y="0"/>
                </a:moveTo>
                <a:lnTo>
                  <a:pt x="635006" y="0"/>
                </a:lnTo>
                <a:lnTo>
                  <a:pt x="635006" y="19926"/>
                </a:lnTo>
                <a:lnTo>
                  <a:pt x="555304" y="19926"/>
                </a:lnTo>
                <a:lnTo>
                  <a:pt x="555304" y="0"/>
                </a:lnTo>
                <a:moveTo>
                  <a:pt x="694784" y="0"/>
                </a:moveTo>
                <a:lnTo>
                  <a:pt x="774484" y="0"/>
                </a:lnTo>
                <a:lnTo>
                  <a:pt x="774484" y="19926"/>
                </a:lnTo>
                <a:lnTo>
                  <a:pt x="694784" y="19926"/>
                </a:lnTo>
                <a:lnTo>
                  <a:pt x="694784" y="0"/>
                </a:lnTo>
                <a:moveTo>
                  <a:pt x="834262" y="0"/>
                </a:moveTo>
                <a:lnTo>
                  <a:pt x="913964" y="0"/>
                </a:lnTo>
                <a:lnTo>
                  <a:pt x="913964" y="19926"/>
                </a:lnTo>
                <a:lnTo>
                  <a:pt x="834262" y="19926"/>
                </a:lnTo>
                <a:lnTo>
                  <a:pt x="834262" y="0"/>
                </a:lnTo>
                <a:moveTo>
                  <a:pt x="973740" y="0"/>
                </a:moveTo>
                <a:lnTo>
                  <a:pt x="1053442" y="0"/>
                </a:lnTo>
                <a:lnTo>
                  <a:pt x="1053442" y="19926"/>
                </a:lnTo>
                <a:lnTo>
                  <a:pt x="973740" y="19926"/>
                </a:lnTo>
                <a:lnTo>
                  <a:pt x="973740" y="0"/>
                </a:lnTo>
                <a:moveTo>
                  <a:pt x="1113220" y="0"/>
                </a:moveTo>
                <a:lnTo>
                  <a:pt x="1192920" y="0"/>
                </a:lnTo>
                <a:lnTo>
                  <a:pt x="1192920" y="19926"/>
                </a:lnTo>
                <a:lnTo>
                  <a:pt x="1113220" y="19926"/>
                </a:lnTo>
                <a:lnTo>
                  <a:pt x="1113220" y="0"/>
                </a:lnTo>
                <a:moveTo>
                  <a:pt x="1252698" y="0"/>
                </a:moveTo>
                <a:lnTo>
                  <a:pt x="1332401" y="0"/>
                </a:lnTo>
                <a:lnTo>
                  <a:pt x="1332401" y="19926"/>
                </a:lnTo>
                <a:lnTo>
                  <a:pt x="1252698" y="19926"/>
                </a:lnTo>
                <a:lnTo>
                  <a:pt x="1252698" y="0"/>
                </a:lnTo>
                <a:moveTo>
                  <a:pt x="1392176" y="0"/>
                </a:moveTo>
                <a:lnTo>
                  <a:pt x="1471879" y="0"/>
                </a:lnTo>
                <a:lnTo>
                  <a:pt x="1471879" y="19926"/>
                </a:lnTo>
                <a:lnTo>
                  <a:pt x="1392176" y="19926"/>
                </a:lnTo>
                <a:lnTo>
                  <a:pt x="1392176" y="0"/>
                </a:lnTo>
                <a:moveTo>
                  <a:pt x="1531654" y="0"/>
                </a:moveTo>
                <a:lnTo>
                  <a:pt x="1611357" y="0"/>
                </a:lnTo>
                <a:lnTo>
                  <a:pt x="1611357" y="19926"/>
                </a:lnTo>
                <a:lnTo>
                  <a:pt x="1531654" y="19926"/>
                </a:lnTo>
                <a:lnTo>
                  <a:pt x="1531654" y="0"/>
                </a:lnTo>
                <a:moveTo>
                  <a:pt x="1671134" y="0"/>
                </a:moveTo>
                <a:lnTo>
                  <a:pt x="1712698" y="0"/>
                </a:lnTo>
                <a:lnTo>
                  <a:pt x="1720769" y="199"/>
                </a:lnTo>
                <a:lnTo>
                  <a:pt x="1728859" y="817"/>
                </a:lnTo>
                <a:lnTo>
                  <a:pt x="1736828" y="1833"/>
                </a:lnTo>
                <a:lnTo>
                  <a:pt x="1744699" y="3228"/>
                </a:lnTo>
                <a:lnTo>
                  <a:pt x="1752411" y="5021"/>
                </a:lnTo>
                <a:lnTo>
                  <a:pt x="1753147" y="5220"/>
                </a:lnTo>
                <a:lnTo>
                  <a:pt x="1747709" y="24389"/>
                </a:lnTo>
                <a:lnTo>
                  <a:pt x="1747210" y="24249"/>
                </a:lnTo>
                <a:lnTo>
                  <a:pt x="1747688" y="24369"/>
                </a:lnTo>
                <a:lnTo>
                  <a:pt x="1740455" y="22715"/>
                </a:lnTo>
                <a:lnTo>
                  <a:pt x="1740933" y="22814"/>
                </a:lnTo>
                <a:lnTo>
                  <a:pt x="1733582" y="21499"/>
                </a:lnTo>
                <a:lnTo>
                  <a:pt x="1734078" y="21559"/>
                </a:lnTo>
                <a:lnTo>
                  <a:pt x="1726606" y="20623"/>
                </a:lnTo>
                <a:lnTo>
                  <a:pt x="1727105" y="20663"/>
                </a:lnTo>
                <a:lnTo>
                  <a:pt x="1719514" y="20085"/>
                </a:lnTo>
                <a:lnTo>
                  <a:pt x="1720011" y="20124"/>
                </a:lnTo>
                <a:lnTo>
                  <a:pt x="1712319" y="19926"/>
                </a:lnTo>
                <a:lnTo>
                  <a:pt x="1712579" y="19926"/>
                </a:lnTo>
                <a:lnTo>
                  <a:pt x="1671134" y="19926"/>
                </a:lnTo>
                <a:lnTo>
                  <a:pt x="1671134" y="0"/>
                </a:lnTo>
                <a:moveTo>
                  <a:pt x="1809876" y="33176"/>
                </a:moveTo>
                <a:lnTo>
                  <a:pt x="1813979" y="36404"/>
                </a:lnTo>
                <a:lnTo>
                  <a:pt x="1819757" y="41405"/>
                </a:lnTo>
                <a:lnTo>
                  <a:pt x="1825297" y="46685"/>
                </a:lnTo>
                <a:lnTo>
                  <a:pt x="1830578" y="52225"/>
                </a:lnTo>
                <a:lnTo>
                  <a:pt x="1835579" y="58003"/>
                </a:lnTo>
                <a:lnTo>
                  <a:pt x="1840322" y="64021"/>
                </a:lnTo>
                <a:lnTo>
                  <a:pt x="1844765" y="70277"/>
                </a:lnTo>
                <a:lnTo>
                  <a:pt x="1848909" y="76753"/>
                </a:lnTo>
                <a:lnTo>
                  <a:pt x="1852754" y="83428"/>
                </a:lnTo>
                <a:lnTo>
                  <a:pt x="1856263" y="90303"/>
                </a:lnTo>
                <a:lnTo>
                  <a:pt x="1859470" y="97356"/>
                </a:lnTo>
                <a:lnTo>
                  <a:pt x="1860546" y="100126"/>
                </a:lnTo>
                <a:lnTo>
                  <a:pt x="1842015" y="107419"/>
                </a:lnTo>
                <a:lnTo>
                  <a:pt x="1841019" y="104908"/>
                </a:lnTo>
                <a:lnTo>
                  <a:pt x="1841199" y="105346"/>
                </a:lnTo>
                <a:lnTo>
                  <a:pt x="1838210" y="98731"/>
                </a:lnTo>
                <a:lnTo>
                  <a:pt x="1838429" y="99169"/>
                </a:lnTo>
                <a:lnTo>
                  <a:pt x="1835121" y="92713"/>
                </a:lnTo>
                <a:lnTo>
                  <a:pt x="1835360" y="93152"/>
                </a:lnTo>
                <a:lnTo>
                  <a:pt x="1831754" y="86895"/>
                </a:lnTo>
                <a:lnTo>
                  <a:pt x="1832013" y="87294"/>
                </a:lnTo>
                <a:lnTo>
                  <a:pt x="1828127" y="81236"/>
                </a:lnTo>
                <a:lnTo>
                  <a:pt x="1828387" y="81635"/>
                </a:lnTo>
                <a:lnTo>
                  <a:pt x="1824222" y="75777"/>
                </a:lnTo>
                <a:lnTo>
                  <a:pt x="1824500" y="76155"/>
                </a:lnTo>
                <a:lnTo>
                  <a:pt x="1820078" y="70516"/>
                </a:lnTo>
                <a:lnTo>
                  <a:pt x="1820376" y="70875"/>
                </a:lnTo>
                <a:lnTo>
                  <a:pt x="1815674" y="65455"/>
                </a:lnTo>
                <a:lnTo>
                  <a:pt x="1815993" y="65794"/>
                </a:lnTo>
                <a:lnTo>
                  <a:pt x="1811052" y="60613"/>
                </a:lnTo>
                <a:lnTo>
                  <a:pt x="1811389" y="60952"/>
                </a:lnTo>
                <a:lnTo>
                  <a:pt x="1806190" y="55991"/>
                </a:lnTo>
                <a:lnTo>
                  <a:pt x="1806548" y="56330"/>
                </a:lnTo>
                <a:lnTo>
                  <a:pt x="1801128" y="51627"/>
                </a:lnTo>
                <a:lnTo>
                  <a:pt x="1801486" y="51926"/>
                </a:lnTo>
                <a:lnTo>
                  <a:pt x="1797563" y="48837"/>
                </a:lnTo>
                <a:lnTo>
                  <a:pt x="1809876" y="33176"/>
                </a:lnTo>
                <a:moveTo>
                  <a:pt x="1872003" y="162174"/>
                </a:moveTo>
                <a:lnTo>
                  <a:pt x="1872003" y="241876"/>
                </a:lnTo>
                <a:lnTo>
                  <a:pt x="1852078" y="241876"/>
                </a:lnTo>
                <a:lnTo>
                  <a:pt x="1852078" y="162174"/>
                </a:lnTo>
                <a:lnTo>
                  <a:pt x="1872003" y="162174"/>
                </a:lnTo>
                <a:moveTo>
                  <a:pt x="1872003" y="301653"/>
                </a:moveTo>
                <a:lnTo>
                  <a:pt x="1872003" y="381355"/>
                </a:lnTo>
                <a:lnTo>
                  <a:pt x="1852078" y="381355"/>
                </a:lnTo>
                <a:lnTo>
                  <a:pt x="1852078" y="301653"/>
                </a:lnTo>
                <a:lnTo>
                  <a:pt x="1872003" y="301653"/>
                </a:lnTo>
                <a:moveTo>
                  <a:pt x="1872003" y="441131"/>
                </a:moveTo>
                <a:lnTo>
                  <a:pt x="1872003" y="520833"/>
                </a:lnTo>
                <a:lnTo>
                  <a:pt x="1852078" y="520833"/>
                </a:lnTo>
                <a:lnTo>
                  <a:pt x="1852078" y="441131"/>
                </a:lnTo>
                <a:lnTo>
                  <a:pt x="1872003" y="441131"/>
                </a:lnTo>
                <a:moveTo>
                  <a:pt x="1872003" y="580610"/>
                </a:moveTo>
                <a:lnTo>
                  <a:pt x="1872003" y="660312"/>
                </a:lnTo>
                <a:lnTo>
                  <a:pt x="1852078" y="660312"/>
                </a:lnTo>
                <a:lnTo>
                  <a:pt x="1852078" y="580610"/>
                </a:lnTo>
                <a:lnTo>
                  <a:pt x="1872003" y="580610"/>
                </a:lnTo>
                <a:moveTo>
                  <a:pt x="1872003" y="720088"/>
                </a:moveTo>
                <a:lnTo>
                  <a:pt x="1872003" y="799791"/>
                </a:lnTo>
                <a:lnTo>
                  <a:pt x="1852078" y="799791"/>
                </a:lnTo>
                <a:lnTo>
                  <a:pt x="1852078" y="720088"/>
                </a:lnTo>
                <a:lnTo>
                  <a:pt x="1872003" y="720088"/>
                </a:lnTo>
                <a:moveTo>
                  <a:pt x="1872003" y="859567"/>
                </a:moveTo>
                <a:lnTo>
                  <a:pt x="1872003" y="939269"/>
                </a:lnTo>
                <a:lnTo>
                  <a:pt x="1852078" y="939269"/>
                </a:lnTo>
                <a:lnTo>
                  <a:pt x="1852078" y="859567"/>
                </a:lnTo>
                <a:lnTo>
                  <a:pt x="1872003" y="859567"/>
                </a:lnTo>
                <a:moveTo>
                  <a:pt x="1872003" y="999046"/>
                </a:moveTo>
                <a:lnTo>
                  <a:pt x="1872003" y="1063126"/>
                </a:lnTo>
                <a:lnTo>
                  <a:pt x="1871784" y="1071196"/>
                </a:lnTo>
                <a:lnTo>
                  <a:pt x="1871167" y="1079306"/>
                </a:lnTo>
                <a:lnTo>
                  <a:pt x="1871087" y="1079963"/>
                </a:lnTo>
                <a:lnTo>
                  <a:pt x="1851321" y="1077453"/>
                </a:lnTo>
                <a:lnTo>
                  <a:pt x="1851380" y="1077034"/>
                </a:lnTo>
                <a:lnTo>
                  <a:pt x="1851321" y="1077533"/>
                </a:lnTo>
                <a:lnTo>
                  <a:pt x="1851898" y="1069941"/>
                </a:lnTo>
                <a:lnTo>
                  <a:pt x="1851877" y="1070439"/>
                </a:lnTo>
                <a:lnTo>
                  <a:pt x="1852078" y="1062748"/>
                </a:lnTo>
                <a:lnTo>
                  <a:pt x="1852078" y="1063007"/>
                </a:lnTo>
                <a:lnTo>
                  <a:pt x="1852078" y="999046"/>
                </a:lnTo>
                <a:lnTo>
                  <a:pt x="1872003" y="999046"/>
                </a:lnTo>
                <a:moveTo>
                  <a:pt x="1851998" y="1140318"/>
                </a:moveTo>
                <a:lnTo>
                  <a:pt x="1848909" y="1145678"/>
                </a:lnTo>
                <a:lnTo>
                  <a:pt x="1844765" y="1152154"/>
                </a:lnTo>
                <a:lnTo>
                  <a:pt x="1840322" y="1158410"/>
                </a:lnTo>
                <a:lnTo>
                  <a:pt x="1835579" y="1164428"/>
                </a:lnTo>
                <a:lnTo>
                  <a:pt x="1830578" y="1170206"/>
                </a:lnTo>
                <a:lnTo>
                  <a:pt x="1825297" y="1175746"/>
                </a:lnTo>
                <a:lnTo>
                  <a:pt x="1819757" y="1181026"/>
                </a:lnTo>
                <a:lnTo>
                  <a:pt x="1813979" y="1186027"/>
                </a:lnTo>
                <a:lnTo>
                  <a:pt x="1807963" y="1190749"/>
                </a:lnTo>
                <a:lnTo>
                  <a:pt x="1801707" y="1195193"/>
                </a:lnTo>
                <a:lnTo>
                  <a:pt x="1795250" y="1199357"/>
                </a:lnTo>
                <a:lnTo>
                  <a:pt x="1793396" y="1200413"/>
                </a:lnTo>
                <a:lnTo>
                  <a:pt x="1783454" y="1183138"/>
                </a:lnTo>
                <a:lnTo>
                  <a:pt x="1785108" y="1182201"/>
                </a:lnTo>
                <a:lnTo>
                  <a:pt x="1784691" y="1182441"/>
                </a:lnTo>
                <a:lnTo>
                  <a:pt x="1790767" y="1178555"/>
                </a:lnTo>
                <a:lnTo>
                  <a:pt x="1790368" y="1178814"/>
                </a:lnTo>
                <a:lnTo>
                  <a:pt x="1796227" y="1174650"/>
                </a:lnTo>
                <a:lnTo>
                  <a:pt x="1795849" y="1174948"/>
                </a:lnTo>
                <a:lnTo>
                  <a:pt x="1801486" y="1170505"/>
                </a:lnTo>
                <a:lnTo>
                  <a:pt x="1801128" y="1170804"/>
                </a:lnTo>
                <a:lnTo>
                  <a:pt x="1806548" y="1166101"/>
                </a:lnTo>
                <a:lnTo>
                  <a:pt x="1806190" y="1166440"/>
                </a:lnTo>
                <a:lnTo>
                  <a:pt x="1811389" y="1161479"/>
                </a:lnTo>
                <a:lnTo>
                  <a:pt x="1811052" y="1161818"/>
                </a:lnTo>
                <a:lnTo>
                  <a:pt x="1815993" y="1156637"/>
                </a:lnTo>
                <a:lnTo>
                  <a:pt x="1815674" y="1156976"/>
                </a:lnTo>
                <a:lnTo>
                  <a:pt x="1820376" y="1151556"/>
                </a:lnTo>
                <a:lnTo>
                  <a:pt x="1820078" y="1151915"/>
                </a:lnTo>
                <a:lnTo>
                  <a:pt x="1824500" y="1146276"/>
                </a:lnTo>
                <a:lnTo>
                  <a:pt x="1824222" y="1146654"/>
                </a:lnTo>
                <a:lnTo>
                  <a:pt x="1828387" y="1140796"/>
                </a:lnTo>
                <a:lnTo>
                  <a:pt x="1828127" y="1141194"/>
                </a:lnTo>
                <a:lnTo>
                  <a:pt x="1832013" y="1135137"/>
                </a:lnTo>
                <a:lnTo>
                  <a:pt x="1831754" y="1135535"/>
                </a:lnTo>
                <a:lnTo>
                  <a:pt x="1834722" y="1130375"/>
                </a:lnTo>
                <a:lnTo>
                  <a:pt x="1851998" y="1140318"/>
                </a:lnTo>
                <a:moveTo>
                  <a:pt x="1733561" y="1221016"/>
                </a:moveTo>
                <a:lnTo>
                  <a:pt x="1728859" y="1221614"/>
                </a:lnTo>
                <a:lnTo>
                  <a:pt x="1720769" y="1222232"/>
                </a:lnTo>
                <a:lnTo>
                  <a:pt x="1712698" y="1222431"/>
                </a:lnTo>
                <a:lnTo>
                  <a:pt x="1652663" y="1222431"/>
                </a:lnTo>
                <a:lnTo>
                  <a:pt x="1652663" y="1202505"/>
                </a:lnTo>
                <a:lnTo>
                  <a:pt x="1712579" y="1202505"/>
                </a:lnTo>
                <a:lnTo>
                  <a:pt x="1712319" y="1202505"/>
                </a:lnTo>
                <a:lnTo>
                  <a:pt x="1720011" y="1202306"/>
                </a:lnTo>
                <a:lnTo>
                  <a:pt x="1719514" y="1202346"/>
                </a:lnTo>
                <a:lnTo>
                  <a:pt x="1727105" y="1201768"/>
                </a:lnTo>
                <a:lnTo>
                  <a:pt x="1726606" y="1201808"/>
                </a:lnTo>
                <a:lnTo>
                  <a:pt x="1731051" y="1201250"/>
                </a:lnTo>
                <a:lnTo>
                  <a:pt x="1733561" y="1221016"/>
                </a:lnTo>
                <a:moveTo>
                  <a:pt x="1592887" y="1222431"/>
                </a:moveTo>
                <a:lnTo>
                  <a:pt x="1513185" y="1222431"/>
                </a:lnTo>
                <a:lnTo>
                  <a:pt x="1513185" y="1202505"/>
                </a:lnTo>
                <a:lnTo>
                  <a:pt x="1592887" y="1202505"/>
                </a:lnTo>
                <a:lnTo>
                  <a:pt x="1592887" y="1222431"/>
                </a:lnTo>
                <a:moveTo>
                  <a:pt x="1453407" y="1222431"/>
                </a:moveTo>
                <a:lnTo>
                  <a:pt x="1373704" y="1222431"/>
                </a:lnTo>
                <a:lnTo>
                  <a:pt x="1373704" y="1202505"/>
                </a:lnTo>
                <a:lnTo>
                  <a:pt x="1453407" y="1202505"/>
                </a:lnTo>
                <a:lnTo>
                  <a:pt x="1453407" y="1222431"/>
                </a:lnTo>
                <a:moveTo>
                  <a:pt x="1313929" y="1222431"/>
                </a:moveTo>
                <a:lnTo>
                  <a:pt x="1234226" y="1222431"/>
                </a:lnTo>
                <a:lnTo>
                  <a:pt x="1234226" y="1202505"/>
                </a:lnTo>
                <a:lnTo>
                  <a:pt x="1313929" y="1202505"/>
                </a:lnTo>
                <a:lnTo>
                  <a:pt x="1313929" y="1222431"/>
                </a:lnTo>
                <a:moveTo>
                  <a:pt x="1174451" y="1222431"/>
                </a:moveTo>
                <a:lnTo>
                  <a:pt x="1094748" y="1222431"/>
                </a:lnTo>
                <a:lnTo>
                  <a:pt x="1094748" y="1202505"/>
                </a:lnTo>
                <a:lnTo>
                  <a:pt x="1174451" y="1202505"/>
                </a:lnTo>
                <a:lnTo>
                  <a:pt x="1174451" y="1222431"/>
                </a:lnTo>
                <a:moveTo>
                  <a:pt x="1034971" y="1222431"/>
                </a:moveTo>
                <a:lnTo>
                  <a:pt x="955270" y="1222431"/>
                </a:lnTo>
                <a:lnTo>
                  <a:pt x="955270" y="1202505"/>
                </a:lnTo>
                <a:lnTo>
                  <a:pt x="1034971" y="1202505"/>
                </a:lnTo>
                <a:lnTo>
                  <a:pt x="1034971" y="1222431"/>
                </a:lnTo>
                <a:moveTo>
                  <a:pt x="895493" y="1222431"/>
                </a:moveTo>
                <a:lnTo>
                  <a:pt x="815790" y="1222431"/>
                </a:lnTo>
                <a:lnTo>
                  <a:pt x="815790" y="1202505"/>
                </a:lnTo>
                <a:lnTo>
                  <a:pt x="895493" y="1202505"/>
                </a:lnTo>
                <a:lnTo>
                  <a:pt x="895493" y="1222431"/>
                </a:lnTo>
                <a:moveTo>
                  <a:pt x="756015" y="1222431"/>
                </a:moveTo>
                <a:lnTo>
                  <a:pt x="676312" y="1222431"/>
                </a:lnTo>
                <a:lnTo>
                  <a:pt x="676312" y="1202505"/>
                </a:lnTo>
                <a:lnTo>
                  <a:pt x="756015" y="1202505"/>
                </a:lnTo>
                <a:lnTo>
                  <a:pt x="756015" y="1222431"/>
                </a:lnTo>
                <a:moveTo>
                  <a:pt x="616535" y="1222431"/>
                </a:moveTo>
                <a:lnTo>
                  <a:pt x="536834" y="1222431"/>
                </a:lnTo>
                <a:lnTo>
                  <a:pt x="536834" y="1202505"/>
                </a:lnTo>
                <a:lnTo>
                  <a:pt x="616535" y="1202505"/>
                </a:lnTo>
                <a:lnTo>
                  <a:pt x="616535" y="1222431"/>
                </a:lnTo>
                <a:moveTo>
                  <a:pt x="477057" y="1222431"/>
                </a:moveTo>
                <a:lnTo>
                  <a:pt x="397354" y="1222431"/>
                </a:lnTo>
                <a:lnTo>
                  <a:pt x="397354" y="1202505"/>
                </a:lnTo>
                <a:lnTo>
                  <a:pt x="477057" y="1202505"/>
                </a:lnTo>
                <a:lnTo>
                  <a:pt x="477057" y="1222431"/>
                </a:lnTo>
                <a:moveTo>
                  <a:pt x="337578" y="1222431"/>
                </a:moveTo>
                <a:lnTo>
                  <a:pt x="257876" y="1222431"/>
                </a:lnTo>
                <a:lnTo>
                  <a:pt x="257876" y="1202505"/>
                </a:lnTo>
                <a:lnTo>
                  <a:pt x="337578" y="1202505"/>
                </a:lnTo>
                <a:lnTo>
                  <a:pt x="337578" y="1222431"/>
                </a:lnTo>
                <a:moveTo>
                  <a:pt x="198098" y="1222431"/>
                </a:moveTo>
                <a:lnTo>
                  <a:pt x="159285" y="1222431"/>
                </a:lnTo>
                <a:lnTo>
                  <a:pt x="151215" y="1222232"/>
                </a:lnTo>
                <a:lnTo>
                  <a:pt x="143125" y="1221614"/>
                </a:lnTo>
                <a:lnTo>
                  <a:pt x="135154" y="1220598"/>
                </a:lnTo>
                <a:lnTo>
                  <a:pt x="127303" y="1219203"/>
                </a:lnTo>
                <a:lnTo>
                  <a:pt x="119573" y="1217409"/>
                </a:lnTo>
                <a:lnTo>
                  <a:pt x="116186" y="1216454"/>
                </a:lnTo>
                <a:lnTo>
                  <a:pt x="121624" y="1197285"/>
                </a:lnTo>
                <a:lnTo>
                  <a:pt x="124774" y="1198181"/>
                </a:lnTo>
                <a:lnTo>
                  <a:pt x="124296" y="1198062"/>
                </a:lnTo>
                <a:lnTo>
                  <a:pt x="131527" y="1199716"/>
                </a:lnTo>
                <a:lnTo>
                  <a:pt x="131051" y="1199617"/>
                </a:lnTo>
                <a:lnTo>
                  <a:pt x="138403" y="1200931"/>
                </a:lnTo>
                <a:lnTo>
                  <a:pt x="137904" y="1200872"/>
                </a:lnTo>
                <a:lnTo>
                  <a:pt x="145397" y="1201808"/>
                </a:lnTo>
                <a:lnTo>
                  <a:pt x="144879" y="1201768"/>
                </a:lnTo>
                <a:lnTo>
                  <a:pt x="152470" y="1202346"/>
                </a:lnTo>
                <a:lnTo>
                  <a:pt x="151972" y="1202306"/>
                </a:lnTo>
                <a:lnTo>
                  <a:pt x="159663" y="1202505"/>
                </a:lnTo>
                <a:lnTo>
                  <a:pt x="159403" y="1202505"/>
                </a:lnTo>
                <a:lnTo>
                  <a:pt x="198098" y="1202505"/>
                </a:lnTo>
                <a:lnTo>
                  <a:pt x="198098" y="1222431"/>
                </a:lnTo>
                <a:moveTo>
                  <a:pt x="59955" y="1187561"/>
                </a:moveTo>
                <a:lnTo>
                  <a:pt x="58003" y="1186027"/>
                </a:lnTo>
                <a:lnTo>
                  <a:pt x="52225" y="1181026"/>
                </a:lnTo>
                <a:lnTo>
                  <a:pt x="46685" y="1175746"/>
                </a:lnTo>
                <a:lnTo>
                  <a:pt x="41404" y="1170206"/>
                </a:lnTo>
                <a:lnTo>
                  <a:pt x="36403" y="1164428"/>
                </a:lnTo>
                <a:lnTo>
                  <a:pt x="31662" y="1158410"/>
                </a:lnTo>
                <a:lnTo>
                  <a:pt x="27218" y="1152154"/>
                </a:lnTo>
                <a:lnTo>
                  <a:pt x="23074" y="1145678"/>
                </a:lnTo>
                <a:lnTo>
                  <a:pt x="19228" y="1139003"/>
                </a:lnTo>
                <a:lnTo>
                  <a:pt x="15720" y="1132128"/>
                </a:lnTo>
                <a:lnTo>
                  <a:pt x="12514" y="1125075"/>
                </a:lnTo>
                <a:lnTo>
                  <a:pt x="10421" y="1119754"/>
                </a:lnTo>
                <a:lnTo>
                  <a:pt x="28972" y="1112442"/>
                </a:lnTo>
                <a:lnTo>
                  <a:pt x="30963" y="1117523"/>
                </a:lnTo>
                <a:lnTo>
                  <a:pt x="30785" y="1117085"/>
                </a:lnTo>
                <a:lnTo>
                  <a:pt x="33774" y="1123700"/>
                </a:lnTo>
                <a:lnTo>
                  <a:pt x="33553" y="1123262"/>
                </a:lnTo>
                <a:lnTo>
                  <a:pt x="36863" y="1129717"/>
                </a:lnTo>
                <a:lnTo>
                  <a:pt x="36622" y="1129279"/>
                </a:lnTo>
                <a:lnTo>
                  <a:pt x="40231" y="1135535"/>
                </a:lnTo>
                <a:lnTo>
                  <a:pt x="39971" y="1135137"/>
                </a:lnTo>
                <a:lnTo>
                  <a:pt x="43876" y="1141194"/>
                </a:lnTo>
                <a:lnTo>
                  <a:pt x="43598" y="1140796"/>
                </a:lnTo>
                <a:lnTo>
                  <a:pt x="47762" y="1146654"/>
                </a:lnTo>
                <a:lnTo>
                  <a:pt x="47482" y="1146276"/>
                </a:lnTo>
                <a:lnTo>
                  <a:pt x="51925" y="1151915"/>
                </a:lnTo>
                <a:lnTo>
                  <a:pt x="51608" y="1151556"/>
                </a:lnTo>
                <a:lnTo>
                  <a:pt x="56310" y="1156976"/>
                </a:lnTo>
                <a:lnTo>
                  <a:pt x="55991" y="1156637"/>
                </a:lnTo>
                <a:lnTo>
                  <a:pt x="60933" y="1161818"/>
                </a:lnTo>
                <a:lnTo>
                  <a:pt x="60614" y="1161479"/>
                </a:lnTo>
                <a:lnTo>
                  <a:pt x="65794" y="1166440"/>
                </a:lnTo>
                <a:lnTo>
                  <a:pt x="65436" y="1166101"/>
                </a:lnTo>
                <a:lnTo>
                  <a:pt x="70875" y="1170804"/>
                </a:lnTo>
                <a:lnTo>
                  <a:pt x="70496" y="1170505"/>
                </a:lnTo>
                <a:lnTo>
                  <a:pt x="72269" y="1171900"/>
                </a:lnTo>
                <a:lnTo>
                  <a:pt x="59955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63">
            <a:extLst xmlns:a="http://schemas.openxmlformats.org/drawingml/2006/main">
              <a:ext uri="{FF2B5EF4-FFF2-40B4-BE49-F238E27FC236}">
                <a16:creationId xmlns:a16="http://schemas.microsoft.com/office/drawing/2014/main" id="{E6EA2B54-4182-493C-9388-AB320743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02" y="2634547"/>
            <a:ext cx="1872003" cy="1222431"/>
          </a:xfrm>
          <a:custGeom xmlns:a="http://schemas.openxmlformats.org/drawingml/2006/main">
            <a:pathLst>
              <a:path w="1872003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7"/>
                </a:lnTo>
                <a:lnTo>
                  <a:pt x="19925" y="843827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8"/>
                </a:lnTo>
                <a:lnTo>
                  <a:pt x="19925" y="704348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3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3"/>
                </a:lnTo>
                <a:lnTo>
                  <a:pt x="0" y="505093"/>
                </a:lnTo>
                <a:moveTo>
                  <a:pt x="0" y="365614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4"/>
                </a:lnTo>
                <a:lnTo>
                  <a:pt x="0" y="365614"/>
                </a:lnTo>
                <a:moveTo>
                  <a:pt x="0" y="226135"/>
                </a:moveTo>
                <a:lnTo>
                  <a:pt x="0" y="159305"/>
                </a:lnTo>
                <a:lnTo>
                  <a:pt x="198" y="151235"/>
                </a:lnTo>
                <a:lnTo>
                  <a:pt x="617" y="145696"/>
                </a:lnTo>
                <a:lnTo>
                  <a:pt x="20483" y="147210"/>
                </a:lnTo>
                <a:lnTo>
                  <a:pt x="20085" y="152490"/>
                </a:lnTo>
                <a:lnTo>
                  <a:pt x="20105" y="151992"/>
                </a:lnTo>
                <a:lnTo>
                  <a:pt x="19905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1" y="84962"/>
                </a:moveTo>
                <a:lnTo>
                  <a:pt x="19228" y="83429"/>
                </a:lnTo>
                <a:lnTo>
                  <a:pt x="23074" y="76754"/>
                </a:lnTo>
                <a:lnTo>
                  <a:pt x="27218" y="70278"/>
                </a:lnTo>
                <a:lnTo>
                  <a:pt x="31662" y="64021"/>
                </a:lnTo>
                <a:lnTo>
                  <a:pt x="36403" y="58003"/>
                </a:lnTo>
                <a:lnTo>
                  <a:pt x="41404" y="52225"/>
                </a:lnTo>
                <a:lnTo>
                  <a:pt x="46685" y="46686"/>
                </a:lnTo>
                <a:lnTo>
                  <a:pt x="52225" y="41406"/>
                </a:lnTo>
                <a:lnTo>
                  <a:pt x="58003" y="36404"/>
                </a:lnTo>
                <a:lnTo>
                  <a:pt x="64020" y="31682"/>
                </a:lnTo>
                <a:lnTo>
                  <a:pt x="70278" y="27239"/>
                </a:lnTo>
                <a:lnTo>
                  <a:pt x="75816" y="23672"/>
                </a:lnTo>
                <a:lnTo>
                  <a:pt x="86576" y="40449"/>
                </a:lnTo>
                <a:lnTo>
                  <a:pt x="81218" y="43876"/>
                </a:lnTo>
                <a:lnTo>
                  <a:pt x="81614" y="43598"/>
                </a:lnTo>
                <a:lnTo>
                  <a:pt x="75757" y="47782"/>
                </a:lnTo>
                <a:lnTo>
                  <a:pt x="76156" y="47483"/>
                </a:lnTo>
                <a:lnTo>
                  <a:pt x="70496" y="51926"/>
                </a:lnTo>
                <a:lnTo>
                  <a:pt x="70875" y="51627"/>
                </a:lnTo>
                <a:lnTo>
                  <a:pt x="65436" y="56330"/>
                </a:lnTo>
                <a:lnTo>
                  <a:pt x="65794" y="55991"/>
                </a:lnTo>
                <a:lnTo>
                  <a:pt x="60614" y="60952"/>
                </a:lnTo>
                <a:lnTo>
                  <a:pt x="60933" y="60614"/>
                </a:lnTo>
                <a:lnTo>
                  <a:pt x="55991" y="65794"/>
                </a:lnTo>
                <a:lnTo>
                  <a:pt x="56310" y="65456"/>
                </a:lnTo>
                <a:lnTo>
                  <a:pt x="51608" y="70875"/>
                </a:lnTo>
                <a:lnTo>
                  <a:pt x="51925" y="70517"/>
                </a:lnTo>
                <a:lnTo>
                  <a:pt x="47482" y="76156"/>
                </a:lnTo>
                <a:lnTo>
                  <a:pt x="47762" y="75777"/>
                </a:lnTo>
                <a:lnTo>
                  <a:pt x="43598" y="81635"/>
                </a:lnTo>
                <a:lnTo>
                  <a:pt x="43876" y="81236"/>
                </a:lnTo>
                <a:lnTo>
                  <a:pt x="39971" y="87294"/>
                </a:lnTo>
                <a:lnTo>
                  <a:pt x="40231" y="86895"/>
                </a:lnTo>
                <a:lnTo>
                  <a:pt x="36622" y="93152"/>
                </a:lnTo>
                <a:lnTo>
                  <a:pt x="36863" y="92713"/>
                </a:lnTo>
                <a:lnTo>
                  <a:pt x="36185" y="94048"/>
                </a:lnTo>
                <a:lnTo>
                  <a:pt x="18451" y="84962"/>
                </a:lnTo>
                <a:moveTo>
                  <a:pt x="135694" y="1754"/>
                </a:moveTo>
                <a:lnTo>
                  <a:pt x="143125" y="817"/>
                </a:lnTo>
                <a:lnTo>
                  <a:pt x="151215" y="199"/>
                </a:lnTo>
                <a:lnTo>
                  <a:pt x="159285" y="0"/>
                </a:lnTo>
                <a:lnTo>
                  <a:pt x="216570" y="0"/>
                </a:lnTo>
                <a:lnTo>
                  <a:pt x="216570" y="19926"/>
                </a:lnTo>
                <a:lnTo>
                  <a:pt x="159403" y="19926"/>
                </a:lnTo>
                <a:lnTo>
                  <a:pt x="159663" y="19926"/>
                </a:lnTo>
                <a:lnTo>
                  <a:pt x="151972" y="20125"/>
                </a:lnTo>
                <a:lnTo>
                  <a:pt x="152470" y="20085"/>
                </a:lnTo>
                <a:lnTo>
                  <a:pt x="144879" y="20663"/>
                </a:lnTo>
                <a:lnTo>
                  <a:pt x="145397" y="20623"/>
                </a:lnTo>
                <a:lnTo>
                  <a:pt x="138223" y="21520"/>
                </a:lnTo>
                <a:lnTo>
                  <a:pt x="135694" y="1754"/>
                </a:lnTo>
                <a:moveTo>
                  <a:pt x="276347" y="0"/>
                </a:moveTo>
                <a:lnTo>
                  <a:pt x="356048" y="0"/>
                </a:lnTo>
                <a:lnTo>
                  <a:pt x="356048" y="19926"/>
                </a:lnTo>
                <a:lnTo>
                  <a:pt x="276347" y="19926"/>
                </a:lnTo>
                <a:lnTo>
                  <a:pt x="276347" y="0"/>
                </a:lnTo>
                <a:moveTo>
                  <a:pt x="415825" y="0"/>
                </a:moveTo>
                <a:lnTo>
                  <a:pt x="495528" y="0"/>
                </a:lnTo>
                <a:lnTo>
                  <a:pt x="495528" y="19926"/>
                </a:lnTo>
                <a:lnTo>
                  <a:pt x="415825" y="19926"/>
                </a:lnTo>
                <a:lnTo>
                  <a:pt x="415825" y="0"/>
                </a:lnTo>
                <a:moveTo>
                  <a:pt x="555304" y="0"/>
                </a:moveTo>
                <a:lnTo>
                  <a:pt x="635006" y="0"/>
                </a:lnTo>
                <a:lnTo>
                  <a:pt x="635006" y="19926"/>
                </a:lnTo>
                <a:lnTo>
                  <a:pt x="555304" y="19926"/>
                </a:lnTo>
                <a:lnTo>
                  <a:pt x="555304" y="0"/>
                </a:lnTo>
                <a:moveTo>
                  <a:pt x="694784" y="0"/>
                </a:moveTo>
                <a:lnTo>
                  <a:pt x="774484" y="0"/>
                </a:lnTo>
                <a:lnTo>
                  <a:pt x="774484" y="19926"/>
                </a:lnTo>
                <a:lnTo>
                  <a:pt x="694784" y="19926"/>
                </a:lnTo>
                <a:lnTo>
                  <a:pt x="694784" y="0"/>
                </a:lnTo>
                <a:moveTo>
                  <a:pt x="834262" y="0"/>
                </a:moveTo>
                <a:lnTo>
                  <a:pt x="913964" y="0"/>
                </a:lnTo>
                <a:lnTo>
                  <a:pt x="913964" y="19926"/>
                </a:lnTo>
                <a:lnTo>
                  <a:pt x="834262" y="19926"/>
                </a:lnTo>
                <a:lnTo>
                  <a:pt x="834262" y="0"/>
                </a:lnTo>
                <a:moveTo>
                  <a:pt x="973740" y="0"/>
                </a:moveTo>
                <a:lnTo>
                  <a:pt x="1053442" y="0"/>
                </a:lnTo>
                <a:lnTo>
                  <a:pt x="1053442" y="19926"/>
                </a:lnTo>
                <a:lnTo>
                  <a:pt x="973740" y="19926"/>
                </a:lnTo>
                <a:lnTo>
                  <a:pt x="973740" y="0"/>
                </a:lnTo>
                <a:moveTo>
                  <a:pt x="1113220" y="0"/>
                </a:moveTo>
                <a:lnTo>
                  <a:pt x="1192920" y="0"/>
                </a:lnTo>
                <a:lnTo>
                  <a:pt x="1192920" y="19926"/>
                </a:lnTo>
                <a:lnTo>
                  <a:pt x="1113220" y="19926"/>
                </a:lnTo>
                <a:lnTo>
                  <a:pt x="1113220" y="0"/>
                </a:lnTo>
                <a:moveTo>
                  <a:pt x="1252698" y="0"/>
                </a:moveTo>
                <a:lnTo>
                  <a:pt x="1332401" y="0"/>
                </a:lnTo>
                <a:lnTo>
                  <a:pt x="1332401" y="19926"/>
                </a:lnTo>
                <a:lnTo>
                  <a:pt x="1252698" y="19926"/>
                </a:lnTo>
                <a:lnTo>
                  <a:pt x="1252698" y="0"/>
                </a:lnTo>
                <a:moveTo>
                  <a:pt x="1392176" y="0"/>
                </a:moveTo>
                <a:lnTo>
                  <a:pt x="1471879" y="0"/>
                </a:lnTo>
                <a:lnTo>
                  <a:pt x="1471879" y="19926"/>
                </a:lnTo>
                <a:lnTo>
                  <a:pt x="1392176" y="19926"/>
                </a:lnTo>
                <a:lnTo>
                  <a:pt x="1392176" y="0"/>
                </a:lnTo>
                <a:moveTo>
                  <a:pt x="1531654" y="0"/>
                </a:moveTo>
                <a:lnTo>
                  <a:pt x="1611357" y="0"/>
                </a:lnTo>
                <a:lnTo>
                  <a:pt x="1611357" y="19926"/>
                </a:lnTo>
                <a:lnTo>
                  <a:pt x="1531654" y="19926"/>
                </a:lnTo>
                <a:lnTo>
                  <a:pt x="1531654" y="0"/>
                </a:lnTo>
                <a:moveTo>
                  <a:pt x="1671134" y="0"/>
                </a:moveTo>
                <a:lnTo>
                  <a:pt x="1712698" y="0"/>
                </a:lnTo>
                <a:lnTo>
                  <a:pt x="1720769" y="199"/>
                </a:lnTo>
                <a:lnTo>
                  <a:pt x="1728859" y="817"/>
                </a:lnTo>
                <a:lnTo>
                  <a:pt x="1736828" y="1833"/>
                </a:lnTo>
                <a:lnTo>
                  <a:pt x="1744699" y="3228"/>
                </a:lnTo>
                <a:lnTo>
                  <a:pt x="1752411" y="5021"/>
                </a:lnTo>
                <a:lnTo>
                  <a:pt x="1753147" y="5220"/>
                </a:lnTo>
                <a:lnTo>
                  <a:pt x="1747709" y="24389"/>
                </a:lnTo>
                <a:lnTo>
                  <a:pt x="1747210" y="24250"/>
                </a:lnTo>
                <a:lnTo>
                  <a:pt x="1747688" y="24369"/>
                </a:lnTo>
                <a:lnTo>
                  <a:pt x="1740455" y="22715"/>
                </a:lnTo>
                <a:lnTo>
                  <a:pt x="1740933" y="22815"/>
                </a:lnTo>
                <a:lnTo>
                  <a:pt x="1733582" y="21500"/>
                </a:lnTo>
                <a:lnTo>
                  <a:pt x="1734078" y="21560"/>
                </a:lnTo>
                <a:lnTo>
                  <a:pt x="1726606" y="20623"/>
                </a:lnTo>
                <a:lnTo>
                  <a:pt x="1727105" y="20663"/>
                </a:lnTo>
                <a:lnTo>
                  <a:pt x="1719514" y="20085"/>
                </a:lnTo>
                <a:lnTo>
                  <a:pt x="1720011" y="20125"/>
                </a:lnTo>
                <a:lnTo>
                  <a:pt x="1712319" y="19926"/>
                </a:lnTo>
                <a:lnTo>
                  <a:pt x="1712579" y="19926"/>
                </a:lnTo>
                <a:lnTo>
                  <a:pt x="1671134" y="19926"/>
                </a:lnTo>
                <a:lnTo>
                  <a:pt x="1671134" y="0"/>
                </a:lnTo>
                <a:moveTo>
                  <a:pt x="1809876" y="33176"/>
                </a:moveTo>
                <a:lnTo>
                  <a:pt x="1813979" y="36404"/>
                </a:lnTo>
                <a:lnTo>
                  <a:pt x="1819757" y="41406"/>
                </a:lnTo>
                <a:lnTo>
                  <a:pt x="1825297" y="46686"/>
                </a:lnTo>
                <a:lnTo>
                  <a:pt x="1830578" y="52225"/>
                </a:lnTo>
                <a:lnTo>
                  <a:pt x="1835579" y="58003"/>
                </a:lnTo>
                <a:lnTo>
                  <a:pt x="1840322" y="64021"/>
                </a:lnTo>
                <a:lnTo>
                  <a:pt x="1844765" y="70278"/>
                </a:lnTo>
                <a:lnTo>
                  <a:pt x="1848909" y="76754"/>
                </a:lnTo>
                <a:lnTo>
                  <a:pt x="1852754" y="83429"/>
                </a:lnTo>
                <a:lnTo>
                  <a:pt x="1856263" y="90303"/>
                </a:lnTo>
                <a:lnTo>
                  <a:pt x="1859470" y="97356"/>
                </a:lnTo>
                <a:lnTo>
                  <a:pt x="1860546" y="100126"/>
                </a:lnTo>
                <a:lnTo>
                  <a:pt x="1842015" y="107419"/>
                </a:lnTo>
                <a:lnTo>
                  <a:pt x="1841019" y="104908"/>
                </a:lnTo>
                <a:lnTo>
                  <a:pt x="1841199" y="105347"/>
                </a:lnTo>
                <a:lnTo>
                  <a:pt x="1838210" y="98731"/>
                </a:lnTo>
                <a:lnTo>
                  <a:pt x="1838429" y="99170"/>
                </a:lnTo>
                <a:lnTo>
                  <a:pt x="1835121" y="92713"/>
                </a:lnTo>
                <a:lnTo>
                  <a:pt x="1835360" y="93152"/>
                </a:lnTo>
                <a:lnTo>
                  <a:pt x="1831754" y="86895"/>
                </a:lnTo>
                <a:lnTo>
                  <a:pt x="1832013" y="87294"/>
                </a:lnTo>
                <a:lnTo>
                  <a:pt x="1828127" y="81236"/>
                </a:lnTo>
                <a:lnTo>
                  <a:pt x="1828387" y="81635"/>
                </a:lnTo>
                <a:lnTo>
                  <a:pt x="1824222" y="75777"/>
                </a:lnTo>
                <a:lnTo>
                  <a:pt x="1824500" y="76156"/>
                </a:lnTo>
                <a:lnTo>
                  <a:pt x="1820078" y="70517"/>
                </a:lnTo>
                <a:lnTo>
                  <a:pt x="1820376" y="70875"/>
                </a:lnTo>
                <a:lnTo>
                  <a:pt x="1815674" y="65456"/>
                </a:lnTo>
                <a:lnTo>
                  <a:pt x="1815993" y="65794"/>
                </a:lnTo>
                <a:lnTo>
                  <a:pt x="1811052" y="60614"/>
                </a:lnTo>
                <a:lnTo>
                  <a:pt x="1811389" y="60952"/>
                </a:lnTo>
                <a:lnTo>
                  <a:pt x="1806190" y="55991"/>
                </a:lnTo>
                <a:lnTo>
                  <a:pt x="1806548" y="56330"/>
                </a:lnTo>
                <a:lnTo>
                  <a:pt x="1801128" y="51627"/>
                </a:lnTo>
                <a:lnTo>
                  <a:pt x="1801486" y="51926"/>
                </a:lnTo>
                <a:lnTo>
                  <a:pt x="1797563" y="48838"/>
                </a:lnTo>
                <a:lnTo>
                  <a:pt x="1809876" y="33176"/>
                </a:lnTo>
                <a:moveTo>
                  <a:pt x="1872003" y="162174"/>
                </a:moveTo>
                <a:lnTo>
                  <a:pt x="1872003" y="241876"/>
                </a:lnTo>
                <a:lnTo>
                  <a:pt x="1852078" y="241876"/>
                </a:lnTo>
                <a:lnTo>
                  <a:pt x="1852078" y="162174"/>
                </a:lnTo>
                <a:lnTo>
                  <a:pt x="1872003" y="162174"/>
                </a:lnTo>
                <a:moveTo>
                  <a:pt x="1872003" y="301653"/>
                </a:moveTo>
                <a:lnTo>
                  <a:pt x="1872003" y="381355"/>
                </a:lnTo>
                <a:lnTo>
                  <a:pt x="1852078" y="381355"/>
                </a:lnTo>
                <a:lnTo>
                  <a:pt x="1852078" y="301653"/>
                </a:lnTo>
                <a:lnTo>
                  <a:pt x="1872003" y="301653"/>
                </a:lnTo>
                <a:moveTo>
                  <a:pt x="1872003" y="441132"/>
                </a:moveTo>
                <a:lnTo>
                  <a:pt x="1872003" y="520833"/>
                </a:lnTo>
                <a:lnTo>
                  <a:pt x="1852078" y="520833"/>
                </a:lnTo>
                <a:lnTo>
                  <a:pt x="1852078" y="441132"/>
                </a:lnTo>
                <a:lnTo>
                  <a:pt x="1872003" y="441132"/>
                </a:lnTo>
                <a:moveTo>
                  <a:pt x="1872003" y="580610"/>
                </a:moveTo>
                <a:lnTo>
                  <a:pt x="1872003" y="660312"/>
                </a:lnTo>
                <a:lnTo>
                  <a:pt x="1852078" y="660312"/>
                </a:lnTo>
                <a:lnTo>
                  <a:pt x="1852078" y="580610"/>
                </a:lnTo>
                <a:lnTo>
                  <a:pt x="1872003" y="580610"/>
                </a:lnTo>
                <a:moveTo>
                  <a:pt x="1872003" y="720089"/>
                </a:moveTo>
                <a:lnTo>
                  <a:pt x="1872003" y="799791"/>
                </a:lnTo>
                <a:lnTo>
                  <a:pt x="1852078" y="799791"/>
                </a:lnTo>
                <a:lnTo>
                  <a:pt x="1852078" y="720089"/>
                </a:lnTo>
                <a:lnTo>
                  <a:pt x="1872003" y="720089"/>
                </a:lnTo>
                <a:moveTo>
                  <a:pt x="1872003" y="859567"/>
                </a:moveTo>
                <a:lnTo>
                  <a:pt x="1872003" y="939269"/>
                </a:lnTo>
                <a:lnTo>
                  <a:pt x="1852078" y="939269"/>
                </a:lnTo>
                <a:lnTo>
                  <a:pt x="1852078" y="859567"/>
                </a:lnTo>
                <a:lnTo>
                  <a:pt x="1872003" y="859567"/>
                </a:lnTo>
                <a:moveTo>
                  <a:pt x="1872003" y="999046"/>
                </a:moveTo>
                <a:lnTo>
                  <a:pt x="1872003" y="1063127"/>
                </a:lnTo>
                <a:lnTo>
                  <a:pt x="1871784" y="1071196"/>
                </a:lnTo>
                <a:lnTo>
                  <a:pt x="1871167" y="1079306"/>
                </a:lnTo>
                <a:lnTo>
                  <a:pt x="1871087" y="1079964"/>
                </a:lnTo>
                <a:lnTo>
                  <a:pt x="1851321" y="1077453"/>
                </a:lnTo>
                <a:lnTo>
                  <a:pt x="1851380" y="1077035"/>
                </a:lnTo>
                <a:lnTo>
                  <a:pt x="1851321" y="1077533"/>
                </a:lnTo>
                <a:lnTo>
                  <a:pt x="1851898" y="1069941"/>
                </a:lnTo>
                <a:lnTo>
                  <a:pt x="1851877" y="1070439"/>
                </a:lnTo>
                <a:lnTo>
                  <a:pt x="1852078" y="1062748"/>
                </a:lnTo>
                <a:lnTo>
                  <a:pt x="1852078" y="1063007"/>
                </a:lnTo>
                <a:lnTo>
                  <a:pt x="1852078" y="999046"/>
                </a:lnTo>
                <a:lnTo>
                  <a:pt x="1872003" y="999046"/>
                </a:lnTo>
                <a:moveTo>
                  <a:pt x="1851998" y="1140318"/>
                </a:moveTo>
                <a:lnTo>
                  <a:pt x="1848909" y="1145678"/>
                </a:lnTo>
                <a:lnTo>
                  <a:pt x="1844765" y="1152154"/>
                </a:lnTo>
                <a:lnTo>
                  <a:pt x="1840322" y="1158410"/>
                </a:lnTo>
                <a:lnTo>
                  <a:pt x="1835579" y="1164428"/>
                </a:lnTo>
                <a:lnTo>
                  <a:pt x="1830578" y="1170207"/>
                </a:lnTo>
                <a:lnTo>
                  <a:pt x="1825297" y="1175746"/>
                </a:lnTo>
                <a:lnTo>
                  <a:pt x="1819757" y="1181026"/>
                </a:lnTo>
                <a:lnTo>
                  <a:pt x="1813979" y="1186028"/>
                </a:lnTo>
                <a:lnTo>
                  <a:pt x="1807963" y="1190750"/>
                </a:lnTo>
                <a:lnTo>
                  <a:pt x="1801707" y="1195193"/>
                </a:lnTo>
                <a:lnTo>
                  <a:pt x="1795250" y="1199357"/>
                </a:lnTo>
                <a:lnTo>
                  <a:pt x="1793396" y="1200413"/>
                </a:lnTo>
                <a:lnTo>
                  <a:pt x="1783454" y="1183138"/>
                </a:lnTo>
                <a:lnTo>
                  <a:pt x="1785108" y="1182201"/>
                </a:lnTo>
                <a:lnTo>
                  <a:pt x="1784691" y="1182441"/>
                </a:lnTo>
                <a:lnTo>
                  <a:pt x="1790767" y="1178555"/>
                </a:lnTo>
                <a:lnTo>
                  <a:pt x="1790368" y="1178814"/>
                </a:lnTo>
                <a:lnTo>
                  <a:pt x="1796227" y="1174650"/>
                </a:lnTo>
                <a:lnTo>
                  <a:pt x="1795849" y="1174949"/>
                </a:lnTo>
                <a:lnTo>
                  <a:pt x="1801486" y="1170505"/>
                </a:lnTo>
                <a:lnTo>
                  <a:pt x="1801128" y="1170805"/>
                </a:lnTo>
                <a:lnTo>
                  <a:pt x="1806548" y="1166101"/>
                </a:lnTo>
                <a:lnTo>
                  <a:pt x="1806190" y="1166441"/>
                </a:lnTo>
                <a:lnTo>
                  <a:pt x="1811389" y="1161479"/>
                </a:lnTo>
                <a:lnTo>
                  <a:pt x="1811052" y="1161818"/>
                </a:lnTo>
                <a:lnTo>
                  <a:pt x="1815993" y="1156617"/>
                </a:lnTo>
                <a:lnTo>
                  <a:pt x="1815674" y="1156976"/>
                </a:lnTo>
                <a:lnTo>
                  <a:pt x="1820376" y="1151556"/>
                </a:lnTo>
                <a:lnTo>
                  <a:pt x="1820078" y="1151915"/>
                </a:lnTo>
                <a:lnTo>
                  <a:pt x="1824500" y="1146276"/>
                </a:lnTo>
                <a:lnTo>
                  <a:pt x="1824222" y="1146655"/>
                </a:lnTo>
                <a:lnTo>
                  <a:pt x="1828387" y="1140796"/>
                </a:lnTo>
                <a:lnTo>
                  <a:pt x="1828127" y="1141195"/>
                </a:lnTo>
                <a:lnTo>
                  <a:pt x="1832013" y="1135137"/>
                </a:lnTo>
                <a:lnTo>
                  <a:pt x="1831754" y="1135536"/>
                </a:lnTo>
                <a:lnTo>
                  <a:pt x="1834722" y="1130375"/>
                </a:lnTo>
                <a:lnTo>
                  <a:pt x="1851998" y="1140318"/>
                </a:lnTo>
                <a:moveTo>
                  <a:pt x="1733561" y="1221016"/>
                </a:moveTo>
                <a:lnTo>
                  <a:pt x="1728859" y="1221614"/>
                </a:lnTo>
                <a:lnTo>
                  <a:pt x="1720769" y="1222232"/>
                </a:lnTo>
                <a:lnTo>
                  <a:pt x="1712698" y="1222431"/>
                </a:lnTo>
                <a:lnTo>
                  <a:pt x="1652663" y="1222431"/>
                </a:lnTo>
                <a:lnTo>
                  <a:pt x="1652663" y="1202506"/>
                </a:lnTo>
                <a:lnTo>
                  <a:pt x="1712579" y="1202506"/>
                </a:lnTo>
                <a:lnTo>
                  <a:pt x="1712319" y="1202506"/>
                </a:lnTo>
                <a:lnTo>
                  <a:pt x="1720011" y="1202306"/>
                </a:lnTo>
                <a:lnTo>
                  <a:pt x="1719514" y="1202346"/>
                </a:lnTo>
                <a:lnTo>
                  <a:pt x="1727105" y="1201769"/>
                </a:lnTo>
                <a:lnTo>
                  <a:pt x="1726606" y="1201809"/>
                </a:lnTo>
                <a:lnTo>
                  <a:pt x="1731051" y="1201251"/>
                </a:lnTo>
                <a:lnTo>
                  <a:pt x="1733561" y="1221016"/>
                </a:lnTo>
                <a:moveTo>
                  <a:pt x="1592887" y="1222431"/>
                </a:moveTo>
                <a:lnTo>
                  <a:pt x="1513185" y="1222431"/>
                </a:lnTo>
                <a:lnTo>
                  <a:pt x="1513185" y="1202506"/>
                </a:lnTo>
                <a:lnTo>
                  <a:pt x="1592887" y="1202506"/>
                </a:lnTo>
                <a:lnTo>
                  <a:pt x="1592887" y="1222431"/>
                </a:lnTo>
                <a:moveTo>
                  <a:pt x="1453407" y="1222431"/>
                </a:moveTo>
                <a:lnTo>
                  <a:pt x="1373704" y="1222431"/>
                </a:lnTo>
                <a:lnTo>
                  <a:pt x="1373704" y="1202506"/>
                </a:lnTo>
                <a:lnTo>
                  <a:pt x="1453407" y="1202506"/>
                </a:lnTo>
                <a:lnTo>
                  <a:pt x="1453407" y="1222431"/>
                </a:lnTo>
                <a:moveTo>
                  <a:pt x="1313929" y="1222431"/>
                </a:moveTo>
                <a:lnTo>
                  <a:pt x="1234226" y="1222431"/>
                </a:lnTo>
                <a:lnTo>
                  <a:pt x="1234226" y="1202506"/>
                </a:lnTo>
                <a:lnTo>
                  <a:pt x="1313929" y="1202506"/>
                </a:lnTo>
                <a:lnTo>
                  <a:pt x="1313929" y="1222431"/>
                </a:lnTo>
                <a:moveTo>
                  <a:pt x="1174451" y="1222431"/>
                </a:moveTo>
                <a:lnTo>
                  <a:pt x="1094748" y="1222431"/>
                </a:lnTo>
                <a:lnTo>
                  <a:pt x="1094748" y="1202506"/>
                </a:lnTo>
                <a:lnTo>
                  <a:pt x="1174451" y="1202506"/>
                </a:lnTo>
                <a:lnTo>
                  <a:pt x="1174451" y="1222431"/>
                </a:lnTo>
                <a:moveTo>
                  <a:pt x="1034971" y="1222431"/>
                </a:moveTo>
                <a:lnTo>
                  <a:pt x="955270" y="1222431"/>
                </a:lnTo>
                <a:lnTo>
                  <a:pt x="955270" y="1202506"/>
                </a:lnTo>
                <a:lnTo>
                  <a:pt x="1034971" y="1202506"/>
                </a:lnTo>
                <a:lnTo>
                  <a:pt x="1034971" y="1222431"/>
                </a:lnTo>
                <a:moveTo>
                  <a:pt x="895493" y="1222431"/>
                </a:moveTo>
                <a:lnTo>
                  <a:pt x="815790" y="1222431"/>
                </a:lnTo>
                <a:lnTo>
                  <a:pt x="815790" y="1202506"/>
                </a:lnTo>
                <a:lnTo>
                  <a:pt x="895493" y="1202506"/>
                </a:lnTo>
                <a:lnTo>
                  <a:pt x="895493" y="1222431"/>
                </a:lnTo>
                <a:moveTo>
                  <a:pt x="756015" y="1222431"/>
                </a:moveTo>
                <a:lnTo>
                  <a:pt x="676312" y="1222431"/>
                </a:lnTo>
                <a:lnTo>
                  <a:pt x="676312" y="1202506"/>
                </a:lnTo>
                <a:lnTo>
                  <a:pt x="756015" y="1202506"/>
                </a:lnTo>
                <a:lnTo>
                  <a:pt x="756015" y="1222431"/>
                </a:lnTo>
                <a:moveTo>
                  <a:pt x="616535" y="1222431"/>
                </a:moveTo>
                <a:lnTo>
                  <a:pt x="536834" y="1222431"/>
                </a:lnTo>
                <a:lnTo>
                  <a:pt x="536834" y="1202506"/>
                </a:lnTo>
                <a:lnTo>
                  <a:pt x="616535" y="1202506"/>
                </a:lnTo>
                <a:lnTo>
                  <a:pt x="616535" y="1222431"/>
                </a:lnTo>
                <a:moveTo>
                  <a:pt x="477057" y="1222431"/>
                </a:moveTo>
                <a:lnTo>
                  <a:pt x="397354" y="1222431"/>
                </a:lnTo>
                <a:lnTo>
                  <a:pt x="397354" y="1202506"/>
                </a:lnTo>
                <a:lnTo>
                  <a:pt x="477057" y="1202506"/>
                </a:lnTo>
                <a:lnTo>
                  <a:pt x="477057" y="1222431"/>
                </a:lnTo>
                <a:moveTo>
                  <a:pt x="337578" y="1222431"/>
                </a:moveTo>
                <a:lnTo>
                  <a:pt x="257876" y="1222431"/>
                </a:lnTo>
                <a:lnTo>
                  <a:pt x="257876" y="1202506"/>
                </a:lnTo>
                <a:lnTo>
                  <a:pt x="337578" y="1202506"/>
                </a:lnTo>
                <a:lnTo>
                  <a:pt x="337578" y="1222431"/>
                </a:lnTo>
                <a:moveTo>
                  <a:pt x="198098" y="1222431"/>
                </a:moveTo>
                <a:lnTo>
                  <a:pt x="159285" y="1222431"/>
                </a:lnTo>
                <a:lnTo>
                  <a:pt x="151215" y="1222232"/>
                </a:lnTo>
                <a:lnTo>
                  <a:pt x="143125" y="1221614"/>
                </a:lnTo>
                <a:lnTo>
                  <a:pt x="135154" y="1220598"/>
                </a:lnTo>
                <a:lnTo>
                  <a:pt x="127303" y="1219204"/>
                </a:lnTo>
                <a:lnTo>
                  <a:pt x="119573" y="1217410"/>
                </a:lnTo>
                <a:lnTo>
                  <a:pt x="116186" y="1216454"/>
                </a:lnTo>
                <a:lnTo>
                  <a:pt x="121624" y="1197285"/>
                </a:lnTo>
                <a:lnTo>
                  <a:pt x="124774" y="1198182"/>
                </a:lnTo>
                <a:lnTo>
                  <a:pt x="124296" y="1198062"/>
                </a:lnTo>
                <a:lnTo>
                  <a:pt x="131527" y="1199716"/>
                </a:lnTo>
                <a:lnTo>
                  <a:pt x="131051" y="1199617"/>
                </a:lnTo>
                <a:lnTo>
                  <a:pt x="138403" y="1200932"/>
                </a:lnTo>
                <a:lnTo>
                  <a:pt x="137904" y="1200872"/>
                </a:lnTo>
                <a:lnTo>
                  <a:pt x="145397" y="1201809"/>
                </a:lnTo>
                <a:lnTo>
                  <a:pt x="144879" y="1201769"/>
                </a:lnTo>
                <a:lnTo>
                  <a:pt x="152470" y="1202346"/>
                </a:lnTo>
                <a:lnTo>
                  <a:pt x="151972" y="1202306"/>
                </a:lnTo>
                <a:lnTo>
                  <a:pt x="159663" y="1202506"/>
                </a:lnTo>
                <a:lnTo>
                  <a:pt x="159403" y="1202506"/>
                </a:lnTo>
                <a:lnTo>
                  <a:pt x="198098" y="1202506"/>
                </a:lnTo>
                <a:lnTo>
                  <a:pt x="198098" y="1222431"/>
                </a:lnTo>
                <a:moveTo>
                  <a:pt x="59955" y="1187561"/>
                </a:moveTo>
                <a:lnTo>
                  <a:pt x="58003" y="1186028"/>
                </a:lnTo>
                <a:lnTo>
                  <a:pt x="52225" y="1181026"/>
                </a:lnTo>
                <a:lnTo>
                  <a:pt x="46685" y="1175746"/>
                </a:lnTo>
                <a:lnTo>
                  <a:pt x="41404" y="1170207"/>
                </a:lnTo>
                <a:lnTo>
                  <a:pt x="36403" y="1164428"/>
                </a:lnTo>
                <a:lnTo>
                  <a:pt x="31662" y="1158410"/>
                </a:lnTo>
                <a:lnTo>
                  <a:pt x="27218" y="1152154"/>
                </a:lnTo>
                <a:lnTo>
                  <a:pt x="23074" y="1145678"/>
                </a:lnTo>
                <a:lnTo>
                  <a:pt x="19228" y="1139003"/>
                </a:lnTo>
                <a:lnTo>
                  <a:pt x="15720" y="1132129"/>
                </a:lnTo>
                <a:lnTo>
                  <a:pt x="12514" y="1125076"/>
                </a:lnTo>
                <a:lnTo>
                  <a:pt x="10421" y="1119755"/>
                </a:lnTo>
                <a:lnTo>
                  <a:pt x="28972" y="1112442"/>
                </a:lnTo>
                <a:lnTo>
                  <a:pt x="30963" y="1117523"/>
                </a:lnTo>
                <a:lnTo>
                  <a:pt x="30785" y="1117085"/>
                </a:lnTo>
                <a:lnTo>
                  <a:pt x="33774" y="1123701"/>
                </a:lnTo>
                <a:lnTo>
                  <a:pt x="33553" y="1123262"/>
                </a:lnTo>
                <a:lnTo>
                  <a:pt x="36863" y="1129717"/>
                </a:lnTo>
                <a:lnTo>
                  <a:pt x="36622" y="1129279"/>
                </a:lnTo>
                <a:lnTo>
                  <a:pt x="40231" y="1135536"/>
                </a:lnTo>
                <a:lnTo>
                  <a:pt x="39971" y="1135137"/>
                </a:lnTo>
                <a:lnTo>
                  <a:pt x="43876" y="1141195"/>
                </a:lnTo>
                <a:lnTo>
                  <a:pt x="43598" y="1140796"/>
                </a:lnTo>
                <a:lnTo>
                  <a:pt x="47762" y="1146655"/>
                </a:lnTo>
                <a:lnTo>
                  <a:pt x="47482" y="1146276"/>
                </a:lnTo>
                <a:lnTo>
                  <a:pt x="51925" y="1151915"/>
                </a:lnTo>
                <a:lnTo>
                  <a:pt x="51608" y="1151556"/>
                </a:lnTo>
                <a:lnTo>
                  <a:pt x="56310" y="1156976"/>
                </a:lnTo>
                <a:lnTo>
                  <a:pt x="55991" y="1156617"/>
                </a:lnTo>
                <a:lnTo>
                  <a:pt x="60933" y="1161818"/>
                </a:lnTo>
                <a:lnTo>
                  <a:pt x="60614" y="1161479"/>
                </a:lnTo>
                <a:lnTo>
                  <a:pt x="65794" y="1166441"/>
                </a:lnTo>
                <a:lnTo>
                  <a:pt x="65436" y="1166101"/>
                </a:lnTo>
                <a:lnTo>
                  <a:pt x="70875" y="1170805"/>
                </a:lnTo>
                <a:lnTo>
                  <a:pt x="70496" y="1170505"/>
                </a:lnTo>
                <a:lnTo>
                  <a:pt x="72269" y="1171900"/>
                </a:lnTo>
                <a:lnTo>
                  <a:pt x="59955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ext-64 Cluster">
            <a:extLst xmlns:a="http://schemas.openxmlformats.org/drawingml/2006/main">
              <a:ext uri="{FF2B5EF4-FFF2-40B4-BE49-F238E27FC236}">
                <a16:creationId xmlns:a16="http://schemas.microsoft.com/office/drawing/2014/main" id="{3FA271D2-C517-4C53-AB11-5D823AA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1437" y="1150882"/>
            <a:ext cx="852366" cy="335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16" name="text-64 1">
            <a:extLst xmlns:a="http://schemas.openxmlformats.org/drawingml/2006/main">
              <a:ext uri="{FF2B5EF4-FFF2-40B4-BE49-F238E27FC236}">
                <a16:creationId xmlns:a16="http://schemas.microsoft.com/office/drawing/2014/main" id="{4B1F9D27-039D-490F-8652-956C4D78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2146" y="1151067"/>
            <a:ext cx="150688" cy="33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117" name="path-65">
            <a:extLst xmlns:a="http://schemas.openxmlformats.org/drawingml/2006/main">
              <a:ext uri="{FF2B5EF4-FFF2-40B4-BE49-F238E27FC236}">
                <a16:creationId xmlns:a16="http://schemas.microsoft.com/office/drawing/2014/main" id="{7984D684-E066-4923-B68B-31D7B46C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291" y="1254904"/>
            <a:ext cx="1097498" cy="133900"/>
          </a:xfrm>
          <a:custGeom xmlns:a="http://schemas.openxmlformats.org/drawingml/2006/main">
            <a:pathLst>
              <a:path w="1097498" h="133900">
                <a:moveTo>
                  <a:pt x="0" y="0"/>
                </a:moveTo>
                <a:lnTo>
                  <a:pt x="0" y="133900"/>
                </a:lnTo>
                <a:lnTo>
                  <a:pt x="1097498" y="133900"/>
                </a:lnTo>
                <a:lnTo>
                  <a:pt x="10974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66">
            <a:extLst xmlns:a="http://schemas.openxmlformats.org/drawingml/2006/main">
              <a:ext uri="{FF2B5EF4-FFF2-40B4-BE49-F238E27FC236}">
                <a16:creationId xmlns:a16="http://schemas.microsoft.com/office/drawing/2014/main" id="{37976F2C-4A7F-4C7D-9BDD-B1222D2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233" y="1243746"/>
            <a:ext cx="1118818" cy="154423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7"/>
                </a:lnTo>
                <a:lnTo>
                  <a:pt x="1108855" y="134497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67">
            <a:extLst xmlns:a="http://schemas.openxmlformats.org/drawingml/2006/main">
              <a:ext uri="{FF2B5EF4-FFF2-40B4-BE49-F238E27FC236}">
                <a16:creationId xmlns:a16="http://schemas.microsoft.com/office/drawing/2014/main" id="{20682BD3-4C74-472B-B7CB-558E7625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535" y="2581944"/>
            <a:ext cx="1099890" cy="133899"/>
          </a:xfrm>
          <a:custGeom xmlns:a="http://schemas.openxmlformats.org/drawingml/2006/main">
            <a:pathLst>
              <a:path w="1099890" h="133899">
                <a:moveTo>
                  <a:pt x="0" y="0"/>
                </a:moveTo>
                <a:lnTo>
                  <a:pt x="0" y="133899"/>
                </a:lnTo>
                <a:lnTo>
                  <a:pt x="1099890" y="133899"/>
                </a:lnTo>
                <a:lnTo>
                  <a:pt x="109989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68">
            <a:extLst xmlns:a="http://schemas.openxmlformats.org/drawingml/2006/main">
              <a:ext uri="{FF2B5EF4-FFF2-40B4-BE49-F238E27FC236}">
                <a16:creationId xmlns:a16="http://schemas.microsoft.com/office/drawing/2014/main" id="{803A212A-91C2-465F-9595-69290DE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673" y="2571782"/>
            <a:ext cx="1118818" cy="154423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8"/>
                </a:lnTo>
                <a:lnTo>
                  <a:pt x="1108855" y="134498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69">
            <a:extLst xmlns:a="http://schemas.openxmlformats.org/drawingml/2006/main">
              <a:ext uri="{FF2B5EF4-FFF2-40B4-BE49-F238E27FC236}">
                <a16:creationId xmlns:a16="http://schemas.microsoft.com/office/drawing/2014/main" id="{9DDEBC46-FFA2-42EF-A659-35EA22C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291" y="2581944"/>
            <a:ext cx="1097498" cy="133899"/>
          </a:xfrm>
          <a:custGeom xmlns:a="http://schemas.openxmlformats.org/drawingml/2006/main">
            <a:pathLst>
              <a:path w="1097498" h="133899">
                <a:moveTo>
                  <a:pt x="0" y="0"/>
                </a:moveTo>
                <a:lnTo>
                  <a:pt x="0" y="133899"/>
                </a:lnTo>
                <a:lnTo>
                  <a:pt x="1097498" y="133899"/>
                </a:lnTo>
                <a:lnTo>
                  <a:pt x="10974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70">
            <a:extLst xmlns:a="http://schemas.openxmlformats.org/drawingml/2006/main">
              <a:ext uri="{FF2B5EF4-FFF2-40B4-BE49-F238E27FC236}">
                <a16:creationId xmlns:a16="http://schemas.microsoft.com/office/drawing/2014/main" id="{00F42BBA-2CB7-48A9-BC42-03232147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233" y="2571782"/>
            <a:ext cx="1118818" cy="154423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8"/>
                </a:lnTo>
                <a:lnTo>
                  <a:pt x="1108855" y="134498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xt-71 Cluster">
            <a:extLst xmlns:a="http://schemas.openxmlformats.org/drawingml/2006/main">
              <a:ext uri="{FF2B5EF4-FFF2-40B4-BE49-F238E27FC236}">
                <a16:creationId xmlns:a16="http://schemas.microsoft.com/office/drawing/2014/main" id="{0DFCEEFD-F011-413D-A230-AB713A0A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4103" y="1163834"/>
            <a:ext cx="852364" cy="335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24" name="text-71 2">
            <a:extLst xmlns:a="http://schemas.openxmlformats.org/drawingml/2006/main">
              <a:ext uri="{FF2B5EF4-FFF2-40B4-BE49-F238E27FC236}">
                <a16:creationId xmlns:a16="http://schemas.microsoft.com/office/drawing/2014/main" id="{3E8FB80C-02BB-4F78-9ECB-36259BF1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4810" y="1164018"/>
            <a:ext cx="188982" cy="3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125" name="text-72 Cluster">
            <a:extLst xmlns:a="http://schemas.openxmlformats.org/drawingml/2006/main">
              <a:ext uri="{FF2B5EF4-FFF2-40B4-BE49-F238E27FC236}">
                <a16:creationId xmlns:a16="http://schemas.microsoft.com/office/drawing/2014/main" id="{755B94E8-30BE-4ED8-ACAB-A776DA5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8486" y="2514784"/>
            <a:ext cx="852366" cy="335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26" name="text-72 3">
            <a:extLst xmlns:a="http://schemas.openxmlformats.org/drawingml/2006/main">
              <a:ext uri="{FF2B5EF4-FFF2-40B4-BE49-F238E27FC236}">
                <a16:creationId xmlns:a16="http://schemas.microsoft.com/office/drawing/2014/main" id="{70C0E64A-0E6E-4849-8AED-F755E9E3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9195" y="2514969"/>
            <a:ext cx="188982" cy="3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27" name="text-73 Cluster">
            <a:extLst xmlns:a="http://schemas.openxmlformats.org/drawingml/2006/main">
              <a:ext uri="{FF2B5EF4-FFF2-40B4-BE49-F238E27FC236}">
                <a16:creationId xmlns:a16="http://schemas.microsoft.com/office/drawing/2014/main" id="{F7FCC30A-5598-47B1-9253-A6DB44F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0156" y="2521759"/>
            <a:ext cx="852364" cy="335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28" name="text-73 n">
            <a:extLst xmlns:a="http://schemas.openxmlformats.org/drawingml/2006/main">
              <a:ext uri="{FF2B5EF4-FFF2-40B4-BE49-F238E27FC236}">
                <a16:creationId xmlns:a16="http://schemas.microsoft.com/office/drawing/2014/main" id="{C9A33D2E-716B-4B47-A3BF-83495F6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0863" y="2521972"/>
            <a:ext cx="168195" cy="334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1883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19B0D03-6BE5-4588-AE3A-C3D4D1A22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26b6fd6574b13"/>
          <a:stretch xmlns:a="http://schemas.openxmlformats.org/drawingml/2006/main"/>
        </p:blipFill>
        <p:spPr>
          <a:xfrm xmlns:a="http://schemas.openxmlformats.org/drawingml/2006/main">
            <a:off x="5689889" y="1930180"/>
            <a:ext cx="743404" cy="502123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CF5DCA-8BC4-4D01-8A24-8A89F0637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997ab76fd4e21"/>
          <a:stretch xmlns:a="http://schemas.openxmlformats.org/drawingml/2006/main"/>
        </p:blipFill>
        <p:spPr>
          <a:xfrm xmlns:a="http://schemas.openxmlformats.org/drawingml/2006/main">
            <a:off x="6461596" y="1421083"/>
            <a:ext cx="744218" cy="496146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8A44FF7-2614-4680-A244-72EF3285E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293e7182e4c56"/>
          <a:stretch xmlns:a="http://schemas.openxmlformats.org/drawingml/2006/main"/>
        </p:blipFill>
        <p:spPr>
          <a:xfrm xmlns:a="http://schemas.openxmlformats.org/drawingml/2006/main">
            <a:off x="6462502" y="1930180"/>
            <a:ext cx="743404" cy="502123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9358DC2-B77A-40AD-BC06-7AF6EB720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bdcfdaee644f0"/>
          <a:stretch xmlns:a="http://schemas.openxmlformats.org/drawingml/2006/main"/>
        </p:blipFill>
        <p:spPr>
          <a:xfrm xmlns:a="http://schemas.openxmlformats.org/drawingml/2006/main">
            <a:off x="5689482" y="1421083"/>
            <a:ext cx="744218" cy="496146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2CFF73-274D-40D6-8232-D3C9D3A7A1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076c9e8694836"/>
          <a:stretch xmlns:a="http://schemas.openxmlformats.org/drawingml/2006/main"/>
        </p:blipFill>
        <p:spPr>
          <a:xfrm xmlns:a="http://schemas.openxmlformats.org/drawingml/2006/main">
            <a:off x="8481945" y="1480715"/>
            <a:ext cx="700582" cy="375687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9B2EDF5-AE3E-4224-851A-4A6935D0E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7b6a54f0146b1"/>
          <a:stretch xmlns:a="http://schemas.openxmlformats.org/drawingml/2006/main"/>
        </p:blipFill>
        <p:spPr>
          <a:xfrm xmlns:a="http://schemas.openxmlformats.org/drawingml/2006/main">
            <a:off x="8481945" y="1993996"/>
            <a:ext cx="698191" cy="401191"/>
          </a:xfrm>
          <a:prstGeom xmlns:a="http://schemas.openxmlformats.org/drawingml/2006/main" prst="rect">
            <a:avLst/>
          </a:prstGeom>
        </p:spPr>
      </p:pic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D638C95-EE73-4EA1-B7CD-20925A4C2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5bd0bfadd4d96"/>
          <a:stretch xmlns:a="http://schemas.openxmlformats.org/drawingml/2006/main"/>
        </p:blipFill>
        <p:spPr>
          <a:xfrm xmlns:a="http://schemas.openxmlformats.org/drawingml/2006/main">
            <a:off x="7790211" y="1969832"/>
            <a:ext cx="539424" cy="449520"/>
          </a:xfrm>
          <a:prstGeom xmlns:a="http://schemas.openxmlformats.org/drawingml/2006/main" prst="rect">
            <a:avLst/>
          </a:prstGeom>
        </p:spPr>
      </p:pic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D7F59E5-80D4-4542-A321-32A0CBBC4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e9f4dafb14ae7"/>
          <a:stretch xmlns:a="http://schemas.openxmlformats.org/drawingml/2006/main"/>
        </p:blipFill>
        <p:spPr>
          <a:xfrm xmlns:a="http://schemas.openxmlformats.org/drawingml/2006/main">
            <a:off x="7774727" y="1443798"/>
            <a:ext cx="568002" cy="449520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6CD811-381D-4E07-9DCC-C8F895BF7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ebe685e9548b3"/>
          <a:stretch xmlns:a="http://schemas.openxmlformats.org/drawingml/2006/main"/>
        </p:blipFill>
        <p:spPr>
          <a:xfrm xmlns:a="http://schemas.openxmlformats.org/drawingml/2006/main">
            <a:off x="6545583" y="3342303"/>
            <a:ext cx="580231" cy="435174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932A1A7-FDDF-434B-B5F7-2879DABE6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2b989796e462d"/>
          <a:stretch xmlns:a="http://schemas.openxmlformats.org/drawingml/2006/main"/>
        </p:blipFill>
        <p:spPr>
          <a:xfrm xmlns:a="http://schemas.openxmlformats.org/drawingml/2006/main">
            <a:off x="5701139" y="3362322"/>
            <a:ext cx="712537" cy="399916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FEC0B7D-2655-4414-BA6A-CFD594874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5d5a025fb442d"/>
          <a:stretch xmlns:a="http://schemas.openxmlformats.org/drawingml/2006/main"/>
        </p:blipFill>
        <p:spPr>
          <a:xfrm xmlns:a="http://schemas.openxmlformats.org/drawingml/2006/main">
            <a:off x="6485408" y="2832862"/>
            <a:ext cx="700582" cy="394812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06BBBE3-2622-4C32-BFC8-F87088792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de82e35ce4800"/>
          <a:stretch xmlns:a="http://schemas.openxmlformats.org/drawingml/2006/main"/>
        </p:blipFill>
        <p:spPr>
          <a:xfrm xmlns:a="http://schemas.openxmlformats.org/drawingml/2006/main">
            <a:off x="5713095" y="2810141"/>
            <a:ext cx="700582" cy="437864"/>
          </a:xfrm>
          <a:prstGeom xmlns:a="http://schemas.openxmlformats.org/drawingml/2006/main" prst="rect">
            <a:avLst/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AB21ABC-AB3D-4B15-9734-5689DE666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22c6a0cb44588"/>
          <a:stretch xmlns:a="http://schemas.openxmlformats.org/drawingml/2006/main"/>
        </p:blipFill>
        <p:spPr>
          <a:xfrm xmlns:a="http://schemas.openxmlformats.org/drawingml/2006/main">
            <a:off x="8553933" y="3332738"/>
            <a:ext cx="568563" cy="449520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E2D6731-F24A-4A58-A258-FE15BFD156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a5b21051c40d6"/>
          <a:stretch xmlns:a="http://schemas.openxmlformats.org/drawingml/2006/main"/>
        </p:blipFill>
        <p:spPr>
          <a:xfrm xmlns:a="http://schemas.openxmlformats.org/drawingml/2006/main">
            <a:off x="8511109" y="2813877"/>
            <a:ext cx="656603" cy="437565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CE48C5A-49FF-4CF4-AEDD-41C27A55B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be28ae1524066"/>
          <a:stretch xmlns:a="http://schemas.openxmlformats.org/drawingml/2006/main"/>
        </p:blipFill>
        <p:spPr>
          <a:xfrm xmlns:a="http://schemas.openxmlformats.org/drawingml/2006/main">
            <a:off x="7794618" y="3332738"/>
            <a:ext cx="547346" cy="439956"/>
          </a:xfrm>
          <a:prstGeom xmlns:a="http://schemas.openxmlformats.org/drawingml/2006/main" prst="rect">
            <a:avLst/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2B48879-A816-475D-A50B-1424D3CC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24a55b2d14908"/>
          <a:stretch xmlns:a="http://schemas.openxmlformats.org/drawingml/2006/main"/>
        </p:blipFill>
        <p:spPr>
          <a:xfrm xmlns:a="http://schemas.openxmlformats.org/drawingml/2006/main">
            <a:off x="7725681" y="2813877"/>
            <a:ext cx="658921" cy="437565"/>
          </a:xfrm>
          <a:prstGeom xmlns:a="http://schemas.openxmlformats.org/drawingml/2006/main" prst="rect">
            <a:avLst/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EDD60E9-28C7-4D1E-A7A8-26A0E903A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6568ba1004da0"/>
          <a:stretch xmlns:a="http://schemas.openxmlformats.org/drawingml/2006/main"/>
        </p:blipFill>
        <p:spPr>
          <a:xfrm xmlns:a="http://schemas.openxmlformats.org/drawingml/2006/main">
            <a:off x="11556553" y="3452491"/>
            <a:ext cx="464264" cy="464264"/>
          </a:xfrm>
          <a:prstGeom xmlns:a="http://schemas.openxmlformats.org/drawingml/2006/main" prst="rect">
            <a:avLst/>
          </a:prstGeom>
        </p:spPr>
      </p:pic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50934CF-ED7D-4841-8930-96E922212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a9711ff4d4605"/>
          <a:stretch xmlns:a="http://schemas.openxmlformats.org/drawingml/2006/main"/>
        </p:blipFill>
        <p:spPr>
          <a:xfrm xmlns:a="http://schemas.openxmlformats.org/drawingml/2006/main">
            <a:off x="12492058" y="3452490"/>
            <a:ext cx="465261" cy="465261"/>
          </a:xfrm>
          <a:prstGeom xmlns:a="http://schemas.openxmlformats.org/drawingml/2006/main" prst="rect">
            <a:avLst/>
          </a:prstGeom>
        </p:spPr>
      </p:pic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0A19AAA-43C2-4B8B-A963-3C894A643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19d864ead4c5e"/>
          <a:stretch xmlns:a="http://schemas.openxmlformats.org/drawingml/2006/main"/>
        </p:blipFill>
        <p:spPr>
          <a:xfrm xmlns:a="http://schemas.openxmlformats.org/drawingml/2006/main">
            <a:off x="12033771" y="3440535"/>
            <a:ext cx="477216" cy="477216"/>
          </a:xfrm>
          <a:prstGeom xmlns:a="http://schemas.openxmlformats.org/drawingml/2006/main" prst="rect">
            <a:avLst/>
          </a:prstGeom>
        </p:spPr>
      </p:pic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6E50DA5-90B8-4D54-A270-38F2897E9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64c21bef84dec"/>
          <a:stretch xmlns:a="http://schemas.openxmlformats.org/drawingml/2006/main"/>
        </p:blipFill>
        <p:spPr>
          <a:xfrm xmlns:a="http://schemas.openxmlformats.org/drawingml/2006/main">
            <a:off x="424273" y="605133"/>
            <a:ext cx="525813" cy="473231"/>
          </a:xfrm>
          <a:prstGeom xmlns:a="http://schemas.openxmlformats.org/drawingml/2006/main" prst="rect">
            <a:avLst/>
          </a:prstGeom>
        </p:spPr>
      </p:pic>
      <p:sp>
        <p:nvSpPr>
          <p:cNvPr id="149" name="path-94">
            <a:extLst xmlns:a="http://schemas.openxmlformats.org/drawingml/2006/main">
              <a:ext uri="{FF2B5EF4-FFF2-40B4-BE49-F238E27FC236}">
                <a16:creationId xmlns:a16="http://schemas.microsoft.com/office/drawing/2014/main" id="{6A95CF4D-9EDA-4DBA-9DD8-985CE033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92" y="1179486"/>
            <a:ext cx="533009" cy="2145979"/>
          </a:xfrm>
          <a:custGeom xmlns:a="http://schemas.openxmlformats.org/drawingml/2006/main">
            <a:pathLst>
              <a:path w="533009" h="2145979">
                <a:moveTo>
                  <a:pt x="66193" y="2145621"/>
                </a:moveTo>
                <a:lnTo>
                  <a:pt x="58880" y="2144484"/>
                </a:lnTo>
                <a:lnTo>
                  <a:pt x="51808" y="2142672"/>
                </a:lnTo>
                <a:lnTo>
                  <a:pt x="45013" y="2140201"/>
                </a:lnTo>
                <a:lnTo>
                  <a:pt x="38577" y="2137093"/>
                </a:lnTo>
                <a:lnTo>
                  <a:pt x="32480" y="2133386"/>
                </a:lnTo>
                <a:lnTo>
                  <a:pt x="26821" y="2129142"/>
                </a:lnTo>
                <a:lnTo>
                  <a:pt x="21581" y="2124400"/>
                </a:lnTo>
                <a:lnTo>
                  <a:pt x="16818" y="2119159"/>
                </a:lnTo>
                <a:lnTo>
                  <a:pt x="12575" y="2113480"/>
                </a:lnTo>
                <a:lnTo>
                  <a:pt x="8889" y="2107403"/>
                </a:lnTo>
                <a:lnTo>
                  <a:pt x="5780" y="2100947"/>
                </a:lnTo>
                <a:lnTo>
                  <a:pt x="3290" y="2094173"/>
                </a:lnTo>
                <a:lnTo>
                  <a:pt x="1476" y="2087099"/>
                </a:lnTo>
                <a:lnTo>
                  <a:pt x="360" y="2079766"/>
                </a:lnTo>
                <a:lnTo>
                  <a:pt x="0" y="2072494"/>
                </a:lnTo>
                <a:lnTo>
                  <a:pt x="0" y="73485"/>
                </a:lnTo>
                <a:lnTo>
                  <a:pt x="360" y="66213"/>
                </a:lnTo>
                <a:lnTo>
                  <a:pt x="1476" y="58880"/>
                </a:lnTo>
                <a:lnTo>
                  <a:pt x="3290" y="51806"/>
                </a:lnTo>
                <a:lnTo>
                  <a:pt x="5780" y="45032"/>
                </a:lnTo>
                <a:lnTo>
                  <a:pt x="8889" y="38576"/>
                </a:lnTo>
                <a:lnTo>
                  <a:pt x="12575" y="32498"/>
                </a:lnTo>
                <a:lnTo>
                  <a:pt x="16818" y="26820"/>
                </a:lnTo>
                <a:lnTo>
                  <a:pt x="21581" y="21579"/>
                </a:lnTo>
                <a:lnTo>
                  <a:pt x="26821" y="16837"/>
                </a:lnTo>
                <a:lnTo>
                  <a:pt x="32480" y="12593"/>
                </a:lnTo>
                <a:lnTo>
                  <a:pt x="38577" y="8887"/>
                </a:lnTo>
                <a:lnTo>
                  <a:pt x="45013" y="5778"/>
                </a:lnTo>
                <a:lnTo>
                  <a:pt x="51808" y="3308"/>
                </a:lnTo>
                <a:lnTo>
                  <a:pt x="58880" y="1494"/>
                </a:lnTo>
                <a:lnTo>
                  <a:pt x="66193" y="359"/>
                </a:lnTo>
                <a:lnTo>
                  <a:pt x="73467" y="0"/>
                </a:lnTo>
                <a:lnTo>
                  <a:pt x="459523" y="0"/>
                </a:lnTo>
                <a:lnTo>
                  <a:pt x="466795" y="359"/>
                </a:lnTo>
                <a:lnTo>
                  <a:pt x="474108" y="1494"/>
                </a:lnTo>
                <a:lnTo>
                  <a:pt x="481182" y="3308"/>
                </a:lnTo>
                <a:lnTo>
                  <a:pt x="487976" y="5778"/>
                </a:lnTo>
                <a:lnTo>
                  <a:pt x="494412" y="8887"/>
                </a:lnTo>
                <a:lnTo>
                  <a:pt x="500510" y="12593"/>
                </a:lnTo>
                <a:lnTo>
                  <a:pt x="506169" y="16837"/>
                </a:lnTo>
                <a:lnTo>
                  <a:pt x="511409" y="21579"/>
                </a:lnTo>
                <a:lnTo>
                  <a:pt x="516173" y="26820"/>
                </a:lnTo>
                <a:lnTo>
                  <a:pt x="520417" y="32498"/>
                </a:lnTo>
                <a:lnTo>
                  <a:pt x="524103" y="38576"/>
                </a:lnTo>
                <a:lnTo>
                  <a:pt x="527211" y="45032"/>
                </a:lnTo>
                <a:lnTo>
                  <a:pt x="529701" y="51806"/>
                </a:lnTo>
                <a:lnTo>
                  <a:pt x="531514" y="58880"/>
                </a:lnTo>
                <a:lnTo>
                  <a:pt x="532631" y="66213"/>
                </a:lnTo>
                <a:lnTo>
                  <a:pt x="533009" y="73485"/>
                </a:lnTo>
                <a:lnTo>
                  <a:pt x="533009" y="2072494"/>
                </a:lnTo>
                <a:lnTo>
                  <a:pt x="532631" y="2079766"/>
                </a:lnTo>
                <a:lnTo>
                  <a:pt x="531514" y="2087099"/>
                </a:lnTo>
                <a:lnTo>
                  <a:pt x="529701" y="2094173"/>
                </a:lnTo>
                <a:lnTo>
                  <a:pt x="527211" y="2100947"/>
                </a:lnTo>
                <a:lnTo>
                  <a:pt x="524103" y="2107403"/>
                </a:lnTo>
                <a:lnTo>
                  <a:pt x="520417" y="2113480"/>
                </a:lnTo>
                <a:lnTo>
                  <a:pt x="516173" y="2119159"/>
                </a:lnTo>
                <a:lnTo>
                  <a:pt x="511409" y="2124400"/>
                </a:lnTo>
                <a:lnTo>
                  <a:pt x="506169" y="2129142"/>
                </a:lnTo>
                <a:lnTo>
                  <a:pt x="500510" y="2133386"/>
                </a:lnTo>
                <a:lnTo>
                  <a:pt x="494412" y="2137093"/>
                </a:lnTo>
                <a:lnTo>
                  <a:pt x="487976" y="2140201"/>
                </a:lnTo>
                <a:lnTo>
                  <a:pt x="481182" y="2142672"/>
                </a:lnTo>
                <a:lnTo>
                  <a:pt x="474108" y="2144484"/>
                </a:lnTo>
                <a:lnTo>
                  <a:pt x="466795" y="2145621"/>
                </a:lnTo>
                <a:lnTo>
                  <a:pt x="459523" y="2145979"/>
                </a:lnTo>
                <a:lnTo>
                  <a:pt x="73467" y="2145979"/>
                </a:lnTo>
                <a:lnTo>
                  <a:pt x="66193" y="2145621"/>
                </a:lnTo>
                <a:moveTo>
                  <a:pt x="74224" y="2126073"/>
                </a:moveTo>
                <a:lnTo>
                  <a:pt x="73725" y="2126054"/>
                </a:lnTo>
                <a:lnTo>
                  <a:pt x="459264" y="2126054"/>
                </a:lnTo>
                <a:lnTo>
                  <a:pt x="458765" y="2126073"/>
                </a:lnTo>
                <a:lnTo>
                  <a:pt x="465283" y="2125735"/>
                </a:lnTo>
                <a:lnTo>
                  <a:pt x="464285" y="2125834"/>
                </a:lnTo>
                <a:lnTo>
                  <a:pt x="470623" y="2124878"/>
                </a:lnTo>
                <a:lnTo>
                  <a:pt x="469645" y="2125077"/>
                </a:lnTo>
                <a:lnTo>
                  <a:pt x="475744" y="2123503"/>
                </a:lnTo>
                <a:lnTo>
                  <a:pt x="474808" y="2123802"/>
                </a:lnTo>
                <a:lnTo>
                  <a:pt x="480665" y="2121650"/>
                </a:lnTo>
                <a:lnTo>
                  <a:pt x="479767" y="2122028"/>
                </a:lnTo>
                <a:lnTo>
                  <a:pt x="485347" y="2119339"/>
                </a:lnTo>
                <a:lnTo>
                  <a:pt x="484490" y="2119797"/>
                </a:lnTo>
                <a:lnTo>
                  <a:pt x="489750" y="2116609"/>
                </a:lnTo>
                <a:lnTo>
                  <a:pt x="488953" y="2117147"/>
                </a:lnTo>
                <a:lnTo>
                  <a:pt x="493856" y="2113480"/>
                </a:lnTo>
                <a:lnTo>
                  <a:pt x="493138" y="2114078"/>
                </a:lnTo>
                <a:lnTo>
                  <a:pt x="497660" y="2109974"/>
                </a:lnTo>
                <a:lnTo>
                  <a:pt x="496984" y="2110631"/>
                </a:lnTo>
                <a:lnTo>
                  <a:pt x="501107" y="2106108"/>
                </a:lnTo>
                <a:lnTo>
                  <a:pt x="500490" y="2106845"/>
                </a:lnTo>
                <a:lnTo>
                  <a:pt x="504176" y="2101924"/>
                </a:lnTo>
                <a:lnTo>
                  <a:pt x="503638" y="2102720"/>
                </a:lnTo>
                <a:lnTo>
                  <a:pt x="506828" y="2097460"/>
                </a:lnTo>
                <a:lnTo>
                  <a:pt x="506368" y="2098317"/>
                </a:lnTo>
                <a:lnTo>
                  <a:pt x="509058" y="2092738"/>
                </a:lnTo>
                <a:lnTo>
                  <a:pt x="508660" y="2093635"/>
                </a:lnTo>
                <a:lnTo>
                  <a:pt x="510812" y="2087777"/>
                </a:lnTo>
                <a:lnTo>
                  <a:pt x="510514" y="2088733"/>
                </a:lnTo>
                <a:lnTo>
                  <a:pt x="512086" y="2082616"/>
                </a:lnTo>
                <a:lnTo>
                  <a:pt x="511888" y="2083592"/>
                </a:lnTo>
                <a:lnTo>
                  <a:pt x="512865" y="2077256"/>
                </a:lnTo>
                <a:lnTo>
                  <a:pt x="512765" y="2078272"/>
                </a:lnTo>
                <a:lnTo>
                  <a:pt x="513084" y="2071736"/>
                </a:lnTo>
                <a:lnTo>
                  <a:pt x="513084" y="2072254"/>
                </a:lnTo>
                <a:lnTo>
                  <a:pt x="513084" y="73724"/>
                </a:lnTo>
                <a:lnTo>
                  <a:pt x="513084" y="74242"/>
                </a:lnTo>
                <a:lnTo>
                  <a:pt x="512765" y="67707"/>
                </a:lnTo>
                <a:lnTo>
                  <a:pt x="512865" y="68723"/>
                </a:lnTo>
                <a:lnTo>
                  <a:pt x="511888" y="62387"/>
                </a:lnTo>
                <a:lnTo>
                  <a:pt x="512086" y="63363"/>
                </a:lnTo>
                <a:lnTo>
                  <a:pt x="510514" y="57246"/>
                </a:lnTo>
                <a:lnTo>
                  <a:pt x="510812" y="58202"/>
                </a:lnTo>
                <a:lnTo>
                  <a:pt x="508660" y="52344"/>
                </a:lnTo>
                <a:lnTo>
                  <a:pt x="509058" y="53241"/>
                </a:lnTo>
                <a:lnTo>
                  <a:pt x="506368" y="47662"/>
                </a:lnTo>
                <a:lnTo>
                  <a:pt x="506828" y="48518"/>
                </a:lnTo>
                <a:lnTo>
                  <a:pt x="503638" y="43258"/>
                </a:lnTo>
                <a:lnTo>
                  <a:pt x="504176" y="44036"/>
                </a:lnTo>
                <a:lnTo>
                  <a:pt x="500490" y="39133"/>
                </a:lnTo>
                <a:lnTo>
                  <a:pt x="501107" y="39871"/>
                </a:lnTo>
                <a:lnTo>
                  <a:pt x="496984" y="35348"/>
                </a:lnTo>
                <a:lnTo>
                  <a:pt x="497660" y="36005"/>
                </a:lnTo>
                <a:lnTo>
                  <a:pt x="493138" y="31901"/>
                </a:lnTo>
                <a:lnTo>
                  <a:pt x="493856" y="32498"/>
                </a:lnTo>
                <a:lnTo>
                  <a:pt x="488953" y="28832"/>
                </a:lnTo>
                <a:lnTo>
                  <a:pt x="489750" y="29370"/>
                </a:lnTo>
                <a:lnTo>
                  <a:pt x="484490" y="26182"/>
                </a:lnTo>
                <a:lnTo>
                  <a:pt x="485347" y="26640"/>
                </a:lnTo>
                <a:lnTo>
                  <a:pt x="479767" y="23950"/>
                </a:lnTo>
                <a:lnTo>
                  <a:pt x="480665" y="24329"/>
                </a:lnTo>
                <a:lnTo>
                  <a:pt x="474808" y="22177"/>
                </a:lnTo>
                <a:lnTo>
                  <a:pt x="475744" y="22476"/>
                </a:lnTo>
                <a:lnTo>
                  <a:pt x="469645" y="20902"/>
                </a:lnTo>
                <a:lnTo>
                  <a:pt x="470623" y="21101"/>
                </a:lnTo>
                <a:lnTo>
                  <a:pt x="464285" y="20145"/>
                </a:lnTo>
                <a:lnTo>
                  <a:pt x="465283" y="20244"/>
                </a:lnTo>
                <a:lnTo>
                  <a:pt x="458765" y="19905"/>
                </a:lnTo>
                <a:lnTo>
                  <a:pt x="459264" y="19925"/>
                </a:lnTo>
                <a:lnTo>
                  <a:pt x="73725" y="19925"/>
                </a:lnTo>
                <a:lnTo>
                  <a:pt x="74224" y="19905"/>
                </a:lnTo>
                <a:lnTo>
                  <a:pt x="67708" y="20244"/>
                </a:lnTo>
                <a:lnTo>
                  <a:pt x="68704" y="20145"/>
                </a:lnTo>
                <a:lnTo>
                  <a:pt x="62368" y="21101"/>
                </a:lnTo>
                <a:lnTo>
                  <a:pt x="63363" y="20902"/>
                </a:lnTo>
                <a:lnTo>
                  <a:pt x="57249" y="22476"/>
                </a:lnTo>
                <a:lnTo>
                  <a:pt x="58185" y="22177"/>
                </a:lnTo>
                <a:lnTo>
                  <a:pt x="52325" y="24329"/>
                </a:lnTo>
                <a:lnTo>
                  <a:pt x="53223" y="23950"/>
                </a:lnTo>
                <a:lnTo>
                  <a:pt x="47642" y="26640"/>
                </a:lnTo>
                <a:lnTo>
                  <a:pt x="48500" y="26182"/>
                </a:lnTo>
                <a:lnTo>
                  <a:pt x="43240" y="29370"/>
                </a:lnTo>
                <a:lnTo>
                  <a:pt x="44037" y="28832"/>
                </a:lnTo>
                <a:lnTo>
                  <a:pt x="39135" y="32498"/>
                </a:lnTo>
                <a:lnTo>
                  <a:pt x="39873" y="31901"/>
                </a:lnTo>
                <a:lnTo>
                  <a:pt x="35328" y="36005"/>
                </a:lnTo>
                <a:lnTo>
                  <a:pt x="36007" y="35348"/>
                </a:lnTo>
                <a:lnTo>
                  <a:pt x="31883" y="39871"/>
                </a:lnTo>
                <a:lnTo>
                  <a:pt x="32501" y="39133"/>
                </a:lnTo>
                <a:lnTo>
                  <a:pt x="28833" y="44036"/>
                </a:lnTo>
                <a:lnTo>
                  <a:pt x="29352" y="43258"/>
                </a:lnTo>
                <a:lnTo>
                  <a:pt x="26163" y="48518"/>
                </a:lnTo>
                <a:lnTo>
                  <a:pt x="26621" y="47662"/>
                </a:lnTo>
                <a:lnTo>
                  <a:pt x="23953" y="53241"/>
                </a:lnTo>
                <a:lnTo>
                  <a:pt x="24331" y="52344"/>
                </a:lnTo>
                <a:lnTo>
                  <a:pt x="22178" y="58202"/>
                </a:lnTo>
                <a:lnTo>
                  <a:pt x="22477" y="57246"/>
                </a:lnTo>
                <a:lnTo>
                  <a:pt x="20902" y="63363"/>
                </a:lnTo>
                <a:lnTo>
                  <a:pt x="21103" y="62387"/>
                </a:lnTo>
                <a:lnTo>
                  <a:pt x="20126" y="68723"/>
                </a:lnTo>
                <a:lnTo>
                  <a:pt x="20226" y="67707"/>
                </a:lnTo>
                <a:lnTo>
                  <a:pt x="19907" y="74242"/>
                </a:lnTo>
                <a:lnTo>
                  <a:pt x="19927" y="73724"/>
                </a:lnTo>
                <a:lnTo>
                  <a:pt x="19927" y="2072254"/>
                </a:lnTo>
                <a:lnTo>
                  <a:pt x="19907" y="2071736"/>
                </a:lnTo>
                <a:lnTo>
                  <a:pt x="20226" y="2078272"/>
                </a:lnTo>
                <a:lnTo>
                  <a:pt x="20126" y="2077256"/>
                </a:lnTo>
                <a:lnTo>
                  <a:pt x="21103" y="2083592"/>
                </a:lnTo>
                <a:lnTo>
                  <a:pt x="20902" y="2082616"/>
                </a:lnTo>
                <a:lnTo>
                  <a:pt x="22477" y="2088733"/>
                </a:lnTo>
                <a:lnTo>
                  <a:pt x="22178" y="2087777"/>
                </a:lnTo>
                <a:lnTo>
                  <a:pt x="24331" y="2093635"/>
                </a:lnTo>
                <a:lnTo>
                  <a:pt x="23953" y="2092738"/>
                </a:lnTo>
                <a:lnTo>
                  <a:pt x="26621" y="2098317"/>
                </a:lnTo>
                <a:lnTo>
                  <a:pt x="26163" y="2097460"/>
                </a:lnTo>
                <a:lnTo>
                  <a:pt x="29352" y="2102720"/>
                </a:lnTo>
                <a:lnTo>
                  <a:pt x="28833" y="2101924"/>
                </a:lnTo>
                <a:lnTo>
                  <a:pt x="32501" y="2106845"/>
                </a:lnTo>
                <a:lnTo>
                  <a:pt x="31883" y="2106108"/>
                </a:lnTo>
                <a:lnTo>
                  <a:pt x="36007" y="2110631"/>
                </a:lnTo>
                <a:lnTo>
                  <a:pt x="35328" y="2109974"/>
                </a:lnTo>
                <a:lnTo>
                  <a:pt x="39873" y="2114078"/>
                </a:lnTo>
                <a:lnTo>
                  <a:pt x="39135" y="2113480"/>
                </a:lnTo>
                <a:lnTo>
                  <a:pt x="44037" y="2117147"/>
                </a:lnTo>
                <a:lnTo>
                  <a:pt x="43240" y="2116609"/>
                </a:lnTo>
                <a:lnTo>
                  <a:pt x="48500" y="2119797"/>
                </a:lnTo>
                <a:lnTo>
                  <a:pt x="47642" y="2119339"/>
                </a:lnTo>
                <a:lnTo>
                  <a:pt x="53223" y="2122028"/>
                </a:lnTo>
                <a:lnTo>
                  <a:pt x="52325" y="2121650"/>
                </a:lnTo>
                <a:lnTo>
                  <a:pt x="58185" y="2123802"/>
                </a:lnTo>
                <a:lnTo>
                  <a:pt x="57249" y="2123503"/>
                </a:lnTo>
                <a:lnTo>
                  <a:pt x="63363" y="2125077"/>
                </a:lnTo>
                <a:lnTo>
                  <a:pt x="62368" y="2124878"/>
                </a:lnTo>
                <a:lnTo>
                  <a:pt x="68704" y="2125834"/>
                </a:lnTo>
                <a:lnTo>
                  <a:pt x="67708" y="2125735"/>
                </a:lnTo>
                <a:lnTo>
                  <a:pt x="74224" y="2126073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text-95 Select">
            <a:extLst xmlns:a="http://schemas.openxmlformats.org/drawingml/2006/main">
              <a:ext uri="{FF2B5EF4-FFF2-40B4-BE49-F238E27FC236}">
                <a16:creationId xmlns:a16="http://schemas.microsoft.com/office/drawing/2014/main" id="{775787CF-B1FA-42D6-9430-BC4DA2CE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204625" y="2747138"/>
            <a:ext cx="651019" cy="28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Select</a:t>
            </a:r>
          </a:p>
        </p:txBody>
      </p:sp>
      <p:sp>
        <p:nvSpPr>
          <p:cNvPr id="151" name="text-95 in">
            <a:extLst xmlns:a="http://schemas.openxmlformats.org/drawingml/2006/main">
              <a:ext uri="{FF2B5EF4-FFF2-40B4-BE49-F238E27FC236}">
                <a16:creationId xmlns:a16="http://schemas.microsoft.com/office/drawing/2014/main" id="{550BBD6B-E47C-42D3-820A-16851B6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413308" y="2141871"/>
            <a:ext cx="211248" cy="33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1883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52" name="text-95 Cluster">
            <a:extLst xmlns:a="http://schemas.openxmlformats.org/drawingml/2006/main">
              <a:ext uri="{FF2B5EF4-FFF2-40B4-BE49-F238E27FC236}">
                <a16:creationId xmlns:a16="http://schemas.microsoft.com/office/drawing/2014/main" id="{D3681653-D304-44A3-AB41-AB22E6A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163377" y="1641430"/>
            <a:ext cx="731367" cy="28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1617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53" name="path-96">
            <a:extLst xmlns:a="http://schemas.openxmlformats.org/drawingml/2006/main">
              <a:ext uri="{FF2B5EF4-FFF2-40B4-BE49-F238E27FC236}">
                <a16:creationId xmlns:a16="http://schemas.microsoft.com/office/drawing/2014/main" id="{B38B7761-2B5F-47DE-B986-9CB9F9EE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905" y="1192936"/>
            <a:ext cx="1718575" cy="488175"/>
          </a:xfrm>
          <a:custGeom xmlns:a="http://schemas.openxmlformats.org/drawingml/2006/main">
            <a:pathLst>
              <a:path w="1718575" h="488175">
                <a:moveTo>
                  <a:pt x="0" y="420010"/>
                </a:moveTo>
                <a:lnTo>
                  <a:pt x="0" y="360233"/>
                </a:lnTo>
                <a:lnTo>
                  <a:pt x="19925" y="360233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1"/>
                </a:lnTo>
                <a:lnTo>
                  <a:pt x="19925" y="280531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29"/>
                </a:lnTo>
                <a:lnTo>
                  <a:pt x="19925" y="200829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7"/>
                </a:lnTo>
                <a:lnTo>
                  <a:pt x="19925" y="121127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39" y="61211"/>
                </a:lnTo>
                <a:lnTo>
                  <a:pt x="1355" y="54436"/>
                </a:lnTo>
                <a:lnTo>
                  <a:pt x="3048" y="47901"/>
                </a:lnTo>
                <a:lnTo>
                  <a:pt x="5340" y="41624"/>
                </a:lnTo>
                <a:lnTo>
                  <a:pt x="7053" y="38058"/>
                </a:lnTo>
                <a:lnTo>
                  <a:pt x="25006" y="46705"/>
                </a:lnTo>
                <a:lnTo>
                  <a:pt x="23513" y="49834"/>
                </a:lnTo>
                <a:lnTo>
                  <a:pt x="23891" y="48937"/>
                </a:lnTo>
                <a:lnTo>
                  <a:pt x="21918" y="54277"/>
                </a:lnTo>
                <a:lnTo>
                  <a:pt x="22217" y="53341"/>
                </a:lnTo>
                <a:lnTo>
                  <a:pt x="20782" y="58920"/>
                </a:lnTo>
                <a:lnTo>
                  <a:pt x="20982" y="57944"/>
                </a:lnTo>
                <a:lnTo>
                  <a:pt x="20105" y="63722"/>
                </a:lnTo>
                <a:lnTo>
                  <a:pt x="20205" y="62706"/>
                </a:lnTo>
                <a:lnTo>
                  <a:pt x="19905" y="68664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7" y="15562"/>
                </a:lnTo>
                <a:lnTo>
                  <a:pt x="30027" y="11636"/>
                </a:lnTo>
                <a:lnTo>
                  <a:pt x="35647" y="8229"/>
                </a:lnTo>
                <a:lnTo>
                  <a:pt x="41625" y="5340"/>
                </a:lnTo>
                <a:lnTo>
                  <a:pt x="47881" y="3049"/>
                </a:lnTo>
                <a:lnTo>
                  <a:pt x="54417" y="1375"/>
                </a:lnTo>
                <a:lnTo>
                  <a:pt x="61192" y="339"/>
                </a:lnTo>
                <a:lnTo>
                  <a:pt x="67906" y="0"/>
                </a:lnTo>
                <a:lnTo>
                  <a:pt x="83190" y="0"/>
                </a:lnTo>
                <a:lnTo>
                  <a:pt x="83190" y="19926"/>
                </a:lnTo>
                <a:lnTo>
                  <a:pt x="68145" y="19926"/>
                </a:lnTo>
                <a:lnTo>
                  <a:pt x="68665" y="19906"/>
                </a:lnTo>
                <a:lnTo>
                  <a:pt x="62705" y="20204"/>
                </a:lnTo>
                <a:lnTo>
                  <a:pt x="63703" y="20105"/>
                </a:lnTo>
                <a:lnTo>
                  <a:pt x="57923" y="21002"/>
                </a:lnTo>
                <a:lnTo>
                  <a:pt x="58900" y="20802"/>
                </a:lnTo>
                <a:lnTo>
                  <a:pt x="53321" y="22237"/>
                </a:lnTo>
                <a:lnTo>
                  <a:pt x="54276" y="21938"/>
                </a:lnTo>
                <a:lnTo>
                  <a:pt x="48917" y="23891"/>
                </a:lnTo>
                <a:lnTo>
                  <a:pt x="49813" y="23512"/>
                </a:lnTo>
                <a:lnTo>
                  <a:pt x="44732" y="25963"/>
                </a:lnTo>
                <a:lnTo>
                  <a:pt x="45589" y="25505"/>
                </a:lnTo>
                <a:lnTo>
                  <a:pt x="40789" y="28414"/>
                </a:lnTo>
                <a:lnTo>
                  <a:pt x="41584" y="27876"/>
                </a:lnTo>
                <a:lnTo>
                  <a:pt x="37101" y="31223"/>
                </a:lnTo>
                <a:lnTo>
                  <a:pt x="37839" y="30626"/>
                </a:lnTo>
                <a:lnTo>
                  <a:pt x="34412" y="33734"/>
                </a:lnTo>
                <a:lnTo>
                  <a:pt x="21001" y="18989"/>
                </a:lnTo>
                <a:moveTo>
                  <a:pt x="103116" y="0"/>
                </a:moveTo>
                <a:lnTo>
                  <a:pt x="162891" y="0"/>
                </a:lnTo>
                <a:lnTo>
                  <a:pt x="162891" y="19926"/>
                </a:lnTo>
                <a:lnTo>
                  <a:pt x="103116" y="19926"/>
                </a:lnTo>
                <a:lnTo>
                  <a:pt x="103116" y="0"/>
                </a:lnTo>
                <a:moveTo>
                  <a:pt x="182816" y="0"/>
                </a:moveTo>
                <a:lnTo>
                  <a:pt x="242594" y="0"/>
                </a:lnTo>
                <a:lnTo>
                  <a:pt x="242594" y="19926"/>
                </a:lnTo>
                <a:lnTo>
                  <a:pt x="182816" y="19926"/>
                </a:lnTo>
                <a:lnTo>
                  <a:pt x="182816" y="0"/>
                </a:lnTo>
                <a:moveTo>
                  <a:pt x="262519" y="0"/>
                </a:moveTo>
                <a:lnTo>
                  <a:pt x="322296" y="0"/>
                </a:lnTo>
                <a:lnTo>
                  <a:pt x="322296" y="19926"/>
                </a:lnTo>
                <a:lnTo>
                  <a:pt x="262519" y="19926"/>
                </a:lnTo>
                <a:lnTo>
                  <a:pt x="262519" y="0"/>
                </a:lnTo>
                <a:moveTo>
                  <a:pt x="342221" y="0"/>
                </a:moveTo>
                <a:lnTo>
                  <a:pt x="401999" y="0"/>
                </a:lnTo>
                <a:lnTo>
                  <a:pt x="401999" y="19926"/>
                </a:lnTo>
                <a:lnTo>
                  <a:pt x="342221" y="19926"/>
                </a:lnTo>
                <a:lnTo>
                  <a:pt x="342221" y="0"/>
                </a:lnTo>
                <a:moveTo>
                  <a:pt x="421924" y="0"/>
                </a:moveTo>
                <a:lnTo>
                  <a:pt x="481699" y="0"/>
                </a:lnTo>
                <a:lnTo>
                  <a:pt x="481699" y="19926"/>
                </a:lnTo>
                <a:lnTo>
                  <a:pt x="421924" y="19926"/>
                </a:lnTo>
                <a:lnTo>
                  <a:pt x="421924" y="0"/>
                </a:lnTo>
                <a:moveTo>
                  <a:pt x="501625" y="0"/>
                </a:moveTo>
                <a:lnTo>
                  <a:pt x="561402" y="0"/>
                </a:lnTo>
                <a:lnTo>
                  <a:pt x="561402" y="19926"/>
                </a:lnTo>
                <a:lnTo>
                  <a:pt x="501625" y="19926"/>
                </a:lnTo>
                <a:lnTo>
                  <a:pt x="501625" y="0"/>
                </a:lnTo>
                <a:moveTo>
                  <a:pt x="581327" y="0"/>
                </a:moveTo>
                <a:lnTo>
                  <a:pt x="641105" y="0"/>
                </a:lnTo>
                <a:lnTo>
                  <a:pt x="641105" y="19926"/>
                </a:lnTo>
                <a:lnTo>
                  <a:pt x="581327" y="19926"/>
                </a:lnTo>
                <a:lnTo>
                  <a:pt x="581327" y="0"/>
                </a:lnTo>
                <a:moveTo>
                  <a:pt x="661030" y="0"/>
                </a:moveTo>
                <a:lnTo>
                  <a:pt x="720807" y="0"/>
                </a:lnTo>
                <a:lnTo>
                  <a:pt x="720807" y="19926"/>
                </a:lnTo>
                <a:lnTo>
                  <a:pt x="661030" y="19926"/>
                </a:lnTo>
                <a:lnTo>
                  <a:pt x="661030" y="0"/>
                </a:lnTo>
                <a:moveTo>
                  <a:pt x="740732" y="0"/>
                </a:moveTo>
                <a:lnTo>
                  <a:pt x="800508" y="0"/>
                </a:lnTo>
                <a:lnTo>
                  <a:pt x="800508" y="19926"/>
                </a:lnTo>
                <a:lnTo>
                  <a:pt x="740732" y="19926"/>
                </a:lnTo>
                <a:lnTo>
                  <a:pt x="740732" y="0"/>
                </a:lnTo>
                <a:moveTo>
                  <a:pt x="820433" y="0"/>
                </a:moveTo>
                <a:lnTo>
                  <a:pt x="880211" y="0"/>
                </a:lnTo>
                <a:lnTo>
                  <a:pt x="880211" y="19926"/>
                </a:lnTo>
                <a:lnTo>
                  <a:pt x="820433" y="19926"/>
                </a:lnTo>
                <a:lnTo>
                  <a:pt x="820433" y="0"/>
                </a:lnTo>
                <a:moveTo>
                  <a:pt x="900136" y="0"/>
                </a:moveTo>
                <a:lnTo>
                  <a:pt x="959913" y="0"/>
                </a:lnTo>
                <a:lnTo>
                  <a:pt x="959913" y="19926"/>
                </a:lnTo>
                <a:lnTo>
                  <a:pt x="900136" y="19926"/>
                </a:lnTo>
                <a:lnTo>
                  <a:pt x="900136" y="0"/>
                </a:lnTo>
                <a:moveTo>
                  <a:pt x="979838" y="0"/>
                </a:moveTo>
                <a:lnTo>
                  <a:pt x="1039616" y="0"/>
                </a:lnTo>
                <a:lnTo>
                  <a:pt x="1039616" y="19926"/>
                </a:lnTo>
                <a:lnTo>
                  <a:pt x="979838" y="19926"/>
                </a:lnTo>
                <a:lnTo>
                  <a:pt x="979838" y="0"/>
                </a:lnTo>
                <a:moveTo>
                  <a:pt x="1059541" y="0"/>
                </a:moveTo>
                <a:lnTo>
                  <a:pt x="1119316" y="0"/>
                </a:lnTo>
                <a:lnTo>
                  <a:pt x="1119316" y="19926"/>
                </a:lnTo>
                <a:lnTo>
                  <a:pt x="1059541" y="19926"/>
                </a:lnTo>
                <a:lnTo>
                  <a:pt x="1059541" y="0"/>
                </a:lnTo>
                <a:moveTo>
                  <a:pt x="1139242" y="0"/>
                </a:moveTo>
                <a:lnTo>
                  <a:pt x="1199019" y="0"/>
                </a:lnTo>
                <a:lnTo>
                  <a:pt x="1199019" y="19926"/>
                </a:lnTo>
                <a:lnTo>
                  <a:pt x="1139242" y="19926"/>
                </a:lnTo>
                <a:lnTo>
                  <a:pt x="1139242" y="0"/>
                </a:lnTo>
                <a:moveTo>
                  <a:pt x="1218944" y="0"/>
                </a:moveTo>
                <a:lnTo>
                  <a:pt x="1278722" y="0"/>
                </a:lnTo>
                <a:lnTo>
                  <a:pt x="1278722" y="19926"/>
                </a:lnTo>
                <a:lnTo>
                  <a:pt x="1218944" y="19926"/>
                </a:lnTo>
                <a:lnTo>
                  <a:pt x="1218944" y="0"/>
                </a:lnTo>
                <a:moveTo>
                  <a:pt x="1298647" y="0"/>
                </a:moveTo>
                <a:lnTo>
                  <a:pt x="1358424" y="0"/>
                </a:lnTo>
                <a:lnTo>
                  <a:pt x="1358424" y="19926"/>
                </a:lnTo>
                <a:lnTo>
                  <a:pt x="1298647" y="19926"/>
                </a:lnTo>
                <a:lnTo>
                  <a:pt x="1298647" y="0"/>
                </a:lnTo>
                <a:moveTo>
                  <a:pt x="1378349" y="0"/>
                </a:moveTo>
                <a:lnTo>
                  <a:pt x="1438125" y="0"/>
                </a:lnTo>
                <a:lnTo>
                  <a:pt x="1438125" y="19926"/>
                </a:lnTo>
                <a:lnTo>
                  <a:pt x="1378349" y="19926"/>
                </a:lnTo>
                <a:lnTo>
                  <a:pt x="1378349" y="0"/>
                </a:lnTo>
                <a:moveTo>
                  <a:pt x="1458050" y="0"/>
                </a:moveTo>
                <a:lnTo>
                  <a:pt x="1517827" y="0"/>
                </a:lnTo>
                <a:lnTo>
                  <a:pt x="1517827" y="19926"/>
                </a:lnTo>
                <a:lnTo>
                  <a:pt x="1458050" y="19926"/>
                </a:lnTo>
                <a:lnTo>
                  <a:pt x="1458050" y="0"/>
                </a:lnTo>
                <a:moveTo>
                  <a:pt x="1537753" y="0"/>
                </a:moveTo>
                <a:lnTo>
                  <a:pt x="1597530" y="0"/>
                </a:lnTo>
                <a:lnTo>
                  <a:pt x="1597530" y="19926"/>
                </a:lnTo>
                <a:lnTo>
                  <a:pt x="1537753" y="19926"/>
                </a:lnTo>
                <a:lnTo>
                  <a:pt x="1537753" y="0"/>
                </a:lnTo>
                <a:moveTo>
                  <a:pt x="1617455" y="0"/>
                </a:moveTo>
                <a:lnTo>
                  <a:pt x="1650651" y="0"/>
                </a:lnTo>
                <a:lnTo>
                  <a:pt x="1657365" y="339"/>
                </a:lnTo>
                <a:lnTo>
                  <a:pt x="1664140" y="1375"/>
                </a:lnTo>
                <a:lnTo>
                  <a:pt x="1670676" y="3049"/>
                </a:lnTo>
                <a:lnTo>
                  <a:pt x="1676953" y="5340"/>
                </a:lnTo>
                <a:lnTo>
                  <a:pt x="1680600" y="7113"/>
                </a:lnTo>
                <a:lnTo>
                  <a:pt x="1671952" y="25066"/>
                </a:lnTo>
                <a:lnTo>
                  <a:pt x="1668742" y="23512"/>
                </a:lnTo>
                <a:lnTo>
                  <a:pt x="1669640" y="23891"/>
                </a:lnTo>
                <a:lnTo>
                  <a:pt x="1664279" y="21938"/>
                </a:lnTo>
                <a:lnTo>
                  <a:pt x="1665236" y="22237"/>
                </a:lnTo>
                <a:lnTo>
                  <a:pt x="1659657" y="20802"/>
                </a:lnTo>
                <a:lnTo>
                  <a:pt x="1660634" y="21002"/>
                </a:lnTo>
                <a:lnTo>
                  <a:pt x="1654854" y="20105"/>
                </a:lnTo>
                <a:lnTo>
                  <a:pt x="1655852" y="20204"/>
                </a:lnTo>
                <a:lnTo>
                  <a:pt x="1649894" y="19906"/>
                </a:lnTo>
                <a:lnTo>
                  <a:pt x="1650412" y="19926"/>
                </a:lnTo>
                <a:lnTo>
                  <a:pt x="1617455" y="19926"/>
                </a:lnTo>
                <a:lnTo>
                  <a:pt x="1617455" y="0"/>
                </a:lnTo>
                <a:moveTo>
                  <a:pt x="1699648" y="21081"/>
                </a:moveTo>
                <a:lnTo>
                  <a:pt x="1703015" y="24787"/>
                </a:lnTo>
                <a:lnTo>
                  <a:pt x="1706941" y="30048"/>
                </a:lnTo>
                <a:lnTo>
                  <a:pt x="1710349" y="35667"/>
                </a:lnTo>
                <a:lnTo>
                  <a:pt x="1713217" y="41624"/>
                </a:lnTo>
                <a:lnTo>
                  <a:pt x="1715509" y="47901"/>
                </a:lnTo>
                <a:lnTo>
                  <a:pt x="1717202" y="54436"/>
                </a:lnTo>
                <a:lnTo>
                  <a:pt x="1718238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4"/>
                </a:lnTo>
                <a:lnTo>
                  <a:pt x="1698352" y="62706"/>
                </a:lnTo>
                <a:lnTo>
                  <a:pt x="1698452" y="63722"/>
                </a:lnTo>
                <a:lnTo>
                  <a:pt x="1697575" y="57944"/>
                </a:lnTo>
                <a:lnTo>
                  <a:pt x="1697775" y="58920"/>
                </a:lnTo>
                <a:lnTo>
                  <a:pt x="1696340" y="53341"/>
                </a:lnTo>
                <a:lnTo>
                  <a:pt x="1696639" y="54277"/>
                </a:lnTo>
                <a:lnTo>
                  <a:pt x="1694666" y="48937"/>
                </a:lnTo>
                <a:lnTo>
                  <a:pt x="1695064" y="49834"/>
                </a:lnTo>
                <a:lnTo>
                  <a:pt x="1692613" y="44753"/>
                </a:lnTo>
                <a:lnTo>
                  <a:pt x="1693073" y="45590"/>
                </a:lnTo>
                <a:lnTo>
                  <a:pt x="1690143" y="40788"/>
                </a:lnTo>
                <a:lnTo>
                  <a:pt x="1690681" y="41584"/>
                </a:lnTo>
                <a:lnTo>
                  <a:pt x="1687332" y="37101"/>
                </a:lnTo>
                <a:lnTo>
                  <a:pt x="1687952" y="37839"/>
                </a:lnTo>
                <a:lnTo>
                  <a:pt x="1684903" y="34491"/>
                </a:lnTo>
                <a:lnTo>
                  <a:pt x="1699648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6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6"/>
                </a:lnTo>
                <a:lnTo>
                  <a:pt x="1718575" y="182916"/>
                </a:lnTo>
                <a:moveTo>
                  <a:pt x="1718575" y="262618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8"/>
                </a:lnTo>
                <a:lnTo>
                  <a:pt x="1718575" y="262618"/>
                </a:lnTo>
                <a:moveTo>
                  <a:pt x="1718575" y="342321"/>
                </a:moveTo>
                <a:lnTo>
                  <a:pt x="1718575" y="402097"/>
                </a:lnTo>
                <a:lnTo>
                  <a:pt x="1698650" y="402097"/>
                </a:lnTo>
                <a:lnTo>
                  <a:pt x="1698650" y="342321"/>
                </a:lnTo>
                <a:lnTo>
                  <a:pt x="1718575" y="342321"/>
                </a:lnTo>
                <a:moveTo>
                  <a:pt x="1718457" y="422541"/>
                </a:moveTo>
                <a:lnTo>
                  <a:pt x="1718238" y="426964"/>
                </a:lnTo>
                <a:lnTo>
                  <a:pt x="1717202" y="433739"/>
                </a:lnTo>
                <a:lnTo>
                  <a:pt x="1715509" y="440274"/>
                </a:lnTo>
                <a:lnTo>
                  <a:pt x="1713217" y="446551"/>
                </a:lnTo>
                <a:lnTo>
                  <a:pt x="1710349" y="452509"/>
                </a:lnTo>
                <a:lnTo>
                  <a:pt x="1706941" y="458128"/>
                </a:lnTo>
                <a:lnTo>
                  <a:pt x="1703015" y="463388"/>
                </a:lnTo>
                <a:lnTo>
                  <a:pt x="1698611" y="468210"/>
                </a:lnTo>
                <a:lnTo>
                  <a:pt x="1693768" y="472613"/>
                </a:lnTo>
                <a:lnTo>
                  <a:pt x="1688528" y="476539"/>
                </a:lnTo>
                <a:lnTo>
                  <a:pt x="1683906" y="479348"/>
                </a:lnTo>
                <a:lnTo>
                  <a:pt x="1673565" y="462312"/>
                </a:lnTo>
                <a:lnTo>
                  <a:pt x="1677768" y="459762"/>
                </a:lnTo>
                <a:lnTo>
                  <a:pt x="1676973" y="460300"/>
                </a:lnTo>
                <a:lnTo>
                  <a:pt x="1681454" y="456952"/>
                </a:lnTo>
                <a:lnTo>
                  <a:pt x="1680718" y="457550"/>
                </a:lnTo>
                <a:lnTo>
                  <a:pt x="1684863" y="453784"/>
                </a:lnTo>
                <a:lnTo>
                  <a:pt x="1684186" y="454461"/>
                </a:lnTo>
                <a:lnTo>
                  <a:pt x="1687952" y="450337"/>
                </a:lnTo>
                <a:lnTo>
                  <a:pt x="1687332" y="451074"/>
                </a:lnTo>
                <a:lnTo>
                  <a:pt x="1690681" y="446591"/>
                </a:lnTo>
                <a:lnTo>
                  <a:pt x="1690143" y="447388"/>
                </a:lnTo>
                <a:lnTo>
                  <a:pt x="1693073" y="442586"/>
                </a:lnTo>
                <a:lnTo>
                  <a:pt x="1692613" y="443423"/>
                </a:lnTo>
                <a:lnTo>
                  <a:pt x="1695064" y="438342"/>
                </a:lnTo>
                <a:lnTo>
                  <a:pt x="1694666" y="439238"/>
                </a:lnTo>
                <a:lnTo>
                  <a:pt x="1696639" y="433898"/>
                </a:lnTo>
                <a:lnTo>
                  <a:pt x="1696340" y="434835"/>
                </a:lnTo>
                <a:lnTo>
                  <a:pt x="1697775" y="429255"/>
                </a:lnTo>
                <a:lnTo>
                  <a:pt x="1697575" y="430232"/>
                </a:lnTo>
                <a:lnTo>
                  <a:pt x="1698452" y="424454"/>
                </a:lnTo>
                <a:lnTo>
                  <a:pt x="1698352" y="425470"/>
                </a:lnTo>
                <a:lnTo>
                  <a:pt x="1698552" y="421525"/>
                </a:lnTo>
                <a:lnTo>
                  <a:pt x="1718457" y="422541"/>
                </a:lnTo>
                <a:moveTo>
                  <a:pt x="1661529" y="487199"/>
                </a:moveTo>
                <a:lnTo>
                  <a:pt x="1657365" y="487837"/>
                </a:lnTo>
                <a:lnTo>
                  <a:pt x="1650651" y="488175"/>
                </a:lnTo>
                <a:lnTo>
                  <a:pt x="1600298" y="488175"/>
                </a:lnTo>
                <a:lnTo>
                  <a:pt x="1600298" y="468250"/>
                </a:lnTo>
                <a:lnTo>
                  <a:pt x="1650412" y="468250"/>
                </a:lnTo>
                <a:lnTo>
                  <a:pt x="1649894" y="468270"/>
                </a:lnTo>
                <a:lnTo>
                  <a:pt x="1655852" y="467971"/>
                </a:lnTo>
                <a:lnTo>
                  <a:pt x="1654854" y="468071"/>
                </a:lnTo>
                <a:lnTo>
                  <a:pt x="1658522" y="467493"/>
                </a:lnTo>
                <a:lnTo>
                  <a:pt x="1661529" y="487199"/>
                </a:lnTo>
                <a:moveTo>
                  <a:pt x="1580373" y="488175"/>
                </a:moveTo>
                <a:lnTo>
                  <a:pt x="1520596" y="488175"/>
                </a:lnTo>
                <a:lnTo>
                  <a:pt x="1520596" y="468250"/>
                </a:lnTo>
                <a:lnTo>
                  <a:pt x="1580373" y="468250"/>
                </a:lnTo>
                <a:lnTo>
                  <a:pt x="1580373" y="488175"/>
                </a:lnTo>
                <a:moveTo>
                  <a:pt x="1500670" y="488175"/>
                </a:moveTo>
                <a:lnTo>
                  <a:pt x="1440895" y="488175"/>
                </a:lnTo>
                <a:lnTo>
                  <a:pt x="1440895" y="468250"/>
                </a:lnTo>
                <a:lnTo>
                  <a:pt x="1500670" y="468250"/>
                </a:lnTo>
                <a:lnTo>
                  <a:pt x="1500670" y="488175"/>
                </a:lnTo>
                <a:moveTo>
                  <a:pt x="1420970" y="488175"/>
                </a:moveTo>
                <a:lnTo>
                  <a:pt x="1361192" y="488175"/>
                </a:lnTo>
                <a:lnTo>
                  <a:pt x="1361192" y="468250"/>
                </a:lnTo>
                <a:lnTo>
                  <a:pt x="1420970" y="468250"/>
                </a:lnTo>
                <a:lnTo>
                  <a:pt x="1420970" y="488175"/>
                </a:lnTo>
                <a:moveTo>
                  <a:pt x="1341267" y="488175"/>
                </a:moveTo>
                <a:lnTo>
                  <a:pt x="1281490" y="488175"/>
                </a:lnTo>
                <a:lnTo>
                  <a:pt x="1281490" y="468250"/>
                </a:lnTo>
                <a:lnTo>
                  <a:pt x="1341267" y="468250"/>
                </a:lnTo>
                <a:lnTo>
                  <a:pt x="1341267" y="488175"/>
                </a:lnTo>
                <a:moveTo>
                  <a:pt x="1261565" y="488175"/>
                </a:moveTo>
                <a:lnTo>
                  <a:pt x="1201789" y="488175"/>
                </a:lnTo>
                <a:lnTo>
                  <a:pt x="1201789" y="468250"/>
                </a:lnTo>
                <a:lnTo>
                  <a:pt x="1261565" y="468250"/>
                </a:lnTo>
                <a:lnTo>
                  <a:pt x="1261565" y="488175"/>
                </a:lnTo>
                <a:moveTo>
                  <a:pt x="1181862" y="488175"/>
                </a:moveTo>
                <a:lnTo>
                  <a:pt x="1122087" y="488175"/>
                </a:lnTo>
                <a:lnTo>
                  <a:pt x="1122087" y="468250"/>
                </a:lnTo>
                <a:lnTo>
                  <a:pt x="1181862" y="468250"/>
                </a:lnTo>
                <a:lnTo>
                  <a:pt x="1181862" y="488175"/>
                </a:lnTo>
                <a:moveTo>
                  <a:pt x="1102161" y="488175"/>
                </a:moveTo>
                <a:lnTo>
                  <a:pt x="1042384" y="488175"/>
                </a:lnTo>
                <a:lnTo>
                  <a:pt x="1042384" y="468250"/>
                </a:lnTo>
                <a:lnTo>
                  <a:pt x="1102161" y="468250"/>
                </a:lnTo>
                <a:lnTo>
                  <a:pt x="1102161" y="488175"/>
                </a:lnTo>
                <a:moveTo>
                  <a:pt x="1022459" y="488175"/>
                </a:moveTo>
                <a:lnTo>
                  <a:pt x="962681" y="488175"/>
                </a:lnTo>
                <a:lnTo>
                  <a:pt x="962681" y="468250"/>
                </a:lnTo>
                <a:lnTo>
                  <a:pt x="1022459" y="468250"/>
                </a:lnTo>
                <a:lnTo>
                  <a:pt x="1022459" y="488175"/>
                </a:lnTo>
                <a:moveTo>
                  <a:pt x="942756" y="488175"/>
                </a:moveTo>
                <a:lnTo>
                  <a:pt x="882981" y="488175"/>
                </a:lnTo>
                <a:lnTo>
                  <a:pt x="882981" y="468250"/>
                </a:lnTo>
                <a:lnTo>
                  <a:pt x="942756" y="468250"/>
                </a:lnTo>
                <a:lnTo>
                  <a:pt x="942756" y="488175"/>
                </a:lnTo>
                <a:moveTo>
                  <a:pt x="863054" y="488175"/>
                </a:moveTo>
                <a:lnTo>
                  <a:pt x="803278" y="488175"/>
                </a:lnTo>
                <a:lnTo>
                  <a:pt x="803278" y="468250"/>
                </a:lnTo>
                <a:lnTo>
                  <a:pt x="863054" y="468250"/>
                </a:lnTo>
                <a:lnTo>
                  <a:pt x="863054" y="488175"/>
                </a:lnTo>
                <a:moveTo>
                  <a:pt x="783353" y="488175"/>
                </a:moveTo>
                <a:lnTo>
                  <a:pt x="723576" y="488175"/>
                </a:lnTo>
                <a:lnTo>
                  <a:pt x="723576" y="468250"/>
                </a:lnTo>
                <a:lnTo>
                  <a:pt x="783353" y="468250"/>
                </a:lnTo>
                <a:lnTo>
                  <a:pt x="783353" y="488175"/>
                </a:lnTo>
                <a:moveTo>
                  <a:pt x="703650" y="488175"/>
                </a:moveTo>
                <a:lnTo>
                  <a:pt x="643873" y="488175"/>
                </a:lnTo>
                <a:lnTo>
                  <a:pt x="643873" y="468250"/>
                </a:lnTo>
                <a:lnTo>
                  <a:pt x="703650" y="468250"/>
                </a:lnTo>
                <a:lnTo>
                  <a:pt x="703650" y="488175"/>
                </a:lnTo>
                <a:moveTo>
                  <a:pt x="623948" y="488175"/>
                </a:moveTo>
                <a:lnTo>
                  <a:pt x="564172" y="488175"/>
                </a:lnTo>
                <a:lnTo>
                  <a:pt x="564172" y="468250"/>
                </a:lnTo>
                <a:lnTo>
                  <a:pt x="623948" y="468250"/>
                </a:lnTo>
                <a:lnTo>
                  <a:pt x="623948" y="488175"/>
                </a:lnTo>
                <a:moveTo>
                  <a:pt x="544245" y="488175"/>
                </a:moveTo>
                <a:lnTo>
                  <a:pt x="484470" y="488175"/>
                </a:lnTo>
                <a:lnTo>
                  <a:pt x="484470" y="468250"/>
                </a:lnTo>
                <a:lnTo>
                  <a:pt x="544245" y="468250"/>
                </a:lnTo>
                <a:lnTo>
                  <a:pt x="544245" y="488175"/>
                </a:lnTo>
                <a:moveTo>
                  <a:pt x="464545" y="488175"/>
                </a:moveTo>
                <a:lnTo>
                  <a:pt x="404767" y="488175"/>
                </a:lnTo>
                <a:lnTo>
                  <a:pt x="404767" y="468250"/>
                </a:lnTo>
                <a:lnTo>
                  <a:pt x="464545" y="468250"/>
                </a:lnTo>
                <a:lnTo>
                  <a:pt x="464545" y="488175"/>
                </a:lnTo>
                <a:moveTo>
                  <a:pt x="384842" y="488175"/>
                </a:moveTo>
                <a:lnTo>
                  <a:pt x="325064" y="488175"/>
                </a:lnTo>
                <a:lnTo>
                  <a:pt x="325064" y="468250"/>
                </a:lnTo>
                <a:lnTo>
                  <a:pt x="384842" y="468250"/>
                </a:lnTo>
                <a:lnTo>
                  <a:pt x="384842" y="488175"/>
                </a:lnTo>
                <a:moveTo>
                  <a:pt x="305139" y="488175"/>
                </a:moveTo>
                <a:lnTo>
                  <a:pt x="245364" y="488175"/>
                </a:lnTo>
                <a:lnTo>
                  <a:pt x="245364" y="468250"/>
                </a:lnTo>
                <a:lnTo>
                  <a:pt x="305139" y="468250"/>
                </a:lnTo>
                <a:lnTo>
                  <a:pt x="305139" y="488175"/>
                </a:lnTo>
                <a:moveTo>
                  <a:pt x="225437" y="488175"/>
                </a:moveTo>
                <a:lnTo>
                  <a:pt x="165661" y="488175"/>
                </a:lnTo>
                <a:lnTo>
                  <a:pt x="165661" y="468250"/>
                </a:lnTo>
                <a:lnTo>
                  <a:pt x="225437" y="468250"/>
                </a:lnTo>
                <a:lnTo>
                  <a:pt x="225437" y="488175"/>
                </a:lnTo>
                <a:moveTo>
                  <a:pt x="145736" y="488175"/>
                </a:moveTo>
                <a:lnTo>
                  <a:pt x="85959" y="488175"/>
                </a:lnTo>
                <a:lnTo>
                  <a:pt x="85959" y="468250"/>
                </a:lnTo>
                <a:lnTo>
                  <a:pt x="145736" y="468250"/>
                </a:lnTo>
                <a:lnTo>
                  <a:pt x="145736" y="488175"/>
                </a:lnTo>
                <a:moveTo>
                  <a:pt x="65535" y="488056"/>
                </a:moveTo>
                <a:lnTo>
                  <a:pt x="61192" y="487837"/>
                </a:lnTo>
                <a:lnTo>
                  <a:pt x="54417" y="486800"/>
                </a:lnTo>
                <a:lnTo>
                  <a:pt x="47881" y="485127"/>
                </a:lnTo>
                <a:lnTo>
                  <a:pt x="41625" y="482835"/>
                </a:lnTo>
                <a:lnTo>
                  <a:pt x="35647" y="479946"/>
                </a:lnTo>
                <a:lnTo>
                  <a:pt x="30027" y="476539"/>
                </a:lnTo>
                <a:lnTo>
                  <a:pt x="24787" y="472613"/>
                </a:lnTo>
                <a:lnTo>
                  <a:pt x="19946" y="468210"/>
                </a:lnTo>
                <a:lnTo>
                  <a:pt x="15542" y="463388"/>
                </a:lnTo>
                <a:lnTo>
                  <a:pt x="11637" y="458128"/>
                </a:lnTo>
                <a:lnTo>
                  <a:pt x="8767" y="453445"/>
                </a:lnTo>
                <a:lnTo>
                  <a:pt x="25803" y="443104"/>
                </a:lnTo>
                <a:lnTo>
                  <a:pt x="28414" y="447388"/>
                </a:lnTo>
                <a:lnTo>
                  <a:pt x="27876" y="446591"/>
                </a:lnTo>
                <a:lnTo>
                  <a:pt x="31223" y="451074"/>
                </a:lnTo>
                <a:lnTo>
                  <a:pt x="30626" y="450337"/>
                </a:lnTo>
                <a:lnTo>
                  <a:pt x="34371" y="454461"/>
                </a:lnTo>
                <a:lnTo>
                  <a:pt x="33694" y="453784"/>
                </a:lnTo>
                <a:lnTo>
                  <a:pt x="37839" y="457550"/>
                </a:lnTo>
                <a:lnTo>
                  <a:pt x="37101" y="456952"/>
                </a:lnTo>
                <a:lnTo>
                  <a:pt x="41584" y="460300"/>
                </a:lnTo>
                <a:lnTo>
                  <a:pt x="40789" y="459762"/>
                </a:lnTo>
                <a:lnTo>
                  <a:pt x="45589" y="462671"/>
                </a:lnTo>
                <a:lnTo>
                  <a:pt x="44732" y="462212"/>
                </a:lnTo>
                <a:lnTo>
                  <a:pt x="49813" y="464663"/>
                </a:lnTo>
                <a:lnTo>
                  <a:pt x="48917" y="464285"/>
                </a:lnTo>
                <a:lnTo>
                  <a:pt x="54276" y="466237"/>
                </a:lnTo>
                <a:lnTo>
                  <a:pt x="53321" y="465938"/>
                </a:lnTo>
                <a:lnTo>
                  <a:pt x="58900" y="467373"/>
                </a:lnTo>
                <a:lnTo>
                  <a:pt x="57923" y="467174"/>
                </a:lnTo>
                <a:lnTo>
                  <a:pt x="63703" y="468071"/>
                </a:lnTo>
                <a:lnTo>
                  <a:pt x="62705" y="467971"/>
                </a:lnTo>
                <a:lnTo>
                  <a:pt x="66551" y="468150"/>
                </a:lnTo>
                <a:lnTo>
                  <a:pt x="65535" y="488056"/>
                </a:lnTo>
                <a:moveTo>
                  <a:pt x="957" y="431049"/>
                </a:moveTo>
                <a:lnTo>
                  <a:pt x="339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5" y="425470"/>
                </a:lnTo>
                <a:lnTo>
                  <a:pt x="20105" y="424454"/>
                </a:lnTo>
                <a:lnTo>
                  <a:pt x="20643" y="428040"/>
                </a:lnTo>
                <a:lnTo>
                  <a:pt x="957" y="43104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text-97 Two">
            <a:extLst xmlns:a="http://schemas.openxmlformats.org/drawingml/2006/main">
              <a:ext uri="{FF2B5EF4-FFF2-40B4-BE49-F238E27FC236}">
                <a16:creationId xmlns:a16="http://schemas.microsoft.com/office/drawing/2014/main" id="{D07C506A-2B28-4AC5-9933-49A414FE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3276" y="1321592"/>
            <a:ext cx="412084" cy="278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Two</a:t>
            </a:r>
          </a:p>
        </p:txBody>
      </p:sp>
      <p:sp>
        <p:nvSpPr>
          <p:cNvPr id="155" name="text-97 items">
            <a:extLst xmlns:a="http://schemas.openxmlformats.org/drawingml/2006/main">
              <a:ext uri="{FF2B5EF4-FFF2-40B4-BE49-F238E27FC236}">
                <a16:creationId xmlns:a16="http://schemas.microsoft.com/office/drawing/2014/main" id="{E9CE573D-4288-4E79-8BE5-76E0041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9644" y="1321707"/>
            <a:ext cx="545793" cy="27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56" name="text-97 pair">
            <a:extLst xmlns:a="http://schemas.openxmlformats.org/drawingml/2006/main">
              <a:ext uri="{FF2B5EF4-FFF2-40B4-BE49-F238E27FC236}">
                <a16:creationId xmlns:a16="http://schemas.microsoft.com/office/drawing/2014/main" id="{256FCC01-F21F-42B7-80C7-A8422D0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9514" y="1321880"/>
            <a:ext cx="395057" cy="278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57" name="path-98">
            <a:extLst xmlns:a="http://schemas.openxmlformats.org/drawingml/2006/main">
              <a:ext uri="{FF2B5EF4-FFF2-40B4-BE49-F238E27FC236}">
                <a16:creationId xmlns:a16="http://schemas.microsoft.com/office/drawing/2014/main" id="{37307DA8-676F-4663-84FD-776B401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905" y="1740888"/>
            <a:ext cx="1718575" cy="488176"/>
          </a:xfrm>
          <a:custGeom xmlns:a="http://schemas.openxmlformats.org/drawingml/2006/main">
            <a:pathLst>
              <a:path w="1718575" h="488176">
                <a:moveTo>
                  <a:pt x="0" y="420010"/>
                </a:moveTo>
                <a:lnTo>
                  <a:pt x="0" y="360234"/>
                </a:lnTo>
                <a:lnTo>
                  <a:pt x="19925" y="360234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2"/>
                </a:lnTo>
                <a:lnTo>
                  <a:pt x="19925" y="280532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30"/>
                </a:lnTo>
                <a:lnTo>
                  <a:pt x="19925" y="200830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7"/>
                </a:lnTo>
                <a:lnTo>
                  <a:pt x="19925" y="121127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39" y="61211"/>
                </a:lnTo>
                <a:lnTo>
                  <a:pt x="1355" y="54437"/>
                </a:lnTo>
                <a:lnTo>
                  <a:pt x="3048" y="47901"/>
                </a:lnTo>
                <a:lnTo>
                  <a:pt x="5340" y="41625"/>
                </a:lnTo>
                <a:lnTo>
                  <a:pt x="7053" y="38058"/>
                </a:lnTo>
                <a:lnTo>
                  <a:pt x="25006" y="46706"/>
                </a:lnTo>
                <a:lnTo>
                  <a:pt x="23513" y="49834"/>
                </a:lnTo>
                <a:lnTo>
                  <a:pt x="23891" y="48937"/>
                </a:lnTo>
                <a:lnTo>
                  <a:pt x="21918" y="54277"/>
                </a:lnTo>
                <a:lnTo>
                  <a:pt x="22217" y="53341"/>
                </a:lnTo>
                <a:lnTo>
                  <a:pt x="20782" y="58920"/>
                </a:lnTo>
                <a:lnTo>
                  <a:pt x="20982" y="57944"/>
                </a:lnTo>
                <a:lnTo>
                  <a:pt x="20105" y="63722"/>
                </a:lnTo>
                <a:lnTo>
                  <a:pt x="20205" y="62706"/>
                </a:lnTo>
                <a:lnTo>
                  <a:pt x="19905" y="68663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7" y="15562"/>
                </a:lnTo>
                <a:lnTo>
                  <a:pt x="30027" y="11636"/>
                </a:lnTo>
                <a:lnTo>
                  <a:pt x="35647" y="8229"/>
                </a:lnTo>
                <a:lnTo>
                  <a:pt x="41625" y="5340"/>
                </a:lnTo>
                <a:lnTo>
                  <a:pt x="47881" y="3049"/>
                </a:lnTo>
                <a:lnTo>
                  <a:pt x="54417" y="1375"/>
                </a:lnTo>
                <a:lnTo>
                  <a:pt x="61192" y="339"/>
                </a:lnTo>
                <a:lnTo>
                  <a:pt x="67906" y="0"/>
                </a:lnTo>
                <a:lnTo>
                  <a:pt x="83190" y="0"/>
                </a:lnTo>
                <a:lnTo>
                  <a:pt x="83190" y="19925"/>
                </a:lnTo>
                <a:lnTo>
                  <a:pt x="68145" y="19925"/>
                </a:lnTo>
                <a:lnTo>
                  <a:pt x="68665" y="19906"/>
                </a:lnTo>
                <a:lnTo>
                  <a:pt x="62705" y="20204"/>
                </a:lnTo>
                <a:lnTo>
                  <a:pt x="63703" y="20105"/>
                </a:lnTo>
                <a:lnTo>
                  <a:pt x="57923" y="21002"/>
                </a:lnTo>
                <a:lnTo>
                  <a:pt x="58900" y="20802"/>
                </a:lnTo>
                <a:lnTo>
                  <a:pt x="53321" y="22237"/>
                </a:lnTo>
                <a:lnTo>
                  <a:pt x="54276" y="21938"/>
                </a:lnTo>
                <a:lnTo>
                  <a:pt x="48917" y="23891"/>
                </a:lnTo>
                <a:lnTo>
                  <a:pt x="49813" y="23512"/>
                </a:lnTo>
                <a:lnTo>
                  <a:pt x="44732" y="25963"/>
                </a:lnTo>
                <a:lnTo>
                  <a:pt x="45589" y="25505"/>
                </a:lnTo>
                <a:lnTo>
                  <a:pt x="40789" y="28414"/>
                </a:lnTo>
                <a:lnTo>
                  <a:pt x="41584" y="27876"/>
                </a:lnTo>
                <a:lnTo>
                  <a:pt x="37101" y="31223"/>
                </a:lnTo>
                <a:lnTo>
                  <a:pt x="37839" y="30626"/>
                </a:lnTo>
                <a:lnTo>
                  <a:pt x="34412" y="33734"/>
                </a:lnTo>
                <a:lnTo>
                  <a:pt x="21001" y="18989"/>
                </a:lnTo>
                <a:moveTo>
                  <a:pt x="103116" y="0"/>
                </a:moveTo>
                <a:lnTo>
                  <a:pt x="162891" y="0"/>
                </a:lnTo>
                <a:lnTo>
                  <a:pt x="162891" y="19925"/>
                </a:lnTo>
                <a:lnTo>
                  <a:pt x="103116" y="19925"/>
                </a:lnTo>
                <a:lnTo>
                  <a:pt x="103116" y="0"/>
                </a:lnTo>
                <a:moveTo>
                  <a:pt x="182816" y="0"/>
                </a:moveTo>
                <a:lnTo>
                  <a:pt x="242594" y="0"/>
                </a:lnTo>
                <a:lnTo>
                  <a:pt x="242594" y="19925"/>
                </a:lnTo>
                <a:lnTo>
                  <a:pt x="182816" y="19925"/>
                </a:lnTo>
                <a:lnTo>
                  <a:pt x="182816" y="0"/>
                </a:lnTo>
                <a:moveTo>
                  <a:pt x="262519" y="0"/>
                </a:moveTo>
                <a:lnTo>
                  <a:pt x="322296" y="0"/>
                </a:lnTo>
                <a:lnTo>
                  <a:pt x="322296" y="19925"/>
                </a:lnTo>
                <a:lnTo>
                  <a:pt x="262519" y="19925"/>
                </a:lnTo>
                <a:lnTo>
                  <a:pt x="262519" y="0"/>
                </a:lnTo>
                <a:moveTo>
                  <a:pt x="342221" y="0"/>
                </a:moveTo>
                <a:lnTo>
                  <a:pt x="401999" y="0"/>
                </a:lnTo>
                <a:lnTo>
                  <a:pt x="401999" y="19925"/>
                </a:lnTo>
                <a:lnTo>
                  <a:pt x="342221" y="19925"/>
                </a:lnTo>
                <a:lnTo>
                  <a:pt x="342221" y="0"/>
                </a:lnTo>
                <a:moveTo>
                  <a:pt x="421924" y="0"/>
                </a:moveTo>
                <a:lnTo>
                  <a:pt x="481699" y="0"/>
                </a:lnTo>
                <a:lnTo>
                  <a:pt x="481699" y="19925"/>
                </a:lnTo>
                <a:lnTo>
                  <a:pt x="421924" y="19925"/>
                </a:lnTo>
                <a:lnTo>
                  <a:pt x="421924" y="0"/>
                </a:lnTo>
                <a:moveTo>
                  <a:pt x="501625" y="0"/>
                </a:moveTo>
                <a:lnTo>
                  <a:pt x="561402" y="0"/>
                </a:lnTo>
                <a:lnTo>
                  <a:pt x="561402" y="19925"/>
                </a:lnTo>
                <a:lnTo>
                  <a:pt x="501625" y="19925"/>
                </a:lnTo>
                <a:lnTo>
                  <a:pt x="501625" y="0"/>
                </a:lnTo>
                <a:moveTo>
                  <a:pt x="581327" y="0"/>
                </a:moveTo>
                <a:lnTo>
                  <a:pt x="641105" y="0"/>
                </a:lnTo>
                <a:lnTo>
                  <a:pt x="641105" y="19925"/>
                </a:lnTo>
                <a:lnTo>
                  <a:pt x="581327" y="19925"/>
                </a:lnTo>
                <a:lnTo>
                  <a:pt x="581327" y="0"/>
                </a:lnTo>
                <a:moveTo>
                  <a:pt x="661030" y="0"/>
                </a:moveTo>
                <a:lnTo>
                  <a:pt x="720807" y="0"/>
                </a:lnTo>
                <a:lnTo>
                  <a:pt x="720807" y="19925"/>
                </a:lnTo>
                <a:lnTo>
                  <a:pt x="661030" y="19925"/>
                </a:lnTo>
                <a:lnTo>
                  <a:pt x="661030" y="0"/>
                </a:lnTo>
                <a:moveTo>
                  <a:pt x="740732" y="0"/>
                </a:moveTo>
                <a:lnTo>
                  <a:pt x="800508" y="0"/>
                </a:lnTo>
                <a:lnTo>
                  <a:pt x="800508" y="19925"/>
                </a:lnTo>
                <a:lnTo>
                  <a:pt x="740732" y="19925"/>
                </a:lnTo>
                <a:lnTo>
                  <a:pt x="740732" y="0"/>
                </a:lnTo>
                <a:moveTo>
                  <a:pt x="820433" y="0"/>
                </a:moveTo>
                <a:lnTo>
                  <a:pt x="880211" y="0"/>
                </a:lnTo>
                <a:lnTo>
                  <a:pt x="880211" y="19925"/>
                </a:lnTo>
                <a:lnTo>
                  <a:pt x="820433" y="19925"/>
                </a:lnTo>
                <a:lnTo>
                  <a:pt x="820433" y="0"/>
                </a:lnTo>
                <a:moveTo>
                  <a:pt x="900136" y="0"/>
                </a:moveTo>
                <a:lnTo>
                  <a:pt x="959913" y="0"/>
                </a:lnTo>
                <a:lnTo>
                  <a:pt x="959913" y="19925"/>
                </a:lnTo>
                <a:lnTo>
                  <a:pt x="900136" y="19925"/>
                </a:lnTo>
                <a:lnTo>
                  <a:pt x="900136" y="0"/>
                </a:lnTo>
                <a:moveTo>
                  <a:pt x="979838" y="0"/>
                </a:moveTo>
                <a:lnTo>
                  <a:pt x="1039616" y="0"/>
                </a:lnTo>
                <a:lnTo>
                  <a:pt x="1039616" y="19925"/>
                </a:lnTo>
                <a:lnTo>
                  <a:pt x="979838" y="19925"/>
                </a:lnTo>
                <a:lnTo>
                  <a:pt x="979838" y="0"/>
                </a:lnTo>
                <a:moveTo>
                  <a:pt x="1059541" y="0"/>
                </a:moveTo>
                <a:lnTo>
                  <a:pt x="1119316" y="0"/>
                </a:lnTo>
                <a:lnTo>
                  <a:pt x="1119316" y="19925"/>
                </a:lnTo>
                <a:lnTo>
                  <a:pt x="1059541" y="19925"/>
                </a:lnTo>
                <a:lnTo>
                  <a:pt x="1059541" y="0"/>
                </a:lnTo>
                <a:moveTo>
                  <a:pt x="1139242" y="0"/>
                </a:moveTo>
                <a:lnTo>
                  <a:pt x="1199019" y="0"/>
                </a:lnTo>
                <a:lnTo>
                  <a:pt x="1199019" y="19925"/>
                </a:lnTo>
                <a:lnTo>
                  <a:pt x="1139242" y="19925"/>
                </a:lnTo>
                <a:lnTo>
                  <a:pt x="1139242" y="0"/>
                </a:lnTo>
                <a:moveTo>
                  <a:pt x="1218944" y="0"/>
                </a:moveTo>
                <a:lnTo>
                  <a:pt x="1278722" y="0"/>
                </a:lnTo>
                <a:lnTo>
                  <a:pt x="1278722" y="19925"/>
                </a:lnTo>
                <a:lnTo>
                  <a:pt x="1218944" y="19925"/>
                </a:lnTo>
                <a:lnTo>
                  <a:pt x="1218944" y="0"/>
                </a:lnTo>
                <a:moveTo>
                  <a:pt x="1298647" y="0"/>
                </a:moveTo>
                <a:lnTo>
                  <a:pt x="1358424" y="0"/>
                </a:lnTo>
                <a:lnTo>
                  <a:pt x="1358424" y="19925"/>
                </a:lnTo>
                <a:lnTo>
                  <a:pt x="1298647" y="19925"/>
                </a:lnTo>
                <a:lnTo>
                  <a:pt x="1298647" y="0"/>
                </a:lnTo>
                <a:moveTo>
                  <a:pt x="1378349" y="0"/>
                </a:moveTo>
                <a:lnTo>
                  <a:pt x="1438125" y="0"/>
                </a:lnTo>
                <a:lnTo>
                  <a:pt x="1438125" y="19925"/>
                </a:lnTo>
                <a:lnTo>
                  <a:pt x="1378349" y="19925"/>
                </a:lnTo>
                <a:lnTo>
                  <a:pt x="1378349" y="0"/>
                </a:lnTo>
                <a:moveTo>
                  <a:pt x="1458050" y="0"/>
                </a:moveTo>
                <a:lnTo>
                  <a:pt x="1517827" y="0"/>
                </a:lnTo>
                <a:lnTo>
                  <a:pt x="1517827" y="19925"/>
                </a:lnTo>
                <a:lnTo>
                  <a:pt x="1458050" y="19925"/>
                </a:lnTo>
                <a:lnTo>
                  <a:pt x="1458050" y="0"/>
                </a:lnTo>
                <a:moveTo>
                  <a:pt x="1537753" y="0"/>
                </a:moveTo>
                <a:lnTo>
                  <a:pt x="1597530" y="0"/>
                </a:lnTo>
                <a:lnTo>
                  <a:pt x="1597530" y="19925"/>
                </a:lnTo>
                <a:lnTo>
                  <a:pt x="1537753" y="19925"/>
                </a:lnTo>
                <a:lnTo>
                  <a:pt x="1537753" y="0"/>
                </a:lnTo>
                <a:moveTo>
                  <a:pt x="1617455" y="0"/>
                </a:moveTo>
                <a:lnTo>
                  <a:pt x="1650651" y="0"/>
                </a:lnTo>
                <a:lnTo>
                  <a:pt x="1657365" y="339"/>
                </a:lnTo>
                <a:lnTo>
                  <a:pt x="1664140" y="1375"/>
                </a:lnTo>
                <a:lnTo>
                  <a:pt x="1670676" y="3049"/>
                </a:lnTo>
                <a:lnTo>
                  <a:pt x="1676953" y="5340"/>
                </a:lnTo>
                <a:lnTo>
                  <a:pt x="1680600" y="7113"/>
                </a:lnTo>
                <a:lnTo>
                  <a:pt x="1671952" y="25066"/>
                </a:lnTo>
                <a:lnTo>
                  <a:pt x="1668742" y="23512"/>
                </a:lnTo>
                <a:lnTo>
                  <a:pt x="1669640" y="23891"/>
                </a:lnTo>
                <a:lnTo>
                  <a:pt x="1664279" y="21938"/>
                </a:lnTo>
                <a:lnTo>
                  <a:pt x="1665236" y="22237"/>
                </a:lnTo>
                <a:lnTo>
                  <a:pt x="1659657" y="20802"/>
                </a:lnTo>
                <a:lnTo>
                  <a:pt x="1660634" y="21002"/>
                </a:lnTo>
                <a:lnTo>
                  <a:pt x="1654854" y="20105"/>
                </a:lnTo>
                <a:lnTo>
                  <a:pt x="1655852" y="20204"/>
                </a:lnTo>
                <a:lnTo>
                  <a:pt x="1649894" y="19906"/>
                </a:lnTo>
                <a:lnTo>
                  <a:pt x="1650412" y="19925"/>
                </a:lnTo>
                <a:lnTo>
                  <a:pt x="1617455" y="19925"/>
                </a:lnTo>
                <a:lnTo>
                  <a:pt x="1617455" y="0"/>
                </a:lnTo>
                <a:moveTo>
                  <a:pt x="1699648" y="21081"/>
                </a:moveTo>
                <a:lnTo>
                  <a:pt x="1703015" y="24787"/>
                </a:lnTo>
                <a:lnTo>
                  <a:pt x="1706941" y="30048"/>
                </a:lnTo>
                <a:lnTo>
                  <a:pt x="1710349" y="35667"/>
                </a:lnTo>
                <a:lnTo>
                  <a:pt x="1713217" y="41625"/>
                </a:lnTo>
                <a:lnTo>
                  <a:pt x="1715509" y="47901"/>
                </a:lnTo>
                <a:lnTo>
                  <a:pt x="1717202" y="54437"/>
                </a:lnTo>
                <a:lnTo>
                  <a:pt x="1718238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3"/>
                </a:lnTo>
                <a:lnTo>
                  <a:pt x="1698352" y="62706"/>
                </a:lnTo>
                <a:lnTo>
                  <a:pt x="1698452" y="63722"/>
                </a:lnTo>
                <a:lnTo>
                  <a:pt x="1697575" y="57944"/>
                </a:lnTo>
                <a:lnTo>
                  <a:pt x="1697775" y="58920"/>
                </a:lnTo>
                <a:lnTo>
                  <a:pt x="1696340" y="53341"/>
                </a:lnTo>
                <a:lnTo>
                  <a:pt x="1696639" y="54277"/>
                </a:lnTo>
                <a:lnTo>
                  <a:pt x="1694666" y="48937"/>
                </a:lnTo>
                <a:lnTo>
                  <a:pt x="1695064" y="49834"/>
                </a:lnTo>
                <a:lnTo>
                  <a:pt x="1692613" y="44753"/>
                </a:lnTo>
                <a:lnTo>
                  <a:pt x="1693073" y="45590"/>
                </a:lnTo>
                <a:lnTo>
                  <a:pt x="1690143" y="40788"/>
                </a:lnTo>
                <a:lnTo>
                  <a:pt x="1690681" y="41585"/>
                </a:lnTo>
                <a:lnTo>
                  <a:pt x="1687332" y="37101"/>
                </a:lnTo>
                <a:lnTo>
                  <a:pt x="1687952" y="37839"/>
                </a:lnTo>
                <a:lnTo>
                  <a:pt x="1684903" y="34491"/>
                </a:lnTo>
                <a:lnTo>
                  <a:pt x="1699648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6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6"/>
                </a:lnTo>
                <a:lnTo>
                  <a:pt x="1718575" y="182916"/>
                </a:lnTo>
                <a:moveTo>
                  <a:pt x="1718575" y="262619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9"/>
                </a:lnTo>
                <a:lnTo>
                  <a:pt x="1718575" y="262619"/>
                </a:lnTo>
                <a:moveTo>
                  <a:pt x="1718575" y="342320"/>
                </a:moveTo>
                <a:lnTo>
                  <a:pt x="1718575" y="402097"/>
                </a:lnTo>
                <a:lnTo>
                  <a:pt x="1698650" y="402097"/>
                </a:lnTo>
                <a:lnTo>
                  <a:pt x="1698650" y="342320"/>
                </a:lnTo>
                <a:lnTo>
                  <a:pt x="1718575" y="342320"/>
                </a:lnTo>
                <a:moveTo>
                  <a:pt x="1718457" y="422541"/>
                </a:moveTo>
                <a:lnTo>
                  <a:pt x="1718238" y="426964"/>
                </a:lnTo>
                <a:lnTo>
                  <a:pt x="1717202" y="433739"/>
                </a:lnTo>
                <a:lnTo>
                  <a:pt x="1715509" y="440275"/>
                </a:lnTo>
                <a:lnTo>
                  <a:pt x="1713217" y="446551"/>
                </a:lnTo>
                <a:lnTo>
                  <a:pt x="1710349" y="452509"/>
                </a:lnTo>
                <a:lnTo>
                  <a:pt x="1706941" y="458128"/>
                </a:lnTo>
                <a:lnTo>
                  <a:pt x="1703015" y="463388"/>
                </a:lnTo>
                <a:lnTo>
                  <a:pt x="1698611" y="468210"/>
                </a:lnTo>
                <a:lnTo>
                  <a:pt x="1693768" y="472614"/>
                </a:lnTo>
                <a:lnTo>
                  <a:pt x="1688528" y="476539"/>
                </a:lnTo>
                <a:lnTo>
                  <a:pt x="1683906" y="479349"/>
                </a:lnTo>
                <a:lnTo>
                  <a:pt x="1673565" y="462312"/>
                </a:lnTo>
                <a:lnTo>
                  <a:pt x="1677768" y="459761"/>
                </a:lnTo>
                <a:lnTo>
                  <a:pt x="1676973" y="460300"/>
                </a:lnTo>
                <a:lnTo>
                  <a:pt x="1681454" y="456952"/>
                </a:lnTo>
                <a:lnTo>
                  <a:pt x="1680718" y="457550"/>
                </a:lnTo>
                <a:lnTo>
                  <a:pt x="1684863" y="453804"/>
                </a:lnTo>
                <a:lnTo>
                  <a:pt x="1684186" y="454461"/>
                </a:lnTo>
                <a:lnTo>
                  <a:pt x="1687952" y="450336"/>
                </a:lnTo>
                <a:lnTo>
                  <a:pt x="1687332" y="451074"/>
                </a:lnTo>
                <a:lnTo>
                  <a:pt x="1690681" y="446591"/>
                </a:lnTo>
                <a:lnTo>
                  <a:pt x="1690143" y="447388"/>
                </a:lnTo>
                <a:lnTo>
                  <a:pt x="1693073" y="442586"/>
                </a:lnTo>
                <a:lnTo>
                  <a:pt x="1692613" y="443423"/>
                </a:lnTo>
                <a:lnTo>
                  <a:pt x="1695064" y="438342"/>
                </a:lnTo>
                <a:lnTo>
                  <a:pt x="1694666" y="439238"/>
                </a:lnTo>
                <a:lnTo>
                  <a:pt x="1696639" y="433898"/>
                </a:lnTo>
                <a:lnTo>
                  <a:pt x="1696340" y="434834"/>
                </a:lnTo>
                <a:lnTo>
                  <a:pt x="1697775" y="429256"/>
                </a:lnTo>
                <a:lnTo>
                  <a:pt x="1697575" y="430232"/>
                </a:lnTo>
                <a:lnTo>
                  <a:pt x="1698452" y="424454"/>
                </a:lnTo>
                <a:lnTo>
                  <a:pt x="1698352" y="425470"/>
                </a:lnTo>
                <a:lnTo>
                  <a:pt x="1698552" y="421524"/>
                </a:lnTo>
                <a:lnTo>
                  <a:pt x="1718457" y="422541"/>
                </a:lnTo>
                <a:moveTo>
                  <a:pt x="1661529" y="487199"/>
                </a:moveTo>
                <a:lnTo>
                  <a:pt x="1657365" y="487837"/>
                </a:lnTo>
                <a:lnTo>
                  <a:pt x="1650651" y="488176"/>
                </a:lnTo>
                <a:lnTo>
                  <a:pt x="1600298" y="488176"/>
                </a:lnTo>
                <a:lnTo>
                  <a:pt x="1600298" y="468250"/>
                </a:lnTo>
                <a:lnTo>
                  <a:pt x="1650412" y="468250"/>
                </a:lnTo>
                <a:lnTo>
                  <a:pt x="1649894" y="468270"/>
                </a:lnTo>
                <a:lnTo>
                  <a:pt x="1655852" y="467971"/>
                </a:lnTo>
                <a:lnTo>
                  <a:pt x="1654854" y="468070"/>
                </a:lnTo>
                <a:lnTo>
                  <a:pt x="1658522" y="467513"/>
                </a:lnTo>
                <a:lnTo>
                  <a:pt x="1661529" y="487199"/>
                </a:lnTo>
                <a:moveTo>
                  <a:pt x="1580373" y="488176"/>
                </a:moveTo>
                <a:lnTo>
                  <a:pt x="1520596" y="488176"/>
                </a:lnTo>
                <a:lnTo>
                  <a:pt x="1520596" y="468250"/>
                </a:lnTo>
                <a:lnTo>
                  <a:pt x="1580373" y="468250"/>
                </a:lnTo>
                <a:lnTo>
                  <a:pt x="1580373" y="488176"/>
                </a:lnTo>
                <a:moveTo>
                  <a:pt x="1500670" y="488176"/>
                </a:moveTo>
                <a:lnTo>
                  <a:pt x="1440895" y="488176"/>
                </a:lnTo>
                <a:lnTo>
                  <a:pt x="1440895" y="468250"/>
                </a:lnTo>
                <a:lnTo>
                  <a:pt x="1500670" y="468250"/>
                </a:lnTo>
                <a:lnTo>
                  <a:pt x="1500670" y="488176"/>
                </a:lnTo>
                <a:moveTo>
                  <a:pt x="1420970" y="488176"/>
                </a:moveTo>
                <a:lnTo>
                  <a:pt x="1361192" y="488176"/>
                </a:lnTo>
                <a:lnTo>
                  <a:pt x="1361192" y="468250"/>
                </a:lnTo>
                <a:lnTo>
                  <a:pt x="1420970" y="468250"/>
                </a:lnTo>
                <a:lnTo>
                  <a:pt x="1420970" y="488176"/>
                </a:lnTo>
                <a:moveTo>
                  <a:pt x="1341267" y="488176"/>
                </a:moveTo>
                <a:lnTo>
                  <a:pt x="1281490" y="488176"/>
                </a:lnTo>
                <a:lnTo>
                  <a:pt x="1281490" y="468250"/>
                </a:lnTo>
                <a:lnTo>
                  <a:pt x="1341267" y="468250"/>
                </a:lnTo>
                <a:lnTo>
                  <a:pt x="1341267" y="488176"/>
                </a:lnTo>
                <a:moveTo>
                  <a:pt x="1261565" y="488176"/>
                </a:moveTo>
                <a:lnTo>
                  <a:pt x="1201789" y="488176"/>
                </a:lnTo>
                <a:lnTo>
                  <a:pt x="1201789" y="468250"/>
                </a:lnTo>
                <a:lnTo>
                  <a:pt x="1261565" y="468250"/>
                </a:lnTo>
                <a:lnTo>
                  <a:pt x="1261565" y="488176"/>
                </a:lnTo>
                <a:moveTo>
                  <a:pt x="1181862" y="488176"/>
                </a:moveTo>
                <a:lnTo>
                  <a:pt x="1122087" y="488176"/>
                </a:lnTo>
                <a:lnTo>
                  <a:pt x="1122087" y="468250"/>
                </a:lnTo>
                <a:lnTo>
                  <a:pt x="1181862" y="468250"/>
                </a:lnTo>
                <a:lnTo>
                  <a:pt x="1181862" y="488176"/>
                </a:lnTo>
                <a:moveTo>
                  <a:pt x="1102161" y="488176"/>
                </a:moveTo>
                <a:lnTo>
                  <a:pt x="1042384" y="488176"/>
                </a:lnTo>
                <a:lnTo>
                  <a:pt x="1042384" y="468250"/>
                </a:lnTo>
                <a:lnTo>
                  <a:pt x="1102161" y="468250"/>
                </a:lnTo>
                <a:lnTo>
                  <a:pt x="1102161" y="488176"/>
                </a:lnTo>
                <a:moveTo>
                  <a:pt x="1022459" y="488176"/>
                </a:moveTo>
                <a:lnTo>
                  <a:pt x="962681" y="488176"/>
                </a:lnTo>
                <a:lnTo>
                  <a:pt x="962681" y="468250"/>
                </a:lnTo>
                <a:lnTo>
                  <a:pt x="1022459" y="468250"/>
                </a:lnTo>
                <a:lnTo>
                  <a:pt x="1022459" y="488176"/>
                </a:lnTo>
                <a:moveTo>
                  <a:pt x="942756" y="488176"/>
                </a:moveTo>
                <a:lnTo>
                  <a:pt x="882981" y="488176"/>
                </a:lnTo>
                <a:lnTo>
                  <a:pt x="882981" y="468250"/>
                </a:lnTo>
                <a:lnTo>
                  <a:pt x="942756" y="468250"/>
                </a:lnTo>
                <a:lnTo>
                  <a:pt x="942756" y="488176"/>
                </a:lnTo>
                <a:moveTo>
                  <a:pt x="863054" y="488176"/>
                </a:moveTo>
                <a:lnTo>
                  <a:pt x="803278" y="488176"/>
                </a:lnTo>
                <a:lnTo>
                  <a:pt x="803278" y="468250"/>
                </a:lnTo>
                <a:lnTo>
                  <a:pt x="863054" y="468250"/>
                </a:lnTo>
                <a:lnTo>
                  <a:pt x="863054" y="488176"/>
                </a:lnTo>
                <a:moveTo>
                  <a:pt x="783353" y="488176"/>
                </a:moveTo>
                <a:lnTo>
                  <a:pt x="723576" y="488176"/>
                </a:lnTo>
                <a:lnTo>
                  <a:pt x="723576" y="468250"/>
                </a:lnTo>
                <a:lnTo>
                  <a:pt x="783353" y="468250"/>
                </a:lnTo>
                <a:lnTo>
                  <a:pt x="783353" y="488176"/>
                </a:lnTo>
                <a:moveTo>
                  <a:pt x="703650" y="488176"/>
                </a:moveTo>
                <a:lnTo>
                  <a:pt x="643873" y="488176"/>
                </a:lnTo>
                <a:lnTo>
                  <a:pt x="643873" y="468250"/>
                </a:lnTo>
                <a:lnTo>
                  <a:pt x="703650" y="468250"/>
                </a:lnTo>
                <a:lnTo>
                  <a:pt x="703650" y="488176"/>
                </a:lnTo>
                <a:moveTo>
                  <a:pt x="623948" y="488176"/>
                </a:moveTo>
                <a:lnTo>
                  <a:pt x="564172" y="488176"/>
                </a:lnTo>
                <a:lnTo>
                  <a:pt x="564172" y="468250"/>
                </a:lnTo>
                <a:lnTo>
                  <a:pt x="623948" y="468250"/>
                </a:lnTo>
                <a:lnTo>
                  <a:pt x="623948" y="488176"/>
                </a:lnTo>
                <a:moveTo>
                  <a:pt x="544245" y="488176"/>
                </a:moveTo>
                <a:lnTo>
                  <a:pt x="484470" y="488176"/>
                </a:lnTo>
                <a:lnTo>
                  <a:pt x="484470" y="468250"/>
                </a:lnTo>
                <a:lnTo>
                  <a:pt x="544245" y="468250"/>
                </a:lnTo>
                <a:lnTo>
                  <a:pt x="544245" y="488176"/>
                </a:lnTo>
                <a:moveTo>
                  <a:pt x="464545" y="488176"/>
                </a:moveTo>
                <a:lnTo>
                  <a:pt x="404767" y="488176"/>
                </a:lnTo>
                <a:lnTo>
                  <a:pt x="404767" y="468250"/>
                </a:lnTo>
                <a:lnTo>
                  <a:pt x="464545" y="468250"/>
                </a:lnTo>
                <a:lnTo>
                  <a:pt x="464545" y="488176"/>
                </a:lnTo>
                <a:moveTo>
                  <a:pt x="384842" y="488176"/>
                </a:moveTo>
                <a:lnTo>
                  <a:pt x="325064" y="488176"/>
                </a:lnTo>
                <a:lnTo>
                  <a:pt x="325064" y="468250"/>
                </a:lnTo>
                <a:lnTo>
                  <a:pt x="384842" y="468250"/>
                </a:lnTo>
                <a:lnTo>
                  <a:pt x="384842" y="488176"/>
                </a:lnTo>
                <a:moveTo>
                  <a:pt x="305139" y="488176"/>
                </a:moveTo>
                <a:lnTo>
                  <a:pt x="245364" y="488176"/>
                </a:lnTo>
                <a:lnTo>
                  <a:pt x="245364" y="468250"/>
                </a:lnTo>
                <a:lnTo>
                  <a:pt x="305139" y="468250"/>
                </a:lnTo>
                <a:lnTo>
                  <a:pt x="305139" y="488176"/>
                </a:lnTo>
                <a:moveTo>
                  <a:pt x="225437" y="488176"/>
                </a:moveTo>
                <a:lnTo>
                  <a:pt x="165661" y="488176"/>
                </a:lnTo>
                <a:lnTo>
                  <a:pt x="165661" y="468250"/>
                </a:lnTo>
                <a:lnTo>
                  <a:pt x="225437" y="468250"/>
                </a:lnTo>
                <a:lnTo>
                  <a:pt x="225437" y="488176"/>
                </a:lnTo>
                <a:moveTo>
                  <a:pt x="145736" y="488176"/>
                </a:moveTo>
                <a:lnTo>
                  <a:pt x="85959" y="488176"/>
                </a:lnTo>
                <a:lnTo>
                  <a:pt x="85959" y="468250"/>
                </a:lnTo>
                <a:lnTo>
                  <a:pt x="145736" y="468250"/>
                </a:lnTo>
                <a:lnTo>
                  <a:pt x="145736" y="488176"/>
                </a:lnTo>
                <a:moveTo>
                  <a:pt x="65535" y="488056"/>
                </a:moveTo>
                <a:lnTo>
                  <a:pt x="61192" y="487837"/>
                </a:lnTo>
                <a:lnTo>
                  <a:pt x="54417" y="486801"/>
                </a:lnTo>
                <a:lnTo>
                  <a:pt x="47881" y="485127"/>
                </a:lnTo>
                <a:lnTo>
                  <a:pt x="41625" y="482835"/>
                </a:lnTo>
                <a:lnTo>
                  <a:pt x="35647" y="479946"/>
                </a:lnTo>
                <a:lnTo>
                  <a:pt x="30027" y="476539"/>
                </a:lnTo>
                <a:lnTo>
                  <a:pt x="24787" y="472614"/>
                </a:lnTo>
                <a:lnTo>
                  <a:pt x="19946" y="468210"/>
                </a:lnTo>
                <a:lnTo>
                  <a:pt x="15542" y="463388"/>
                </a:lnTo>
                <a:lnTo>
                  <a:pt x="11637" y="458128"/>
                </a:lnTo>
                <a:lnTo>
                  <a:pt x="8767" y="453445"/>
                </a:lnTo>
                <a:lnTo>
                  <a:pt x="25803" y="443104"/>
                </a:lnTo>
                <a:lnTo>
                  <a:pt x="28414" y="447388"/>
                </a:lnTo>
                <a:lnTo>
                  <a:pt x="27876" y="446591"/>
                </a:lnTo>
                <a:lnTo>
                  <a:pt x="31223" y="451074"/>
                </a:lnTo>
                <a:lnTo>
                  <a:pt x="30626" y="450336"/>
                </a:lnTo>
                <a:lnTo>
                  <a:pt x="34371" y="454461"/>
                </a:lnTo>
                <a:lnTo>
                  <a:pt x="33694" y="453804"/>
                </a:lnTo>
                <a:lnTo>
                  <a:pt x="37839" y="457550"/>
                </a:lnTo>
                <a:lnTo>
                  <a:pt x="37101" y="456952"/>
                </a:lnTo>
                <a:lnTo>
                  <a:pt x="41584" y="460300"/>
                </a:lnTo>
                <a:lnTo>
                  <a:pt x="40789" y="459761"/>
                </a:lnTo>
                <a:lnTo>
                  <a:pt x="45589" y="462671"/>
                </a:lnTo>
                <a:lnTo>
                  <a:pt x="44732" y="462213"/>
                </a:lnTo>
                <a:lnTo>
                  <a:pt x="49813" y="464663"/>
                </a:lnTo>
                <a:lnTo>
                  <a:pt x="48917" y="464285"/>
                </a:lnTo>
                <a:lnTo>
                  <a:pt x="54276" y="466237"/>
                </a:lnTo>
                <a:lnTo>
                  <a:pt x="53321" y="465939"/>
                </a:lnTo>
                <a:lnTo>
                  <a:pt x="58900" y="467373"/>
                </a:lnTo>
                <a:lnTo>
                  <a:pt x="57923" y="467174"/>
                </a:lnTo>
                <a:lnTo>
                  <a:pt x="63703" y="468070"/>
                </a:lnTo>
                <a:lnTo>
                  <a:pt x="62705" y="467971"/>
                </a:lnTo>
                <a:lnTo>
                  <a:pt x="66551" y="468151"/>
                </a:lnTo>
                <a:lnTo>
                  <a:pt x="65535" y="488056"/>
                </a:lnTo>
                <a:moveTo>
                  <a:pt x="957" y="431049"/>
                </a:moveTo>
                <a:lnTo>
                  <a:pt x="339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5" y="425470"/>
                </a:lnTo>
                <a:lnTo>
                  <a:pt x="20105" y="424454"/>
                </a:lnTo>
                <a:lnTo>
                  <a:pt x="20643" y="428040"/>
                </a:lnTo>
                <a:lnTo>
                  <a:pt x="957" y="43104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text-99 Three">
            <a:extLst xmlns:a="http://schemas.openxmlformats.org/drawingml/2006/main">
              <a:ext uri="{FF2B5EF4-FFF2-40B4-BE49-F238E27FC236}">
                <a16:creationId xmlns:a16="http://schemas.microsoft.com/office/drawing/2014/main" id="{57EF0EDE-385E-4858-A5DD-A11B3AFF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8630" y="1869267"/>
            <a:ext cx="600801" cy="279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</a:t>
            </a:r>
          </a:p>
        </p:txBody>
      </p:sp>
      <p:sp>
        <p:nvSpPr>
          <p:cNvPr id="159" name="text-99 items">
            <a:extLst xmlns:a="http://schemas.openxmlformats.org/drawingml/2006/main">
              <a:ext uri="{FF2B5EF4-FFF2-40B4-BE49-F238E27FC236}">
                <a16:creationId xmlns:a16="http://schemas.microsoft.com/office/drawing/2014/main" id="{99A89594-93E0-4655-8E3E-05A8276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4291" y="1869660"/>
            <a:ext cx="545791" cy="278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60" name="text-99 pair">
            <a:extLst xmlns:a="http://schemas.openxmlformats.org/drawingml/2006/main">
              <a:ext uri="{FF2B5EF4-FFF2-40B4-BE49-F238E27FC236}">
                <a16:creationId xmlns:a16="http://schemas.microsoft.com/office/drawing/2014/main" id="{16460841-7533-4CDD-BA7E-614F645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4159" y="1869831"/>
            <a:ext cx="395060" cy="278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61" name="path-100">
            <a:extLst xmlns:a="http://schemas.openxmlformats.org/drawingml/2006/main">
              <a:ext uri="{FF2B5EF4-FFF2-40B4-BE49-F238E27FC236}">
                <a16:creationId xmlns:a16="http://schemas.microsoft.com/office/drawing/2014/main" id="{5FCA5867-1975-45C6-A410-7B2F26EE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903" y="2288840"/>
            <a:ext cx="1718575" cy="488176"/>
          </a:xfrm>
          <a:custGeom xmlns:a="http://schemas.openxmlformats.org/drawingml/2006/main">
            <a:pathLst>
              <a:path w="1718575" h="488176">
                <a:moveTo>
                  <a:pt x="0" y="420010"/>
                </a:moveTo>
                <a:lnTo>
                  <a:pt x="0" y="360233"/>
                </a:lnTo>
                <a:lnTo>
                  <a:pt x="19925" y="360233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2"/>
                </a:lnTo>
                <a:lnTo>
                  <a:pt x="19925" y="280532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29"/>
                </a:lnTo>
                <a:lnTo>
                  <a:pt x="19925" y="200829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8"/>
                </a:lnTo>
                <a:lnTo>
                  <a:pt x="19925" y="121128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17" y="61211"/>
                </a:lnTo>
                <a:lnTo>
                  <a:pt x="1353" y="54437"/>
                </a:lnTo>
                <a:lnTo>
                  <a:pt x="3046" y="47901"/>
                </a:lnTo>
                <a:lnTo>
                  <a:pt x="5340" y="41624"/>
                </a:lnTo>
                <a:lnTo>
                  <a:pt x="7053" y="38058"/>
                </a:lnTo>
                <a:lnTo>
                  <a:pt x="25006" y="46706"/>
                </a:lnTo>
                <a:lnTo>
                  <a:pt x="23511" y="49834"/>
                </a:lnTo>
                <a:lnTo>
                  <a:pt x="23889" y="48937"/>
                </a:lnTo>
                <a:lnTo>
                  <a:pt x="21916" y="54277"/>
                </a:lnTo>
                <a:lnTo>
                  <a:pt x="22215" y="53341"/>
                </a:lnTo>
                <a:lnTo>
                  <a:pt x="20782" y="58920"/>
                </a:lnTo>
                <a:lnTo>
                  <a:pt x="20980" y="57944"/>
                </a:lnTo>
                <a:lnTo>
                  <a:pt x="20103" y="63722"/>
                </a:lnTo>
                <a:lnTo>
                  <a:pt x="20203" y="62706"/>
                </a:lnTo>
                <a:lnTo>
                  <a:pt x="19905" y="68663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5" y="15562"/>
                </a:lnTo>
                <a:lnTo>
                  <a:pt x="30027" y="11636"/>
                </a:lnTo>
                <a:lnTo>
                  <a:pt x="35645" y="8229"/>
                </a:lnTo>
                <a:lnTo>
                  <a:pt x="41623" y="5340"/>
                </a:lnTo>
                <a:lnTo>
                  <a:pt x="47879" y="3049"/>
                </a:lnTo>
                <a:lnTo>
                  <a:pt x="54415" y="1375"/>
                </a:lnTo>
                <a:lnTo>
                  <a:pt x="61190" y="339"/>
                </a:lnTo>
                <a:lnTo>
                  <a:pt x="67904" y="0"/>
                </a:lnTo>
                <a:lnTo>
                  <a:pt x="83188" y="0"/>
                </a:lnTo>
                <a:lnTo>
                  <a:pt x="83188" y="19926"/>
                </a:lnTo>
                <a:lnTo>
                  <a:pt x="68143" y="19926"/>
                </a:lnTo>
                <a:lnTo>
                  <a:pt x="68663" y="19906"/>
                </a:lnTo>
                <a:lnTo>
                  <a:pt x="62705" y="20205"/>
                </a:lnTo>
                <a:lnTo>
                  <a:pt x="63701" y="20105"/>
                </a:lnTo>
                <a:lnTo>
                  <a:pt x="57923" y="21002"/>
                </a:lnTo>
                <a:lnTo>
                  <a:pt x="58898" y="20803"/>
                </a:lnTo>
                <a:lnTo>
                  <a:pt x="53319" y="22237"/>
                </a:lnTo>
                <a:lnTo>
                  <a:pt x="54276" y="21938"/>
                </a:lnTo>
                <a:lnTo>
                  <a:pt x="48915" y="23891"/>
                </a:lnTo>
                <a:lnTo>
                  <a:pt x="49813" y="23513"/>
                </a:lnTo>
                <a:lnTo>
                  <a:pt x="44732" y="25963"/>
                </a:lnTo>
                <a:lnTo>
                  <a:pt x="45587" y="25505"/>
                </a:lnTo>
                <a:lnTo>
                  <a:pt x="40787" y="28414"/>
                </a:lnTo>
                <a:lnTo>
                  <a:pt x="41584" y="27875"/>
                </a:lnTo>
                <a:lnTo>
                  <a:pt x="37101" y="31223"/>
                </a:lnTo>
                <a:lnTo>
                  <a:pt x="37837" y="30625"/>
                </a:lnTo>
                <a:lnTo>
                  <a:pt x="34410" y="33734"/>
                </a:lnTo>
                <a:lnTo>
                  <a:pt x="21001" y="18989"/>
                </a:lnTo>
                <a:moveTo>
                  <a:pt x="103114" y="0"/>
                </a:moveTo>
                <a:lnTo>
                  <a:pt x="162889" y="0"/>
                </a:lnTo>
                <a:lnTo>
                  <a:pt x="162889" y="19926"/>
                </a:lnTo>
                <a:lnTo>
                  <a:pt x="103114" y="19926"/>
                </a:lnTo>
                <a:lnTo>
                  <a:pt x="103114" y="0"/>
                </a:lnTo>
                <a:moveTo>
                  <a:pt x="182816" y="0"/>
                </a:moveTo>
                <a:lnTo>
                  <a:pt x="242592" y="0"/>
                </a:lnTo>
                <a:lnTo>
                  <a:pt x="242592" y="19926"/>
                </a:lnTo>
                <a:lnTo>
                  <a:pt x="182816" y="19926"/>
                </a:lnTo>
                <a:lnTo>
                  <a:pt x="182816" y="0"/>
                </a:lnTo>
                <a:moveTo>
                  <a:pt x="262517" y="0"/>
                </a:moveTo>
                <a:lnTo>
                  <a:pt x="322294" y="0"/>
                </a:lnTo>
                <a:lnTo>
                  <a:pt x="322294" y="19926"/>
                </a:lnTo>
                <a:lnTo>
                  <a:pt x="262517" y="19926"/>
                </a:lnTo>
                <a:lnTo>
                  <a:pt x="262517" y="0"/>
                </a:lnTo>
                <a:moveTo>
                  <a:pt x="342219" y="0"/>
                </a:moveTo>
                <a:lnTo>
                  <a:pt x="401997" y="0"/>
                </a:lnTo>
                <a:lnTo>
                  <a:pt x="401997" y="19926"/>
                </a:lnTo>
                <a:lnTo>
                  <a:pt x="342219" y="19926"/>
                </a:lnTo>
                <a:lnTo>
                  <a:pt x="342219" y="0"/>
                </a:lnTo>
                <a:moveTo>
                  <a:pt x="421922" y="0"/>
                </a:moveTo>
                <a:lnTo>
                  <a:pt x="481697" y="0"/>
                </a:lnTo>
                <a:lnTo>
                  <a:pt x="481697" y="19926"/>
                </a:lnTo>
                <a:lnTo>
                  <a:pt x="421922" y="19926"/>
                </a:lnTo>
                <a:lnTo>
                  <a:pt x="421922" y="0"/>
                </a:lnTo>
                <a:moveTo>
                  <a:pt x="501625" y="0"/>
                </a:moveTo>
                <a:lnTo>
                  <a:pt x="561400" y="0"/>
                </a:lnTo>
                <a:lnTo>
                  <a:pt x="561400" y="19926"/>
                </a:lnTo>
                <a:lnTo>
                  <a:pt x="501625" y="19926"/>
                </a:lnTo>
                <a:lnTo>
                  <a:pt x="501625" y="0"/>
                </a:lnTo>
                <a:moveTo>
                  <a:pt x="581325" y="0"/>
                </a:moveTo>
                <a:lnTo>
                  <a:pt x="641103" y="0"/>
                </a:lnTo>
                <a:lnTo>
                  <a:pt x="641103" y="19926"/>
                </a:lnTo>
                <a:lnTo>
                  <a:pt x="581325" y="19926"/>
                </a:lnTo>
                <a:lnTo>
                  <a:pt x="581325" y="0"/>
                </a:lnTo>
                <a:moveTo>
                  <a:pt x="661028" y="0"/>
                </a:moveTo>
                <a:lnTo>
                  <a:pt x="720805" y="0"/>
                </a:lnTo>
                <a:lnTo>
                  <a:pt x="720805" y="19926"/>
                </a:lnTo>
                <a:lnTo>
                  <a:pt x="661028" y="19926"/>
                </a:lnTo>
                <a:lnTo>
                  <a:pt x="661028" y="0"/>
                </a:lnTo>
                <a:moveTo>
                  <a:pt x="740730" y="0"/>
                </a:moveTo>
                <a:lnTo>
                  <a:pt x="800506" y="0"/>
                </a:lnTo>
                <a:lnTo>
                  <a:pt x="800506" y="19926"/>
                </a:lnTo>
                <a:lnTo>
                  <a:pt x="740730" y="19926"/>
                </a:lnTo>
                <a:lnTo>
                  <a:pt x="740730" y="0"/>
                </a:lnTo>
                <a:moveTo>
                  <a:pt x="820433" y="0"/>
                </a:moveTo>
                <a:lnTo>
                  <a:pt x="880209" y="0"/>
                </a:lnTo>
                <a:lnTo>
                  <a:pt x="880209" y="19926"/>
                </a:lnTo>
                <a:lnTo>
                  <a:pt x="820433" y="19926"/>
                </a:lnTo>
                <a:lnTo>
                  <a:pt x="820433" y="0"/>
                </a:lnTo>
                <a:moveTo>
                  <a:pt x="900134" y="0"/>
                </a:moveTo>
                <a:lnTo>
                  <a:pt x="959911" y="0"/>
                </a:lnTo>
                <a:lnTo>
                  <a:pt x="959911" y="19926"/>
                </a:lnTo>
                <a:lnTo>
                  <a:pt x="900134" y="19926"/>
                </a:lnTo>
                <a:lnTo>
                  <a:pt x="900134" y="0"/>
                </a:lnTo>
                <a:moveTo>
                  <a:pt x="979836" y="0"/>
                </a:moveTo>
                <a:lnTo>
                  <a:pt x="1039614" y="0"/>
                </a:lnTo>
                <a:lnTo>
                  <a:pt x="1039614" y="19926"/>
                </a:lnTo>
                <a:lnTo>
                  <a:pt x="979836" y="19926"/>
                </a:lnTo>
                <a:lnTo>
                  <a:pt x="979836" y="0"/>
                </a:lnTo>
                <a:moveTo>
                  <a:pt x="1059539" y="0"/>
                </a:moveTo>
                <a:lnTo>
                  <a:pt x="1119314" y="0"/>
                </a:lnTo>
                <a:lnTo>
                  <a:pt x="1119314" y="19926"/>
                </a:lnTo>
                <a:lnTo>
                  <a:pt x="1059539" y="19926"/>
                </a:lnTo>
                <a:lnTo>
                  <a:pt x="1059539" y="0"/>
                </a:lnTo>
                <a:moveTo>
                  <a:pt x="1139242" y="0"/>
                </a:moveTo>
                <a:lnTo>
                  <a:pt x="1199017" y="0"/>
                </a:lnTo>
                <a:lnTo>
                  <a:pt x="1199017" y="19926"/>
                </a:lnTo>
                <a:lnTo>
                  <a:pt x="1139242" y="19926"/>
                </a:lnTo>
                <a:lnTo>
                  <a:pt x="1139242" y="0"/>
                </a:lnTo>
                <a:moveTo>
                  <a:pt x="1218942" y="0"/>
                </a:moveTo>
                <a:lnTo>
                  <a:pt x="1278720" y="0"/>
                </a:lnTo>
                <a:lnTo>
                  <a:pt x="1278720" y="19926"/>
                </a:lnTo>
                <a:lnTo>
                  <a:pt x="1218942" y="19926"/>
                </a:lnTo>
                <a:lnTo>
                  <a:pt x="1218942" y="0"/>
                </a:lnTo>
                <a:moveTo>
                  <a:pt x="1298645" y="0"/>
                </a:moveTo>
                <a:lnTo>
                  <a:pt x="1358422" y="0"/>
                </a:lnTo>
                <a:lnTo>
                  <a:pt x="1358422" y="19926"/>
                </a:lnTo>
                <a:lnTo>
                  <a:pt x="1298645" y="19926"/>
                </a:lnTo>
                <a:lnTo>
                  <a:pt x="1298645" y="0"/>
                </a:lnTo>
                <a:moveTo>
                  <a:pt x="1378347" y="0"/>
                </a:moveTo>
                <a:lnTo>
                  <a:pt x="1438123" y="0"/>
                </a:lnTo>
                <a:lnTo>
                  <a:pt x="1438123" y="19926"/>
                </a:lnTo>
                <a:lnTo>
                  <a:pt x="1378347" y="19926"/>
                </a:lnTo>
                <a:lnTo>
                  <a:pt x="1378347" y="0"/>
                </a:lnTo>
                <a:moveTo>
                  <a:pt x="1458050" y="0"/>
                </a:moveTo>
                <a:lnTo>
                  <a:pt x="1517825" y="0"/>
                </a:lnTo>
                <a:lnTo>
                  <a:pt x="1517825" y="19926"/>
                </a:lnTo>
                <a:lnTo>
                  <a:pt x="1458050" y="19926"/>
                </a:lnTo>
                <a:lnTo>
                  <a:pt x="1458050" y="0"/>
                </a:lnTo>
                <a:moveTo>
                  <a:pt x="1537751" y="0"/>
                </a:moveTo>
                <a:lnTo>
                  <a:pt x="1597528" y="0"/>
                </a:lnTo>
                <a:lnTo>
                  <a:pt x="1597528" y="19926"/>
                </a:lnTo>
                <a:lnTo>
                  <a:pt x="1537751" y="19926"/>
                </a:lnTo>
                <a:lnTo>
                  <a:pt x="1537751" y="0"/>
                </a:lnTo>
                <a:moveTo>
                  <a:pt x="1617453" y="0"/>
                </a:moveTo>
                <a:lnTo>
                  <a:pt x="1650649" y="0"/>
                </a:lnTo>
                <a:lnTo>
                  <a:pt x="1657365" y="339"/>
                </a:lnTo>
                <a:lnTo>
                  <a:pt x="1664140" y="1375"/>
                </a:lnTo>
                <a:lnTo>
                  <a:pt x="1670674" y="3049"/>
                </a:lnTo>
                <a:lnTo>
                  <a:pt x="1676951" y="5340"/>
                </a:lnTo>
                <a:lnTo>
                  <a:pt x="1680598" y="7114"/>
                </a:lnTo>
                <a:lnTo>
                  <a:pt x="1671950" y="25066"/>
                </a:lnTo>
                <a:lnTo>
                  <a:pt x="1668742" y="23513"/>
                </a:lnTo>
                <a:lnTo>
                  <a:pt x="1669640" y="23891"/>
                </a:lnTo>
                <a:lnTo>
                  <a:pt x="1664277" y="21938"/>
                </a:lnTo>
                <a:lnTo>
                  <a:pt x="1665236" y="22237"/>
                </a:lnTo>
                <a:lnTo>
                  <a:pt x="1659655" y="20803"/>
                </a:lnTo>
                <a:lnTo>
                  <a:pt x="1660632" y="21002"/>
                </a:lnTo>
                <a:lnTo>
                  <a:pt x="1654854" y="20105"/>
                </a:lnTo>
                <a:lnTo>
                  <a:pt x="1655850" y="20205"/>
                </a:lnTo>
                <a:lnTo>
                  <a:pt x="1649892" y="19906"/>
                </a:lnTo>
                <a:lnTo>
                  <a:pt x="1650410" y="19926"/>
                </a:lnTo>
                <a:lnTo>
                  <a:pt x="1617453" y="19926"/>
                </a:lnTo>
                <a:lnTo>
                  <a:pt x="1617453" y="0"/>
                </a:lnTo>
                <a:moveTo>
                  <a:pt x="1699646" y="21081"/>
                </a:moveTo>
                <a:lnTo>
                  <a:pt x="1703013" y="24787"/>
                </a:lnTo>
                <a:lnTo>
                  <a:pt x="1706938" y="30048"/>
                </a:lnTo>
                <a:lnTo>
                  <a:pt x="1710347" y="35667"/>
                </a:lnTo>
                <a:lnTo>
                  <a:pt x="1713215" y="41624"/>
                </a:lnTo>
                <a:lnTo>
                  <a:pt x="1715507" y="47901"/>
                </a:lnTo>
                <a:lnTo>
                  <a:pt x="1717200" y="54437"/>
                </a:lnTo>
                <a:lnTo>
                  <a:pt x="1718236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3"/>
                </a:lnTo>
                <a:lnTo>
                  <a:pt x="1698352" y="62706"/>
                </a:lnTo>
                <a:lnTo>
                  <a:pt x="1698450" y="63722"/>
                </a:lnTo>
                <a:lnTo>
                  <a:pt x="1697573" y="57944"/>
                </a:lnTo>
                <a:lnTo>
                  <a:pt x="1697773" y="58920"/>
                </a:lnTo>
                <a:lnTo>
                  <a:pt x="1696338" y="53341"/>
                </a:lnTo>
                <a:lnTo>
                  <a:pt x="1696637" y="54277"/>
                </a:lnTo>
                <a:lnTo>
                  <a:pt x="1694666" y="48937"/>
                </a:lnTo>
                <a:lnTo>
                  <a:pt x="1695064" y="49834"/>
                </a:lnTo>
                <a:lnTo>
                  <a:pt x="1692611" y="44753"/>
                </a:lnTo>
                <a:lnTo>
                  <a:pt x="1693071" y="45590"/>
                </a:lnTo>
                <a:lnTo>
                  <a:pt x="1690141" y="40787"/>
                </a:lnTo>
                <a:lnTo>
                  <a:pt x="1690679" y="41584"/>
                </a:lnTo>
                <a:lnTo>
                  <a:pt x="1687332" y="37101"/>
                </a:lnTo>
                <a:lnTo>
                  <a:pt x="1687950" y="37839"/>
                </a:lnTo>
                <a:lnTo>
                  <a:pt x="1684901" y="34491"/>
                </a:lnTo>
                <a:lnTo>
                  <a:pt x="1699646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7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7"/>
                </a:lnTo>
                <a:lnTo>
                  <a:pt x="1718575" y="182917"/>
                </a:lnTo>
                <a:moveTo>
                  <a:pt x="1718575" y="262618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8"/>
                </a:lnTo>
                <a:lnTo>
                  <a:pt x="1718575" y="262618"/>
                </a:lnTo>
                <a:moveTo>
                  <a:pt x="1718575" y="342321"/>
                </a:moveTo>
                <a:lnTo>
                  <a:pt x="1718575" y="402098"/>
                </a:lnTo>
                <a:lnTo>
                  <a:pt x="1698650" y="402098"/>
                </a:lnTo>
                <a:lnTo>
                  <a:pt x="1698650" y="342321"/>
                </a:lnTo>
                <a:lnTo>
                  <a:pt x="1718575" y="342321"/>
                </a:lnTo>
                <a:moveTo>
                  <a:pt x="1718455" y="422541"/>
                </a:moveTo>
                <a:lnTo>
                  <a:pt x="1718236" y="426964"/>
                </a:lnTo>
                <a:lnTo>
                  <a:pt x="1717200" y="433739"/>
                </a:lnTo>
                <a:lnTo>
                  <a:pt x="1715507" y="440274"/>
                </a:lnTo>
                <a:lnTo>
                  <a:pt x="1713215" y="446551"/>
                </a:lnTo>
                <a:lnTo>
                  <a:pt x="1710347" y="452509"/>
                </a:lnTo>
                <a:lnTo>
                  <a:pt x="1706938" y="458128"/>
                </a:lnTo>
                <a:lnTo>
                  <a:pt x="1703013" y="463388"/>
                </a:lnTo>
                <a:lnTo>
                  <a:pt x="1698609" y="468210"/>
                </a:lnTo>
                <a:lnTo>
                  <a:pt x="1693768" y="472613"/>
                </a:lnTo>
                <a:lnTo>
                  <a:pt x="1688528" y="476539"/>
                </a:lnTo>
                <a:lnTo>
                  <a:pt x="1683906" y="479349"/>
                </a:lnTo>
                <a:lnTo>
                  <a:pt x="1673563" y="462312"/>
                </a:lnTo>
                <a:lnTo>
                  <a:pt x="1677768" y="459762"/>
                </a:lnTo>
                <a:lnTo>
                  <a:pt x="1676971" y="460300"/>
                </a:lnTo>
                <a:lnTo>
                  <a:pt x="1681454" y="456952"/>
                </a:lnTo>
                <a:lnTo>
                  <a:pt x="1680716" y="457550"/>
                </a:lnTo>
                <a:lnTo>
                  <a:pt x="1684861" y="453804"/>
                </a:lnTo>
                <a:lnTo>
                  <a:pt x="1684184" y="454461"/>
                </a:lnTo>
                <a:lnTo>
                  <a:pt x="1687950" y="450337"/>
                </a:lnTo>
                <a:lnTo>
                  <a:pt x="1687332" y="451074"/>
                </a:lnTo>
                <a:lnTo>
                  <a:pt x="1690679" y="446591"/>
                </a:lnTo>
                <a:lnTo>
                  <a:pt x="1690141" y="447388"/>
                </a:lnTo>
                <a:lnTo>
                  <a:pt x="1693071" y="442586"/>
                </a:lnTo>
                <a:lnTo>
                  <a:pt x="1692611" y="443423"/>
                </a:lnTo>
                <a:lnTo>
                  <a:pt x="1695064" y="438341"/>
                </a:lnTo>
                <a:lnTo>
                  <a:pt x="1694666" y="439238"/>
                </a:lnTo>
                <a:lnTo>
                  <a:pt x="1696637" y="433898"/>
                </a:lnTo>
                <a:lnTo>
                  <a:pt x="1696338" y="434835"/>
                </a:lnTo>
                <a:lnTo>
                  <a:pt x="1697773" y="429256"/>
                </a:lnTo>
                <a:lnTo>
                  <a:pt x="1697573" y="430232"/>
                </a:lnTo>
                <a:lnTo>
                  <a:pt x="1698450" y="424454"/>
                </a:lnTo>
                <a:lnTo>
                  <a:pt x="1698352" y="425470"/>
                </a:lnTo>
                <a:lnTo>
                  <a:pt x="1698550" y="421524"/>
                </a:lnTo>
                <a:lnTo>
                  <a:pt x="1718455" y="422541"/>
                </a:lnTo>
                <a:moveTo>
                  <a:pt x="1661527" y="487199"/>
                </a:moveTo>
                <a:lnTo>
                  <a:pt x="1657365" y="487836"/>
                </a:lnTo>
                <a:lnTo>
                  <a:pt x="1650649" y="488176"/>
                </a:lnTo>
                <a:lnTo>
                  <a:pt x="1600296" y="488176"/>
                </a:lnTo>
                <a:lnTo>
                  <a:pt x="1600296" y="468250"/>
                </a:lnTo>
                <a:lnTo>
                  <a:pt x="1650410" y="468250"/>
                </a:lnTo>
                <a:lnTo>
                  <a:pt x="1649892" y="468270"/>
                </a:lnTo>
                <a:lnTo>
                  <a:pt x="1655850" y="467971"/>
                </a:lnTo>
                <a:lnTo>
                  <a:pt x="1654854" y="468071"/>
                </a:lnTo>
                <a:lnTo>
                  <a:pt x="1658520" y="467513"/>
                </a:lnTo>
                <a:lnTo>
                  <a:pt x="1661527" y="487199"/>
                </a:lnTo>
                <a:moveTo>
                  <a:pt x="1580371" y="488176"/>
                </a:moveTo>
                <a:lnTo>
                  <a:pt x="1520596" y="488176"/>
                </a:lnTo>
                <a:lnTo>
                  <a:pt x="1520596" y="468250"/>
                </a:lnTo>
                <a:lnTo>
                  <a:pt x="1580371" y="468250"/>
                </a:lnTo>
                <a:lnTo>
                  <a:pt x="1580371" y="488176"/>
                </a:lnTo>
                <a:moveTo>
                  <a:pt x="1500668" y="488176"/>
                </a:moveTo>
                <a:lnTo>
                  <a:pt x="1440893" y="488176"/>
                </a:lnTo>
                <a:lnTo>
                  <a:pt x="1440893" y="468250"/>
                </a:lnTo>
                <a:lnTo>
                  <a:pt x="1500668" y="468250"/>
                </a:lnTo>
                <a:lnTo>
                  <a:pt x="1500668" y="488176"/>
                </a:lnTo>
                <a:moveTo>
                  <a:pt x="1420968" y="488176"/>
                </a:moveTo>
                <a:lnTo>
                  <a:pt x="1361190" y="488176"/>
                </a:lnTo>
                <a:lnTo>
                  <a:pt x="1361190" y="468250"/>
                </a:lnTo>
                <a:lnTo>
                  <a:pt x="1420968" y="468250"/>
                </a:lnTo>
                <a:lnTo>
                  <a:pt x="1420968" y="488176"/>
                </a:lnTo>
                <a:moveTo>
                  <a:pt x="1341265" y="488176"/>
                </a:moveTo>
                <a:lnTo>
                  <a:pt x="1281488" y="488176"/>
                </a:lnTo>
                <a:lnTo>
                  <a:pt x="1281488" y="468250"/>
                </a:lnTo>
                <a:lnTo>
                  <a:pt x="1341265" y="468250"/>
                </a:lnTo>
                <a:lnTo>
                  <a:pt x="1341265" y="488176"/>
                </a:lnTo>
                <a:moveTo>
                  <a:pt x="1261563" y="488176"/>
                </a:moveTo>
                <a:lnTo>
                  <a:pt x="1201787" y="488176"/>
                </a:lnTo>
                <a:lnTo>
                  <a:pt x="1201787" y="468250"/>
                </a:lnTo>
                <a:lnTo>
                  <a:pt x="1261563" y="468250"/>
                </a:lnTo>
                <a:lnTo>
                  <a:pt x="1261563" y="488176"/>
                </a:lnTo>
                <a:moveTo>
                  <a:pt x="1181862" y="488176"/>
                </a:moveTo>
                <a:lnTo>
                  <a:pt x="1122085" y="488176"/>
                </a:lnTo>
                <a:lnTo>
                  <a:pt x="1122085" y="468250"/>
                </a:lnTo>
                <a:lnTo>
                  <a:pt x="1181862" y="468250"/>
                </a:lnTo>
                <a:lnTo>
                  <a:pt x="1181862" y="488176"/>
                </a:lnTo>
                <a:moveTo>
                  <a:pt x="1102159" y="488176"/>
                </a:moveTo>
                <a:lnTo>
                  <a:pt x="1042382" y="488176"/>
                </a:lnTo>
                <a:lnTo>
                  <a:pt x="1042382" y="468250"/>
                </a:lnTo>
                <a:lnTo>
                  <a:pt x="1102159" y="468250"/>
                </a:lnTo>
                <a:lnTo>
                  <a:pt x="1102159" y="488176"/>
                </a:lnTo>
                <a:moveTo>
                  <a:pt x="1022457" y="488176"/>
                </a:moveTo>
                <a:lnTo>
                  <a:pt x="962679" y="488176"/>
                </a:lnTo>
                <a:lnTo>
                  <a:pt x="962679" y="468250"/>
                </a:lnTo>
                <a:lnTo>
                  <a:pt x="1022457" y="468250"/>
                </a:lnTo>
                <a:lnTo>
                  <a:pt x="1022457" y="488176"/>
                </a:lnTo>
                <a:moveTo>
                  <a:pt x="942754" y="488176"/>
                </a:moveTo>
                <a:lnTo>
                  <a:pt x="882979" y="488176"/>
                </a:lnTo>
                <a:lnTo>
                  <a:pt x="882979" y="468250"/>
                </a:lnTo>
                <a:lnTo>
                  <a:pt x="942754" y="468250"/>
                </a:lnTo>
                <a:lnTo>
                  <a:pt x="942754" y="488176"/>
                </a:lnTo>
                <a:moveTo>
                  <a:pt x="863054" y="488176"/>
                </a:moveTo>
                <a:lnTo>
                  <a:pt x="803276" y="488176"/>
                </a:lnTo>
                <a:lnTo>
                  <a:pt x="803276" y="468250"/>
                </a:lnTo>
                <a:lnTo>
                  <a:pt x="863054" y="468250"/>
                </a:lnTo>
                <a:lnTo>
                  <a:pt x="863054" y="488176"/>
                </a:lnTo>
                <a:moveTo>
                  <a:pt x="783351" y="488176"/>
                </a:moveTo>
                <a:lnTo>
                  <a:pt x="723573" y="488176"/>
                </a:lnTo>
                <a:lnTo>
                  <a:pt x="723573" y="468250"/>
                </a:lnTo>
                <a:lnTo>
                  <a:pt x="783351" y="468250"/>
                </a:lnTo>
                <a:lnTo>
                  <a:pt x="783351" y="488176"/>
                </a:lnTo>
                <a:moveTo>
                  <a:pt x="703648" y="488176"/>
                </a:moveTo>
                <a:lnTo>
                  <a:pt x="643871" y="488176"/>
                </a:lnTo>
                <a:lnTo>
                  <a:pt x="643871" y="468250"/>
                </a:lnTo>
                <a:lnTo>
                  <a:pt x="703648" y="468250"/>
                </a:lnTo>
                <a:lnTo>
                  <a:pt x="703648" y="488176"/>
                </a:lnTo>
                <a:moveTo>
                  <a:pt x="623946" y="488176"/>
                </a:moveTo>
                <a:lnTo>
                  <a:pt x="564170" y="488176"/>
                </a:lnTo>
                <a:lnTo>
                  <a:pt x="564170" y="468250"/>
                </a:lnTo>
                <a:lnTo>
                  <a:pt x="623946" y="468250"/>
                </a:lnTo>
                <a:lnTo>
                  <a:pt x="623946" y="488176"/>
                </a:lnTo>
                <a:moveTo>
                  <a:pt x="544245" y="488176"/>
                </a:moveTo>
                <a:lnTo>
                  <a:pt x="484468" y="488176"/>
                </a:lnTo>
                <a:lnTo>
                  <a:pt x="484468" y="468250"/>
                </a:lnTo>
                <a:lnTo>
                  <a:pt x="544245" y="468250"/>
                </a:lnTo>
                <a:lnTo>
                  <a:pt x="544245" y="488176"/>
                </a:lnTo>
                <a:moveTo>
                  <a:pt x="464543" y="488176"/>
                </a:moveTo>
                <a:lnTo>
                  <a:pt x="404765" y="488176"/>
                </a:lnTo>
                <a:lnTo>
                  <a:pt x="404765" y="468250"/>
                </a:lnTo>
                <a:lnTo>
                  <a:pt x="464543" y="468250"/>
                </a:lnTo>
                <a:lnTo>
                  <a:pt x="464543" y="488176"/>
                </a:lnTo>
                <a:moveTo>
                  <a:pt x="384840" y="488176"/>
                </a:moveTo>
                <a:lnTo>
                  <a:pt x="325062" y="488176"/>
                </a:lnTo>
                <a:lnTo>
                  <a:pt x="325062" y="468250"/>
                </a:lnTo>
                <a:lnTo>
                  <a:pt x="384840" y="468250"/>
                </a:lnTo>
                <a:lnTo>
                  <a:pt x="384840" y="488176"/>
                </a:lnTo>
                <a:moveTo>
                  <a:pt x="305137" y="488176"/>
                </a:moveTo>
                <a:lnTo>
                  <a:pt x="245362" y="488176"/>
                </a:lnTo>
                <a:lnTo>
                  <a:pt x="245362" y="468250"/>
                </a:lnTo>
                <a:lnTo>
                  <a:pt x="305137" y="468250"/>
                </a:lnTo>
                <a:lnTo>
                  <a:pt x="305137" y="488176"/>
                </a:lnTo>
                <a:moveTo>
                  <a:pt x="225437" y="488176"/>
                </a:moveTo>
                <a:lnTo>
                  <a:pt x="165659" y="488176"/>
                </a:lnTo>
                <a:lnTo>
                  <a:pt x="165659" y="468250"/>
                </a:lnTo>
                <a:lnTo>
                  <a:pt x="225437" y="468250"/>
                </a:lnTo>
                <a:lnTo>
                  <a:pt x="225437" y="488176"/>
                </a:lnTo>
                <a:moveTo>
                  <a:pt x="145734" y="488176"/>
                </a:moveTo>
                <a:lnTo>
                  <a:pt x="85957" y="488176"/>
                </a:lnTo>
                <a:lnTo>
                  <a:pt x="85957" y="468250"/>
                </a:lnTo>
                <a:lnTo>
                  <a:pt x="145734" y="468250"/>
                </a:lnTo>
                <a:lnTo>
                  <a:pt x="145734" y="488176"/>
                </a:lnTo>
                <a:moveTo>
                  <a:pt x="65535" y="488056"/>
                </a:moveTo>
                <a:lnTo>
                  <a:pt x="61190" y="487836"/>
                </a:lnTo>
                <a:lnTo>
                  <a:pt x="54415" y="486801"/>
                </a:lnTo>
                <a:lnTo>
                  <a:pt x="47879" y="485126"/>
                </a:lnTo>
                <a:lnTo>
                  <a:pt x="41623" y="482836"/>
                </a:lnTo>
                <a:lnTo>
                  <a:pt x="35645" y="479946"/>
                </a:lnTo>
                <a:lnTo>
                  <a:pt x="30027" y="476539"/>
                </a:lnTo>
                <a:lnTo>
                  <a:pt x="24785" y="472613"/>
                </a:lnTo>
                <a:lnTo>
                  <a:pt x="19944" y="468210"/>
                </a:lnTo>
                <a:lnTo>
                  <a:pt x="15540" y="463388"/>
                </a:lnTo>
                <a:lnTo>
                  <a:pt x="11635" y="458128"/>
                </a:lnTo>
                <a:lnTo>
                  <a:pt x="8767" y="453445"/>
                </a:lnTo>
                <a:lnTo>
                  <a:pt x="25803" y="443104"/>
                </a:lnTo>
                <a:lnTo>
                  <a:pt x="28412" y="447388"/>
                </a:lnTo>
                <a:lnTo>
                  <a:pt x="27874" y="446591"/>
                </a:lnTo>
                <a:lnTo>
                  <a:pt x="31221" y="451074"/>
                </a:lnTo>
                <a:lnTo>
                  <a:pt x="30624" y="450337"/>
                </a:lnTo>
                <a:lnTo>
                  <a:pt x="34369" y="454461"/>
                </a:lnTo>
                <a:lnTo>
                  <a:pt x="33692" y="453804"/>
                </a:lnTo>
                <a:lnTo>
                  <a:pt x="37837" y="457550"/>
                </a:lnTo>
                <a:lnTo>
                  <a:pt x="37101" y="456952"/>
                </a:lnTo>
                <a:lnTo>
                  <a:pt x="41584" y="460300"/>
                </a:lnTo>
                <a:lnTo>
                  <a:pt x="40787" y="459762"/>
                </a:lnTo>
                <a:lnTo>
                  <a:pt x="45587" y="462671"/>
                </a:lnTo>
                <a:lnTo>
                  <a:pt x="44732" y="462212"/>
                </a:lnTo>
                <a:lnTo>
                  <a:pt x="49813" y="464664"/>
                </a:lnTo>
                <a:lnTo>
                  <a:pt x="48915" y="464285"/>
                </a:lnTo>
                <a:lnTo>
                  <a:pt x="54276" y="466237"/>
                </a:lnTo>
                <a:lnTo>
                  <a:pt x="53319" y="465938"/>
                </a:lnTo>
                <a:lnTo>
                  <a:pt x="58898" y="467374"/>
                </a:lnTo>
                <a:lnTo>
                  <a:pt x="57923" y="467174"/>
                </a:lnTo>
                <a:lnTo>
                  <a:pt x="63701" y="468071"/>
                </a:lnTo>
                <a:lnTo>
                  <a:pt x="62705" y="467971"/>
                </a:lnTo>
                <a:lnTo>
                  <a:pt x="66549" y="468150"/>
                </a:lnTo>
                <a:lnTo>
                  <a:pt x="65535" y="488056"/>
                </a:lnTo>
                <a:moveTo>
                  <a:pt x="955" y="431049"/>
                </a:moveTo>
                <a:lnTo>
                  <a:pt x="317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3" y="425470"/>
                </a:lnTo>
                <a:lnTo>
                  <a:pt x="20103" y="424454"/>
                </a:lnTo>
                <a:lnTo>
                  <a:pt x="20643" y="428041"/>
                </a:lnTo>
                <a:lnTo>
                  <a:pt x="955" y="43104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text-101 Four">
            <a:extLst xmlns:a="http://schemas.openxmlformats.org/drawingml/2006/main">
              <a:ext uri="{FF2B5EF4-FFF2-40B4-BE49-F238E27FC236}">
                <a16:creationId xmlns:a16="http://schemas.microsoft.com/office/drawing/2014/main" id="{17E5433B-859B-4E11-8D72-B19B9D1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0362" y="2417832"/>
            <a:ext cx="459809" cy="278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Four</a:t>
            </a:r>
          </a:p>
        </p:txBody>
      </p:sp>
      <p:sp>
        <p:nvSpPr>
          <p:cNvPr id="163" name="text-101 items">
            <a:extLst xmlns:a="http://schemas.openxmlformats.org/drawingml/2006/main">
              <a:ext uri="{FF2B5EF4-FFF2-40B4-BE49-F238E27FC236}">
                <a16:creationId xmlns:a16="http://schemas.microsoft.com/office/drawing/2014/main" id="{380FB11C-DF45-4379-B5C3-7500EA0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4553" y="2417612"/>
            <a:ext cx="545791" cy="278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64" name="text-101 pair">
            <a:extLst xmlns:a="http://schemas.openxmlformats.org/drawingml/2006/main">
              <a:ext uri="{FF2B5EF4-FFF2-40B4-BE49-F238E27FC236}">
                <a16:creationId xmlns:a16="http://schemas.microsoft.com/office/drawing/2014/main" id="{D9D0DC5B-C9ED-4314-B473-661D4BC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4421" y="2417783"/>
            <a:ext cx="395060" cy="278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65" name="path-102">
            <a:extLst xmlns:a="http://schemas.openxmlformats.org/drawingml/2006/main">
              <a:ext uri="{FF2B5EF4-FFF2-40B4-BE49-F238E27FC236}">
                <a16:creationId xmlns:a16="http://schemas.microsoft.com/office/drawing/2014/main" id="{6A11788F-914C-4FE7-89A3-7A44B5D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903" y="2836792"/>
            <a:ext cx="1718575" cy="488175"/>
          </a:xfrm>
          <a:custGeom xmlns:a="http://schemas.openxmlformats.org/drawingml/2006/main">
            <a:pathLst>
              <a:path w="1718575" h="488175">
                <a:moveTo>
                  <a:pt x="0" y="420010"/>
                </a:moveTo>
                <a:lnTo>
                  <a:pt x="0" y="360233"/>
                </a:lnTo>
                <a:lnTo>
                  <a:pt x="19925" y="360233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1"/>
                </a:lnTo>
                <a:lnTo>
                  <a:pt x="19925" y="280531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29"/>
                </a:lnTo>
                <a:lnTo>
                  <a:pt x="19925" y="200829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7"/>
                </a:lnTo>
                <a:lnTo>
                  <a:pt x="19925" y="121127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17" y="61211"/>
                </a:lnTo>
                <a:lnTo>
                  <a:pt x="1353" y="54436"/>
                </a:lnTo>
                <a:lnTo>
                  <a:pt x="3046" y="47901"/>
                </a:lnTo>
                <a:lnTo>
                  <a:pt x="5340" y="41624"/>
                </a:lnTo>
                <a:lnTo>
                  <a:pt x="7053" y="38057"/>
                </a:lnTo>
                <a:lnTo>
                  <a:pt x="25006" y="46705"/>
                </a:lnTo>
                <a:lnTo>
                  <a:pt x="23511" y="49833"/>
                </a:lnTo>
                <a:lnTo>
                  <a:pt x="23889" y="48937"/>
                </a:lnTo>
                <a:lnTo>
                  <a:pt x="21916" y="54277"/>
                </a:lnTo>
                <a:lnTo>
                  <a:pt x="22215" y="53341"/>
                </a:lnTo>
                <a:lnTo>
                  <a:pt x="20782" y="58920"/>
                </a:lnTo>
                <a:lnTo>
                  <a:pt x="20980" y="57944"/>
                </a:lnTo>
                <a:lnTo>
                  <a:pt x="20103" y="63721"/>
                </a:lnTo>
                <a:lnTo>
                  <a:pt x="20203" y="62705"/>
                </a:lnTo>
                <a:lnTo>
                  <a:pt x="19905" y="68663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5" y="15562"/>
                </a:lnTo>
                <a:lnTo>
                  <a:pt x="30027" y="11636"/>
                </a:lnTo>
                <a:lnTo>
                  <a:pt x="35645" y="8229"/>
                </a:lnTo>
                <a:lnTo>
                  <a:pt x="41623" y="5340"/>
                </a:lnTo>
                <a:lnTo>
                  <a:pt x="47879" y="3048"/>
                </a:lnTo>
                <a:lnTo>
                  <a:pt x="54415" y="1375"/>
                </a:lnTo>
                <a:lnTo>
                  <a:pt x="61190" y="338"/>
                </a:lnTo>
                <a:lnTo>
                  <a:pt x="67904" y="0"/>
                </a:lnTo>
                <a:lnTo>
                  <a:pt x="83188" y="0"/>
                </a:lnTo>
                <a:lnTo>
                  <a:pt x="83188" y="19925"/>
                </a:lnTo>
                <a:lnTo>
                  <a:pt x="68143" y="19925"/>
                </a:lnTo>
                <a:lnTo>
                  <a:pt x="68663" y="19906"/>
                </a:lnTo>
                <a:lnTo>
                  <a:pt x="62705" y="20204"/>
                </a:lnTo>
                <a:lnTo>
                  <a:pt x="63701" y="20105"/>
                </a:lnTo>
                <a:lnTo>
                  <a:pt x="57923" y="21002"/>
                </a:lnTo>
                <a:lnTo>
                  <a:pt x="58898" y="20802"/>
                </a:lnTo>
                <a:lnTo>
                  <a:pt x="53319" y="22236"/>
                </a:lnTo>
                <a:lnTo>
                  <a:pt x="54276" y="21938"/>
                </a:lnTo>
                <a:lnTo>
                  <a:pt x="48915" y="23890"/>
                </a:lnTo>
                <a:lnTo>
                  <a:pt x="49813" y="23512"/>
                </a:lnTo>
                <a:lnTo>
                  <a:pt x="44732" y="25963"/>
                </a:lnTo>
                <a:lnTo>
                  <a:pt x="45587" y="25504"/>
                </a:lnTo>
                <a:lnTo>
                  <a:pt x="40787" y="28414"/>
                </a:lnTo>
                <a:lnTo>
                  <a:pt x="41584" y="27876"/>
                </a:lnTo>
                <a:lnTo>
                  <a:pt x="37101" y="31223"/>
                </a:lnTo>
                <a:lnTo>
                  <a:pt x="37837" y="30625"/>
                </a:lnTo>
                <a:lnTo>
                  <a:pt x="34410" y="33734"/>
                </a:lnTo>
                <a:lnTo>
                  <a:pt x="21001" y="18989"/>
                </a:lnTo>
                <a:moveTo>
                  <a:pt x="103114" y="0"/>
                </a:moveTo>
                <a:lnTo>
                  <a:pt x="162889" y="0"/>
                </a:lnTo>
                <a:lnTo>
                  <a:pt x="162889" y="19925"/>
                </a:lnTo>
                <a:lnTo>
                  <a:pt x="103114" y="19925"/>
                </a:lnTo>
                <a:lnTo>
                  <a:pt x="103114" y="0"/>
                </a:lnTo>
                <a:moveTo>
                  <a:pt x="182816" y="0"/>
                </a:moveTo>
                <a:lnTo>
                  <a:pt x="242592" y="0"/>
                </a:lnTo>
                <a:lnTo>
                  <a:pt x="242592" y="19925"/>
                </a:lnTo>
                <a:lnTo>
                  <a:pt x="182816" y="19925"/>
                </a:lnTo>
                <a:lnTo>
                  <a:pt x="182816" y="0"/>
                </a:lnTo>
                <a:moveTo>
                  <a:pt x="262517" y="0"/>
                </a:moveTo>
                <a:lnTo>
                  <a:pt x="322294" y="0"/>
                </a:lnTo>
                <a:lnTo>
                  <a:pt x="322294" y="19925"/>
                </a:lnTo>
                <a:lnTo>
                  <a:pt x="262517" y="19925"/>
                </a:lnTo>
                <a:lnTo>
                  <a:pt x="262517" y="0"/>
                </a:lnTo>
                <a:moveTo>
                  <a:pt x="342219" y="0"/>
                </a:moveTo>
                <a:lnTo>
                  <a:pt x="401997" y="0"/>
                </a:lnTo>
                <a:lnTo>
                  <a:pt x="401997" y="19925"/>
                </a:lnTo>
                <a:lnTo>
                  <a:pt x="342219" y="19925"/>
                </a:lnTo>
                <a:lnTo>
                  <a:pt x="342219" y="0"/>
                </a:lnTo>
                <a:moveTo>
                  <a:pt x="421922" y="0"/>
                </a:moveTo>
                <a:lnTo>
                  <a:pt x="481697" y="0"/>
                </a:lnTo>
                <a:lnTo>
                  <a:pt x="481697" y="19925"/>
                </a:lnTo>
                <a:lnTo>
                  <a:pt x="421922" y="19925"/>
                </a:lnTo>
                <a:lnTo>
                  <a:pt x="421922" y="0"/>
                </a:lnTo>
                <a:moveTo>
                  <a:pt x="501625" y="0"/>
                </a:moveTo>
                <a:lnTo>
                  <a:pt x="561400" y="0"/>
                </a:lnTo>
                <a:lnTo>
                  <a:pt x="561400" y="19925"/>
                </a:lnTo>
                <a:lnTo>
                  <a:pt x="501625" y="19925"/>
                </a:lnTo>
                <a:lnTo>
                  <a:pt x="501625" y="0"/>
                </a:lnTo>
                <a:moveTo>
                  <a:pt x="581325" y="0"/>
                </a:moveTo>
                <a:lnTo>
                  <a:pt x="641103" y="0"/>
                </a:lnTo>
                <a:lnTo>
                  <a:pt x="641103" y="19925"/>
                </a:lnTo>
                <a:lnTo>
                  <a:pt x="581325" y="19925"/>
                </a:lnTo>
                <a:lnTo>
                  <a:pt x="581325" y="0"/>
                </a:lnTo>
                <a:moveTo>
                  <a:pt x="661028" y="0"/>
                </a:moveTo>
                <a:lnTo>
                  <a:pt x="720805" y="0"/>
                </a:lnTo>
                <a:lnTo>
                  <a:pt x="720805" y="19925"/>
                </a:lnTo>
                <a:lnTo>
                  <a:pt x="661028" y="19925"/>
                </a:lnTo>
                <a:lnTo>
                  <a:pt x="661028" y="0"/>
                </a:lnTo>
                <a:moveTo>
                  <a:pt x="740730" y="0"/>
                </a:moveTo>
                <a:lnTo>
                  <a:pt x="800506" y="0"/>
                </a:lnTo>
                <a:lnTo>
                  <a:pt x="800506" y="19925"/>
                </a:lnTo>
                <a:lnTo>
                  <a:pt x="740730" y="19925"/>
                </a:lnTo>
                <a:lnTo>
                  <a:pt x="740730" y="0"/>
                </a:lnTo>
                <a:moveTo>
                  <a:pt x="820433" y="0"/>
                </a:moveTo>
                <a:lnTo>
                  <a:pt x="880209" y="0"/>
                </a:lnTo>
                <a:lnTo>
                  <a:pt x="880209" y="19925"/>
                </a:lnTo>
                <a:lnTo>
                  <a:pt x="820433" y="19925"/>
                </a:lnTo>
                <a:lnTo>
                  <a:pt x="820433" y="0"/>
                </a:lnTo>
                <a:moveTo>
                  <a:pt x="900134" y="0"/>
                </a:moveTo>
                <a:lnTo>
                  <a:pt x="959911" y="0"/>
                </a:lnTo>
                <a:lnTo>
                  <a:pt x="959911" y="19925"/>
                </a:lnTo>
                <a:lnTo>
                  <a:pt x="900134" y="19925"/>
                </a:lnTo>
                <a:lnTo>
                  <a:pt x="900134" y="0"/>
                </a:lnTo>
                <a:moveTo>
                  <a:pt x="979836" y="0"/>
                </a:moveTo>
                <a:lnTo>
                  <a:pt x="1039614" y="0"/>
                </a:lnTo>
                <a:lnTo>
                  <a:pt x="1039614" y="19925"/>
                </a:lnTo>
                <a:lnTo>
                  <a:pt x="979836" y="19925"/>
                </a:lnTo>
                <a:lnTo>
                  <a:pt x="979836" y="0"/>
                </a:lnTo>
                <a:moveTo>
                  <a:pt x="1059539" y="0"/>
                </a:moveTo>
                <a:lnTo>
                  <a:pt x="1119314" y="0"/>
                </a:lnTo>
                <a:lnTo>
                  <a:pt x="1119314" y="19925"/>
                </a:lnTo>
                <a:lnTo>
                  <a:pt x="1059539" y="19925"/>
                </a:lnTo>
                <a:lnTo>
                  <a:pt x="1059539" y="0"/>
                </a:lnTo>
                <a:moveTo>
                  <a:pt x="1139242" y="0"/>
                </a:moveTo>
                <a:lnTo>
                  <a:pt x="1199017" y="0"/>
                </a:lnTo>
                <a:lnTo>
                  <a:pt x="1199017" y="19925"/>
                </a:lnTo>
                <a:lnTo>
                  <a:pt x="1139242" y="19925"/>
                </a:lnTo>
                <a:lnTo>
                  <a:pt x="1139242" y="0"/>
                </a:lnTo>
                <a:moveTo>
                  <a:pt x="1218942" y="0"/>
                </a:moveTo>
                <a:lnTo>
                  <a:pt x="1278720" y="0"/>
                </a:lnTo>
                <a:lnTo>
                  <a:pt x="1278720" y="19925"/>
                </a:lnTo>
                <a:lnTo>
                  <a:pt x="1218942" y="19925"/>
                </a:lnTo>
                <a:lnTo>
                  <a:pt x="1218942" y="0"/>
                </a:lnTo>
                <a:moveTo>
                  <a:pt x="1298645" y="0"/>
                </a:moveTo>
                <a:lnTo>
                  <a:pt x="1358422" y="0"/>
                </a:lnTo>
                <a:lnTo>
                  <a:pt x="1358422" y="19925"/>
                </a:lnTo>
                <a:lnTo>
                  <a:pt x="1298645" y="19925"/>
                </a:lnTo>
                <a:lnTo>
                  <a:pt x="1298645" y="0"/>
                </a:lnTo>
                <a:moveTo>
                  <a:pt x="1378347" y="0"/>
                </a:moveTo>
                <a:lnTo>
                  <a:pt x="1438123" y="0"/>
                </a:lnTo>
                <a:lnTo>
                  <a:pt x="1438123" y="19925"/>
                </a:lnTo>
                <a:lnTo>
                  <a:pt x="1378347" y="19925"/>
                </a:lnTo>
                <a:lnTo>
                  <a:pt x="1378347" y="0"/>
                </a:lnTo>
                <a:moveTo>
                  <a:pt x="1458050" y="0"/>
                </a:moveTo>
                <a:lnTo>
                  <a:pt x="1517825" y="0"/>
                </a:lnTo>
                <a:lnTo>
                  <a:pt x="1517825" y="19925"/>
                </a:lnTo>
                <a:lnTo>
                  <a:pt x="1458050" y="19925"/>
                </a:lnTo>
                <a:lnTo>
                  <a:pt x="1458050" y="0"/>
                </a:lnTo>
                <a:moveTo>
                  <a:pt x="1537751" y="0"/>
                </a:moveTo>
                <a:lnTo>
                  <a:pt x="1597528" y="0"/>
                </a:lnTo>
                <a:lnTo>
                  <a:pt x="1597528" y="19925"/>
                </a:lnTo>
                <a:lnTo>
                  <a:pt x="1537751" y="19925"/>
                </a:lnTo>
                <a:lnTo>
                  <a:pt x="1537751" y="0"/>
                </a:lnTo>
                <a:moveTo>
                  <a:pt x="1617453" y="0"/>
                </a:moveTo>
                <a:lnTo>
                  <a:pt x="1650649" y="0"/>
                </a:lnTo>
                <a:lnTo>
                  <a:pt x="1657365" y="338"/>
                </a:lnTo>
                <a:lnTo>
                  <a:pt x="1664140" y="1375"/>
                </a:lnTo>
                <a:lnTo>
                  <a:pt x="1670674" y="3048"/>
                </a:lnTo>
                <a:lnTo>
                  <a:pt x="1676951" y="5340"/>
                </a:lnTo>
                <a:lnTo>
                  <a:pt x="1680598" y="7114"/>
                </a:lnTo>
                <a:lnTo>
                  <a:pt x="1671950" y="25066"/>
                </a:lnTo>
                <a:lnTo>
                  <a:pt x="1668742" y="23512"/>
                </a:lnTo>
                <a:lnTo>
                  <a:pt x="1669640" y="23890"/>
                </a:lnTo>
                <a:lnTo>
                  <a:pt x="1664277" y="21938"/>
                </a:lnTo>
                <a:lnTo>
                  <a:pt x="1665236" y="22236"/>
                </a:lnTo>
                <a:lnTo>
                  <a:pt x="1659655" y="20802"/>
                </a:lnTo>
                <a:lnTo>
                  <a:pt x="1660632" y="21002"/>
                </a:lnTo>
                <a:lnTo>
                  <a:pt x="1654854" y="20105"/>
                </a:lnTo>
                <a:lnTo>
                  <a:pt x="1655850" y="20204"/>
                </a:lnTo>
                <a:lnTo>
                  <a:pt x="1649892" y="19906"/>
                </a:lnTo>
                <a:lnTo>
                  <a:pt x="1650410" y="19925"/>
                </a:lnTo>
                <a:lnTo>
                  <a:pt x="1617453" y="19925"/>
                </a:lnTo>
                <a:lnTo>
                  <a:pt x="1617453" y="0"/>
                </a:lnTo>
                <a:moveTo>
                  <a:pt x="1699646" y="21081"/>
                </a:moveTo>
                <a:lnTo>
                  <a:pt x="1703013" y="24787"/>
                </a:lnTo>
                <a:lnTo>
                  <a:pt x="1706938" y="30047"/>
                </a:lnTo>
                <a:lnTo>
                  <a:pt x="1710347" y="35666"/>
                </a:lnTo>
                <a:lnTo>
                  <a:pt x="1713215" y="41624"/>
                </a:lnTo>
                <a:lnTo>
                  <a:pt x="1715507" y="47901"/>
                </a:lnTo>
                <a:lnTo>
                  <a:pt x="1717200" y="54436"/>
                </a:lnTo>
                <a:lnTo>
                  <a:pt x="1718236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3"/>
                </a:lnTo>
                <a:lnTo>
                  <a:pt x="1698352" y="62705"/>
                </a:lnTo>
                <a:lnTo>
                  <a:pt x="1698450" y="63721"/>
                </a:lnTo>
                <a:lnTo>
                  <a:pt x="1697573" y="57944"/>
                </a:lnTo>
                <a:lnTo>
                  <a:pt x="1697773" y="58920"/>
                </a:lnTo>
                <a:lnTo>
                  <a:pt x="1696338" y="53341"/>
                </a:lnTo>
                <a:lnTo>
                  <a:pt x="1696637" y="54277"/>
                </a:lnTo>
                <a:lnTo>
                  <a:pt x="1694666" y="48937"/>
                </a:lnTo>
                <a:lnTo>
                  <a:pt x="1695064" y="49833"/>
                </a:lnTo>
                <a:lnTo>
                  <a:pt x="1692611" y="44753"/>
                </a:lnTo>
                <a:lnTo>
                  <a:pt x="1693071" y="45590"/>
                </a:lnTo>
                <a:lnTo>
                  <a:pt x="1690141" y="40787"/>
                </a:lnTo>
                <a:lnTo>
                  <a:pt x="1690679" y="41584"/>
                </a:lnTo>
                <a:lnTo>
                  <a:pt x="1687332" y="37101"/>
                </a:lnTo>
                <a:lnTo>
                  <a:pt x="1687950" y="37839"/>
                </a:lnTo>
                <a:lnTo>
                  <a:pt x="1684901" y="34491"/>
                </a:lnTo>
                <a:lnTo>
                  <a:pt x="1699646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6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6"/>
                </a:lnTo>
                <a:lnTo>
                  <a:pt x="1718575" y="182916"/>
                </a:lnTo>
                <a:moveTo>
                  <a:pt x="1718575" y="262618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8"/>
                </a:lnTo>
                <a:lnTo>
                  <a:pt x="1718575" y="262618"/>
                </a:lnTo>
                <a:moveTo>
                  <a:pt x="1718575" y="342321"/>
                </a:moveTo>
                <a:lnTo>
                  <a:pt x="1718575" y="402097"/>
                </a:lnTo>
                <a:lnTo>
                  <a:pt x="1698650" y="402097"/>
                </a:lnTo>
                <a:lnTo>
                  <a:pt x="1698650" y="342321"/>
                </a:lnTo>
                <a:lnTo>
                  <a:pt x="1718575" y="342321"/>
                </a:lnTo>
                <a:moveTo>
                  <a:pt x="1718455" y="422540"/>
                </a:moveTo>
                <a:lnTo>
                  <a:pt x="1718236" y="426964"/>
                </a:lnTo>
                <a:lnTo>
                  <a:pt x="1717200" y="433739"/>
                </a:lnTo>
                <a:lnTo>
                  <a:pt x="1715507" y="440274"/>
                </a:lnTo>
                <a:lnTo>
                  <a:pt x="1713215" y="446550"/>
                </a:lnTo>
                <a:lnTo>
                  <a:pt x="1710347" y="452509"/>
                </a:lnTo>
                <a:lnTo>
                  <a:pt x="1706938" y="458128"/>
                </a:lnTo>
                <a:lnTo>
                  <a:pt x="1703013" y="463387"/>
                </a:lnTo>
                <a:lnTo>
                  <a:pt x="1698609" y="468210"/>
                </a:lnTo>
                <a:lnTo>
                  <a:pt x="1693768" y="472613"/>
                </a:lnTo>
                <a:lnTo>
                  <a:pt x="1688528" y="476538"/>
                </a:lnTo>
                <a:lnTo>
                  <a:pt x="1683906" y="479348"/>
                </a:lnTo>
                <a:lnTo>
                  <a:pt x="1673563" y="462312"/>
                </a:lnTo>
                <a:lnTo>
                  <a:pt x="1677768" y="459762"/>
                </a:lnTo>
                <a:lnTo>
                  <a:pt x="1676971" y="460299"/>
                </a:lnTo>
                <a:lnTo>
                  <a:pt x="1681454" y="456951"/>
                </a:lnTo>
                <a:lnTo>
                  <a:pt x="1680716" y="457549"/>
                </a:lnTo>
                <a:lnTo>
                  <a:pt x="1684861" y="453804"/>
                </a:lnTo>
                <a:lnTo>
                  <a:pt x="1684184" y="454461"/>
                </a:lnTo>
                <a:lnTo>
                  <a:pt x="1687950" y="450337"/>
                </a:lnTo>
                <a:lnTo>
                  <a:pt x="1687332" y="451074"/>
                </a:lnTo>
                <a:lnTo>
                  <a:pt x="1690679" y="446591"/>
                </a:lnTo>
                <a:lnTo>
                  <a:pt x="1690141" y="447388"/>
                </a:lnTo>
                <a:lnTo>
                  <a:pt x="1693071" y="442586"/>
                </a:lnTo>
                <a:lnTo>
                  <a:pt x="1692611" y="443422"/>
                </a:lnTo>
                <a:lnTo>
                  <a:pt x="1695064" y="438342"/>
                </a:lnTo>
                <a:lnTo>
                  <a:pt x="1694666" y="439238"/>
                </a:lnTo>
                <a:lnTo>
                  <a:pt x="1696637" y="433898"/>
                </a:lnTo>
                <a:lnTo>
                  <a:pt x="1696338" y="434835"/>
                </a:lnTo>
                <a:lnTo>
                  <a:pt x="1697773" y="429255"/>
                </a:lnTo>
                <a:lnTo>
                  <a:pt x="1697573" y="430232"/>
                </a:lnTo>
                <a:lnTo>
                  <a:pt x="1698450" y="424453"/>
                </a:lnTo>
                <a:lnTo>
                  <a:pt x="1698352" y="425469"/>
                </a:lnTo>
                <a:lnTo>
                  <a:pt x="1698550" y="421524"/>
                </a:lnTo>
                <a:lnTo>
                  <a:pt x="1718455" y="422540"/>
                </a:lnTo>
                <a:moveTo>
                  <a:pt x="1661527" y="487199"/>
                </a:moveTo>
                <a:lnTo>
                  <a:pt x="1657365" y="487836"/>
                </a:lnTo>
                <a:lnTo>
                  <a:pt x="1650649" y="488175"/>
                </a:lnTo>
                <a:lnTo>
                  <a:pt x="1600296" y="488175"/>
                </a:lnTo>
                <a:lnTo>
                  <a:pt x="1600296" y="468250"/>
                </a:lnTo>
                <a:lnTo>
                  <a:pt x="1650410" y="468250"/>
                </a:lnTo>
                <a:lnTo>
                  <a:pt x="1649892" y="468270"/>
                </a:lnTo>
                <a:lnTo>
                  <a:pt x="1655850" y="467971"/>
                </a:lnTo>
                <a:lnTo>
                  <a:pt x="1654854" y="468070"/>
                </a:lnTo>
                <a:lnTo>
                  <a:pt x="1658520" y="467512"/>
                </a:lnTo>
                <a:lnTo>
                  <a:pt x="1661527" y="487199"/>
                </a:lnTo>
                <a:moveTo>
                  <a:pt x="1580371" y="488175"/>
                </a:moveTo>
                <a:lnTo>
                  <a:pt x="1520596" y="488175"/>
                </a:lnTo>
                <a:lnTo>
                  <a:pt x="1520596" y="468250"/>
                </a:lnTo>
                <a:lnTo>
                  <a:pt x="1580371" y="468250"/>
                </a:lnTo>
                <a:lnTo>
                  <a:pt x="1580371" y="488175"/>
                </a:lnTo>
                <a:moveTo>
                  <a:pt x="1500668" y="488175"/>
                </a:moveTo>
                <a:lnTo>
                  <a:pt x="1440893" y="488175"/>
                </a:lnTo>
                <a:lnTo>
                  <a:pt x="1440893" y="468250"/>
                </a:lnTo>
                <a:lnTo>
                  <a:pt x="1500668" y="468250"/>
                </a:lnTo>
                <a:lnTo>
                  <a:pt x="1500668" y="488175"/>
                </a:lnTo>
                <a:moveTo>
                  <a:pt x="1420968" y="488175"/>
                </a:moveTo>
                <a:lnTo>
                  <a:pt x="1361190" y="488175"/>
                </a:lnTo>
                <a:lnTo>
                  <a:pt x="1361190" y="468250"/>
                </a:lnTo>
                <a:lnTo>
                  <a:pt x="1420968" y="468250"/>
                </a:lnTo>
                <a:lnTo>
                  <a:pt x="1420968" y="488175"/>
                </a:lnTo>
                <a:moveTo>
                  <a:pt x="1341265" y="488175"/>
                </a:moveTo>
                <a:lnTo>
                  <a:pt x="1281488" y="488175"/>
                </a:lnTo>
                <a:lnTo>
                  <a:pt x="1281488" y="468250"/>
                </a:lnTo>
                <a:lnTo>
                  <a:pt x="1341265" y="468250"/>
                </a:lnTo>
                <a:lnTo>
                  <a:pt x="1341265" y="488175"/>
                </a:lnTo>
                <a:moveTo>
                  <a:pt x="1261563" y="488175"/>
                </a:moveTo>
                <a:lnTo>
                  <a:pt x="1201787" y="488175"/>
                </a:lnTo>
                <a:lnTo>
                  <a:pt x="1201787" y="468250"/>
                </a:lnTo>
                <a:lnTo>
                  <a:pt x="1261563" y="468250"/>
                </a:lnTo>
                <a:lnTo>
                  <a:pt x="1261563" y="488175"/>
                </a:lnTo>
                <a:moveTo>
                  <a:pt x="1181862" y="488175"/>
                </a:moveTo>
                <a:lnTo>
                  <a:pt x="1122085" y="488175"/>
                </a:lnTo>
                <a:lnTo>
                  <a:pt x="1122085" y="468250"/>
                </a:lnTo>
                <a:lnTo>
                  <a:pt x="1181862" y="468250"/>
                </a:lnTo>
                <a:lnTo>
                  <a:pt x="1181862" y="488175"/>
                </a:lnTo>
                <a:moveTo>
                  <a:pt x="1102159" y="488175"/>
                </a:moveTo>
                <a:lnTo>
                  <a:pt x="1042382" y="488175"/>
                </a:lnTo>
                <a:lnTo>
                  <a:pt x="1042382" y="468250"/>
                </a:lnTo>
                <a:lnTo>
                  <a:pt x="1102159" y="468250"/>
                </a:lnTo>
                <a:lnTo>
                  <a:pt x="1102159" y="488175"/>
                </a:lnTo>
                <a:moveTo>
                  <a:pt x="1022457" y="488175"/>
                </a:moveTo>
                <a:lnTo>
                  <a:pt x="962679" y="488175"/>
                </a:lnTo>
                <a:lnTo>
                  <a:pt x="962679" y="468250"/>
                </a:lnTo>
                <a:lnTo>
                  <a:pt x="1022457" y="468250"/>
                </a:lnTo>
                <a:lnTo>
                  <a:pt x="1022457" y="488175"/>
                </a:lnTo>
                <a:moveTo>
                  <a:pt x="942754" y="488175"/>
                </a:moveTo>
                <a:lnTo>
                  <a:pt x="882979" y="488175"/>
                </a:lnTo>
                <a:lnTo>
                  <a:pt x="882979" y="468250"/>
                </a:lnTo>
                <a:lnTo>
                  <a:pt x="942754" y="468250"/>
                </a:lnTo>
                <a:lnTo>
                  <a:pt x="942754" y="488175"/>
                </a:lnTo>
                <a:moveTo>
                  <a:pt x="863054" y="488175"/>
                </a:moveTo>
                <a:lnTo>
                  <a:pt x="803276" y="488175"/>
                </a:lnTo>
                <a:lnTo>
                  <a:pt x="803276" y="468250"/>
                </a:lnTo>
                <a:lnTo>
                  <a:pt x="863054" y="468250"/>
                </a:lnTo>
                <a:lnTo>
                  <a:pt x="863054" y="488175"/>
                </a:lnTo>
                <a:moveTo>
                  <a:pt x="783351" y="488175"/>
                </a:moveTo>
                <a:lnTo>
                  <a:pt x="723573" y="488175"/>
                </a:lnTo>
                <a:lnTo>
                  <a:pt x="723573" y="468250"/>
                </a:lnTo>
                <a:lnTo>
                  <a:pt x="783351" y="468250"/>
                </a:lnTo>
                <a:lnTo>
                  <a:pt x="783351" y="488175"/>
                </a:lnTo>
                <a:moveTo>
                  <a:pt x="703648" y="488175"/>
                </a:moveTo>
                <a:lnTo>
                  <a:pt x="643871" y="488175"/>
                </a:lnTo>
                <a:lnTo>
                  <a:pt x="643871" y="468250"/>
                </a:lnTo>
                <a:lnTo>
                  <a:pt x="703648" y="468250"/>
                </a:lnTo>
                <a:lnTo>
                  <a:pt x="703648" y="488175"/>
                </a:lnTo>
                <a:moveTo>
                  <a:pt x="623946" y="488175"/>
                </a:moveTo>
                <a:lnTo>
                  <a:pt x="564170" y="488175"/>
                </a:lnTo>
                <a:lnTo>
                  <a:pt x="564170" y="468250"/>
                </a:lnTo>
                <a:lnTo>
                  <a:pt x="623946" y="468250"/>
                </a:lnTo>
                <a:lnTo>
                  <a:pt x="623946" y="488175"/>
                </a:lnTo>
                <a:moveTo>
                  <a:pt x="544245" y="488175"/>
                </a:moveTo>
                <a:lnTo>
                  <a:pt x="484468" y="488175"/>
                </a:lnTo>
                <a:lnTo>
                  <a:pt x="484468" y="468250"/>
                </a:lnTo>
                <a:lnTo>
                  <a:pt x="544245" y="468250"/>
                </a:lnTo>
                <a:lnTo>
                  <a:pt x="544245" y="488175"/>
                </a:lnTo>
                <a:moveTo>
                  <a:pt x="464543" y="488175"/>
                </a:moveTo>
                <a:lnTo>
                  <a:pt x="404765" y="488175"/>
                </a:lnTo>
                <a:lnTo>
                  <a:pt x="404765" y="468250"/>
                </a:lnTo>
                <a:lnTo>
                  <a:pt x="464543" y="468250"/>
                </a:lnTo>
                <a:lnTo>
                  <a:pt x="464543" y="488175"/>
                </a:lnTo>
                <a:moveTo>
                  <a:pt x="384840" y="488175"/>
                </a:moveTo>
                <a:lnTo>
                  <a:pt x="325062" y="488175"/>
                </a:lnTo>
                <a:lnTo>
                  <a:pt x="325062" y="468250"/>
                </a:lnTo>
                <a:lnTo>
                  <a:pt x="384840" y="468250"/>
                </a:lnTo>
                <a:lnTo>
                  <a:pt x="384840" y="488175"/>
                </a:lnTo>
                <a:moveTo>
                  <a:pt x="305137" y="488175"/>
                </a:moveTo>
                <a:lnTo>
                  <a:pt x="245362" y="488175"/>
                </a:lnTo>
                <a:lnTo>
                  <a:pt x="245362" y="468250"/>
                </a:lnTo>
                <a:lnTo>
                  <a:pt x="305137" y="468250"/>
                </a:lnTo>
                <a:lnTo>
                  <a:pt x="305137" y="488175"/>
                </a:lnTo>
                <a:moveTo>
                  <a:pt x="225437" y="488175"/>
                </a:moveTo>
                <a:lnTo>
                  <a:pt x="165659" y="488175"/>
                </a:lnTo>
                <a:lnTo>
                  <a:pt x="165659" y="468250"/>
                </a:lnTo>
                <a:lnTo>
                  <a:pt x="225437" y="468250"/>
                </a:lnTo>
                <a:lnTo>
                  <a:pt x="225437" y="488175"/>
                </a:lnTo>
                <a:moveTo>
                  <a:pt x="145734" y="488175"/>
                </a:moveTo>
                <a:lnTo>
                  <a:pt x="85957" y="488175"/>
                </a:lnTo>
                <a:lnTo>
                  <a:pt x="85957" y="468250"/>
                </a:lnTo>
                <a:lnTo>
                  <a:pt x="145734" y="468250"/>
                </a:lnTo>
                <a:lnTo>
                  <a:pt x="145734" y="488175"/>
                </a:lnTo>
                <a:moveTo>
                  <a:pt x="65535" y="488056"/>
                </a:moveTo>
                <a:lnTo>
                  <a:pt x="61190" y="487836"/>
                </a:lnTo>
                <a:lnTo>
                  <a:pt x="54415" y="486800"/>
                </a:lnTo>
                <a:lnTo>
                  <a:pt x="47879" y="485126"/>
                </a:lnTo>
                <a:lnTo>
                  <a:pt x="41623" y="482835"/>
                </a:lnTo>
                <a:lnTo>
                  <a:pt x="35645" y="479946"/>
                </a:lnTo>
                <a:lnTo>
                  <a:pt x="30027" y="476538"/>
                </a:lnTo>
                <a:lnTo>
                  <a:pt x="24785" y="472613"/>
                </a:lnTo>
                <a:lnTo>
                  <a:pt x="19944" y="468210"/>
                </a:lnTo>
                <a:lnTo>
                  <a:pt x="15540" y="463387"/>
                </a:lnTo>
                <a:lnTo>
                  <a:pt x="11635" y="458128"/>
                </a:lnTo>
                <a:lnTo>
                  <a:pt x="8767" y="453445"/>
                </a:lnTo>
                <a:lnTo>
                  <a:pt x="25803" y="443103"/>
                </a:lnTo>
                <a:lnTo>
                  <a:pt x="28412" y="447388"/>
                </a:lnTo>
                <a:lnTo>
                  <a:pt x="27874" y="446591"/>
                </a:lnTo>
                <a:lnTo>
                  <a:pt x="31221" y="451074"/>
                </a:lnTo>
                <a:lnTo>
                  <a:pt x="30624" y="450337"/>
                </a:lnTo>
                <a:lnTo>
                  <a:pt x="34369" y="454461"/>
                </a:lnTo>
                <a:lnTo>
                  <a:pt x="33692" y="453804"/>
                </a:lnTo>
                <a:lnTo>
                  <a:pt x="37837" y="457549"/>
                </a:lnTo>
                <a:lnTo>
                  <a:pt x="37101" y="456951"/>
                </a:lnTo>
                <a:lnTo>
                  <a:pt x="41584" y="460299"/>
                </a:lnTo>
                <a:lnTo>
                  <a:pt x="40787" y="459762"/>
                </a:lnTo>
                <a:lnTo>
                  <a:pt x="45587" y="462671"/>
                </a:lnTo>
                <a:lnTo>
                  <a:pt x="44732" y="462212"/>
                </a:lnTo>
                <a:lnTo>
                  <a:pt x="49813" y="464663"/>
                </a:lnTo>
                <a:lnTo>
                  <a:pt x="48915" y="464285"/>
                </a:lnTo>
                <a:lnTo>
                  <a:pt x="54276" y="466237"/>
                </a:lnTo>
                <a:lnTo>
                  <a:pt x="53319" y="465938"/>
                </a:lnTo>
                <a:lnTo>
                  <a:pt x="58898" y="467373"/>
                </a:lnTo>
                <a:lnTo>
                  <a:pt x="57923" y="467174"/>
                </a:lnTo>
                <a:lnTo>
                  <a:pt x="63701" y="468070"/>
                </a:lnTo>
                <a:lnTo>
                  <a:pt x="62705" y="467971"/>
                </a:lnTo>
                <a:lnTo>
                  <a:pt x="66549" y="468150"/>
                </a:lnTo>
                <a:lnTo>
                  <a:pt x="65535" y="488056"/>
                </a:lnTo>
                <a:moveTo>
                  <a:pt x="955" y="431048"/>
                </a:moveTo>
                <a:lnTo>
                  <a:pt x="317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3" y="425469"/>
                </a:lnTo>
                <a:lnTo>
                  <a:pt x="20103" y="424453"/>
                </a:lnTo>
                <a:lnTo>
                  <a:pt x="20643" y="428040"/>
                </a:lnTo>
                <a:lnTo>
                  <a:pt x="955" y="431048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text-103 Five">
            <a:extLst xmlns:a="http://schemas.openxmlformats.org/drawingml/2006/main">
              <a:ext uri="{FF2B5EF4-FFF2-40B4-BE49-F238E27FC236}">
                <a16:creationId xmlns:a16="http://schemas.microsoft.com/office/drawing/2014/main" id="{CB14451B-5D3E-4887-92E2-0594A70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1284" y="2965948"/>
            <a:ext cx="417346" cy="278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Five</a:t>
            </a:r>
          </a:p>
        </p:txBody>
      </p:sp>
      <p:sp>
        <p:nvSpPr>
          <p:cNvPr id="167" name="text-103 items">
            <a:extLst xmlns:a="http://schemas.openxmlformats.org/drawingml/2006/main">
              <a:ext uri="{FF2B5EF4-FFF2-40B4-BE49-F238E27FC236}">
                <a16:creationId xmlns:a16="http://schemas.microsoft.com/office/drawing/2014/main" id="{6739438B-D951-431D-99F6-86515558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3630" y="2965563"/>
            <a:ext cx="545791" cy="278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68" name="text-103 pair">
            <a:extLst xmlns:a="http://schemas.openxmlformats.org/drawingml/2006/main">
              <a:ext uri="{FF2B5EF4-FFF2-40B4-BE49-F238E27FC236}">
                <a16:creationId xmlns:a16="http://schemas.microsoft.com/office/drawing/2014/main" id="{B5224C66-B0CF-4DF5-B7AC-C014F51D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3498" y="2965735"/>
            <a:ext cx="395060" cy="278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69" name="text-104 Items">
            <a:extLst xmlns:a="http://schemas.openxmlformats.org/drawingml/2006/main">
              <a:ext uri="{FF2B5EF4-FFF2-40B4-BE49-F238E27FC236}">
                <a16:creationId xmlns:a16="http://schemas.microsoft.com/office/drawing/2014/main" id="{2FFBD79A-9EFD-4848-8908-9570F9C7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416" y="3562391"/>
            <a:ext cx="598584" cy="27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70" name="text-104 pair">
            <a:extLst xmlns:a="http://schemas.openxmlformats.org/drawingml/2006/main">
              <a:ext uri="{FF2B5EF4-FFF2-40B4-BE49-F238E27FC236}">
                <a16:creationId xmlns:a16="http://schemas.microsoft.com/office/drawing/2014/main" id="{0A736892-BAF5-4D6A-BAD6-AAF5F233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8090" y="3562506"/>
            <a:ext cx="395057" cy="278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71" name="text-104 =">
            <a:extLst xmlns:a="http://schemas.openxmlformats.org/drawingml/2006/main">
              <a:ext uri="{FF2B5EF4-FFF2-40B4-BE49-F238E27FC236}">
                <a16:creationId xmlns:a16="http://schemas.microsoft.com/office/drawing/2014/main" id="{99F65A71-4143-4438-A707-3FC8340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7520" y="3563064"/>
            <a:ext cx="136851" cy="277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39BDAC3-34BD-499B-86D4-64B732115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877b2aab41b9"/>
          <a:stretch xmlns:a="http://schemas.openxmlformats.org/drawingml/2006/main"/>
        </p:blipFill>
        <p:spPr>
          <a:xfrm xmlns:a="http://schemas.openxmlformats.org/drawingml/2006/main">
            <a:off x="10654943" y="1320479"/>
            <a:ext cx="672427" cy="672427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E2AA089-F213-459D-B181-520AA1423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97e4d7e83493d"/>
          <a:stretch xmlns:a="http://schemas.openxmlformats.org/drawingml/2006/main"/>
        </p:blipFill>
        <p:spPr>
          <a:xfrm xmlns:a="http://schemas.openxmlformats.org/drawingml/2006/main">
            <a:off x="10654486" y="2683923"/>
            <a:ext cx="671371" cy="671371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15F6F60-BC65-4873-9761-E67D150A4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21790931141c5"/>
          <a:stretch xmlns:a="http://schemas.openxmlformats.org/drawingml/2006/main"/>
        </p:blipFill>
        <p:spPr>
          <a:xfrm xmlns:a="http://schemas.openxmlformats.org/drawingml/2006/main">
            <a:off x="10674153" y="1749177"/>
            <a:ext cx="616057" cy="616057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DE3EC05-31D2-47FC-9927-3FE197905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2ac01ac984f81"/>
          <a:stretch xmlns:a="http://schemas.openxmlformats.org/drawingml/2006/main"/>
        </p:blipFill>
        <p:spPr>
          <a:xfrm xmlns:a="http://schemas.openxmlformats.org/drawingml/2006/main">
            <a:off x="10676126" y="2213421"/>
            <a:ext cx="596191" cy="596191"/>
          </a:xfrm>
          <a:prstGeom xmlns:a="http://schemas.openxmlformats.org/drawingml/2006/main" prst="rect">
            <a:avLst/>
          </a:prstGeom>
        </p:spPr>
      </p:pic>
      <p:sp>
        <p:nvSpPr>
          <p:cNvPr id="176" name="path-109">
            <a:extLst xmlns:a="http://schemas.openxmlformats.org/drawingml/2006/main">
              <a:ext uri="{FF2B5EF4-FFF2-40B4-BE49-F238E27FC236}">
                <a16:creationId xmlns:a16="http://schemas.microsoft.com/office/drawing/2014/main" id="{DB0E2DA9-5B69-49B3-874D-EE895103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30" y="5269500"/>
            <a:ext cx="1374861" cy="363441"/>
          </a:xfrm>
          <a:custGeom xmlns:a="http://schemas.openxmlformats.org/drawingml/2006/main">
            <a:pathLst>
              <a:path w="1374861" h="363441">
                <a:moveTo>
                  <a:pt x="0" y="0"/>
                </a:moveTo>
                <a:lnTo>
                  <a:pt x="0" y="363441"/>
                </a:lnTo>
                <a:lnTo>
                  <a:pt x="1374861" y="363441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10">
            <a:extLst xmlns:a="http://schemas.openxmlformats.org/drawingml/2006/main">
              <a:ext uri="{FF2B5EF4-FFF2-40B4-BE49-F238E27FC236}">
                <a16:creationId xmlns:a16="http://schemas.microsoft.com/office/drawing/2014/main" id="{F7BF4451-57F2-440B-B73F-F2FBC3CB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70" y="5258740"/>
            <a:ext cx="1394787" cy="384562"/>
          </a:xfrm>
          <a:custGeom xmlns:a="http://schemas.openxmlformats.org/drawingml/2006/main">
            <a:pathLst>
              <a:path w="1394787" h="384562">
                <a:moveTo>
                  <a:pt x="1394787" y="0"/>
                </a:moveTo>
                <a:lnTo>
                  <a:pt x="1394787" y="384562"/>
                </a:lnTo>
                <a:lnTo>
                  <a:pt x="0" y="384562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74599"/>
                </a:lnTo>
                <a:lnTo>
                  <a:pt x="9963" y="364637"/>
                </a:lnTo>
                <a:lnTo>
                  <a:pt x="1384824" y="364637"/>
                </a:lnTo>
                <a:lnTo>
                  <a:pt x="1374861" y="374599"/>
                </a:lnTo>
                <a:lnTo>
                  <a:pt x="1374861" y="9963"/>
                </a:lnTo>
                <a:lnTo>
                  <a:pt x="138482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7279163-079D-4398-8A07-0E4C2FCFE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ac519798e4257"/>
          <a:stretch xmlns:a="http://schemas.openxmlformats.org/drawingml/2006/main"/>
        </p:blipFill>
        <p:spPr>
          <a:xfrm xmlns:a="http://schemas.openxmlformats.org/drawingml/2006/main">
            <a:off x="709086" y="4911039"/>
            <a:ext cx="320026" cy="293902"/>
          </a:xfrm>
          <a:prstGeom xmlns:a="http://schemas.openxmlformats.org/drawingml/2006/main" prst="rect">
            <a:avLst/>
          </a:prstGeom>
        </p:spPr>
      </p:pic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69D1A9A-3419-4386-89E4-6B04F60F2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5dd0b497b4c42"/>
          <a:stretch xmlns:a="http://schemas.openxmlformats.org/drawingml/2006/main"/>
        </p:blipFill>
        <p:spPr>
          <a:xfrm xmlns:a="http://schemas.openxmlformats.org/drawingml/2006/main">
            <a:off x="1548061" y="4875172"/>
            <a:ext cx="334749" cy="334749"/>
          </a:xfrm>
          <a:prstGeom xmlns:a="http://schemas.openxmlformats.org/drawingml/2006/main" prst="rect">
            <a:avLst/>
          </a:prstGeom>
        </p:spPr>
      </p:pic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9FEDC08-1362-44E1-93F2-2D250010B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1c2375f2b4e6c"/>
          <a:stretch xmlns:a="http://schemas.openxmlformats.org/drawingml/2006/main"/>
        </p:blipFill>
        <p:spPr>
          <a:xfrm xmlns:a="http://schemas.openxmlformats.org/drawingml/2006/main">
            <a:off x="1135603" y="4912035"/>
            <a:ext cx="324786" cy="324786"/>
          </a:xfrm>
          <a:prstGeom xmlns:a="http://schemas.openxmlformats.org/drawingml/2006/main" prst="rect">
            <a:avLst/>
          </a:prstGeom>
        </p:spPr>
      </p:pic>
      <p:sp>
        <p:nvSpPr>
          <p:cNvPr id="181" name="text-114 Single">
            <a:extLst xmlns:a="http://schemas.openxmlformats.org/drawingml/2006/main">
              <a:ext uri="{FF2B5EF4-FFF2-40B4-BE49-F238E27FC236}">
                <a16:creationId xmlns:a16="http://schemas.microsoft.com/office/drawing/2014/main" id="{525980E7-E2D7-49BD-BB42-45EC9C5F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96" y="5307510"/>
            <a:ext cx="603774" cy="27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182" name="text-114 Item">
            <a:extLst xmlns:a="http://schemas.openxmlformats.org/drawingml/2006/main">
              <a:ext uri="{FF2B5EF4-FFF2-40B4-BE49-F238E27FC236}">
                <a16:creationId xmlns:a16="http://schemas.microsoft.com/office/drawing/2014/main" id="{FBD257DD-CD7A-455D-9DE7-380F38B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1646" y="5307909"/>
            <a:ext cx="501656" cy="27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7B94A9B-C93B-4F92-B625-7B8627A6A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117ab08b84fdc"/>
          <a:stretch xmlns:a="http://schemas.openxmlformats.org/drawingml/2006/main"/>
        </p:blipFill>
        <p:spPr>
          <a:xfrm xmlns:a="http://schemas.openxmlformats.org/drawingml/2006/main">
            <a:off x="623517" y="5764848"/>
            <a:ext cx="369618" cy="369618"/>
          </a:xfrm>
          <a:prstGeom xmlns:a="http://schemas.openxmlformats.org/drawingml/2006/main" prst="rect">
            <a:avLst/>
          </a:prstGeom>
        </p:spPr>
      </p:pic>
      <p:sp>
        <p:nvSpPr>
          <p:cNvPr id="184" name="path-116">
            <a:extLst xmlns:a="http://schemas.openxmlformats.org/drawingml/2006/main">
              <a:ext uri="{FF2B5EF4-FFF2-40B4-BE49-F238E27FC236}">
                <a16:creationId xmlns:a16="http://schemas.microsoft.com/office/drawing/2014/main" id="{93C20A7F-FDF6-4022-86B1-CE909774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50" y="6168540"/>
            <a:ext cx="1374861" cy="363441"/>
          </a:xfrm>
          <a:custGeom xmlns:a="http://schemas.openxmlformats.org/drawingml/2006/main">
            <a:pathLst>
              <a:path w="1374861" h="363441">
                <a:moveTo>
                  <a:pt x="0" y="0"/>
                </a:moveTo>
                <a:lnTo>
                  <a:pt x="0" y="363441"/>
                </a:lnTo>
                <a:lnTo>
                  <a:pt x="1374861" y="363441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17">
            <a:extLst xmlns:a="http://schemas.openxmlformats.org/drawingml/2006/main">
              <a:ext uri="{FF2B5EF4-FFF2-40B4-BE49-F238E27FC236}">
                <a16:creationId xmlns:a16="http://schemas.microsoft.com/office/drawing/2014/main" id="{107A3528-DE32-4A5E-BBCB-1114BC9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87" y="6158377"/>
            <a:ext cx="1394787" cy="384563"/>
          </a:xfrm>
          <a:custGeom xmlns:a="http://schemas.openxmlformats.org/drawingml/2006/main">
            <a:pathLst>
              <a:path w="1394787" h="384563">
                <a:moveTo>
                  <a:pt x="1394787" y="0"/>
                </a:moveTo>
                <a:lnTo>
                  <a:pt x="1394787" y="384563"/>
                </a:lnTo>
                <a:lnTo>
                  <a:pt x="0" y="384563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5"/>
                </a:moveTo>
                <a:lnTo>
                  <a:pt x="19925" y="9962"/>
                </a:lnTo>
                <a:lnTo>
                  <a:pt x="19925" y="374601"/>
                </a:lnTo>
                <a:lnTo>
                  <a:pt x="9963" y="364637"/>
                </a:lnTo>
                <a:lnTo>
                  <a:pt x="1384824" y="364637"/>
                </a:lnTo>
                <a:lnTo>
                  <a:pt x="1374861" y="374601"/>
                </a:lnTo>
                <a:lnTo>
                  <a:pt x="1374861" y="9962"/>
                </a:lnTo>
                <a:lnTo>
                  <a:pt x="138482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BA9D39E-4A07-47EF-815D-06E73D109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fc43ed8a64b72"/>
          <a:stretch xmlns:a="http://schemas.openxmlformats.org/drawingml/2006/main"/>
        </p:blipFill>
        <p:spPr>
          <a:xfrm xmlns:a="http://schemas.openxmlformats.org/drawingml/2006/main">
            <a:off x="1540091" y="5764848"/>
            <a:ext cx="361648" cy="361648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519A049-9CFC-4586-AC79-116759F365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97f63aed84efe"/>
          <a:stretch xmlns:a="http://schemas.openxmlformats.org/drawingml/2006/main"/>
        </p:blipFill>
        <p:spPr>
          <a:xfrm xmlns:a="http://schemas.openxmlformats.org/drawingml/2006/main">
            <a:off x="1127633" y="5801710"/>
            <a:ext cx="350690" cy="350690"/>
          </a:xfrm>
          <a:prstGeom xmlns:a="http://schemas.openxmlformats.org/drawingml/2006/main" prst="rect">
            <a:avLst/>
          </a:prstGeom>
        </p:spPr>
      </p:pic>
      <p:sp>
        <p:nvSpPr>
          <p:cNvPr id="188" name="text-120 Items">
            <a:extLst xmlns:a="http://schemas.openxmlformats.org/drawingml/2006/main">
              <a:ext uri="{FF2B5EF4-FFF2-40B4-BE49-F238E27FC236}">
                <a16:creationId xmlns:a16="http://schemas.microsoft.com/office/drawing/2014/main" id="{EA744C1B-7F1A-4C45-9B75-53D5383C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668" y="6235401"/>
            <a:ext cx="598583" cy="278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89" name="text-120 Pair">
            <a:extLst xmlns:a="http://schemas.openxmlformats.org/drawingml/2006/main">
              <a:ext uri="{FF2B5EF4-FFF2-40B4-BE49-F238E27FC236}">
                <a16:creationId xmlns:a16="http://schemas.microsoft.com/office/drawing/2014/main" id="{22AA80C5-0ED4-4780-B862-4CF059AE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341" y="6235636"/>
            <a:ext cx="392050" cy="278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90" name="text-121 (a)">
            <a:extLst xmlns:a="http://schemas.openxmlformats.org/drawingml/2006/main">
              <a:ext uri="{FF2B5EF4-FFF2-40B4-BE49-F238E27FC236}">
                <a16:creationId xmlns:a16="http://schemas.microsoft.com/office/drawing/2014/main" id="{2C6CB557-D750-41A0-9722-440C4931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23" y="76331"/>
            <a:ext cx="467633" cy="44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191" name="text-121 Data">
            <a:extLst xmlns:a="http://schemas.openxmlformats.org/drawingml/2006/main">
              <a:ext uri="{FF2B5EF4-FFF2-40B4-BE49-F238E27FC236}">
                <a16:creationId xmlns:a16="http://schemas.microsoft.com/office/drawing/2014/main" id="{227AD415-05B6-4DE7-87E4-18C02EA3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872" y="76097"/>
            <a:ext cx="791899" cy="44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192" name="text-121 preparation">
            <a:extLst xmlns:a="http://schemas.openxmlformats.org/drawingml/2006/main">
              <a:ext uri="{FF2B5EF4-FFF2-40B4-BE49-F238E27FC236}">
                <a16:creationId xmlns:a16="http://schemas.microsoft.com/office/drawing/2014/main" id="{415EE0C9-F714-408A-B6D1-4A1DD9FA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7606" y="75962"/>
            <a:ext cx="1811831" cy="44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1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preparation</a:t>
            </a:r>
          </a:p>
        </p:txBody>
      </p:sp>
      <p:sp>
        <p:nvSpPr>
          <p:cNvPr id="193" name="path-122">
            <a:extLst xmlns:a="http://schemas.openxmlformats.org/drawingml/2006/main">
              <a:ext uri="{FF2B5EF4-FFF2-40B4-BE49-F238E27FC236}">
                <a16:creationId xmlns:a16="http://schemas.microsoft.com/office/drawing/2014/main" id="{E5D02C28-FC25-47A5-B5D3-127E13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1" y="4124977"/>
            <a:ext cx="13051220" cy="32877"/>
          </a:xfrm>
          <a:custGeom xmlns:a="http://schemas.openxmlformats.org/drawingml/2006/main">
            <a:pathLst>
              <a:path w="13051220" h="32877">
                <a:moveTo>
                  <a:pt x="0" y="0"/>
                </a:moveTo>
                <a:lnTo>
                  <a:pt x="89665" y="19"/>
                </a:lnTo>
                <a:lnTo>
                  <a:pt x="89665" y="29908"/>
                </a:lnTo>
                <a:lnTo>
                  <a:pt x="0" y="29888"/>
                </a:lnTo>
                <a:lnTo>
                  <a:pt x="0" y="0"/>
                </a:lnTo>
                <a:moveTo>
                  <a:pt x="119553" y="19"/>
                </a:moveTo>
                <a:lnTo>
                  <a:pt x="209218" y="40"/>
                </a:lnTo>
                <a:lnTo>
                  <a:pt x="209218" y="29928"/>
                </a:lnTo>
                <a:lnTo>
                  <a:pt x="119553" y="29908"/>
                </a:lnTo>
                <a:lnTo>
                  <a:pt x="119553" y="19"/>
                </a:lnTo>
                <a:moveTo>
                  <a:pt x="239106" y="59"/>
                </a:moveTo>
                <a:lnTo>
                  <a:pt x="328771" y="80"/>
                </a:lnTo>
                <a:lnTo>
                  <a:pt x="328771" y="29968"/>
                </a:lnTo>
                <a:lnTo>
                  <a:pt x="239106" y="29948"/>
                </a:lnTo>
                <a:lnTo>
                  <a:pt x="239106" y="59"/>
                </a:lnTo>
                <a:moveTo>
                  <a:pt x="358659" y="80"/>
                </a:moveTo>
                <a:lnTo>
                  <a:pt x="448324" y="99"/>
                </a:lnTo>
                <a:lnTo>
                  <a:pt x="448324" y="29987"/>
                </a:lnTo>
                <a:lnTo>
                  <a:pt x="358659" y="29968"/>
                </a:lnTo>
                <a:lnTo>
                  <a:pt x="358659" y="80"/>
                </a:lnTo>
                <a:moveTo>
                  <a:pt x="478212" y="99"/>
                </a:moveTo>
                <a:lnTo>
                  <a:pt x="567877" y="139"/>
                </a:lnTo>
                <a:lnTo>
                  <a:pt x="567877" y="30027"/>
                </a:lnTo>
                <a:lnTo>
                  <a:pt x="478212" y="29987"/>
                </a:lnTo>
                <a:lnTo>
                  <a:pt x="478212" y="99"/>
                </a:lnTo>
                <a:moveTo>
                  <a:pt x="597766" y="139"/>
                </a:moveTo>
                <a:lnTo>
                  <a:pt x="687431" y="159"/>
                </a:lnTo>
                <a:lnTo>
                  <a:pt x="687431" y="30048"/>
                </a:lnTo>
                <a:lnTo>
                  <a:pt x="597766" y="30027"/>
                </a:lnTo>
                <a:lnTo>
                  <a:pt x="597766" y="139"/>
                </a:lnTo>
                <a:moveTo>
                  <a:pt x="717319" y="159"/>
                </a:moveTo>
                <a:lnTo>
                  <a:pt x="806984" y="179"/>
                </a:lnTo>
                <a:lnTo>
                  <a:pt x="806984" y="30067"/>
                </a:lnTo>
                <a:lnTo>
                  <a:pt x="717319" y="30048"/>
                </a:lnTo>
                <a:lnTo>
                  <a:pt x="717319" y="159"/>
                </a:lnTo>
                <a:moveTo>
                  <a:pt x="836872" y="199"/>
                </a:moveTo>
                <a:lnTo>
                  <a:pt x="926537" y="219"/>
                </a:lnTo>
                <a:lnTo>
                  <a:pt x="926537" y="30107"/>
                </a:lnTo>
                <a:lnTo>
                  <a:pt x="836872" y="30087"/>
                </a:lnTo>
                <a:lnTo>
                  <a:pt x="836872" y="199"/>
                </a:lnTo>
                <a:moveTo>
                  <a:pt x="956425" y="219"/>
                </a:moveTo>
                <a:lnTo>
                  <a:pt x="1046090" y="239"/>
                </a:lnTo>
                <a:lnTo>
                  <a:pt x="1046090" y="30127"/>
                </a:lnTo>
                <a:lnTo>
                  <a:pt x="956425" y="30107"/>
                </a:lnTo>
                <a:lnTo>
                  <a:pt x="956425" y="219"/>
                </a:lnTo>
                <a:moveTo>
                  <a:pt x="1075979" y="239"/>
                </a:moveTo>
                <a:lnTo>
                  <a:pt x="1165643" y="259"/>
                </a:lnTo>
                <a:lnTo>
                  <a:pt x="1165643" y="30147"/>
                </a:lnTo>
                <a:lnTo>
                  <a:pt x="1075979" y="30127"/>
                </a:lnTo>
                <a:lnTo>
                  <a:pt x="1075979" y="239"/>
                </a:lnTo>
                <a:moveTo>
                  <a:pt x="1195531" y="279"/>
                </a:moveTo>
                <a:lnTo>
                  <a:pt x="1285197" y="298"/>
                </a:lnTo>
                <a:lnTo>
                  <a:pt x="1285197" y="30187"/>
                </a:lnTo>
                <a:lnTo>
                  <a:pt x="1195531" y="30167"/>
                </a:lnTo>
                <a:lnTo>
                  <a:pt x="1195531" y="279"/>
                </a:lnTo>
                <a:moveTo>
                  <a:pt x="1315085" y="298"/>
                </a:moveTo>
                <a:lnTo>
                  <a:pt x="1404750" y="318"/>
                </a:lnTo>
                <a:lnTo>
                  <a:pt x="1404750" y="30207"/>
                </a:lnTo>
                <a:lnTo>
                  <a:pt x="1315085" y="30187"/>
                </a:lnTo>
                <a:lnTo>
                  <a:pt x="1315085" y="298"/>
                </a:lnTo>
                <a:moveTo>
                  <a:pt x="1434638" y="338"/>
                </a:moveTo>
                <a:lnTo>
                  <a:pt x="1524302" y="358"/>
                </a:lnTo>
                <a:lnTo>
                  <a:pt x="1524302" y="30247"/>
                </a:lnTo>
                <a:lnTo>
                  <a:pt x="1434638" y="30227"/>
                </a:lnTo>
                <a:lnTo>
                  <a:pt x="1434638" y="338"/>
                </a:lnTo>
                <a:moveTo>
                  <a:pt x="1554191" y="358"/>
                </a:moveTo>
                <a:lnTo>
                  <a:pt x="1643856" y="378"/>
                </a:lnTo>
                <a:lnTo>
                  <a:pt x="1643856" y="30266"/>
                </a:lnTo>
                <a:lnTo>
                  <a:pt x="1554191" y="30247"/>
                </a:lnTo>
                <a:lnTo>
                  <a:pt x="1554191" y="358"/>
                </a:lnTo>
                <a:moveTo>
                  <a:pt x="1673744" y="378"/>
                </a:moveTo>
                <a:lnTo>
                  <a:pt x="1763409" y="398"/>
                </a:lnTo>
                <a:lnTo>
                  <a:pt x="1763409" y="30286"/>
                </a:lnTo>
                <a:lnTo>
                  <a:pt x="1673744" y="30266"/>
                </a:lnTo>
                <a:lnTo>
                  <a:pt x="1673744" y="378"/>
                </a:lnTo>
                <a:moveTo>
                  <a:pt x="1793297" y="418"/>
                </a:moveTo>
                <a:lnTo>
                  <a:pt x="1882962" y="438"/>
                </a:lnTo>
                <a:lnTo>
                  <a:pt x="1882962" y="30326"/>
                </a:lnTo>
                <a:lnTo>
                  <a:pt x="1793297" y="30306"/>
                </a:lnTo>
                <a:lnTo>
                  <a:pt x="1793297" y="418"/>
                </a:lnTo>
                <a:moveTo>
                  <a:pt x="1912850" y="438"/>
                </a:moveTo>
                <a:lnTo>
                  <a:pt x="2002515" y="458"/>
                </a:lnTo>
                <a:lnTo>
                  <a:pt x="2002515" y="30346"/>
                </a:lnTo>
                <a:lnTo>
                  <a:pt x="1912850" y="30326"/>
                </a:lnTo>
                <a:lnTo>
                  <a:pt x="1912850" y="438"/>
                </a:lnTo>
                <a:moveTo>
                  <a:pt x="2032403" y="458"/>
                </a:moveTo>
                <a:lnTo>
                  <a:pt x="2122069" y="478"/>
                </a:lnTo>
                <a:lnTo>
                  <a:pt x="2122069" y="30366"/>
                </a:lnTo>
                <a:lnTo>
                  <a:pt x="2032403" y="30346"/>
                </a:lnTo>
                <a:lnTo>
                  <a:pt x="2032403" y="458"/>
                </a:lnTo>
                <a:moveTo>
                  <a:pt x="2151957" y="498"/>
                </a:moveTo>
                <a:lnTo>
                  <a:pt x="2241621" y="518"/>
                </a:lnTo>
                <a:lnTo>
                  <a:pt x="2241621" y="30406"/>
                </a:lnTo>
                <a:lnTo>
                  <a:pt x="2151957" y="30386"/>
                </a:lnTo>
                <a:lnTo>
                  <a:pt x="2151957" y="498"/>
                </a:lnTo>
                <a:moveTo>
                  <a:pt x="2271510" y="518"/>
                </a:moveTo>
                <a:lnTo>
                  <a:pt x="2361175" y="538"/>
                </a:lnTo>
                <a:lnTo>
                  <a:pt x="2361175" y="30426"/>
                </a:lnTo>
                <a:lnTo>
                  <a:pt x="2271510" y="30406"/>
                </a:lnTo>
                <a:lnTo>
                  <a:pt x="2271510" y="518"/>
                </a:lnTo>
                <a:moveTo>
                  <a:pt x="2391063" y="538"/>
                </a:moveTo>
                <a:lnTo>
                  <a:pt x="2480728" y="578"/>
                </a:lnTo>
                <a:lnTo>
                  <a:pt x="2480728" y="30466"/>
                </a:lnTo>
                <a:lnTo>
                  <a:pt x="2391063" y="30426"/>
                </a:lnTo>
                <a:lnTo>
                  <a:pt x="2391063" y="538"/>
                </a:lnTo>
                <a:moveTo>
                  <a:pt x="2510616" y="578"/>
                </a:moveTo>
                <a:lnTo>
                  <a:pt x="2600281" y="597"/>
                </a:lnTo>
                <a:lnTo>
                  <a:pt x="2600281" y="30486"/>
                </a:lnTo>
                <a:lnTo>
                  <a:pt x="2510616" y="30466"/>
                </a:lnTo>
                <a:lnTo>
                  <a:pt x="2510616" y="578"/>
                </a:lnTo>
                <a:moveTo>
                  <a:pt x="2630169" y="597"/>
                </a:moveTo>
                <a:lnTo>
                  <a:pt x="2719834" y="617"/>
                </a:lnTo>
                <a:lnTo>
                  <a:pt x="2719834" y="30506"/>
                </a:lnTo>
                <a:lnTo>
                  <a:pt x="2630169" y="30486"/>
                </a:lnTo>
                <a:lnTo>
                  <a:pt x="2630169" y="597"/>
                </a:lnTo>
                <a:moveTo>
                  <a:pt x="2749722" y="637"/>
                </a:moveTo>
                <a:lnTo>
                  <a:pt x="2839388" y="657"/>
                </a:lnTo>
                <a:lnTo>
                  <a:pt x="2839388" y="30546"/>
                </a:lnTo>
                <a:lnTo>
                  <a:pt x="2749722" y="30526"/>
                </a:lnTo>
                <a:lnTo>
                  <a:pt x="2749722" y="637"/>
                </a:lnTo>
                <a:moveTo>
                  <a:pt x="2869276" y="657"/>
                </a:moveTo>
                <a:lnTo>
                  <a:pt x="2958941" y="677"/>
                </a:lnTo>
                <a:lnTo>
                  <a:pt x="2958941" y="30565"/>
                </a:lnTo>
                <a:lnTo>
                  <a:pt x="2869276" y="30546"/>
                </a:lnTo>
                <a:lnTo>
                  <a:pt x="2869276" y="657"/>
                </a:lnTo>
                <a:moveTo>
                  <a:pt x="2988829" y="677"/>
                </a:moveTo>
                <a:lnTo>
                  <a:pt x="3078494" y="697"/>
                </a:lnTo>
                <a:lnTo>
                  <a:pt x="3078494" y="30585"/>
                </a:lnTo>
                <a:lnTo>
                  <a:pt x="2988829" y="30565"/>
                </a:lnTo>
                <a:lnTo>
                  <a:pt x="2988829" y="677"/>
                </a:lnTo>
                <a:moveTo>
                  <a:pt x="3108382" y="717"/>
                </a:moveTo>
                <a:lnTo>
                  <a:pt x="3198047" y="737"/>
                </a:lnTo>
                <a:lnTo>
                  <a:pt x="3198047" y="30625"/>
                </a:lnTo>
                <a:lnTo>
                  <a:pt x="3108382" y="30605"/>
                </a:lnTo>
                <a:lnTo>
                  <a:pt x="3108382" y="717"/>
                </a:lnTo>
                <a:moveTo>
                  <a:pt x="3227935" y="737"/>
                </a:moveTo>
                <a:lnTo>
                  <a:pt x="3317600" y="757"/>
                </a:lnTo>
                <a:lnTo>
                  <a:pt x="3317600" y="30645"/>
                </a:lnTo>
                <a:lnTo>
                  <a:pt x="3227935" y="30625"/>
                </a:lnTo>
                <a:lnTo>
                  <a:pt x="3227935" y="737"/>
                </a:lnTo>
                <a:moveTo>
                  <a:pt x="3347489" y="757"/>
                </a:moveTo>
                <a:lnTo>
                  <a:pt x="3437153" y="797"/>
                </a:lnTo>
                <a:lnTo>
                  <a:pt x="3437153" y="30685"/>
                </a:lnTo>
                <a:lnTo>
                  <a:pt x="3347489" y="30645"/>
                </a:lnTo>
                <a:lnTo>
                  <a:pt x="3347489" y="757"/>
                </a:lnTo>
                <a:moveTo>
                  <a:pt x="3467041" y="797"/>
                </a:moveTo>
                <a:lnTo>
                  <a:pt x="3556706" y="817"/>
                </a:lnTo>
                <a:lnTo>
                  <a:pt x="3556706" y="30705"/>
                </a:lnTo>
                <a:lnTo>
                  <a:pt x="3467041" y="30685"/>
                </a:lnTo>
                <a:lnTo>
                  <a:pt x="3467041" y="797"/>
                </a:lnTo>
                <a:moveTo>
                  <a:pt x="3586595" y="817"/>
                </a:moveTo>
                <a:lnTo>
                  <a:pt x="3676260" y="837"/>
                </a:lnTo>
                <a:lnTo>
                  <a:pt x="3676260" y="30725"/>
                </a:lnTo>
                <a:lnTo>
                  <a:pt x="3586595" y="30705"/>
                </a:lnTo>
                <a:lnTo>
                  <a:pt x="3586595" y="817"/>
                </a:lnTo>
                <a:moveTo>
                  <a:pt x="3706148" y="857"/>
                </a:moveTo>
                <a:lnTo>
                  <a:pt x="3795812" y="877"/>
                </a:lnTo>
                <a:lnTo>
                  <a:pt x="3795812" y="30765"/>
                </a:lnTo>
                <a:lnTo>
                  <a:pt x="3706148" y="30745"/>
                </a:lnTo>
                <a:lnTo>
                  <a:pt x="3706148" y="857"/>
                </a:lnTo>
                <a:moveTo>
                  <a:pt x="3825701" y="877"/>
                </a:moveTo>
                <a:lnTo>
                  <a:pt x="3915366" y="896"/>
                </a:lnTo>
                <a:lnTo>
                  <a:pt x="3915366" y="30785"/>
                </a:lnTo>
                <a:lnTo>
                  <a:pt x="3825701" y="30765"/>
                </a:lnTo>
                <a:lnTo>
                  <a:pt x="3825701" y="877"/>
                </a:lnTo>
                <a:moveTo>
                  <a:pt x="3945254" y="896"/>
                </a:moveTo>
                <a:lnTo>
                  <a:pt x="4034919" y="916"/>
                </a:lnTo>
                <a:lnTo>
                  <a:pt x="4034919" y="30805"/>
                </a:lnTo>
                <a:lnTo>
                  <a:pt x="3945254" y="30785"/>
                </a:lnTo>
                <a:lnTo>
                  <a:pt x="3945254" y="896"/>
                </a:lnTo>
                <a:moveTo>
                  <a:pt x="4064807" y="936"/>
                </a:moveTo>
                <a:lnTo>
                  <a:pt x="4154472" y="956"/>
                </a:lnTo>
                <a:lnTo>
                  <a:pt x="4154472" y="30845"/>
                </a:lnTo>
                <a:lnTo>
                  <a:pt x="4064807" y="30825"/>
                </a:lnTo>
                <a:lnTo>
                  <a:pt x="4064807" y="936"/>
                </a:lnTo>
                <a:moveTo>
                  <a:pt x="4184360" y="956"/>
                </a:moveTo>
                <a:lnTo>
                  <a:pt x="4274025" y="976"/>
                </a:lnTo>
                <a:lnTo>
                  <a:pt x="4274025" y="30864"/>
                </a:lnTo>
                <a:lnTo>
                  <a:pt x="4184360" y="30845"/>
                </a:lnTo>
                <a:lnTo>
                  <a:pt x="4184360" y="956"/>
                </a:lnTo>
                <a:moveTo>
                  <a:pt x="4303913" y="976"/>
                </a:moveTo>
                <a:lnTo>
                  <a:pt x="4393579" y="996"/>
                </a:lnTo>
                <a:lnTo>
                  <a:pt x="4393579" y="30884"/>
                </a:lnTo>
                <a:lnTo>
                  <a:pt x="4303913" y="30864"/>
                </a:lnTo>
                <a:lnTo>
                  <a:pt x="4303913" y="976"/>
                </a:lnTo>
                <a:moveTo>
                  <a:pt x="4423467" y="1016"/>
                </a:moveTo>
                <a:lnTo>
                  <a:pt x="4513131" y="1036"/>
                </a:lnTo>
                <a:lnTo>
                  <a:pt x="4513131" y="30924"/>
                </a:lnTo>
                <a:lnTo>
                  <a:pt x="4423467" y="30904"/>
                </a:lnTo>
                <a:lnTo>
                  <a:pt x="4423467" y="1016"/>
                </a:lnTo>
                <a:moveTo>
                  <a:pt x="4543020" y="1036"/>
                </a:moveTo>
                <a:lnTo>
                  <a:pt x="4632685" y="1056"/>
                </a:lnTo>
                <a:lnTo>
                  <a:pt x="4632685" y="30944"/>
                </a:lnTo>
                <a:lnTo>
                  <a:pt x="4543020" y="30924"/>
                </a:lnTo>
                <a:lnTo>
                  <a:pt x="4543020" y="1036"/>
                </a:lnTo>
                <a:moveTo>
                  <a:pt x="4662573" y="1076"/>
                </a:moveTo>
                <a:lnTo>
                  <a:pt x="4752238" y="1096"/>
                </a:lnTo>
                <a:lnTo>
                  <a:pt x="4752238" y="30984"/>
                </a:lnTo>
                <a:lnTo>
                  <a:pt x="4662573" y="30964"/>
                </a:lnTo>
                <a:lnTo>
                  <a:pt x="4662573" y="1076"/>
                </a:lnTo>
                <a:moveTo>
                  <a:pt x="4782126" y="1096"/>
                </a:moveTo>
                <a:lnTo>
                  <a:pt x="4871791" y="1116"/>
                </a:lnTo>
                <a:lnTo>
                  <a:pt x="4871791" y="31004"/>
                </a:lnTo>
                <a:lnTo>
                  <a:pt x="4782126" y="30984"/>
                </a:lnTo>
                <a:lnTo>
                  <a:pt x="4782126" y="1096"/>
                </a:lnTo>
                <a:moveTo>
                  <a:pt x="4901680" y="1116"/>
                </a:moveTo>
                <a:lnTo>
                  <a:pt x="4991344" y="1136"/>
                </a:lnTo>
                <a:lnTo>
                  <a:pt x="4991344" y="31024"/>
                </a:lnTo>
                <a:lnTo>
                  <a:pt x="4901680" y="31004"/>
                </a:lnTo>
                <a:lnTo>
                  <a:pt x="4901680" y="1116"/>
                </a:lnTo>
                <a:moveTo>
                  <a:pt x="5021233" y="1156"/>
                </a:moveTo>
                <a:lnTo>
                  <a:pt x="5110898" y="1175"/>
                </a:lnTo>
                <a:lnTo>
                  <a:pt x="5110898" y="31064"/>
                </a:lnTo>
                <a:lnTo>
                  <a:pt x="5021233" y="31044"/>
                </a:lnTo>
                <a:lnTo>
                  <a:pt x="5021233" y="1156"/>
                </a:lnTo>
                <a:moveTo>
                  <a:pt x="5140786" y="1175"/>
                </a:moveTo>
                <a:lnTo>
                  <a:pt x="5230451" y="1195"/>
                </a:lnTo>
                <a:lnTo>
                  <a:pt x="5230451" y="31084"/>
                </a:lnTo>
                <a:lnTo>
                  <a:pt x="5140786" y="31064"/>
                </a:lnTo>
                <a:lnTo>
                  <a:pt x="5140786" y="1175"/>
                </a:lnTo>
                <a:moveTo>
                  <a:pt x="5260339" y="1195"/>
                </a:moveTo>
                <a:lnTo>
                  <a:pt x="5350004" y="1215"/>
                </a:lnTo>
                <a:lnTo>
                  <a:pt x="5350004" y="31103"/>
                </a:lnTo>
                <a:lnTo>
                  <a:pt x="5260339" y="31084"/>
                </a:lnTo>
                <a:lnTo>
                  <a:pt x="5260339" y="1195"/>
                </a:lnTo>
                <a:moveTo>
                  <a:pt x="5379892" y="1235"/>
                </a:moveTo>
                <a:lnTo>
                  <a:pt x="5469557" y="1255"/>
                </a:lnTo>
                <a:lnTo>
                  <a:pt x="5469557" y="31143"/>
                </a:lnTo>
                <a:lnTo>
                  <a:pt x="5379892" y="31124"/>
                </a:lnTo>
                <a:lnTo>
                  <a:pt x="5379892" y="1235"/>
                </a:lnTo>
                <a:moveTo>
                  <a:pt x="5499445" y="1255"/>
                </a:moveTo>
                <a:lnTo>
                  <a:pt x="5589110" y="1275"/>
                </a:lnTo>
                <a:lnTo>
                  <a:pt x="5589110" y="31163"/>
                </a:lnTo>
                <a:lnTo>
                  <a:pt x="5499445" y="31143"/>
                </a:lnTo>
                <a:lnTo>
                  <a:pt x="5499445" y="1255"/>
                </a:lnTo>
                <a:moveTo>
                  <a:pt x="5618997" y="1295"/>
                </a:moveTo>
                <a:lnTo>
                  <a:pt x="5708663" y="1315"/>
                </a:lnTo>
                <a:lnTo>
                  <a:pt x="5708663" y="31203"/>
                </a:lnTo>
                <a:lnTo>
                  <a:pt x="5618997" y="31183"/>
                </a:lnTo>
                <a:lnTo>
                  <a:pt x="5618997" y="1295"/>
                </a:lnTo>
                <a:moveTo>
                  <a:pt x="5738552" y="1315"/>
                </a:moveTo>
                <a:lnTo>
                  <a:pt x="5828216" y="1335"/>
                </a:lnTo>
                <a:lnTo>
                  <a:pt x="5828216" y="31223"/>
                </a:lnTo>
                <a:lnTo>
                  <a:pt x="5738552" y="31203"/>
                </a:lnTo>
                <a:lnTo>
                  <a:pt x="5738552" y="1315"/>
                </a:lnTo>
                <a:moveTo>
                  <a:pt x="5858105" y="1335"/>
                </a:moveTo>
                <a:lnTo>
                  <a:pt x="5947768" y="1354"/>
                </a:lnTo>
                <a:lnTo>
                  <a:pt x="5947768" y="31243"/>
                </a:lnTo>
                <a:lnTo>
                  <a:pt x="5858105" y="31223"/>
                </a:lnTo>
                <a:lnTo>
                  <a:pt x="5858105" y="1335"/>
                </a:lnTo>
                <a:moveTo>
                  <a:pt x="5977658" y="1375"/>
                </a:moveTo>
                <a:lnTo>
                  <a:pt x="6067323" y="1394"/>
                </a:lnTo>
                <a:lnTo>
                  <a:pt x="6067323" y="31283"/>
                </a:lnTo>
                <a:lnTo>
                  <a:pt x="5977658" y="31263"/>
                </a:lnTo>
                <a:lnTo>
                  <a:pt x="5977658" y="1375"/>
                </a:lnTo>
                <a:moveTo>
                  <a:pt x="6097211" y="1394"/>
                </a:moveTo>
                <a:lnTo>
                  <a:pt x="6186876" y="1415"/>
                </a:lnTo>
                <a:lnTo>
                  <a:pt x="6186876" y="31303"/>
                </a:lnTo>
                <a:lnTo>
                  <a:pt x="6097211" y="31283"/>
                </a:lnTo>
                <a:lnTo>
                  <a:pt x="6097211" y="1394"/>
                </a:lnTo>
                <a:moveTo>
                  <a:pt x="6216764" y="1415"/>
                </a:moveTo>
                <a:lnTo>
                  <a:pt x="6306429" y="1434"/>
                </a:lnTo>
                <a:lnTo>
                  <a:pt x="6306429" y="31322"/>
                </a:lnTo>
                <a:lnTo>
                  <a:pt x="6216764" y="31303"/>
                </a:lnTo>
                <a:lnTo>
                  <a:pt x="6216764" y="1415"/>
                </a:lnTo>
                <a:moveTo>
                  <a:pt x="6336317" y="1455"/>
                </a:moveTo>
                <a:lnTo>
                  <a:pt x="6425982" y="1474"/>
                </a:lnTo>
                <a:lnTo>
                  <a:pt x="6425982" y="31362"/>
                </a:lnTo>
                <a:lnTo>
                  <a:pt x="6336317" y="31343"/>
                </a:lnTo>
                <a:lnTo>
                  <a:pt x="6336317" y="1455"/>
                </a:lnTo>
                <a:moveTo>
                  <a:pt x="6455870" y="1474"/>
                </a:moveTo>
                <a:lnTo>
                  <a:pt x="6545535" y="1494"/>
                </a:lnTo>
                <a:lnTo>
                  <a:pt x="6545535" y="31383"/>
                </a:lnTo>
                <a:lnTo>
                  <a:pt x="6455870" y="31362"/>
                </a:lnTo>
                <a:lnTo>
                  <a:pt x="6455870" y="1474"/>
                </a:lnTo>
                <a:moveTo>
                  <a:pt x="6575423" y="1514"/>
                </a:moveTo>
                <a:lnTo>
                  <a:pt x="6665088" y="1534"/>
                </a:lnTo>
                <a:lnTo>
                  <a:pt x="6665088" y="31422"/>
                </a:lnTo>
                <a:lnTo>
                  <a:pt x="6575423" y="31402"/>
                </a:lnTo>
                <a:lnTo>
                  <a:pt x="6575423" y="1514"/>
                </a:lnTo>
                <a:moveTo>
                  <a:pt x="6694976" y="1534"/>
                </a:moveTo>
                <a:lnTo>
                  <a:pt x="6784641" y="1554"/>
                </a:lnTo>
                <a:lnTo>
                  <a:pt x="6784641" y="31442"/>
                </a:lnTo>
                <a:lnTo>
                  <a:pt x="6694976" y="31422"/>
                </a:lnTo>
                <a:lnTo>
                  <a:pt x="6694976" y="1534"/>
                </a:lnTo>
                <a:moveTo>
                  <a:pt x="6814531" y="1554"/>
                </a:moveTo>
                <a:lnTo>
                  <a:pt x="6904194" y="1574"/>
                </a:lnTo>
                <a:lnTo>
                  <a:pt x="6904194" y="31462"/>
                </a:lnTo>
                <a:lnTo>
                  <a:pt x="6814531" y="31442"/>
                </a:lnTo>
                <a:lnTo>
                  <a:pt x="6814531" y="1554"/>
                </a:lnTo>
                <a:moveTo>
                  <a:pt x="6934084" y="1594"/>
                </a:moveTo>
                <a:lnTo>
                  <a:pt x="7023749" y="1614"/>
                </a:lnTo>
                <a:lnTo>
                  <a:pt x="7023749" y="31502"/>
                </a:lnTo>
                <a:lnTo>
                  <a:pt x="6934084" y="31482"/>
                </a:lnTo>
                <a:lnTo>
                  <a:pt x="6934084" y="1594"/>
                </a:lnTo>
                <a:moveTo>
                  <a:pt x="7053637" y="1614"/>
                </a:moveTo>
                <a:lnTo>
                  <a:pt x="7143302" y="1634"/>
                </a:lnTo>
                <a:lnTo>
                  <a:pt x="7143302" y="31522"/>
                </a:lnTo>
                <a:lnTo>
                  <a:pt x="7053637" y="31502"/>
                </a:lnTo>
                <a:lnTo>
                  <a:pt x="7053637" y="1614"/>
                </a:lnTo>
                <a:moveTo>
                  <a:pt x="7173189" y="1634"/>
                </a:moveTo>
                <a:lnTo>
                  <a:pt x="7262855" y="1653"/>
                </a:lnTo>
                <a:lnTo>
                  <a:pt x="7262855" y="31542"/>
                </a:lnTo>
                <a:lnTo>
                  <a:pt x="7173189" y="31522"/>
                </a:lnTo>
                <a:lnTo>
                  <a:pt x="7173189" y="1634"/>
                </a:lnTo>
                <a:moveTo>
                  <a:pt x="7292742" y="1673"/>
                </a:moveTo>
                <a:lnTo>
                  <a:pt x="7382408" y="1693"/>
                </a:lnTo>
                <a:lnTo>
                  <a:pt x="7382408" y="31582"/>
                </a:lnTo>
                <a:lnTo>
                  <a:pt x="7292742" y="31562"/>
                </a:lnTo>
                <a:lnTo>
                  <a:pt x="7292742" y="1673"/>
                </a:lnTo>
                <a:moveTo>
                  <a:pt x="7412295" y="1693"/>
                </a:moveTo>
                <a:lnTo>
                  <a:pt x="7501960" y="1713"/>
                </a:lnTo>
                <a:lnTo>
                  <a:pt x="7501960" y="31601"/>
                </a:lnTo>
                <a:lnTo>
                  <a:pt x="7412295" y="31582"/>
                </a:lnTo>
                <a:lnTo>
                  <a:pt x="7412295" y="1693"/>
                </a:lnTo>
                <a:moveTo>
                  <a:pt x="7531848" y="1733"/>
                </a:moveTo>
                <a:lnTo>
                  <a:pt x="7621513" y="1753"/>
                </a:lnTo>
                <a:lnTo>
                  <a:pt x="7621513" y="31641"/>
                </a:lnTo>
                <a:lnTo>
                  <a:pt x="7531848" y="31621"/>
                </a:lnTo>
                <a:lnTo>
                  <a:pt x="7531848" y="1733"/>
                </a:lnTo>
                <a:moveTo>
                  <a:pt x="7651401" y="1753"/>
                </a:moveTo>
                <a:lnTo>
                  <a:pt x="7741066" y="1773"/>
                </a:lnTo>
                <a:lnTo>
                  <a:pt x="7741066" y="31661"/>
                </a:lnTo>
                <a:lnTo>
                  <a:pt x="7651401" y="31641"/>
                </a:lnTo>
                <a:lnTo>
                  <a:pt x="7651401" y="1753"/>
                </a:lnTo>
                <a:moveTo>
                  <a:pt x="7770956" y="1773"/>
                </a:moveTo>
                <a:lnTo>
                  <a:pt x="7860619" y="1793"/>
                </a:lnTo>
                <a:lnTo>
                  <a:pt x="7860619" y="31681"/>
                </a:lnTo>
                <a:lnTo>
                  <a:pt x="7770956" y="31661"/>
                </a:lnTo>
                <a:lnTo>
                  <a:pt x="7770956" y="1773"/>
                </a:lnTo>
                <a:moveTo>
                  <a:pt x="7890509" y="1813"/>
                </a:moveTo>
                <a:lnTo>
                  <a:pt x="7980174" y="1833"/>
                </a:lnTo>
                <a:lnTo>
                  <a:pt x="7980174" y="31721"/>
                </a:lnTo>
                <a:lnTo>
                  <a:pt x="7890509" y="31701"/>
                </a:lnTo>
                <a:lnTo>
                  <a:pt x="7890509" y="1813"/>
                </a:lnTo>
                <a:moveTo>
                  <a:pt x="8010062" y="1833"/>
                </a:moveTo>
                <a:lnTo>
                  <a:pt x="8099727" y="1853"/>
                </a:lnTo>
                <a:lnTo>
                  <a:pt x="8099727" y="31741"/>
                </a:lnTo>
                <a:lnTo>
                  <a:pt x="8010062" y="31721"/>
                </a:lnTo>
                <a:lnTo>
                  <a:pt x="8010062" y="1833"/>
                </a:lnTo>
                <a:moveTo>
                  <a:pt x="8129615" y="1853"/>
                </a:moveTo>
                <a:lnTo>
                  <a:pt x="8219280" y="1873"/>
                </a:lnTo>
                <a:lnTo>
                  <a:pt x="8219280" y="31761"/>
                </a:lnTo>
                <a:lnTo>
                  <a:pt x="8129615" y="31741"/>
                </a:lnTo>
                <a:lnTo>
                  <a:pt x="8129615" y="1853"/>
                </a:lnTo>
                <a:moveTo>
                  <a:pt x="8249168" y="1893"/>
                </a:moveTo>
                <a:lnTo>
                  <a:pt x="8338833" y="1913"/>
                </a:lnTo>
                <a:lnTo>
                  <a:pt x="8338833" y="31801"/>
                </a:lnTo>
                <a:lnTo>
                  <a:pt x="8249168" y="31781"/>
                </a:lnTo>
                <a:lnTo>
                  <a:pt x="8249168" y="1893"/>
                </a:lnTo>
                <a:moveTo>
                  <a:pt x="8368721" y="1913"/>
                </a:moveTo>
                <a:lnTo>
                  <a:pt x="8458386" y="1933"/>
                </a:lnTo>
                <a:lnTo>
                  <a:pt x="8458386" y="31821"/>
                </a:lnTo>
                <a:lnTo>
                  <a:pt x="8368721" y="31801"/>
                </a:lnTo>
                <a:lnTo>
                  <a:pt x="8368721" y="1913"/>
                </a:lnTo>
                <a:moveTo>
                  <a:pt x="8488274" y="1952"/>
                </a:moveTo>
                <a:lnTo>
                  <a:pt x="8577939" y="1972"/>
                </a:lnTo>
                <a:lnTo>
                  <a:pt x="8577939" y="31861"/>
                </a:lnTo>
                <a:lnTo>
                  <a:pt x="8488274" y="31841"/>
                </a:lnTo>
                <a:lnTo>
                  <a:pt x="8488274" y="1952"/>
                </a:lnTo>
                <a:moveTo>
                  <a:pt x="8607826" y="1972"/>
                </a:moveTo>
                <a:lnTo>
                  <a:pt x="8697492" y="1992"/>
                </a:lnTo>
                <a:lnTo>
                  <a:pt x="8697492" y="31881"/>
                </a:lnTo>
                <a:lnTo>
                  <a:pt x="8607826" y="31861"/>
                </a:lnTo>
                <a:lnTo>
                  <a:pt x="8607826" y="1972"/>
                </a:lnTo>
                <a:moveTo>
                  <a:pt x="8727381" y="1992"/>
                </a:moveTo>
                <a:lnTo>
                  <a:pt x="8817045" y="2012"/>
                </a:lnTo>
                <a:lnTo>
                  <a:pt x="8817045" y="31900"/>
                </a:lnTo>
                <a:lnTo>
                  <a:pt x="8727381" y="31881"/>
                </a:lnTo>
                <a:lnTo>
                  <a:pt x="8727381" y="1992"/>
                </a:lnTo>
                <a:moveTo>
                  <a:pt x="8846934" y="2032"/>
                </a:moveTo>
                <a:lnTo>
                  <a:pt x="8936598" y="2052"/>
                </a:lnTo>
                <a:lnTo>
                  <a:pt x="8936598" y="31940"/>
                </a:lnTo>
                <a:lnTo>
                  <a:pt x="8846934" y="31920"/>
                </a:lnTo>
                <a:lnTo>
                  <a:pt x="8846934" y="2032"/>
                </a:lnTo>
                <a:moveTo>
                  <a:pt x="8966487" y="2052"/>
                </a:moveTo>
                <a:lnTo>
                  <a:pt x="9056152" y="2072"/>
                </a:lnTo>
                <a:lnTo>
                  <a:pt x="9056152" y="31960"/>
                </a:lnTo>
                <a:lnTo>
                  <a:pt x="8966487" y="31940"/>
                </a:lnTo>
                <a:lnTo>
                  <a:pt x="8966487" y="2052"/>
                </a:lnTo>
                <a:moveTo>
                  <a:pt x="9086040" y="2072"/>
                </a:moveTo>
                <a:lnTo>
                  <a:pt x="9175705" y="2092"/>
                </a:lnTo>
                <a:lnTo>
                  <a:pt x="9175705" y="31980"/>
                </a:lnTo>
                <a:lnTo>
                  <a:pt x="9086040" y="31960"/>
                </a:lnTo>
                <a:lnTo>
                  <a:pt x="9086040" y="2072"/>
                </a:lnTo>
                <a:moveTo>
                  <a:pt x="9205593" y="2112"/>
                </a:moveTo>
                <a:lnTo>
                  <a:pt x="9295258" y="2132"/>
                </a:lnTo>
                <a:lnTo>
                  <a:pt x="9295258" y="32020"/>
                </a:lnTo>
                <a:lnTo>
                  <a:pt x="9205593" y="32000"/>
                </a:lnTo>
                <a:lnTo>
                  <a:pt x="9205593" y="2112"/>
                </a:lnTo>
                <a:moveTo>
                  <a:pt x="9325146" y="2132"/>
                </a:moveTo>
                <a:lnTo>
                  <a:pt x="9414811" y="2152"/>
                </a:lnTo>
                <a:lnTo>
                  <a:pt x="9414811" y="32040"/>
                </a:lnTo>
                <a:lnTo>
                  <a:pt x="9325146" y="32020"/>
                </a:lnTo>
                <a:lnTo>
                  <a:pt x="9325146" y="2132"/>
                </a:lnTo>
                <a:moveTo>
                  <a:pt x="9444699" y="2172"/>
                </a:moveTo>
                <a:lnTo>
                  <a:pt x="9534364" y="2192"/>
                </a:lnTo>
                <a:lnTo>
                  <a:pt x="9534364" y="32080"/>
                </a:lnTo>
                <a:lnTo>
                  <a:pt x="9444699" y="32060"/>
                </a:lnTo>
                <a:lnTo>
                  <a:pt x="9444699" y="2172"/>
                </a:lnTo>
                <a:moveTo>
                  <a:pt x="9564252" y="2192"/>
                </a:moveTo>
                <a:lnTo>
                  <a:pt x="9653917" y="2212"/>
                </a:lnTo>
                <a:lnTo>
                  <a:pt x="9653917" y="32100"/>
                </a:lnTo>
                <a:lnTo>
                  <a:pt x="9564252" y="32080"/>
                </a:lnTo>
                <a:lnTo>
                  <a:pt x="9564252" y="2192"/>
                </a:lnTo>
                <a:moveTo>
                  <a:pt x="9683805" y="2212"/>
                </a:moveTo>
                <a:lnTo>
                  <a:pt x="9773470" y="2232"/>
                </a:lnTo>
                <a:lnTo>
                  <a:pt x="9773470" y="32120"/>
                </a:lnTo>
                <a:lnTo>
                  <a:pt x="9683805" y="32100"/>
                </a:lnTo>
                <a:lnTo>
                  <a:pt x="9683805" y="2212"/>
                </a:lnTo>
                <a:moveTo>
                  <a:pt x="9803360" y="2251"/>
                </a:moveTo>
                <a:lnTo>
                  <a:pt x="9893023" y="2271"/>
                </a:lnTo>
                <a:lnTo>
                  <a:pt x="9893023" y="32160"/>
                </a:lnTo>
                <a:lnTo>
                  <a:pt x="9803360" y="32140"/>
                </a:lnTo>
                <a:lnTo>
                  <a:pt x="9803360" y="2251"/>
                </a:lnTo>
                <a:moveTo>
                  <a:pt x="9922913" y="2271"/>
                </a:moveTo>
                <a:lnTo>
                  <a:pt x="10012578" y="2291"/>
                </a:lnTo>
                <a:lnTo>
                  <a:pt x="10012578" y="32180"/>
                </a:lnTo>
                <a:lnTo>
                  <a:pt x="9922913" y="32160"/>
                </a:lnTo>
                <a:lnTo>
                  <a:pt x="9922913" y="2271"/>
                </a:lnTo>
                <a:moveTo>
                  <a:pt x="10042466" y="2291"/>
                </a:moveTo>
                <a:lnTo>
                  <a:pt x="10132131" y="2311"/>
                </a:lnTo>
                <a:lnTo>
                  <a:pt x="10132131" y="32199"/>
                </a:lnTo>
                <a:lnTo>
                  <a:pt x="10042466" y="32180"/>
                </a:lnTo>
                <a:lnTo>
                  <a:pt x="10042466" y="2291"/>
                </a:lnTo>
                <a:moveTo>
                  <a:pt x="10162018" y="2331"/>
                </a:moveTo>
                <a:lnTo>
                  <a:pt x="10251684" y="2351"/>
                </a:lnTo>
                <a:lnTo>
                  <a:pt x="10251684" y="32239"/>
                </a:lnTo>
                <a:lnTo>
                  <a:pt x="10162018" y="32219"/>
                </a:lnTo>
                <a:lnTo>
                  <a:pt x="10162018" y="2331"/>
                </a:lnTo>
                <a:moveTo>
                  <a:pt x="10281571" y="2351"/>
                </a:moveTo>
                <a:lnTo>
                  <a:pt x="10371237" y="2371"/>
                </a:lnTo>
                <a:lnTo>
                  <a:pt x="10371237" y="32259"/>
                </a:lnTo>
                <a:lnTo>
                  <a:pt x="10281571" y="32239"/>
                </a:lnTo>
                <a:lnTo>
                  <a:pt x="10281571" y="2351"/>
                </a:lnTo>
                <a:moveTo>
                  <a:pt x="10401124" y="2391"/>
                </a:moveTo>
                <a:lnTo>
                  <a:pt x="10490789" y="2410"/>
                </a:lnTo>
                <a:lnTo>
                  <a:pt x="10490789" y="32299"/>
                </a:lnTo>
                <a:lnTo>
                  <a:pt x="10401124" y="32279"/>
                </a:lnTo>
                <a:lnTo>
                  <a:pt x="10401124" y="2391"/>
                </a:lnTo>
                <a:moveTo>
                  <a:pt x="10520677" y="2410"/>
                </a:moveTo>
                <a:lnTo>
                  <a:pt x="10610342" y="2431"/>
                </a:lnTo>
                <a:lnTo>
                  <a:pt x="10610342" y="32319"/>
                </a:lnTo>
                <a:lnTo>
                  <a:pt x="10520677" y="32299"/>
                </a:lnTo>
                <a:lnTo>
                  <a:pt x="10520677" y="2410"/>
                </a:lnTo>
                <a:moveTo>
                  <a:pt x="10640230" y="2431"/>
                </a:moveTo>
                <a:lnTo>
                  <a:pt x="10729895" y="2451"/>
                </a:lnTo>
                <a:lnTo>
                  <a:pt x="10729895" y="32339"/>
                </a:lnTo>
                <a:lnTo>
                  <a:pt x="10640230" y="32319"/>
                </a:lnTo>
                <a:lnTo>
                  <a:pt x="10640230" y="2431"/>
                </a:lnTo>
                <a:moveTo>
                  <a:pt x="10759785" y="2471"/>
                </a:moveTo>
                <a:lnTo>
                  <a:pt x="10849448" y="2491"/>
                </a:lnTo>
                <a:lnTo>
                  <a:pt x="10849448" y="32379"/>
                </a:lnTo>
                <a:lnTo>
                  <a:pt x="10759785" y="32359"/>
                </a:lnTo>
                <a:lnTo>
                  <a:pt x="10759785" y="2471"/>
                </a:lnTo>
                <a:moveTo>
                  <a:pt x="10879338" y="2491"/>
                </a:moveTo>
                <a:lnTo>
                  <a:pt x="10969003" y="2510"/>
                </a:lnTo>
                <a:lnTo>
                  <a:pt x="10969003" y="32399"/>
                </a:lnTo>
                <a:lnTo>
                  <a:pt x="10879338" y="32379"/>
                </a:lnTo>
                <a:lnTo>
                  <a:pt x="10879338" y="2491"/>
                </a:lnTo>
                <a:moveTo>
                  <a:pt x="10998891" y="2510"/>
                </a:moveTo>
                <a:lnTo>
                  <a:pt x="11088556" y="2531"/>
                </a:lnTo>
                <a:lnTo>
                  <a:pt x="11088556" y="32419"/>
                </a:lnTo>
                <a:lnTo>
                  <a:pt x="10998891" y="32399"/>
                </a:lnTo>
                <a:lnTo>
                  <a:pt x="10998891" y="2510"/>
                </a:lnTo>
                <a:moveTo>
                  <a:pt x="11118444" y="2550"/>
                </a:moveTo>
                <a:lnTo>
                  <a:pt x="11208109" y="2570"/>
                </a:lnTo>
                <a:lnTo>
                  <a:pt x="11208109" y="32459"/>
                </a:lnTo>
                <a:lnTo>
                  <a:pt x="11118444" y="32439"/>
                </a:lnTo>
                <a:lnTo>
                  <a:pt x="11118444" y="2550"/>
                </a:lnTo>
                <a:moveTo>
                  <a:pt x="11237997" y="2570"/>
                </a:moveTo>
                <a:lnTo>
                  <a:pt x="11327662" y="2590"/>
                </a:lnTo>
                <a:lnTo>
                  <a:pt x="11327662" y="32478"/>
                </a:lnTo>
                <a:lnTo>
                  <a:pt x="11237997" y="32459"/>
                </a:lnTo>
                <a:lnTo>
                  <a:pt x="11237997" y="2570"/>
                </a:lnTo>
                <a:moveTo>
                  <a:pt x="11357550" y="2610"/>
                </a:moveTo>
                <a:lnTo>
                  <a:pt x="11447215" y="2630"/>
                </a:lnTo>
                <a:lnTo>
                  <a:pt x="11447215" y="32518"/>
                </a:lnTo>
                <a:lnTo>
                  <a:pt x="11357550" y="32498"/>
                </a:lnTo>
                <a:lnTo>
                  <a:pt x="11357550" y="2610"/>
                </a:lnTo>
                <a:moveTo>
                  <a:pt x="11477103" y="2630"/>
                </a:moveTo>
                <a:lnTo>
                  <a:pt x="11566768" y="2650"/>
                </a:lnTo>
                <a:lnTo>
                  <a:pt x="11566768" y="32538"/>
                </a:lnTo>
                <a:lnTo>
                  <a:pt x="11477103" y="32518"/>
                </a:lnTo>
                <a:lnTo>
                  <a:pt x="11477103" y="2630"/>
                </a:lnTo>
                <a:moveTo>
                  <a:pt x="11596655" y="2650"/>
                </a:moveTo>
                <a:lnTo>
                  <a:pt x="11686321" y="2670"/>
                </a:lnTo>
                <a:lnTo>
                  <a:pt x="11686321" y="32558"/>
                </a:lnTo>
                <a:lnTo>
                  <a:pt x="11596655" y="32538"/>
                </a:lnTo>
                <a:lnTo>
                  <a:pt x="11596655" y="2650"/>
                </a:lnTo>
                <a:moveTo>
                  <a:pt x="11716208" y="2689"/>
                </a:moveTo>
                <a:lnTo>
                  <a:pt x="11805874" y="2709"/>
                </a:lnTo>
                <a:lnTo>
                  <a:pt x="11805874" y="32598"/>
                </a:lnTo>
                <a:lnTo>
                  <a:pt x="11716208" y="32578"/>
                </a:lnTo>
                <a:lnTo>
                  <a:pt x="11716208" y="2689"/>
                </a:lnTo>
                <a:moveTo>
                  <a:pt x="11835763" y="2709"/>
                </a:moveTo>
                <a:lnTo>
                  <a:pt x="11925427" y="2729"/>
                </a:lnTo>
                <a:lnTo>
                  <a:pt x="11925427" y="32618"/>
                </a:lnTo>
                <a:lnTo>
                  <a:pt x="11835763" y="32598"/>
                </a:lnTo>
                <a:lnTo>
                  <a:pt x="11835763" y="2709"/>
                </a:lnTo>
                <a:moveTo>
                  <a:pt x="11955316" y="2729"/>
                </a:moveTo>
                <a:lnTo>
                  <a:pt x="12044981" y="2750"/>
                </a:lnTo>
                <a:lnTo>
                  <a:pt x="12044981" y="32638"/>
                </a:lnTo>
                <a:lnTo>
                  <a:pt x="11955316" y="32618"/>
                </a:lnTo>
                <a:lnTo>
                  <a:pt x="11955316" y="2729"/>
                </a:lnTo>
                <a:moveTo>
                  <a:pt x="12074869" y="2769"/>
                </a:moveTo>
                <a:lnTo>
                  <a:pt x="12164534" y="2790"/>
                </a:lnTo>
                <a:lnTo>
                  <a:pt x="12164534" y="32678"/>
                </a:lnTo>
                <a:lnTo>
                  <a:pt x="12074869" y="32657"/>
                </a:lnTo>
                <a:lnTo>
                  <a:pt x="12074869" y="2769"/>
                </a:lnTo>
                <a:moveTo>
                  <a:pt x="12194422" y="2790"/>
                </a:moveTo>
                <a:lnTo>
                  <a:pt x="12284087" y="2809"/>
                </a:lnTo>
                <a:lnTo>
                  <a:pt x="12284087" y="32697"/>
                </a:lnTo>
                <a:lnTo>
                  <a:pt x="12194422" y="32678"/>
                </a:lnTo>
                <a:lnTo>
                  <a:pt x="12194422" y="2790"/>
                </a:lnTo>
                <a:moveTo>
                  <a:pt x="12313975" y="2829"/>
                </a:moveTo>
                <a:lnTo>
                  <a:pt x="12403640" y="2849"/>
                </a:lnTo>
                <a:lnTo>
                  <a:pt x="12403640" y="32737"/>
                </a:lnTo>
                <a:lnTo>
                  <a:pt x="12313975" y="32718"/>
                </a:lnTo>
                <a:lnTo>
                  <a:pt x="12313975" y="2829"/>
                </a:lnTo>
                <a:moveTo>
                  <a:pt x="12433528" y="2849"/>
                </a:moveTo>
                <a:lnTo>
                  <a:pt x="12523193" y="2869"/>
                </a:lnTo>
                <a:lnTo>
                  <a:pt x="12523193" y="32758"/>
                </a:lnTo>
                <a:lnTo>
                  <a:pt x="12433528" y="32737"/>
                </a:lnTo>
                <a:lnTo>
                  <a:pt x="12433528" y="2849"/>
                </a:lnTo>
                <a:moveTo>
                  <a:pt x="12553081" y="2869"/>
                </a:moveTo>
                <a:lnTo>
                  <a:pt x="12642746" y="2889"/>
                </a:lnTo>
                <a:lnTo>
                  <a:pt x="12642746" y="32777"/>
                </a:lnTo>
                <a:lnTo>
                  <a:pt x="12553081" y="32758"/>
                </a:lnTo>
                <a:lnTo>
                  <a:pt x="12553081" y="2869"/>
                </a:lnTo>
                <a:moveTo>
                  <a:pt x="12672634" y="2909"/>
                </a:moveTo>
                <a:lnTo>
                  <a:pt x="12762299" y="2929"/>
                </a:lnTo>
                <a:lnTo>
                  <a:pt x="12762299" y="32817"/>
                </a:lnTo>
                <a:lnTo>
                  <a:pt x="12672634" y="32797"/>
                </a:lnTo>
                <a:lnTo>
                  <a:pt x="12672634" y="2909"/>
                </a:lnTo>
                <a:moveTo>
                  <a:pt x="12792189" y="2929"/>
                </a:moveTo>
                <a:lnTo>
                  <a:pt x="12881852" y="2949"/>
                </a:lnTo>
                <a:lnTo>
                  <a:pt x="12881852" y="32837"/>
                </a:lnTo>
                <a:lnTo>
                  <a:pt x="12792189" y="32817"/>
                </a:lnTo>
                <a:lnTo>
                  <a:pt x="12792189" y="2929"/>
                </a:lnTo>
                <a:moveTo>
                  <a:pt x="12911742" y="2949"/>
                </a:moveTo>
                <a:lnTo>
                  <a:pt x="13001407" y="2969"/>
                </a:lnTo>
                <a:lnTo>
                  <a:pt x="13001407" y="32857"/>
                </a:lnTo>
                <a:lnTo>
                  <a:pt x="12911742" y="32837"/>
                </a:lnTo>
                <a:lnTo>
                  <a:pt x="12911742" y="2949"/>
                </a:lnTo>
                <a:moveTo>
                  <a:pt x="13031295" y="2988"/>
                </a:moveTo>
                <a:lnTo>
                  <a:pt x="13051220" y="2988"/>
                </a:lnTo>
                <a:lnTo>
                  <a:pt x="13051220" y="32877"/>
                </a:lnTo>
                <a:lnTo>
                  <a:pt x="13031295" y="32877"/>
                </a:lnTo>
                <a:lnTo>
                  <a:pt x="13031295" y="2988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23">
            <a:extLst xmlns:a="http://schemas.openxmlformats.org/drawingml/2006/main">
              <a:ext uri="{FF2B5EF4-FFF2-40B4-BE49-F238E27FC236}">
                <a16:creationId xmlns:a16="http://schemas.microsoft.com/office/drawing/2014/main" id="{5C7F2828-9F56-45FF-A323-8A760E68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28" y="4789493"/>
            <a:ext cx="1818204" cy="1916835"/>
          </a:xfrm>
          <a:custGeom xmlns:a="http://schemas.openxmlformats.org/drawingml/2006/main">
            <a:pathLst>
              <a:path w="1818204" h="1916835">
                <a:moveTo>
                  <a:pt x="239" y="177656"/>
                </a:moveTo>
                <a:lnTo>
                  <a:pt x="957" y="168151"/>
                </a:lnTo>
                <a:lnTo>
                  <a:pt x="2152" y="158786"/>
                </a:lnTo>
                <a:lnTo>
                  <a:pt x="3806" y="149561"/>
                </a:lnTo>
                <a:lnTo>
                  <a:pt x="5898" y="140495"/>
                </a:lnTo>
                <a:lnTo>
                  <a:pt x="8429" y="131608"/>
                </a:lnTo>
                <a:lnTo>
                  <a:pt x="11358" y="122901"/>
                </a:lnTo>
                <a:lnTo>
                  <a:pt x="14725" y="114393"/>
                </a:lnTo>
                <a:lnTo>
                  <a:pt x="18471" y="106083"/>
                </a:lnTo>
                <a:lnTo>
                  <a:pt x="22615" y="98013"/>
                </a:lnTo>
                <a:lnTo>
                  <a:pt x="27119" y="90163"/>
                </a:lnTo>
                <a:lnTo>
                  <a:pt x="31980" y="82571"/>
                </a:lnTo>
                <a:lnTo>
                  <a:pt x="37201" y="75219"/>
                </a:lnTo>
                <a:lnTo>
                  <a:pt x="42760" y="68145"/>
                </a:lnTo>
                <a:lnTo>
                  <a:pt x="48658" y="61350"/>
                </a:lnTo>
                <a:lnTo>
                  <a:pt x="54855" y="54855"/>
                </a:lnTo>
                <a:lnTo>
                  <a:pt x="61351" y="48658"/>
                </a:lnTo>
                <a:lnTo>
                  <a:pt x="68145" y="42760"/>
                </a:lnTo>
                <a:lnTo>
                  <a:pt x="75219" y="37221"/>
                </a:lnTo>
                <a:lnTo>
                  <a:pt x="82571" y="31980"/>
                </a:lnTo>
                <a:lnTo>
                  <a:pt x="90163" y="27119"/>
                </a:lnTo>
                <a:lnTo>
                  <a:pt x="98014" y="22615"/>
                </a:lnTo>
                <a:lnTo>
                  <a:pt x="106084" y="18471"/>
                </a:lnTo>
                <a:lnTo>
                  <a:pt x="114392" y="14725"/>
                </a:lnTo>
                <a:lnTo>
                  <a:pt x="122901" y="11357"/>
                </a:lnTo>
                <a:lnTo>
                  <a:pt x="131608" y="8428"/>
                </a:lnTo>
                <a:lnTo>
                  <a:pt x="140495" y="5898"/>
                </a:lnTo>
                <a:lnTo>
                  <a:pt x="149561" y="3805"/>
                </a:lnTo>
                <a:lnTo>
                  <a:pt x="158787" y="2152"/>
                </a:lnTo>
                <a:lnTo>
                  <a:pt x="168152" y="956"/>
                </a:lnTo>
                <a:lnTo>
                  <a:pt x="177656" y="239"/>
                </a:lnTo>
                <a:lnTo>
                  <a:pt x="187161" y="0"/>
                </a:lnTo>
                <a:lnTo>
                  <a:pt x="1631044" y="0"/>
                </a:lnTo>
                <a:lnTo>
                  <a:pt x="1640549" y="239"/>
                </a:lnTo>
                <a:lnTo>
                  <a:pt x="1650053" y="956"/>
                </a:lnTo>
                <a:lnTo>
                  <a:pt x="1659418" y="2152"/>
                </a:lnTo>
                <a:lnTo>
                  <a:pt x="1668643" y="3805"/>
                </a:lnTo>
                <a:lnTo>
                  <a:pt x="1677710" y="5898"/>
                </a:lnTo>
                <a:lnTo>
                  <a:pt x="1686597" y="8428"/>
                </a:lnTo>
                <a:lnTo>
                  <a:pt x="1695304" y="11357"/>
                </a:lnTo>
                <a:lnTo>
                  <a:pt x="1703812" y="14725"/>
                </a:lnTo>
                <a:lnTo>
                  <a:pt x="1712121" y="18471"/>
                </a:lnTo>
                <a:lnTo>
                  <a:pt x="1720191" y="22615"/>
                </a:lnTo>
                <a:lnTo>
                  <a:pt x="1728041" y="27119"/>
                </a:lnTo>
                <a:lnTo>
                  <a:pt x="1735633" y="31980"/>
                </a:lnTo>
                <a:lnTo>
                  <a:pt x="1742986" y="37221"/>
                </a:lnTo>
                <a:lnTo>
                  <a:pt x="1750059" y="42760"/>
                </a:lnTo>
                <a:lnTo>
                  <a:pt x="1756854" y="48658"/>
                </a:lnTo>
                <a:lnTo>
                  <a:pt x="1763350" y="54855"/>
                </a:lnTo>
                <a:lnTo>
                  <a:pt x="1769546" y="61350"/>
                </a:lnTo>
                <a:lnTo>
                  <a:pt x="1775444" y="68145"/>
                </a:lnTo>
                <a:lnTo>
                  <a:pt x="1781003" y="75219"/>
                </a:lnTo>
                <a:lnTo>
                  <a:pt x="1786224" y="82571"/>
                </a:lnTo>
                <a:lnTo>
                  <a:pt x="1791086" y="90163"/>
                </a:lnTo>
                <a:lnTo>
                  <a:pt x="1795589" y="98013"/>
                </a:lnTo>
                <a:lnTo>
                  <a:pt x="1799733" y="106083"/>
                </a:lnTo>
                <a:lnTo>
                  <a:pt x="1803479" y="114393"/>
                </a:lnTo>
                <a:lnTo>
                  <a:pt x="1806847" y="122901"/>
                </a:lnTo>
                <a:lnTo>
                  <a:pt x="1809776" y="131608"/>
                </a:lnTo>
                <a:lnTo>
                  <a:pt x="1812306" y="140495"/>
                </a:lnTo>
                <a:lnTo>
                  <a:pt x="1814399" y="149561"/>
                </a:lnTo>
                <a:lnTo>
                  <a:pt x="1816052" y="158786"/>
                </a:lnTo>
                <a:lnTo>
                  <a:pt x="1817248" y="168151"/>
                </a:lnTo>
                <a:lnTo>
                  <a:pt x="1817965" y="177656"/>
                </a:lnTo>
                <a:lnTo>
                  <a:pt x="1818204" y="187160"/>
                </a:lnTo>
                <a:lnTo>
                  <a:pt x="1818204" y="1729674"/>
                </a:lnTo>
                <a:lnTo>
                  <a:pt x="1817965" y="1739180"/>
                </a:lnTo>
                <a:lnTo>
                  <a:pt x="1817248" y="1748683"/>
                </a:lnTo>
                <a:lnTo>
                  <a:pt x="1816052" y="1758049"/>
                </a:lnTo>
                <a:lnTo>
                  <a:pt x="1814399" y="1767275"/>
                </a:lnTo>
                <a:lnTo>
                  <a:pt x="1812306" y="1776341"/>
                </a:lnTo>
                <a:lnTo>
                  <a:pt x="1809776" y="1785228"/>
                </a:lnTo>
                <a:lnTo>
                  <a:pt x="1806847" y="1793935"/>
                </a:lnTo>
                <a:lnTo>
                  <a:pt x="1803479" y="1802443"/>
                </a:lnTo>
                <a:lnTo>
                  <a:pt x="1799733" y="1810752"/>
                </a:lnTo>
                <a:lnTo>
                  <a:pt x="1795589" y="1818822"/>
                </a:lnTo>
                <a:lnTo>
                  <a:pt x="1791086" y="1826673"/>
                </a:lnTo>
                <a:lnTo>
                  <a:pt x="1786224" y="1834264"/>
                </a:lnTo>
                <a:lnTo>
                  <a:pt x="1781003" y="1841617"/>
                </a:lnTo>
                <a:lnTo>
                  <a:pt x="1775444" y="1848690"/>
                </a:lnTo>
                <a:lnTo>
                  <a:pt x="1769546" y="1855485"/>
                </a:lnTo>
                <a:lnTo>
                  <a:pt x="1763350" y="1861980"/>
                </a:lnTo>
                <a:lnTo>
                  <a:pt x="1756854" y="1868177"/>
                </a:lnTo>
                <a:lnTo>
                  <a:pt x="1750059" y="1874075"/>
                </a:lnTo>
                <a:lnTo>
                  <a:pt x="1742986" y="1879634"/>
                </a:lnTo>
                <a:lnTo>
                  <a:pt x="1735633" y="1884856"/>
                </a:lnTo>
                <a:lnTo>
                  <a:pt x="1728041" y="1889717"/>
                </a:lnTo>
                <a:lnTo>
                  <a:pt x="1720191" y="1894220"/>
                </a:lnTo>
                <a:lnTo>
                  <a:pt x="1712121" y="1898364"/>
                </a:lnTo>
                <a:lnTo>
                  <a:pt x="1703812" y="1902111"/>
                </a:lnTo>
                <a:lnTo>
                  <a:pt x="1695304" y="1905478"/>
                </a:lnTo>
                <a:lnTo>
                  <a:pt x="1686597" y="1908427"/>
                </a:lnTo>
                <a:lnTo>
                  <a:pt x="1677710" y="1910938"/>
                </a:lnTo>
                <a:lnTo>
                  <a:pt x="1668643" y="1913030"/>
                </a:lnTo>
                <a:lnTo>
                  <a:pt x="1659418" y="1914684"/>
                </a:lnTo>
                <a:lnTo>
                  <a:pt x="1650053" y="1915879"/>
                </a:lnTo>
                <a:lnTo>
                  <a:pt x="1640549" y="1916597"/>
                </a:lnTo>
                <a:lnTo>
                  <a:pt x="1631044" y="1916835"/>
                </a:lnTo>
                <a:lnTo>
                  <a:pt x="187161" y="1916835"/>
                </a:lnTo>
                <a:lnTo>
                  <a:pt x="177656" y="1916597"/>
                </a:lnTo>
                <a:lnTo>
                  <a:pt x="168152" y="1915879"/>
                </a:lnTo>
                <a:lnTo>
                  <a:pt x="158787" y="1914684"/>
                </a:lnTo>
                <a:lnTo>
                  <a:pt x="149561" y="1913030"/>
                </a:lnTo>
                <a:lnTo>
                  <a:pt x="140495" y="1910938"/>
                </a:lnTo>
                <a:lnTo>
                  <a:pt x="131608" y="1908427"/>
                </a:lnTo>
                <a:lnTo>
                  <a:pt x="122901" y="1905478"/>
                </a:lnTo>
                <a:lnTo>
                  <a:pt x="114392" y="1902111"/>
                </a:lnTo>
                <a:lnTo>
                  <a:pt x="106084" y="1898364"/>
                </a:lnTo>
                <a:lnTo>
                  <a:pt x="98014" y="1894220"/>
                </a:lnTo>
                <a:lnTo>
                  <a:pt x="90163" y="1889717"/>
                </a:lnTo>
                <a:lnTo>
                  <a:pt x="82571" y="1884856"/>
                </a:lnTo>
                <a:lnTo>
                  <a:pt x="75219" y="1879634"/>
                </a:lnTo>
                <a:lnTo>
                  <a:pt x="68145" y="1874075"/>
                </a:lnTo>
                <a:lnTo>
                  <a:pt x="61351" y="1868177"/>
                </a:lnTo>
                <a:lnTo>
                  <a:pt x="54855" y="1861980"/>
                </a:lnTo>
                <a:lnTo>
                  <a:pt x="48658" y="1855485"/>
                </a:lnTo>
                <a:lnTo>
                  <a:pt x="42760" y="1848690"/>
                </a:lnTo>
                <a:lnTo>
                  <a:pt x="37201" y="1841617"/>
                </a:lnTo>
                <a:lnTo>
                  <a:pt x="31980" y="1834264"/>
                </a:lnTo>
                <a:lnTo>
                  <a:pt x="27119" y="1826673"/>
                </a:lnTo>
                <a:lnTo>
                  <a:pt x="22615" y="1818822"/>
                </a:lnTo>
                <a:lnTo>
                  <a:pt x="18471" y="1810752"/>
                </a:lnTo>
                <a:lnTo>
                  <a:pt x="14725" y="1802443"/>
                </a:lnTo>
                <a:lnTo>
                  <a:pt x="11358" y="1793935"/>
                </a:lnTo>
                <a:lnTo>
                  <a:pt x="8429" y="1785228"/>
                </a:lnTo>
                <a:lnTo>
                  <a:pt x="5898" y="1776341"/>
                </a:lnTo>
                <a:lnTo>
                  <a:pt x="3806" y="1767275"/>
                </a:lnTo>
                <a:lnTo>
                  <a:pt x="2152" y="1758049"/>
                </a:lnTo>
                <a:lnTo>
                  <a:pt x="957" y="1748683"/>
                </a:lnTo>
                <a:lnTo>
                  <a:pt x="239" y="1739180"/>
                </a:lnTo>
                <a:lnTo>
                  <a:pt x="0" y="1729674"/>
                </a:lnTo>
                <a:lnTo>
                  <a:pt x="0" y="187160"/>
                </a:lnTo>
                <a:lnTo>
                  <a:pt x="239" y="177656"/>
                </a:lnTo>
                <a:moveTo>
                  <a:pt x="19926" y="187539"/>
                </a:moveTo>
                <a:lnTo>
                  <a:pt x="19926" y="187300"/>
                </a:lnTo>
                <a:lnTo>
                  <a:pt x="19926" y="1729535"/>
                </a:lnTo>
                <a:lnTo>
                  <a:pt x="19926" y="1729296"/>
                </a:lnTo>
                <a:lnTo>
                  <a:pt x="20145" y="1738422"/>
                </a:lnTo>
                <a:lnTo>
                  <a:pt x="20125" y="1737924"/>
                </a:lnTo>
                <a:lnTo>
                  <a:pt x="20822" y="1746911"/>
                </a:lnTo>
                <a:lnTo>
                  <a:pt x="20763" y="1746412"/>
                </a:lnTo>
                <a:lnTo>
                  <a:pt x="21898" y="1755299"/>
                </a:lnTo>
                <a:lnTo>
                  <a:pt x="21819" y="1754801"/>
                </a:lnTo>
                <a:lnTo>
                  <a:pt x="23373" y="1763528"/>
                </a:lnTo>
                <a:lnTo>
                  <a:pt x="23273" y="1763050"/>
                </a:lnTo>
                <a:lnTo>
                  <a:pt x="25246" y="1771618"/>
                </a:lnTo>
                <a:lnTo>
                  <a:pt x="25126" y="1771140"/>
                </a:lnTo>
                <a:lnTo>
                  <a:pt x="27517" y="1779548"/>
                </a:lnTo>
                <a:lnTo>
                  <a:pt x="27378" y="1779090"/>
                </a:lnTo>
                <a:lnTo>
                  <a:pt x="30168" y="1787319"/>
                </a:lnTo>
                <a:lnTo>
                  <a:pt x="29988" y="1786861"/>
                </a:lnTo>
                <a:lnTo>
                  <a:pt x="33176" y="1794911"/>
                </a:lnTo>
                <a:lnTo>
                  <a:pt x="32977" y="1794473"/>
                </a:lnTo>
                <a:lnTo>
                  <a:pt x="36523" y="1802324"/>
                </a:lnTo>
                <a:lnTo>
                  <a:pt x="36324" y="1801886"/>
                </a:lnTo>
                <a:lnTo>
                  <a:pt x="40230" y="1809536"/>
                </a:lnTo>
                <a:lnTo>
                  <a:pt x="40011" y="1809099"/>
                </a:lnTo>
                <a:lnTo>
                  <a:pt x="44275" y="1816530"/>
                </a:lnTo>
                <a:lnTo>
                  <a:pt x="44016" y="1816111"/>
                </a:lnTo>
                <a:lnTo>
                  <a:pt x="48638" y="1823306"/>
                </a:lnTo>
                <a:lnTo>
                  <a:pt x="48360" y="1822927"/>
                </a:lnTo>
                <a:lnTo>
                  <a:pt x="53321" y="1829860"/>
                </a:lnTo>
                <a:lnTo>
                  <a:pt x="53022" y="1829482"/>
                </a:lnTo>
                <a:lnTo>
                  <a:pt x="58282" y="1836177"/>
                </a:lnTo>
                <a:lnTo>
                  <a:pt x="57983" y="1835819"/>
                </a:lnTo>
                <a:lnTo>
                  <a:pt x="63563" y="1842255"/>
                </a:lnTo>
                <a:lnTo>
                  <a:pt x="63244" y="1841896"/>
                </a:lnTo>
                <a:lnTo>
                  <a:pt x="69122" y="1848053"/>
                </a:lnTo>
                <a:lnTo>
                  <a:pt x="68783" y="1847734"/>
                </a:lnTo>
                <a:lnTo>
                  <a:pt x="74940" y="1853592"/>
                </a:lnTo>
                <a:lnTo>
                  <a:pt x="74581" y="1853273"/>
                </a:lnTo>
                <a:lnTo>
                  <a:pt x="81017" y="1858852"/>
                </a:lnTo>
                <a:lnTo>
                  <a:pt x="80659" y="1858554"/>
                </a:lnTo>
                <a:lnTo>
                  <a:pt x="87354" y="1863814"/>
                </a:lnTo>
                <a:lnTo>
                  <a:pt x="86975" y="1863534"/>
                </a:lnTo>
                <a:lnTo>
                  <a:pt x="93909" y="1868476"/>
                </a:lnTo>
                <a:lnTo>
                  <a:pt x="93530" y="1868198"/>
                </a:lnTo>
                <a:lnTo>
                  <a:pt x="100724" y="1872820"/>
                </a:lnTo>
                <a:lnTo>
                  <a:pt x="100305" y="1872561"/>
                </a:lnTo>
                <a:lnTo>
                  <a:pt x="107737" y="1876825"/>
                </a:lnTo>
                <a:lnTo>
                  <a:pt x="107299" y="1876606"/>
                </a:lnTo>
                <a:lnTo>
                  <a:pt x="114950" y="1880511"/>
                </a:lnTo>
                <a:lnTo>
                  <a:pt x="114512" y="1880312"/>
                </a:lnTo>
                <a:lnTo>
                  <a:pt x="122363" y="1883858"/>
                </a:lnTo>
                <a:lnTo>
                  <a:pt x="121924" y="1883660"/>
                </a:lnTo>
                <a:lnTo>
                  <a:pt x="129974" y="1886847"/>
                </a:lnTo>
                <a:lnTo>
                  <a:pt x="129516" y="1886668"/>
                </a:lnTo>
                <a:lnTo>
                  <a:pt x="137745" y="1889458"/>
                </a:lnTo>
                <a:lnTo>
                  <a:pt x="137287" y="1889319"/>
                </a:lnTo>
                <a:lnTo>
                  <a:pt x="145695" y="1891710"/>
                </a:lnTo>
                <a:lnTo>
                  <a:pt x="145217" y="1891590"/>
                </a:lnTo>
                <a:lnTo>
                  <a:pt x="153785" y="1893563"/>
                </a:lnTo>
                <a:lnTo>
                  <a:pt x="153307" y="1893463"/>
                </a:lnTo>
                <a:lnTo>
                  <a:pt x="162035" y="1895017"/>
                </a:lnTo>
                <a:lnTo>
                  <a:pt x="161536" y="1894937"/>
                </a:lnTo>
                <a:lnTo>
                  <a:pt x="170423" y="1896074"/>
                </a:lnTo>
                <a:lnTo>
                  <a:pt x="169925" y="1896014"/>
                </a:lnTo>
                <a:lnTo>
                  <a:pt x="178912" y="1896711"/>
                </a:lnTo>
                <a:lnTo>
                  <a:pt x="178413" y="1896691"/>
                </a:lnTo>
                <a:lnTo>
                  <a:pt x="187539" y="1896910"/>
                </a:lnTo>
                <a:lnTo>
                  <a:pt x="187300" y="1896910"/>
                </a:lnTo>
                <a:lnTo>
                  <a:pt x="1630904" y="1896910"/>
                </a:lnTo>
                <a:lnTo>
                  <a:pt x="1630665" y="1896910"/>
                </a:lnTo>
                <a:lnTo>
                  <a:pt x="1639792" y="1896691"/>
                </a:lnTo>
                <a:lnTo>
                  <a:pt x="1639293" y="1896711"/>
                </a:lnTo>
                <a:lnTo>
                  <a:pt x="1648280" y="1896014"/>
                </a:lnTo>
                <a:lnTo>
                  <a:pt x="1647782" y="1896074"/>
                </a:lnTo>
                <a:lnTo>
                  <a:pt x="1656668" y="1894937"/>
                </a:lnTo>
                <a:lnTo>
                  <a:pt x="1656170" y="1895017"/>
                </a:lnTo>
                <a:lnTo>
                  <a:pt x="1664897" y="1893463"/>
                </a:lnTo>
                <a:lnTo>
                  <a:pt x="1664419" y="1893563"/>
                </a:lnTo>
                <a:lnTo>
                  <a:pt x="1672987" y="1891590"/>
                </a:lnTo>
                <a:lnTo>
                  <a:pt x="1672509" y="1891710"/>
                </a:lnTo>
                <a:lnTo>
                  <a:pt x="1680918" y="1889319"/>
                </a:lnTo>
                <a:lnTo>
                  <a:pt x="1680459" y="1889458"/>
                </a:lnTo>
                <a:lnTo>
                  <a:pt x="1688688" y="1886668"/>
                </a:lnTo>
                <a:lnTo>
                  <a:pt x="1688231" y="1886847"/>
                </a:lnTo>
                <a:lnTo>
                  <a:pt x="1696280" y="1883660"/>
                </a:lnTo>
                <a:lnTo>
                  <a:pt x="1695841" y="1883858"/>
                </a:lnTo>
                <a:lnTo>
                  <a:pt x="1703693" y="1880312"/>
                </a:lnTo>
                <a:lnTo>
                  <a:pt x="1703254" y="1880511"/>
                </a:lnTo>
                <a:lnTo>
                  <a:pt x="1710905" y="1876606"/>
                </a:lnTo>
                <a:lnTo>
                  <a:pt x="1710467" y="1876825"/>
                </a:lnTo>
                <a:lnTo>
                  <a:pt x="1717900" y="1872561"/>
                </a:lnTo>
                <a:lnTo>
                  <a:pt x="1717481" y="1872820"/>
                </a:lnTo>
                <a:lnTo>
                  <a:pt x="1724674" y="1868198"/>
                </a:lnTo>
                <a:lnTo>
                  <a:pt x="1724276" y="1868476"/>
                </a:lnTo>
                <a:lnTo>
                  <a:pt x="1731229" y="1863534"/>
                </a:lnTo>
                <a:lnTo>
                  <a:pt x="1730851" y="1863814"/>
                </a:lnTo>
                <a:lnTo>
                  <a:pt x="1737546" y="1858554"/>
                </a:lnTo>
                <a:lnTo>
                  <a:pt x="1737187" y="1858852"/>
                </a:lnTo>
                <a:lnTo>
                  <a:pt x="1743623" y="1853273"/>
                </a:lnTo>
                <a:lnTo>
                  <a:pt x="1743264" y="1853592"/>
                </a:lnTo>
                <a:lnTo>
                  <a:pt x="1749422" y="1847734"/>
                </a:lnTo>
                <a:lnTo>
                  <a:pt x="1749083" y="1848053"/>
                </a:lnTo>
                <a:lnTo>
                  <a:pt x="1754961" y="1841896"/>
                </a:lnTo>
                <a:lnTo>
                  <a:pt x="1754642" y="1842255"/>
                </a:lnTo>
                <a:lnTo>
                  <a:pt x="1760221" y="1835819"/>
                </a:lnTo>
                <a:lnTo>
                  <a:pt x="1759922" y="1836177"/>
                </a:lnTo>
                <a:lnTo>
                  <a:pt x="1765183" y="1829482"/>
                </a:lnTo>
                <a:lnTo>
                  <a:pt x="1764884" y="1829860"/>
                </a:lnTo>
                <a:lnTo>
                  <a:pt x="1769845" y="1822927"/>
                </a:lnTo>
                <a:lnTo>
                  <a:pt x="1769566" y="1823306"/>
                </a:lnTo>
                <a:lnTo>
                  <a:pt x="1774189" y="1816111"/>
                </a:lnTo>
                <a:lnTo>
                  <a:pt x="1773930" y="1816530"/>
                </a:lnTo>
                <a:lnTo>
                  <a:pt x="1778194" y="1809099"/>
                </a:lnTo>
                <a:lnTo>
                  <a:pt x="1777975" y="1809536"/>
                </a:lnTo>
                <a:lnTo>
                  <a:pt x="1781880" y="1801886"/>
                </a:lnTo>
                <a:lnTo>
                  <a:pt x="1781681" y="1802324"/>
                </a:lnTo>
                <a:lnTo>
                  <a:pt x="1785228" y="1794473"/>
                </a:lnTo>
                <a:lnTo>
                  <a:pt x="1785028" y="1794911"/>
                </a:lnTo>
                <a:lnTo>
                  <a:pt x="1788217" y="1786861"/>
                </a:lnTo>
                <a:lnTo>
                  <a:pt x="1788037" y="1787319"/>
                </a:lnTo>
                <a:lnTo>
                  <a:pt x="1790827" y="1779090"/>
                </a:lnTo>
                <a:lnTo>
                  <a:pt x="1790687" y="1779548"/>
                </a:lnTo>
                <a:lnTo>
                  <a:pt x="1793078" y="1771140"/>
                </a:lnTo>
                <a:lnTo>
                  <a:pt x="1792959" y="1771618"/>
                </a:lnTo>
                <a:lnTo>
                  <a:pt x="1794932" y="1763050"/>
                </a:lnTo>
                <a:lnTo>
                  <a:pt x="1794832" y="1763528"/>
                </a:lnTo>
                <a:lnTo>
                  <a:pt x="1796386" y="1754801"/>
                </a:lnTo>
                <a:lnTo>
                  <a:pt x="1796306" y="1755299"/>
                </a:lnTo>
                <a:lnTo>
                  <a:pt x="1797442" y="1746412"/>
                </a:lnTo>
                <a:lnTo>
                  <a:pt x="1797382" y="1746911"/>
                </a:lnTo>
                <a:lnTo>
                  <a:pt x="1798080" y="1737924"/>
                </a:lnTo>
                <a:lnTo>
                  <a:pt x="1798060" y="1738422"/>
                </a:lnTo>
                <a:lnTo>
                  <a:pt x="1798279" y="1729296"/>
                </a:lnTo>
                <a:lnTo>
                  <a:pt x="1798279" y="1729535"/>
                </a:lnTo>
                <a:lnTo>
                  <a:pt x="1798279" y="187300"/>
                </a:lnTo>
                <a:lnTo>
                  <a:pt x="1798279" y="187539"/>
                </a:lnTo>
                <a:lnTo>
                  <a:pt x="1798060" y="178413"/>
                </a:lnTo>
                <a:lnTo>
                  <a:pt x="1798080" y="178931"/>
                </a:lnTo>
                <a:lnTo>
                  <a:pt x="1797382" y="169925"/>
                </a:lnTo>
                <a:lnTo>
                  <a:pt x="1797442" y="170423"/>
                </a:lnTo>
                <a:lnTo>
                  <a:pt x="1796306" y="161536"/>
                </a:lnTo>
                <a:lnTo>
                  <a:pt x="1796386" y="162034"/>
                </a:lnTo>
                <a:lnTo>
                  <a:pt x="1794832" y="153307"/>
                </a:lnTo>
                <a:lnTo>
                  <a:pt x="1794932" y="153785"/>
                </a:lnTo>
                <a:lnTo>
                  <a:pt x="1792959" y="145217"/>
                </a:lnTo>
                <a:lnTo>
                  <a:pt x="1793078" y="145695"/>
                </a:lnTo>
                <a:lnTo>
                  <a:pt x="1790687" y="137287"/>
                </a:lnTo>
                <a:lnTo>
                  <a:pt x="1790827" y="137745"/>
                </a:lnTo>
                <a:lnTo>
                  <a:pt x="1788037" y="129516"/>
                </a:lnTo>
                <a:lnTo>
                  <a:pt x="1788217" y="129974"/>
                </a:lnTo>
                <a:lnTo>
                  <a:pt x="1785028" y="121924"/>
                </a:lnTo>
                <a:lnTo>
                  <a:pt x="1785228" y="122362"/>
                </a:lnTo>
                <a:lnTo>
                  <a:pt x="1781681" y="114512"/>
                </a:lnTo>
                <a:lnTo>
                  <a:pt x="1781880" y="114950"/>
                </a:lnTo>
                <a:lnTo>
                  <a:pt x="1777975" y="107299"/>
                </a:lnTo>
                <a:lnTo>
                  <a:pt x="1778194" y="107737"/>
                </a:lnTo>
                <a:lnTo>
                  <a:pt x="1773930" y="100305"/>
                </a:lnTo>
                <a:lnTo>
                  <a:pt x="1774189" y="100724"/>
                </a:lnTo>
                <a:lnTo>
                  <a:pt x="1769566" y="93531"/>
                </a:lnTo>
                <a:lnTo>
                  <a:pt x="1769845" y="93929"/>
                </a:lnTo>
                <a:lnTo>
                  <a:pt x="1764884" y="86975"/>
                </a:lnTo>
                <a:lnTo>
                  <a:pt x="1765183" y="87353"/>
                </a:lnTo>
                <a:lnTo>
                  <a:pt x="1759922" y="80658"/>
                </a:lnTo>
                <a:lnTo>
                  <a:pt x="1760221" y="81017"/>
                </a:lnTo>
                <a:lnTo>
                  <a:pt x="1754642" y="74581"/>
                </a:lnTo>
                <a:lnTo>
                  <a:pt x="1754961" y="74940"/>
                </a:lnTo>
                <a:lnTo>
                  <a:pt x="1749083" y="68783"/>
                </a:lnTo>
                <a:lnTo>
                  <a:pt x="1749422" y="69122"/>
                </a:lnTo>
                <a:lnTo>
                  <a:pt x="1743264" y="63243"/>
                </a:lnTo>
                <a:lnTo>
                  <a:pt x="1743623" y="63563"/>
                </a:lnTo>
                <a:lnTo>
                  <a:pt x="1737187" y="57983"/>
                </a:lnTo>
                <a:lnTo>
                  <a:pt x="1737546" y="58282"/>
                </a:lnTo>
                <a:lnTo>
                  <a:pt x="1730851" y="53022"/>
                </a:lnTo>
                <a:lnTo>
                  <a:pt x="1731229" y="53321"/>
                </a:lnTo>
                <a:lnTo>
                  <a:pt x="1724276" y="48359"/>
                </a:lnTo>
                <a:lnTo>
                  <a:pt x="1724674" y="48638"/>
                </a:lnTo>
                <a:lnTo>
                  <a:pt x="1717481" y="44015"/>
                </a:lnTo>
                <a:lnTo>
                  <a:pt x="1717900" y="44274"/>
                </a:lnTo>
                <a:lnTo>
                  <a:pt x="1710467" y="40010"/>
                </a:lnTo>
                <a:lnTo>
                  <a:pt x="1710905" y="40230"/>
                </a:lnTo>
                <a:lnTo>
                  <a:pt x="1703254" y="36324"/>
                </a:lnTo>
                <a:lnTo>
                  <a:pt x="1703693" y="36523"/>
                </a:lnTo>
                <a:lnTo>
                  <a:pt x="1695841" y="32977"/>
                </a:lnTo>
                <a:lnTo>
                  <a:pt x="1696280" y="33176"/>
                </a:lnTo>
                <a:lnTo>
                  <a:pt x="1688231" y="29987"/>
                </a:lnTo>
                <a:lnTo>
                  <a:pt x="1688688" y="30167"/>
                </a:lnTo>
                <a:lnTo>
                  <a:pt x="1680459" y="27378"/>
                </a:lnTo>
                <a:lnTo>
                  <a:pt x="1680918" y="27517"/>
                </a:lnTo>
                <a:lnTo>
                  <a:pt x="1672509" y="25126"/>
                </a:lnTo>
                <a:lnTo>
                  <a:pt x="1672987" y="25246"/>
                </a:lnTo>
                <a:lnTo>
                  <a:pt x="1664419" y="23273"/>
                </a:lnTo>
                <a:lnTo>
                  <a:pt x="1664897" y="23372"/>
                </a:lnTo>
                <a:lnTo>
                  <a:pt x="1656170" y="21819"/>
                </a:lnTo>
                <a:lnTo>
                  <a:pt x="1656668" y="21898"/>
                </a:lnTo>
                <a:lnTo>
                  <a:pt x="1647782" y="20762"/>
                </a:lnTo>
                <a:lnTo>
                  <a:pt x="1648280" y="20822"/>
                </a:lnTo>
                <a:lnTo>
                  <a:pt x="1639293" y="20124"/>
                </a:lnTo>
                <a:lnTo>
                  <a:pt x="1639792" y="20144"/>
                </a:lnTo>
                <a:lnTo>
                  <a:pt x="1630665" y="19926"/>
                </a:lnTo>
                <a:lnTo>
                  <a:pt x="1630904" y="19926"/>
                </a:lnTo>
                <a:lnTo>
                  <a:pt x="187300" y="19926"/>
                </a:lnTo>
                <a:lnTo>
                  <a:pt x="187539" y="19926"/>
                </a:lnTo>
                <a:lnTo>
                  <a:pt x="178413" y="20144"/>
                </a:lnTo>
                <a:lnTo>
                  <a:pt x="178912" y="20124"/>
                </a:lnTo>
                <a:lnTo>
                  <a:pt x="169925" y="20822"/>
                </a:lnTo>
                <a:lnTo>
                  <a:pt x="170423" y="20762"/>
                </a:lnTo>
                <a:lnTo>
                  <a:pt x="161536" y="21898"/>
                </a:lnTo>
                <a:lnTo>
                  <a:pt x="162035" y="21819"/>
                </a:lnTo>
                <a:lnTo>
                  <a:pt x="153307" y="23372"/>
                </a:lnTo>
                <a:lnTo>
                  <a:pt x="153785" y="23273"/>
                </a:lnTo>
                <a:lnTo>
                  <a:pt x="145217" y="25246"/>
                </a:lnTo>
                <a:lnTo>
                  <a:pt x="145695" y="25126"/>
                </a:lnTo>
                <a:lnTo>
                  <a:pt x="137287" y="27517"/>
                </a:lnTo>
                <a:lnTo>
                  <a:pt x="137745" y="27378"/>
                </a:lnTo>
                <a:lnTo>
                  <a:pt x="129516" y="30167"/>
                </a:lnTo>
                <a:lnTo>
                  <a:pt x="129974" y="29987"/>
                </a:lnTo>
                <a:lnTo>
                  <a:pt x="121924" y="33176"/>
                </a:lnTo>
                <a:lnTo>
                  <a:pt x="122363" y="32977"/>
                </a:lnTo>
                <a:lnTo>
                  <a:pt x="114512" y="36523"/>
                </a:lnTo>
                <a:lnTo>
                  <a:pt x="114950" y="36324"/>
                </a:lnTo>
                <a:lnTo>
                  <a:pt x="107299" y="40230"/>
                </a:lnTo>
                <a:lnTo>
                  <a:pt x="107737" y="40010"/>
                </a:lnTo>
                <a:lnTo>
                  <a:pt x="100305" y="44274"/>
                </a:lnTo>
                <a:lnTo>
                  <a:pt x="100724" y="44015"/>
                </a:lnTo>
                <a:lnTo>
                  <a:pt x="93530" y="48638"/>
                </a:lnTo>
                <a:lnTo>
                  <a:pt x="93909" y="48359"/>
                </a:lnTo>
                <a:lnTo>
                  <a:pt x="86975" y="53321"/>
                </a:lnTo>
                <a:lnTo>
                  <a:pt x="87354" y="53022"/>
                </a:lnTo>
                <a:lnTo>
                  <a:pt x="80659" y="58282"/>
                </a:lnTo>
                <a:lnTo>
                  <a:pt x="81017" y="57983"/>
                </a:lnTo>
                <a:lnTo>
                  <a:pt x="74581" y="63563"/>
                </a:lnTo>
                <a:lnTo>
                  <a:pt x="74940" y="63243"/>
                </a:lnTo>
                <a:lnTo>
                  <a:pt x="68783" y="69122"/>
                </a:lnTo>
                <a:lnTo>
                  <a:pt x="69122" y="68783"/>
                </a:lnTo>
                <a:lnTo>
                  <a:pt x="63244" y="74940"/>
                </a:lnTo>
                <a:lnTo>
                  <a:pt x="63563" y="74581"/>
                </a:lnTo>
                <a:lnTo>
                  <a:pt x="57983" y="81017"/>
                </a:lnTo>
                <a:lnTo>
                  <a:pt x="58282" y="80658"/>
                </a:lnTo>
                <a:lnTo>
                  <a:pt x="53022" y="87353"/>
                </a:lnTo>
                <a:lnTo>
                  <a:pt x="53321" y="86975"/>
                </a:lnTo>
                <a:lnTo>
                  <a:pt x="48360" y="93929"/>
                </a:lnTo>
                <a:lnTo>
                  <a:pt x="48638" y="93531"/>
                </a:lnTo>
                <a:lnTo>
                  <a:pt x="44016" y="100724"/>
                </a:lnTo>
                <a:lnTo>
                  <a:pt x="44275" y="100305"/>
                </a:lnTo>
                <a:lnTo>
                  <a:pt x="40011" y="107737"/>
                </a:lnTo>
                <a:lnTo>
                  <a:pt x="40230" y="107299"/>
                </a:lnTo>
                <a:lnTo>
                  <a:pt x="36324" y="114950"/>
                </a:lnTo>
                <a:lnTo>
                  <a:pt x="36523" y="114512"/>
                </a:lnTo>
                <a:lnTo>
                  <a:pt x="32977" y="122362"/>
                </a:lnTo>
                <a:lnTo>
                  <a:pt x="33176" y="121924"/>
                </a:lnTo>
                <a:lnTo>
                  <a:pt x="29988" y="129974"/>
                </a:lnTo>
                <a:lnTo>
                  <a:pt x="30168" y="129516"/>
                </a:lnTo>
                <a:lnTo>
                  <a:pt x="27378" y="137745"/>
                </a:lnTo>
                <a:lnTo>
                  <a:pt x="27517" y="137287"/>
                </a:lnTo>
                <a:lnTo>
                  <a:pt x="25126" y="145695"/>
                </a:lnTo>
                <a:lnTo>
                  <a:pt x="25246" y="145217"/>
                </a:lnTo>
                <a:lnTo>
                  <a:pt x="23273" y="153785"/>
                </a:lnTo>
                <a:lnTo>
                  <a:pt x="23373" y="153307"/>
                </a:lnTo>
                <a:lnTo>
                  <a:pt x="21819" y="162034"/>
                </a:lnTo>
                <a:lnTo>
                  <a:pt x="21898" y="161536"/>
                </a:lnTo>
                <a:lnTo>
                  <a:pt x="20763" y="170423"/>
                </a:lnTo>
                <a:lnTo>
                  <a:pt x="20822" y="169925"/>
                </a:lnTo>
                <a:lnTo>
                  <a:pt x="20125" y="178931"/>
                </a:lnTo>
                <a:lnTo>
                  <a:pt x="20145" y="178413"/>
                </a:lnTo>
                <a:lnTo>
                  <a:pt x="19926" y="18753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24">
            <a:extLst xmlns:a="http://schemas.openxmlformats.org/drawingml/2006/main">
              <a:ext uri="{FF2B5EF4-FFF2-40B4-BE49-F238E27FC236}">
                <a16:creationId xmlns:a16="http://schemas.microsoft.com/office/drawing/2014/main" id="{3DA730F7-7116-4799-8E0F-EF17C66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61" y="5738945"/>
            <a:ext cx="1542276" cy="22914"/>
          </a:xfrm>
          <a:custGeom xmlns:a="http://schemas.openxmlformats.org/drawingml/2006/main">
            <a:pathLst>
              <a:path w="1542276" h="22914">
                <a:moveTo>
                  <a:pt x="40" y="0"/>
                </a:moveTo>
                <a:lnTo>
                  <a:pt x="59817" y="119"/>
                </a:lnTo>
                <a:lnTo>
                  <a:pt x="59777" y="20045"/>
                </a:lnTo>
                <a:lnTo>
                  <a:pt x="0" y="19926"/>
                </a:lnTo>
                <a:lnTo>
                  <a:pt x="40" y="0"/>
                </a:lnTo>
                <a:moveTo>
                  <a:pt x="79742" y="159"/>
                </a:moveTo>
                <a:lnTo>
                  <a:pt x="139519" y="279"/>
                </a:lnTo>
                <a:lnTo>
                  <a:pt x="139479" y="20205"/>
                </a:lnTo>
                <a:lnTo>
                  <a:pt x="79702" y="20085"/>
                </a:lnTo>
                <a:lnTo>
                  <a:pt x="79742" y="159"/>
                </a:lnTo>
                <a:moveTo>
                  <a:pt x="159444" y="319"/>
                </a:moveTo>
                <a:lnTo>
                  <a:pt x="219220" y="419"/>
                </a:lnTo>
                <a:lnTo>
                  <a:pt x="219181" y="20344"/>
                </a:lnTo>
                <a:lnTo>
                  <a:pt x="159404" y="20244"/>
                </a:lnTo>
                <a:lnTo>
                  <a:pt x="159444" y="319"/>
                </a:lnTo>
                <a:moveTo>
                  <a:pt x="239146" y="458"/>
                </a:moveTo>
                <a:lnTo>
                  <a:pt x="298923" y="578"/>
                </a:lnTo>
                <a:lnTo>
                  <a:pt x="298883" y="20503"/>
                </a:lnTo>
                <a:lnTo>
                  <a:pt x="239107" y="20384"/>
                </a:lnTo>
                <a:lnTo>
                  <a:pt x="239146" y="458"/>
                </a:lnTo>
                <a:moveTo>
                  <a:pt x="318848" y="618"/>
                </a:moveTo>
                <a:lnTo>
                  <a:pt x="378625" y="737"/>
                </a:lnTo>
                <a:lnTo>
                  <a:pt x="378585" y="20663"/>
                </a:lnTo>
                <a:lnTo>
                  <a:pt x="318808" y="20544"/>
                </a:lnTo>
                <a:lnTo>
                  <a:pt x="318848" y="618"/>
                </a:lnTo>
                <a:moveTo>
                  <a:pt x="398551" y="777"/>
                </a:moveTo>
                <a:lnTo>
                  <a:pt x="458327" y="896"/>
                </a:lnTo>
                <a:lnTo>
                  <a:pt x="458287" y="20822"/>
                </a:lnTo>
                <a:lnTo>
                  <a:pt x="398511" y="20703"/>
                </a:lnTo>
                <a:lnTo>
                  <a:pt x="398551" y="777"/>
                </a:lnTo>
                <a:moveTo>
                  <a:pt x="478252" y="936"/>
                </a:moveTo>
                <a:lnTo>
                  <a:pt x="538029" y="1036"/>
                </a:lnTo>
                <a:lnTo>
                  <a:pt x="537989" y="20962"/>
                </a:lnTo>
                <a:lnTo>
                  <a:pt x="478212" y="20862"/>
                </a:lnTo>
                <a:lnTo>
                  <a:pt x="478252" y="936"/>
                </a:lnTo>
                <a:moveTo>
                  <a:pt x="557955" y="1076"/>
                </a:moveTo>
                <a:lnTo>
                  <a:pt x="617731" y="1195"/>
                </a:lnTo>
                <a:lnTo>
                  <a:pt x="617692" y="21121"/>
                </a:lnTo>
                <a:lnTo>
                  <a:pt x="557915" y="21001"/>
                </a:lnTo>
                <a:lnTo>
                  <a:pt x="557955" y="1076"/>
                </a:lnTo>
                <a:moveTo>
                  <a:pt x="637657" y="1235"/>
                </a:moveTo>
                <a:lnTo>
                  <a:pt x="697433" y="1355"/>
                </a:lnTo>
                <a:lnTo>
                  <a:pt x="697393" y="21281"/>
                </a:lnTo>
                <a:lnTo>
                  <a:pt x="637617" y="21160"/>
                </a:lnTo>
                <a:lnTo>
                  <a:pt x="637657" y="1235"/>
                </a:lnTo>
                <a:moveTo>
                  <a:pt x="717359" y="1395"/>
                </a:moveTo>
                <a:lnTo>
                  <a:pt x="777136" y="1514"/>
                </a:lnTo>
                <a:lnTo>
                  <a:pt x="777096" y="21440"/>
                </a:lnTo>
                <a:lnTo>
                  <a:pt x="717319" y="21320"/>
                </a:lnTo>
                <a:lnTo>
                  <a:pt x="717359" y="1395"/>
                </a:lnTo>
                <a:moveTo>
                  <a:pt x="797061" y="1554"/>
                </a:moveTo>
                <a:lnTo>
                  <a:pt x="856837" y="1654"/>
                </a:lnTo>
                <a:lnTo>
                  <a:pt x="856797" y="21580"/>
                </a:lnTo>
                <a:lnTo>
                  <a:pt x="797021" y="21480"/>
                </a:lnTo>
                <a:lnTo>
                  <a:pt x="797061" y="1554"/>
                </a:lnTo>
                <a:moveTo>
                  <a:pt x="876763" y="1694"/>
                </a:moveTo>
                <a:lnTo>
                  <a:pt x="936540" y="1813"/>
                </a:lnTo>
                <a:lnTo>
                  <a:pt x="936500" y="21739"/>
                </a:lnTo>
                <a:lnTo>
                  <a:pt x="876723" y="21619"/>
                </a:lnTo>
                <a:lnTo>
                  <a:pt x="876763" y="1694"/>
                </a:lnTo>
                <a:moveTo>
                  <a:pt x="956465" y="1853"/>
                </a:moveTo>
                <a:lnTo>
                  <a:pt x="1016242" y="1973"/>
                </a:lnTo>
                <a:lnTo>
                  <a:pt x="1016202" y="21898"/>
                </a:lnTo>
                <a:lnTo>
                  <a:pt x="956425" y="21778"/>
                </a:lnTo>
                <a:lnTo>
                  <a:pt x="956465" y="1853"/>
                </a:lnTo>
                <a:moveTo>
                  <a:pt x="1036167" y="2012"/>
                </a:moveTo>
                <a:lnTo>
                  <a:pt x="1095944" y="2132"/>
                </a:lnTo>
                <a:lnTo>
                  <a:pt x="1095904" y="22057"/>
                </a:lnTo>
                <a:lnTo>
                  <a:pt x="1036127" y="21938"/>
                </a:lnTo>
                <a:lnTo>
                  <a:pt x="1036167" y="2012"/>
                </a:lnTo>
                <a:moveTo>
                  <a:pt x="1115869" y="2172"/>
                </a:moveTo>
                <a:lnTo>
                  <a:pt x="1175646" y="2271"/>
                </a:lnTo>
                <a:lnTo>
                  <a:pt x="1175606" y="22197"/>
                </a:lnTo>
                <a:lnTo>
                  <a:pt x="1115829" y="22098"/>
                </a:lnTo>
                <a:lnTo>
                  <a:pt x="1115869" y="2172"/>
                </a:lnTo>
                <a:moveTo>
                  <a:pt x="1195571" y="2311"/>
                </a:moveTo>
                <a:lnTo>
                  <a:pt x="1255348" y="2430"/>
                </a:lnTo>
                <a:lnTo>
                  <a:pt x="1255308" y="22356"/>
                </a:lnTo>
                <a:lnTo>
                  <a:pt x="1195531" y="22237"/>
                </a:lnTo>
                <a:lnTo>
                  <a:pt x="1195571" y="2311"/>
                </a:lnTo>
                <a:moveTo>
                  <a:pt x="1275273" y="2471"/>
                </a:moveTo>
                <a:lnTo>
                  <a:pt x="1335050" y="2590"/>
                </a:lnTo>
                <a:lnTo>
                  <a:pt x="1335011" y="22516"/>
                </a:lnTo>
                <a:lnTo>
                  <a:pt x="1275234" y="22396"/>
                </a:lnTo>
                <a:lnTo>
                  <a:pt x="1275273" y="2471"/>
                </a:lnTo>
                <a:moveTo>
                  <a:pt x="1354976" y="2630"/>
                </a:moveTo>
                <a:lnTo>
                  <a:pt x="1414752" y="2750"/>
                </a:lnTo>
                <a:lnTo>
                  <a:pt x="1414713" y="22675"/>
                </a:lnTo>
                <a:lnTo>
                  <a:pt x="1354936" y="22555"/>
                </a:lnTo>
                <a:lnTo>
                  <a:pt x="1354976" y="2630"/>
                </a:lnTo>
                <a:moveTo>
                  <a:pt x="1434678" y="2789"/>
                </a:moveTo>
                <a:lnTo>
                  <a:pt x="1494454" y="2889"/>
                </a:lnTo>
                <a:lnTo>
                  <a:pt x="1494415" y="22814"/>
                </a:lnTo>
                <a:lnTo>
                  <a:pt x="1434638" y="22715"/>
                </a:lnTo>
                <a:lnTo>
                  <a:pt x="1434678" y="2789"/>
                </a:lnTo>
                <a:moveTo>
                  <a:pt x="1514380" y="2929"/>
                </a:moveTo>
                <a:lnTo>
                  <a:pt x="1542276" y="2989"/>
                </a:lnTo>
                <a:lnTo>
                  <a:pt x="1542236" y="22914"/>
                </a:lnTo>
                <a:lnTo>
                  <a:pt x="1514340" y="22855"/>
                </a:lnTo>
                <a:lnTo>
                  <a:pt x="1514380" y="2929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E83FDF7-D6C2-4C90-AF3F-F430A0C360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32caaacfe49e7"/>
          <a:stretch xmlns:a="http://schemas.openxmlformats.org/drawingml/2006/main"/>
        </p:blipFill>
        <p:spPr>
          <a:xfrm xmlns:a="http://schemas.openxmlformats.org/drawingml/2006/main">
            <a:off x="3030321" y="4941924"/>
            <a:ext cx="592984" cy="592984"/>
          </a:xfrm>
          <a:prstGeom xmlns:a="http://schemas.openxmlformats.org/drawingml/2006/main" prst="rect">
            <a:avLst/>
          </a:prstGeom>
        </p:spPr>
      </p:pic>
      <p:sp>
        <p:nvSpPr>
          <p:cNvPr id="197" name="text-126 InternLM-">
            <a:extLst xmlns:a="http://schemas.openxmlformats.org/drawingml/2006/main">
              <a:ext uri="{FF2B5EF4-FFF2-40B4-BE49-F238E27FC236}">
                <a16:creationId xmlns:a16="http://schemas.microsoft.com/office/drawing/2014/main" id="{A4022999-7F56-4276-8010-94D15F06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20" y="5614321"/>
            <a:ext cx="1021084" cy="279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InternLM-</a:t>
            </a:r>
          </a:p>
        </p:txBody>
      </p:sp>
      <p:sp>
        <p:nvSpPr>
          <p:cNvPr id="198" name="text-127 Chat-20B">
            <a:extLst xmlns:a="http://schemas.openxmlformats.org/drawingml/2006/main">
              <a:ext uri="{FF2B5EF4-FFF2-40B4-BE49-F238E27FC236}">
                <a16:creationId xmlns:a16="http://schemas.microsoft.com/office/drawing/2014/main" id="{7655B019-809E-4EBF-9EB1-8D6C37BC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926" y="5853645"/>
            <a:ext cx="917990" cy="278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Chat-20B</a:t>
            </a:r>
          </a:p>
        </p:txBody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D9A4E7B-C3EE-467B-9765-9A3191E22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3815e7b5446d1"/>
          <a:stretch xmlns:a="http://schemas.openxmlformats.org/drawingml/2006/main"/>
        </p:blipFill>
        <p:spPr>
          <a:xfrm xmlns:a="http://schemas.openxmlformats.org/drawingml/2006/main">
            <a:off x="341571" y="8267494"/>
            <a:ext cx="409469" cy="409469"/>
          </a:xfrm>
          <a:prstGeom xmlns:a="http://schemas.openxmlformats.org/drawingml/2006/main" prst="rect">
            <a:avLst/>
          </a:prstGeom>
        </p:spPr>
      </p:pic>
      <p:sp>
        <p:nvSpPr>
          <p:cNvPr id="200" name="path-129">
            <a:extLst xmlns:a="http://schemas.openxmlformats.org/drawingml/2006/main">
              <a:ext uri="{FF2B5EF4-FFF2-40B4-BE49-F238E27FC236}">
                <a16:creationId xmlns:a16="http://schemas.microsoft.com/office/drawing/2014/main" id="{EE244821-CE27-4816-8B4F-5AD10A87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223" y="5157119"/>
            <a:ext cx="1374861" cy="509296"/>
          </a:xfrm>
          <a:custGeom xmlns:a="http://schemas.openxmlformats.org/drawingml/2006/main">
            <a:pathLst>
              <a:path w="1374861" h="509296">
                <a:moveTo>
                  <a:pt x="0" y="0"/>
                </a:moveTo>
                <a:lnTo>
                  <a:pt x="0" y="509296"/>
                </a:lnTo>
                <a:lnTo>
                  <a:pt x="1374861" y="509296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30">
            <a:extLst xmlns:a="http://schemas.openxmlformats.org/drawingml/2006/main">
              <a:ext uri="{FF2B5EF4-FFF2-40B4-BE49-F238E27FC236}">
                <a16:creationId xmlns:a16="http://schemas.microsoft.com/office/drawing/2014/main" id="{638A6C50-8BF7-4EB3-87D9-5E4B2FB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658" y="5148153"/>
            <a:ext cx="1394787" cy="527029"/>
          </a:xfrm>
          <a:custGeom xmlns:a="http://schemas.openxmlformats.org/drawingml/2006/main">
            <a:pathLst>
              <a:path w="1394787" h="527029">
                <a:moveTo>
                  <a:pt x="1394787" y="0"/>
                </a:moveTo>
                <a:lnTo>
                  <a:pt x="1394787" y="527029"/>
                </a:lnTo>
                <a:lnTo>
                  <a:pt x="0" y="527029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517067"/>
                </a:lnTo>
                <a:lnTo>
                  <a:pt x="9963" y="507104"/>
                </a:lnTo>
                <a:lnTo>
                  <a:pt x="1384824" y="507104"/>
                </a:lnTo>
                <a:lnTo>
                  <a:pt x="1374862" y="517067"/>
                </a:lnTo>
                <a:lnTo>
                  <a:pt x="1374862" y="9963"/>
                </a:lnTo>
                <a:lnTo>
                  <a:pt x="138482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text-131 Single">
            <a:extLst xmlns:a="http://schemas.openxmlformats.org/drawingml/2006/main">
              <a:ext uri="{FF2B5EF4-FFF2-40B4-BE49-F238E27FC236}">
                <a16:creationId xmlns:a16="http://schemas.microsoft.com/office/drawing/2014/main" id="{188B2943-7EC5-45C2-82D6-6CA88221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8130" y="5176998"/>
            <a:ext cx="603774" cy="27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203" name="text-131 Item">
            <a:extLst xmlns:a="http://schemas.openxmlformats.org/drawingml/2006/main">
              <a:ext uri="{FF2B5EF4-FFF2-40B4-BE49-F238E27FC236}">
                <a16:creationId xmlns:a16="http://schemas.microsoft.com/office/drawing/2014/main" id="{243E1724-92DF-4074-8669-FCB5F05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780" y="5177396"/>
            <a:ext cx="501656" cy="27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sp>
        <p:nvSpPr>
          <p:cNvPr id="204" name="text-132 &amp;">
            <a:extLst xmlns:a="http://schemas.openxmlformats.org/drawingml/2006/main">
              <a:ext uri="{FF2B5EF4-FFF2-40B4-BE49-F238E27FC236}">
                <a16:creationId xmlns:a16="http://schemas.microsoft.com/office/drawing/2014/main" id="{218FDC0A-0699-4377-BDCD-16678F6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5028" y="5417163"/>
            <a:ext cx="165404" cy="27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05" name="text-132 Summaty">
            <a:extLst xmlns:a="http://schemas.openxmlformats.org/drawingml/2006/main">
              <a:ext uri="{FF2B5EF4-FFF2-40B4-BE49-F238E27FC236}">
                <a16:creationId xmlns:a16="http://schemas.microsoft.com/office/drawing/2014/main" id="{E9A20CF7-7A0C-44A1-B777-E3CBD86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317" y="5416486"/>
            <a:ext cx="885213" cy="278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Summaty</a:t>
            </a:r>
          </a:p>
        </p:txBody>
      </p:sp>
      <p:sp>
        <p:nvSpPr>
          <p:cNvPr id="206" name="path-133">
            <a:extLst xmlns:a="http://schemas.openxmlformats.org/drawingml/2006/main">
              <a:ext uri="{FF2B5EF4-FFF2-40B4-BE49-F238E27FC236}">
                <a16:creationId xmlns:a16="http://schemas.microsoft.com/office/drawing/2014/main" id="{CA77687C-2651-4FAC-959C-77C437DD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223" y="6087243"/>
            <a:ext cx="1374861" cy="535599"/>
          </a:xfrm>
          <a:custGeom xmlns:a="http://schemas.openxmlformats.org/drawingml/2006/main">
            <a:pathLst>
              <a:path w="1374861" h="535599">
                <a:moveTo>
                  <a:pt x="0" y="0"/>
                </a:moveTo>
                <a:lnTo>
                  <a:pt x="0" y="535599"/>
                </a:lnTo>
                <a:lnTo>
                  <a:pt x="1374861" y="535599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34">
            <a:extLst xmlns:a="http://schemas.openxmlformats.org/drawingml/2006/main">
              <a:ext uri="{FF2B5EF4-FFF2-40B4-BE49-F238E27FC236}">
                <a16:creationId xmlns:a16="http://schemas.microsoft.com/office/drawing/2014/main" id="{EBAAC635-4DEA-4C09-B524-7ABB9245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658" y="6077679"/>
            <a:ext cx="1394787" cy="554926"/>
          </a:xfrm>
          <a:custGeom xmlns:a="http://schemas.openxmlformats.org/drawingml/2006/main">
            <a:pathLst>
              <a:path w="1394787" h="554926">
                <a:moveTo>
                  <a:pt x="1394787" y="0"/>
                </a:moveTo>
                <a:lnTo>
                  <a:pt x="1394787" y="554926"/>
                </a:lnTo>
                <a:lnTo>
                  <a:pt x="0" y="554926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544963"/>
                </a:lnTo>
                <a:lnTo>
                  <a:pt x="9963" y="535000"/>
                </a:lnTo>
                <a:lnTo>
                  <a:pt x="1384824" y="535000"/>
                </a:lnTo>
                <a:lnTo>
                  <a:pt x="1374862" y="544963"/>
                </a:lnTo>
                <a:lnTo>
                  <a:pt x="1374862" y="9963"/>
                </a:lnTo>
                <a:lnTo>
                  <a:pt x="1384824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text-135 Multi">
            <a:extLst xmlns:a="http://schemas.openxmlformats.org/drawingml/2006/main">
              <a:ext uri="{FF2B5EF4-FFF2-40B4-BE49-F238E27FC236}">
                <a16:creationId xmlns:a16="http://schemas.microsoft.com/office/drawing/2014/main" id="{EF683F65-B796-43E4-8B0C-4D904EEB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7207" y="6127429"/>
            <a:ext cx="519844" cy="279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209" name="text-135 Items">
            <a:extLst xmlns:a="http://schemas.openxmlformats.org/drawingml/2006/main">
              <a:ext uri="{FF2B5EF4-FFF2-40B4-BE49-F238E27FC236}">
                <a16:creationId xmlns:a16="http://schemas.microsoft.com/office/drawing/2014/main" id="{BC35D09F-AE6A-4857-8439-74D2F41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1174" y="6127802"/>
            <a:ext cx="598584" cy="27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210" name="text-136 &amp;">
            <a:extLst xmlns:a="http://schemas.openxmlformats.org/drawingml/2006/main">
              <a:ext uri="{FF2B5EF4-FFF2-40B4-BE49-F238E27FC236}">
                <a16:creationId xmlns:a16="http://schemas.microsoft.com/office/drawing/2014/main" id="{BFAF43EF-B3E4-4F9D-B5B4-DC789A12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088" y="6367612"/>
            <a:ext cx="165404" cy="27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11" name="text-136 Summary">
            <a:extLst xmlns:a="http://schemas.openxmlformats.org/drawingml/2006/main">
              <a:ext uri="{FF2B5EF4-FFF2-40B4-BE49-F238E27FC236}">
                <a16:creationId xmlns:a16="http://schemas.microsoft.com/office/drawing/2014/main" id="{38F2CB08-C599-42BC-B5AF-AC34D755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9376" y="6366893"/>
            <a:ext cx="887213" cy="27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Summary</a:t>
            </a:r>
          </a:p>
        </p:txBody>
      </p:sp>
      <p:sp>
        <p:nvSpPr>
          <p:cNvPr id="212" name="path-137">
            <a:extLst xmlns:a="http://schemas.openxmlformats.org/drawingml/2006/main">
              <a:ext uri="{FF2B5EF4-FFF2-40B4-BE49-F238E27FC236}">
                <a16:creationId xmlns:a16="http://schemas.microsoft.com/office/drawing/2014/main" id="{16DC07FE-A4A4-4F38-8363-E2E3B59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511" y="4789493"/>
            <a:ext cx="1818205" cy="1917833"/>
          </a:xfrm>
          <a:custGeom xmlns:a="http://schemas.openxmlformats.org/drawingml/2006/main">
            <a:pathLst>
              <a:path w="1818205" h="1917833">
                <a:moveTo>
                  <a:pt x="240" y="177656"/>
                </a:moveTo>
                <a:lnTo>
                  <a:pt x="956" y="168151"/>
                </a:lnTo>
                <a:lnTo>
                  <a:pt x="2152" y="158786"/>
                </a:lnTo>
                <a:lnTo>
                  <a:pt x="3806" y="149561"/>
                </a:lnTo>
                <a:lnTo>
                  <a:pt x="5898" y="140495"/>
                </a:lnTo>
                <a:lnTo>
                  <a:pt x="8429" y="131608"/>
                </a:lnTo>
                <a:lnTo>
                  <a:pt x="11358" y="122901"/>
                </a:lnTo>
                <a:lnTo>
                  <a:pt x="14725" y="114393"/>
                </a:lnTo>
                <a:lnTo>
                  <a:pt x="18471" y="106083"/>
                </a:lnTo>
                <a:lnTo>
                  <a:pt x="22616" y="98013"/>
                </a:lnTo>
                <a:lnTo>
                  <a:pt x="27119" y="90163"/>
                </a:lnTo>
                <a:lnTo>
                  <a:pt x="31981" y="82571"/>
                </a:lnTo>
                <a:lnTo>
                  <a:pt x="37201" y="75219"/>
                </a:lnTo>
                <a:lnTo>
                  <a:pt x="42761" y="68145"/>
                </a:lnTo>
                <a:lnTo>
                  <a:pt x="48658" y="61350"/>
                </a:lnTo>
                <a:lnTo>
                  <a:pt x="54855" y="54855"/>
                </a:lnTo>
                <a:lnTo>
                  <a:pt x="61351" y="48658"/>
                </a:lnTo>
                <a:lnTo>
                  <a:pt x="68145" y="42760"/>
                </a:lnTo>
                <a:lnTo>
                  <a:pt x="75219" y="37221"/>
                </a:lnTo>
                <a:lnTo>
                  <a:pt x="82571" y="31980"/>
                </a:lnTo>
                <a:lnTo>
                  <a:pt x="90164" y="27119"/>
                </a:lnTo>
                <a:lnTo>
                  <a:pt x="98014" y="22615"/>
                </a:lnTo>
                <a:lnTo>
                  <a:pt x="106084" y="18471"/>
                </a:lnTo>
                <a:lnTo>
                  <a:pt x="114392" y="14725"/>
                </a:lnTo>
                <a:lnTo>
                  <a:pt x="122901" y="11357"/>
                </a:lnTo>
                <a:lnTo>
                  <a:pt x="131608" y="8428"/>
                </a:lnTo>
                <a:lnTo>
                  <a:pt x="140495" y="5898"/>
                </a:lnTo>
                <a:lnTo>
                  <a:pt x="149561" y="3805"/>
                </a:lnTo>
                <a:lnTo>
                  <a:pt x="158787" y="2152"/>
                </a:lnTo>
                <a:lnTo>
                  <a:pt x="168152" y="956"/>
                </a:lnTo>
                <a:lnTo>
                  <a:pt x="177657" y="239"/>
                </a:lnTo>
                <a:lnTo>
                  <a:pt x="187161" y="0"/>
                </a:lnTo>
                <a:lnTo>
                  <a:pt x="1631045" y="0"/>
                </a:lnTo>
                <a:lnTo>
                  <a:pt x="1640549" y="239"/>
                </a:lnTo>
                <a:lnTo>
                  <a:pt x="1650052" y="956"/>
                </a:lnTo>
                <a:lnTo>
                  <a:pt x="1659417" y="2152"/>
                </a:lnTo>
                <a:lnTo>
                  <a:pt x="1668644" y="3805"/>
                </a:lnTo>
                <a:lnTo>
                  <a:pt x="1677709" y="5898"/>
                </a:lnTo>
                <a:lnTo>
                  <a:pt x="1686596" y="8428"/>
                </a:lnTo>
                <a:lnTo>
                  <a:pt x="1695304" y="11357"/>
                </a:lnTo>
                <a:lnTo>
                  <a:pt x="1703813" y="14725"/>
                </a:lnTo>
                <a:lnTo>
                  <a:pt x="1712121" y="18471"/>
                </a:lnTo>
                <a:lnTo>
                  <a:pt x="1720191" y="22615"/>
                </a:lnTo>
                <a:lnTo>
                  <a:pt x="1728041" y="27119"/>
                </a:lnTo>
                <a:lnTo>
                  <a:pt x="1735632" y="31980"/>
                </a:lnTo>
                <a:lnTo>
                  <a:pt x="1742986" y="37221"/>
                </a:lnTo>
                <a:lnTo>
                  <a:pt x="1750060" y="42760"/>
                </a:lnTo>
                <a:lnTo>
                  <a:pt x="1756854" y="48658"/>
                </a:lnTo>
                <a:lnTo>
                  <a:pt x="1763349" y="54855"/>
                </a:lnTo>
                <a:lnTo>
                  <a:pt x="1769545" y="61350"/>
                </a:lnTo>
                <a:lnTo>
                  <a:pt x="1775444" y="68145"/>
                </a:lnTo>
                <a:lnTo>
                  <a:pt x="1780984" y="75219"/>
                </a:lnTo>
                <a:lnTo>
                  <a:pt x="1786224" y="82571"/>
                </a:lnTo>
                <a:lnTo>
                  <a:pt x="1791086" y="90163"/>
                </a:lnTo>
                <a:lnTo>
                  <a:pt x="1795590" y="98013"/>
                </a:lnTo>
                <a:lnTo>
                  <a:pt x="1799734" y="106083"/>
                </a:lnTo>
                <a:lnTo>
                  <a:pt x="1803479" y="114393"/>
                </a:lnTo>
                <a:lnTo>
                  <a:pt x="1806846" y="122901"/>
                </a:lnTo>
                <a:lnTo>
                  <a:pt x="1809776" y="131608"/>
                </a:lnTo>
                <a:lnTo>
                  <a:pt x="1812307" y="140495"/>
                </a:lnTo>
                <a:lnTo>
                  <a:pt x="1814399" y="149561"/>
                </a:lnTo>
                <a:lnTo>
                  <a:pt x="1816052" y="158786"/>
                </a:lnTo>
                <a:lnTo>
                  <a:pt x="1817248" y="168151"/>
                </a:lnTo>
                <a:lnTo>
                  <a:pt x="1817966" y="177656"/>
                </a:lnTo>
                <a:lnTo>
                  <a:pt x="1818205" y="187160"/>
                </a:lnTo>
                <a:lnTo>
                  <a:pt x="1818205" y="1730672"/>
                </a:lnTo>
                <a:lnTo>
                  <a:pt x="1817966" y="1740176"/>
                </a:lnTo>
                <a:lnTo>
                  <a:pt x="1817248" y="1749680"/>
                </a:lnTo>
                <a:lnTo>
                  <a:pt x="1816052" y="1759045"/>
                </a:lnTo>
                <a:lnTo>
                  <a:pt x="1814399" y="1768271"/>
                </a:lnTo>
                <a:lnTo>
                  <a:pt x="1812307" y="1777336"/>
                </a:lnTo>
                <a:lnTo>
                  <a:pt x="1809776" y="1786224"/>
                </a:lnTo>
                <a:lnTo>
                  <a:pt x="1806846" y="1794931"/>
                </a:lnTo>
                <a:lnTo>
                  <a:pt x="1803479" y="1803440"/>
                </a:lnTo>
                <a:lnTo>
                  <a:pt x="1799734" y="1811748"/>
                </a:lnTo>
                <a:lnTo>
                  <a:pt x="1795590" y="1819818"/>
                </a:lnTo>
                <a:lnTo>
                  <a:pt x="1791086" y="1827668"/>
                </a:lnTo>
                <a:lnTo>
                  <a:pt x="1786224" y="1835261"/>
                </a:lnTo>
                <a:lnTo>
                  <a:pt x="1780984" y="1842613"/>
                </a:lnTo>
                <a:lnTo>
                  <a:pt x="1775444" y="1849687"/>
                </a:lnTo>
                <a:lnTo>
                  <a:pt x="1769545" y="1856481"/>
                </a:lnTo>
                <a:lnTo>
                  <a:pt x="1763349" y="1862976"/>
                </a:lnTo>
                <a:lnTo>
                  <a:pt x="1756854" y="1869174"/>
                </a:lnTo>
                <a:lnTo>
                  <a:pt x="1750060" y="1875071"/>
                </a:lnTo>
                <a:lnTo>
                  <a:pt x="1742986" y="1880631"/>
                </a:lnTo>
                <a:lnTo>
                  <a:pt x="1735632" y="1885851"/>
                </a:lnTo>
                <a:lnTo>
                  <a:pt x="1728041" y="1890713"/>
                </a:lnTo>
                <a:lnTo>
                  <a:pt x="1720191" y="1895217"/>
                </a:lnTo>
                <a:lnTo>
                  <a:pt x="1712121" y="1899361"/>
                </a:lnTo>
                <a:lnTo>
                  <a:pt x="1703813" y="1903106"/>
                </a:lnTo>
                <a:lnTo>
                  <a:pt x="1695304" y="1906474"/>
                </a:lnTo>
                <a:lnTo>
                  <a:pt x="1686596" y="1909403"/>
                </a:lnTo>
                <a:lnTo>
                  <a:pt x="1677709" y="1911934"/>
                </a:lnTo>
                <a:lnTo>
                  <a:pt x="1668644" y="1914026"/>
                </a:lnTo>
                <a:lnTo>
                  <a:pt x="1659417" y="1915680"/>
                </a:lnTo>
                <a:lnTo>
                  <a:pt x="1650052" y="1916876"/>
                </a:lnTo>
                <a:lnTo>
                  <a:pt x="1640549" y="1917592"/>
                </a:lnTo>
                <a:lnTo>
                  <a:pt x="1631045" y="1917833"/>
                </a:lnTo>
                <a:lnTo>
                  <a:pt x="187161" y="1917833"/>
                </a:lnTo>
                <a:lnTo>
                  <a:pt x="177657" y="1917592"/>
                </a:lnTo>
                <a:lnTo>
                  <a:pt x="168152" y="1916876"/>
                </a:lnTo>
                <a:lnTo>
                  <a:pt x="158787" y="1915680"/>
                </a:lnTo>
                <a:lnTo>
                  <a:pt x="149561" y="1914026"/>
                </a:lnTo>
                <a:lnTo>
                  <a:pt x="140495" y="1911934"/>
                </a:lnTo>
                <a:lnTo>
                  <a:pt x="131608" y="1909403"/>
                </a:lnTo>
                <a:lnTo>
                  <a:pt x="122901" y="1906474"/>
                </a:lnTo>
                <a:lnTo>
                  <a:pt x="114392" y="1903106"/>
                </a:lnTo>
                <a:lnTo>
                  <a:pt x="106084" y="1899361"/>
                </a:lnTo>
                <a:lnTo>
                  <a:pt x="98014" y="1895217"/>
                </a:lnTo>
                <a:lnTo>
                  <a:pt x="90164" y="1890713"/>
                </a:lnTo>
                <a:lnTo>
                  <a:pt x="82571" y="1885851"/>
                </a:lnTo>
                <a:lnTo>
                  <a:pt x="75219" y="1880631"/>
                </a:lnTo>
                <a:lnTo>
                  <a:pt x="68145" y="1875071"/>
                </a:lnTo>
                <a:lnTo>
                  <a:pt x="61351" y="1869174"/>
                </a:lnTo>
                <a:lnTo>
                  <a:pt x="54855" y="1862976"/>
                </a:lnTo>
                <a:lnTo>
                  <a:pt x="48658" y="1856481"/>
                </a:lnTo>
                <a:lnTo>
                  <a:pt x="42761" y="1849687"/>
                </a:lnTo>
                <a:lnTo>
                  <a:pt x="37201" y="1842613"/>
                </a:lnTo>
                <a:lnTo>
                  <a:pt x="31981" y="1835261"/>
                </a:lnTo>
                <a:lnTo>
                  <a:pt x="27119" y="1827668"/>
                </a:lnTo>
                <a:lnTo>
                  <a:pt x="22616" y="1819818"/>
                </a:lnTo>
                <a:lnTo>
                  <a:pt x="18471" y="1811748"/>
                </a:lnTo>
                <a:lnTo>
                  <a:pt x="14725" y="1803440"/>
                </a:lnTo>
                <a:lnTo>
                  <a:pt x="11358" y="1794931"/>
                </a:lnTo>
                <a:lnTo>
                  <a:pt x="8429" y="1786224"/>
                </a:lnTo>
                <a:lnTo>
                  <a:pt x="5898" y="1777336"/>
                </a:lnTo>
                <a:lnTo>
                  <a:pt x="3806" y="1768271"/>
                </a:lnTo>
                <a:lnTo>
                  <a:pt x="2152" y="1759045"/>
                </a:lnTo>
                <a:lnTo>
                  <a:pt x="956" y="1749680"/>
                </a:lnTo>
                <a:lnTo>
                  <a:pt x="240" y="1740176"/>
                </a:lnTo>
                <a:lnTo>
                  <a:pt x="0" y="1730672"/>
                </a:lnTo>
                <a:lnTo>
                  <a:pt x="0" y="187160"/>
                </a:lnTo>
                <a:lnTo>
                  <a:pt x="240" y="177656"/>
                </a:lnTo>
                <a:moveTo>
                  <a:pt x="19926" y="187539"/>
                </a:moveTo>
                <a:lnTo>
                  <a:pt x="19926" y="187300"/>
                </a:lnTo>
                <a:lnTo>
                  <a:pt x="19926" y="1730531"/>
                </a:lnTo>
                <a:lnTo>
                  <a:pt x="19926" y="1730293"/>
                </a:lnTo>
                <a:lnTo>
                  <a:pt x="20145" y="1739418"/>
                </a:lnTo>
                <a:lnTo>
                  <a:pt x="20125" y="1738921"/>
                </a:lnTo>
                <a:lnTo>
                  <a:pt x="20802" y="1747907"/>
                </a:lnTo>
                <a:lnTo>
                  <a:pt x="20763" y="1747409"/>
                </a:lnTo>
                <a:lnTo>
                  <a:pt x="21898" y="1756295"/>
                </a:lnTo>
                <a:lnTo>
                  <a:pt x="21818" y="1755797"/>
                </a:lnTo>
                <a:lnTo>
                  <a:pt x="23373" y="1764525"/>
                </a:lnTo>
                <a:lnTo>
                  <a:pt x="23273" y="1764046"/>
                </a:lnTo>
                <a:lnTo>
                  <a:pt x="25246" y="1772614"/>
                </a:lnTo>
                <a:lnTo>
                  <a:pt x="25126" y="1772136"/>
                </a:lnTo>
                <a:lnTo>
                  <a:pt x="27517" y="1780545"/>
                </a:lnTo>
                <a:lnTo>
                  <a:pt x="27378" y="1780086"/>
                </a:lnTo>
                <a:lnTo>
                  <a:pt x="30167" y="1788316"/>
                </a:lnTo>
                <a:lnTo>
                  <a:pt x="29988" y="1787857"/>
                </a:lnTo>
                <a:lnTo>
                  <a:pt x="33176" y="1795908"/>
                </a:lnTo>
                <a:lnTo>
                  <a:pt x="32977" y="1795468"/>
                </a:lnTo>
                <a:lnTo>
                  <a:pt x="36523" y="1803319"/>
                </a:lnTo>
                <a:lnTo>
                  <a:pt x="36324" y="1802882"/>
                </a:lnTo>
                <a:lnTo>
                  <a:pt x="40230" y="1810533"/>
                </a:lnTo>
                <a:lnTo>
                  <a:pt x="40011" y="1810094"/>
                </a:lnTo>
                <a:lnTo>
                  <a:pt x="44275" y="1817526"/>
                </a:lnTo>
                <a:lnTo>
                  <a:pt x="44016" y="1817108"/>
                </a:lnTo>
                <a:lnTo>
                  <a:pt x="48638" y="1824301"/>
                </a:lnTo>
                <a:lnTo>
                  <a:pt x="48359" y="1823923"/>
                </a:lnTo>
                <a:lnTo>
                  <a:pt x="53301" y="1830857"/>
                </a:lnTo>
                <a:lnTo>
                  <a:pt x="53022" y="1830479"/>
                </a:lnTo>
                <a:lnTo>
                  <a:pt x="58282" y="1837173"/>
                </a:lnTo>
                <a:lnTo>
                  <a:pt x="57983" y="1836815"/>
                </a:lnTo>
                <a:lnTo>
                  <a:pt x="63562" y="1843251"/>
                </a:lnTo>
                <a:lnTo>
                  <a:pt x="63244" y="1842891"/>
                </a:lnTo>
                <a:lnTo>
                  <a:pt x="69102" y="1849049"/>
                </a:lnTo>
                <a:lnTo>
                  <a:pt x="68783" y="1848730"/>
                </a:lnTo>
                <a:lnTo>
                  <a:pt x="74940" y="1854588"/>
                </a:lnTo>
                <a:lnTo>
                  <a:pt x="74581" y="1854270"/>
                </a:lnTo>
                <a:lnTo>
                  <a:pt x="81017" y="1859848"/>
                </a:lnTo>
                <a:lnTo>
                  <a:pt x="80658" y="1859550"/>
                </a:lnTo>
                <a:lnTo>
                  <a:pt x="87353" y="1864810"/>
                </a:lnTo>
                <a:lnTo>
                  <a:pt x="86975" y="1864531"/>
                </a:lnTo>
                <a:lnTo>
                  <a:pt x="93909" y="1869473"/>
                </a:lnTo>
                <a:lnTo>
                  <a:pt x="93530" y="1869193"/>
                </a:lnTo>
                <a:lnTo>
                  <a:pt x="100724" y="1873816"/>
                </a:lnTo>
                <a:lnTo>
                  <a:pt x="100306" y="1873557"/>
                </a:lnTo>
                <a:lnTo>
                  <a:pt x="107738" y="1877821"/>
                </a:lnTo>
                <a:lnTo>
                  <a:pt x="107299" y="1877602"/>
                </a:lnTo>
                <a:lnTo>
                  <a:pt x="114950" y="1881508"/>
                </a:lnTo>
                <a:lnTo>
                  <a:pt x="114512" y="1881309"/>
                </a:lnTo>
                <a:lnTo>
                  <a:pt x="122363" y="1884856"/>
                </a:lnTo>
                <a:lnTo>
                  <a:pt x="121924" y="1884655"/>
                </a:lnTo>
                <a:lnTo>
                  <a:pt x="129974" y="1887845"/>
                </a:lnTo>
                <a:lnTo>
                  <a:pt x="129516" y="1887665"/>
                </a:lnTo>
                <a:lnTo>
                  <a:pt x="137745" y="1890453"/>
                </a:lnTo>
                <a:lnTo>
                  <a:pt x="137287" y="1890314"/>
                </a:lnTo>
                <a:lnTo>
                  <a:pt x="145696" y="1892706"/>
                </a:lnTo>
                <a:lnTo>
                  <a:pt x="145218" y="1892586"/>
                </a:lnTo>
                <a:lnTo>
                  <a:pt x="153786" y="1894559"/>
                </a:lnTo>
                <a:lnTo>
                  <a:pt x="153307" y="1894459"/>
                </a:lnTo>
                <a:lnTo>
                  <a:pt x="162035" y="1896014"/>
                </a:lnTo>
                <a:lnTo>
                  <a:pt x="161537" y="1895934"/>
                </a:lnTo>
                <a:lnTo>
                  <a:pt x="170423" y="1897069"/>
                </a:lnTo>
                <a:lnTo>
                  <a:pt x="169925" y="1897010"/>
                </a:lnTo>
                <a:lnTo>
                  <a:pt x="178911" y="1897707"/>
                </a:lnTo>
                <a:lnTo>
                  <a:pt x="178413" y="1897687"/>
                </a:lnTo>
                <a:lnTo>
                  <a:pt x="187539" y="1897906"/>
                </a:lnTo>
                <a:lnTo>
                  <a:pt x="187300" y="1897906"/>
                </a:lnTo>
                <a:lnTo>
                  <a:pt x="1630904" y="1897906"/>
                </a:lnTo>
                <a:lnTo>
                  <a:pt x="1630666" y="1897906"/>
                </a:lnTo>
                <a:lnTo>
                  <a:pt x="1639791" y="1897687"/>
                </a:lnTo>
                <a:lnTo>
                  <a:pt x="1639274" y="1897707"/>
                </a:lnTo>
                <a:lnTo>
                  <a:pt x="1648279" y="1897010"/>
                </a:lnTo>
                <a:lnTo>
                  <a:pt x="1647783" y="1897069"/>
                </a:lnTo>
                <a:lnTo>
                  <a:pt x="1656668" y="1895934"/>
                </a:lnTo>
                <a:lnTo>
                  <a:pt x="1656171" y="1896014"/>
                </a:lnTo>
                <a:lnTo>
                  <a:pt x="1664897" y="1894459"/>
                </a:lnTo>
                <a:lnTo>
                  <a:pt x="1664420" y="1894559"/>
                </a:lnTo>
                <a:lnTo>
                  <a:pt x="1672986" y="1892586"/>
                </a:lnTo>
                <a:lnTo>
                  <a:pt x="1672510" y="1892706"/>
                </a:lnTo>
                <a:lnTo>
                  <a:pt x="1680917" y="1890314"/>
                </a:lnTo>
                <a:lnTo>
                  <a:pt x="1680459" y="1890453"/>
                </a:lnTo>
                <a:lnTo>
                  <a:pt x="1688688" y="1887665"/>
                </a:lnTo>
                <a:lnTo>
                  <a:pt x="1688230" y="1887845"/>
                </a:lnTo>
                <a:lnTo>
                  <a:pt x="1696281" y="1884655"/>
                </a:lnTo>
                <a:lnTo>
                  <a:pt x="1695841" y="1884856"/>
                </a:lnTo>
                <a:lnTo>
                  <a:pt x="1703692" y="1881309"/>
                </a:lnTo>
                <a:lnTo>
                  <a:pt x="1703254" y="1881508"/>
                </a:lnTo>
                <a:lnTo>
                  <a:pt x="1710905" y="1877602"/>
                </a:lnTo>
                <a:lnTo>
                  <a:pt x="1710467" y="1877821"/>
                </a:lnTo>
                <a:lnTo>
                  <a:pt x="1717899" y="1873557"/>
                </a:lnTo>
                <a:lnTo>
                  <a:pt x="1717482" y="1873816"/>
                </a:lnTo>
                <a:lnTo>
                  <a:pt x="1724674" y="1869193"/>
                </a:lnTo>
                <a:lnTo>
                  <a:pt x="1724275" y="1869473"/>
                </a:lnTo>
                <a:lnTo>
                  <a:pt x="1731229" y="1864531"/>
                </a:lnTo>
                <a:lnTo>
                  <a:pt x="1730850" y="1864810"/>
                </a:lnTo>
                <a:lnTo>
                  <a:pt x="1737546" y="1859550"/>
                </a:lnTo>
                <a:lnTo>
                  <a:pt x="1737188" y="1859848"/>
                </a:lnTo>
                <a:lnTo>
                  <a:pt x="1743624" y="1854270"/>
                </a:lnTo>
                <a:lnTo>
                  <a:pt x="1743264" y="1854588"/>
                </a:lnTo>
                <a:lnTo>
                  <a:pt x="1749422" y="1848730"/>
                </a:lnTo>
                <a:lnTo>
                  <a:pt x="1749083" y="1849049"/>
                </a:lnTo>
                <a:lnTo>
                  <a:pt x="1754960" y="1842891"/>
                </a:lnTo>
                <a:lnTo>
                  <a:pt x="1754641" y="1843251"/>
                </a:lnTo>
                <a:lnTo>
                  <a:pt x="1760221" y="1836815"/>
                </a:lnTo>
                <a:lnTo>
                  <a:pt x="1759922" y="1837173"/>
                </a:lnTo>
                <a:lnTo>
                  <a:pt x="1765183" y="1830479"/>
                </a:lnTo>
                <a:lnTo>
                  <a:pt x="1764884" y="1830857"/>
                </a:lnTo>
                <a:lnTo>
                  <a:pt x="1769844" y="1823923"/>
                </a:lnTo>
                <a:lnTo>
                  <a:pt x="1769566" y="1824301"/>
                </a:lnTo>
                <a:lnTo>
                  <a:pt x="1774188" y="1817108"/>
                </a:lnTo>
                <a:lnTo>
                  <a:pt x="1773931" y="1817526"/>
                </a:lnTo>
                <a:lnTo>
                  <a:pt x="1778193" y="1810094"/>
                </a:lnTo>
                <a:lnTo>
                  <a:pt x="1777975" y="1810533"/>
                </a:lnTo>
                <a:lnTo>
                  <a:pt x="1781880" y="1802882"/>
                </a:lnTo>
                <a:lnTo>
                  <a:pt x="1781681" y="1803319"/>
                </a:lnTo>
                <a:lnTo>
                  <a:pt x="1785228" y="1795468"/>
                </a:lnTo>
                <a:lnTo>
                  <a:pt x="1785028" y="1795908"/>
                </a:lnTo>
                <a:lnTo>
                  <a:pt x="1788217" y="1787857"/>
                </a:lnTo>
                <a:lnTo>
                  <a:pt x="1788037" y="1788316"/>
                </a:lnTo>
                <a:lnTo>
                  <a:pt x="1790826" y="1780086"/>
                </a:lnTo>
                <a:lnTo>
                  <a:pt x="1790687" y="1780545"/>
                </a:lnTo>
                <a:lnTo>
                  <a:pt x="1793079" y="1772136"/>
                </a:lnTo>
                <a:lnTo>
                  <a:pt x="1792958" y="1772614"/>
                </a:lnTo>
                <a:lnTo>
                  <a:pt x="1794931" y="1764046"/>
                </a:lnTo>
                <a:lnTo>
                  <a:pt x="1794831" y="1764525"/>
                </a:lnTo>
                <a:lnTo>
                  <a:pt x="1796385" y="1755797"/>
                </a:lnTo>
                <a:lnTo>
                  <a:pt x="1796305" y="1756295"/>
                </a:lnTo>
                <a:lnTo>
                  <a:pt x="1797442" y="1747409"/>
                </a:lnTo>
                <a:lnTo>
                  <a:pt x="1797383" y="1747907"/>
                </a:lnTo>
                <a:lnTo>
                  <a:pt x="1798080" y="1738921"/>
                </a:lnTo>
                <a:lnTo>
                  <a:pt x="1798059" y="1739418"/>
                </a:lnTo>
                <a:lnTo>
                  <a:pt x="1798278" y="1730293"/>
                </a:lnTo>
                <a:lnTo>
                  <a:pt x="1798278" y="1730531"/>
                </a:lnTo>
                <a:lnTo>
                  <a:pt x="1798278" y="187300"/>
                </a:lnTo>
                <a:lnTo>
                  <a:pt x="1798278" y="187539"/>
                </a:lnTo>
                <a:lnTo>
                  <a:pt x="1798059" y="178413"/>
                </a:lnTo>
                <a:lnTo>
                  <a:pt x="1798080" y="178931"/>
                </a:lnTo>
                <a:lnTo>
                  <a:pt x="1797383" y="169925"/>
                </a:lnTo>
                <a:lnTo>
                  <a:pt x="1797442" y="170423"/>
                </a:lnTo>
                <a:lnTo>
                  <a:pt x="1796305" y="161536"/>
                </a:lnTo>
                <a:lnTo>
                  <a:pt x="1796385" y="162034"/>
                </a:lnTo>
                <a:lnTo>
                  <a:pt x="1794831" y="153307"/>
                </a:lnTo>
                <a:lnTo>
                  <a:pt x="1794931" y="153785"/>
                </a:lnTo>
                <a:lnTo>
                  <a:pt x="1792958" y="145217"/>
                </a:lnTo>
                <a:lnTo>
                  <a:pt x="1793079" y="145695"/>
                </a:lnTo>
                <a:lnTo>
                  <a:pt x="1790687" y="137287"/>
                </a:lnTo>
                <a:lnTo>
                  <a:pt x="1790826" y="137745"/>
                </a:lnTo>
                <a:lnTo>
                  <a:pt x="1788037" y="129516"/>
                </a:lnTo>
                <a:lnTo>
                  <a:pt x="1788217" y="129974"/>
                </a:lnTo>
                <a:lnTo>
                  <a:pt x="1785028" y="121924"/>
                </a:lnTo>
                <a:lnTo>
                  <a:pt x="1785228" y="122362"/>
                </a:lnTo>
                <a:lnTo>
                  <a:pt x="1781681" y="114512"/>
                </a:lnTo>
                <a:lnTo>
                  <a:pt x="1781880" y="114950"/>
                </a:lnTo>
                <a:lnTo>
                  <a:pt x="1777975" y="107299"/>
                </a:lnTo>
                <a:lnTo>
                  <a:pt x="1778193" y="107737"/>
                </a:lnTo>
                <a:lnTo>
                  <a:pt x="1773931" y="100305"/>
                </a:lnTo>
                <a:lnTo>
                  <a:pt x="1774188" y="100724"/>
                </a:lnTo>
                <a:lnTo>
                  <a:pt x="1769566" y="93531"/>
                </a:lnTo>
                <a:lnTo>
                  <a:pt x="1769844" y="93929"/>
                </a:lnTo>
                <a:lnTo>
                  <a:pt x="1764884" y="86975"/>
                </a:lnTo>
                <a:lnTo>
                  <a:pt x="1765183" y="87353"/>
                </a:lnTo>
                <a:lnTo>
                  <a:pt x="1759922" y="80658"/>
                </a:lnTo>
                <a:lnTo>
                  <a:pt x="1760221" y="81017"/>
                </a:lnTo>
                <a:lnTo>
                  <a:pt x="1754641" y="74581"/>
                </a:lnTo>
                <a:lnTo>
                  <a:pt x="1754960" y="74940"/>
                </a:lnTo>
                <a:lnTo>
                  <a:pt x="1749083" y="68783"/>
                </a:lnTo>
                <a:lnTo>
                  <a:pt x="1749422" y="69122"/>
                </a:lnTo>
                <a:lnTo>
                  <a:pt x="1743264" y="63243"/>
                </a:lnTo>
                <a:lnTo>
                  <a:pt x="1743624" y="63563"/>
                </a:lnTo>
                <a:lnTo>
                  <a:pt x="1737188" y="57983"/>
                </a:lnTo>
                <a:lnTo>
                  <a:pt x="1737546" y="58282"/>
                </a:lnTo>
                <a:lnTo>
                  <a:pt x="1730850" y="53022"/>
                </a:lnTo>
                <a:lnTo>
                  <a:pt x="1731229" y="53321"/>
                </a:lnTo>
                <a:lnTo>
                  <a:pt x="1724275" y="48359"/>
                </a:lnTo>
                <a:lnTo>
                  <a:pt x="1724674" y="48638"/>
                </a:lnTo>
                <a:lnTo>
                  <a:pt x="1717482" y="44015"/>
                </a:lnTo>
                <a:lnTo>
                  <a:pt x="1717899" y="44274"/>
                </a:lnTo>
                <a:lnTo>
                  <a:pt x="1710467" y="40010"/>
                </a:lnTo>
                <a:lnTo>
                  <a:pt x="1710905" y="40230"/>
                </a:lnTo>
                <a:lnTo>
                  <a:pt x="1703254" y="36324"/>
                </a:lnTo>
                <a:lnTo>
                  <a:pt x="1703692" y="36523"/>
                </a:lnTo>
                <a:lnTo>
                  <a:pt x="1695841" y="32977"/>
                </a:lnTo>
                <a:lnTo>
                  <a:pt x="1696281" y="33176"/>
                </a:lnTo>
                <a:lnTo>
                  <a:pt x="1688230" y="29987"/>
                </a:lnTo>
                <a:lnTo>
                  <a:pt x="1688688" y="30167"/>
                </a:lnTo>
                <a:lnTo>
                  <a:pt x="1680459" y="27378"/>
                </a:lnTo>
                <a:lnTo>
                  <a:pt x="1680917" y="27517"/>
                </a:lnTo>
                <a:lnTo>
                  <a:pt x="1672510" y="25126"/>
                </a:lnTo>
                <a:lnTo>
                  <a:pt x="1672986" y="25246"/>
                </a:lnTo>
                <a:lnTo>
                  <a:pt x="1664420" y="23273"/>
                </a:lnTo>
                <a:lnTo>
                  <a:pt x="1664897" y="23372"/>
                </a:lnTo>
                <a:lnTo>
                  <a:pt x="1656171" y="21819"/>
                </a:lnTo>
                <a:lnTo>
                  <a:pt x="1656668" y="21898"/>
                </a:lnTo>
                <a:lnTo>
                  <a:pt x="1647783" y="20762"/>
                </a:lnTo>
                <a:lnTo>
                  <a:pt x="1648279" y="20822"/>
                </a:lnTo>
                <a:lnTo>
                  <a:pt x="1639274" y="20124"/>
                </a:lnTo>
                <a:lnTo>
                  <a:pt x="1639791" y="20144"/>
                </a:lnTo>
                <a:lnTo>
                  <a:pt x="1630666" y="19926"/>
                </a:lnTo>
                <a:lnTo>
                  <a:pt x="1630904" y="19926"/>
                </a:lnTo>
                <a:lnTo>
                  <a:pt x="187300" y="19926"/>
                </a:lnTo>
                <a:lnTo>
                  <a:pt x="187539" y="19926"/>
                </a:lnTo>
                <a:lnTo>
                  <a:pt x="178413" y="20144"/>
                </a:lnTo>
                <a:lnTo>
                  <a:pt x="178911" y="20124"/>
                </a:lnTo>
                <a:lnTo>
                  <a:pt x="169925" y="20822"/>
                </a:lnTo>
                <a:lnTo>
                  <a:pt x="170423" y="20762"/>
                </a:lnTo>
                <a:lnTo>
                  <a:pt x="161537" y="21898"/>
                </a:lnTo>
                <a:lnTo>
                  <a:pt x="162035" y="21819"/>
                </a:lnTo>
                <a:lnTo>
                  <a:pt x="153307" y="23372"/>
                </a:lnTo>
                <a:lnTo>
                  <a:pt x="153786" y="23273"/>
                </a:lnTo>
                <a:lnTo>
                  <a:pt x="145218" y="25246"/>
                </a:lnTo>
                <a:lnTo>
                  <a:pt x="145696" y="25126"/>
                </a:lnTo>
                <a:lnTo>
                  <a:pt x="137287" y="27517"/>
                </a:lnTo>
                <a:lnTo>
                  <a:pt x="137745" y="27378"/>
                </a:lnTo>
                <a:lnTo>
                  <a:pt x="129516" y="30167"/>
                </a:lnTo>
                <a:lnTo>
                  <a:pt x="129974" y="29987"/>
                </a:lnTo>
                <a:lnTo>
                  <a:pt x="121924" y="33176"/>
                </a:lnTo>
                <a:lnTo>
                  <a:pt x="122363" y="32977"/>
                </a:lnTo>
                <a:lnTo>
                  <a:pt x="114512" y="36523"/>
                </a:lnTo>
                <a:lnTo>
                  <a:pt x="114950" y="36324"/>
                </a:lnTo>
                <a:lnTo>
                  <a:pt x="107299" y="40230"/>
                </a:lnTo>
                <a:lnTo>
                  <a:pt x="107738" y="40010"/>
                </a:lnTo>
                <a:lnTo>
                  <a:pt x="100306" y="44274"/>
                </a:lnTo>
                <a:lnTo>
                  <a:pt x="100724" y="44015"/>
                </a:lnTo>
                <a:lnTo>
                  <a:pt x="93530" y="48638"/>
                </a:lnTo>
                <a:lnTo>
                  <a:pt x="93909" y="48359"/>
                </a:lnTo>
                <a:lnTo>
                  <a:pt x="86975" y="53321"/>
                </a:lnTo>
                <a:lnTo>
                  <a:pt x="87353" y="53022"/>
                </a:lnTo>
                <a:lnTo>
                  <a:pt x="80658" y="58282"/>
                </a:lnTo>
                <a:lnTo>
                  <a:pt x="81017" y="57983"/>
                </a:lnTo>
                <a:lnTo>
                  <a:pt x="74581" y="63563"/>
                </a:lnTo>
                <a:lnTo>
                  <a:pt x="74940" y="63243"/>
                </a:lnTo>
                <a:lnTo>
                  <a:pt x="68783" y="69122"/>
                </a:lnTo>
                <a:lnTo>
                  <a:pt x="69102" y="68783"/>
                </a:lnTo>
                <a:lnTo>
                  <a:pt x="63244" y="74940"/>
                </a:lnTo>
                <a:lnTo>
                  <a:pt x="63562" y="74581"/>
                </a:lnTo>
                <a:lnTo>
                  <a:pt x="57983" y="81017"/>
                </a:lnTo>
                <a:lnTo>
                  <a:pt x="58282" y="80658"/>
                </a:lnTo>
                <a:lnTo>
                  <a:pt x="53022" y="87353"/>
                </a:lnTo>
                <a:lnTo>
                  <a:pt x="53301" y="86975"/>
                </a:lnTo>
                <a:lnTo>
                  <a:pt x="48359" y="93929"/>
                </a:lnTo>
                <a:lnTo>
                  <a:pt x="48638" y="93531"/>
                </a:lnTo>
                <a:lnTo>
                  <a:pt x="44016" y="100724"/>
                </a:lnTo>
                <a:lnTo>
                  <a:pt x="44275" y="100305"/>
                </a:lnTo>
                <a:lnTo>
                  <a:pt x="40011" y="107737"/>
                </a:lnTo>
                <a:lnTo>
                  <a:pt x="40230" y="107299"/>
                </a:lnTo>
                <a:lnTo>
                  <a:pt x="36324" y="114950"/>
                </a:lnTo>
                <a:lnTo>
                  <a:pt x="36523" y="114512"/>
                </a:lnTo>
                <a:lnTo>
                  <a:pt x="32977" y="122362"/>
                </a:lnTo>
                <a:lnTo>
                  <a:pt x="33176" y="121924"/>
                </a:lnTo>
                <a:lnTo>
                  <a:pt x="29988" y="129974"/>
                </a:lnTo>
                <a:lnTo>
                  <a:pt x="30167" y="129516"/>
                </a:lnTo>
                <a:lnTo>
                  <a:pt x="27378" y="137745"/>
                </a:lnTo>
                <a:lnTo>
                  <a:pt x="27517" y="137287"/>
                </a:lnTo>
                <a:lnTo>
                  <a:pt x="25126" y="145695"/>
                </a:lnTo>
                <a:lnTo>
                  <a:pt x="25246" y="145217"/>
                </a:lnTo>
                <a:lnTo>
                  <a:pt x="23273" y="153785"/>
                </a:lnTo>
                <a:lnTo>
                  <a:pt x="23373" y="153307"/>
                </a:lnTo>
                <a:lnTo>
                  <a:pt x="21818" y="162034"/>
                </a:lnTo>
                <a:lnTo>
                  <a:pt x="21898" y="161536"/>
                </a:lnTo>
                <a:lnTo>
                  <a:pt x="20763" y="170423"/>
                </a:lnTo>
                <a:lnTo>
                  <a:pt x="20802" y="169925"/>
                </a:lnTo>
                <a:lnTo>
                  <a:pt x="20125" y="178931"/>
                </a:lnTo>
                <a:lnTo>
                  <a:pt x="20145" y="178413"/>
                </a:lnTo>
                <a:lnTo>
                  <a:pt x="19926" y="187539"/>
                </a:lnTo>
              </a:path>
            </a:pathLst>
          </a:custGeom>
          <a:solidFill xmlns:a="http://schemas.openxmlformats.org/drawingml/2006/main">
            <a:srgbClr val="E3C13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30AB2A4-935B-40D3-A004-F715D0905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be534b6f4e2a"/>
          <a:stretch xmlns:a="http://schemas.openxmlformats.org/drawingml/2006/main"/>
        </p:blipFill>
        <p:spPr>
          <a:xfrm xmlns:a="http://schemas.openxmlformats.org/drawingml/2006/main">
            <a:off x="347549" y="7333984"/>
            <a:ext cx="409469" cy="409469"/>
          </a:xfrm>
          <a:prstGeom xmlns:a="http://schemas.openxmlformats.org/drawingml/2006/main" prst="rect">
            <a:avLst/>
          </a:prstGeom>
        </p:spPr>
      </p:pic>
      <p:sp>
        <p:nvSpPr>
          <p:cNvPr id="214" name="path-139">
            <a:extLst xmlns:a="http://schemas.openxmlformats.org/drawingml/2006/main">
              <a:ext uri="{FF2B5EF4-FFF2-40B4-BE49-F238E27FC236}">
                <a16:creationId xmlns:a16="http://schemas.microsoft.com/office/drawing/2014/main" id="{CD5AC786-B68B-44EA-90A2-4C546D11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959" y="5729978"/>
            <a:ext cx="1542275" cy="22914"/>
          </a:xfrm>
          <a:custGeom xmlns:a="http://schemas.openxmlformats.org/drawingml/2006/main">
            <a:pathLst>
              <a:path w="1542275" h="22914">
                <a:moveTo>
                  <a:pt x="39" y="0"/>
                </a:moveTo>
                <a:lnTo>
                  <a:pt x="59816" y="120"/>
                </a:lnTo>
                <a:lnTo>
                  <a:pt x="59776" y="20045"/>
                </a:lnTo>
                <a:lnTo>
                  <a:pt x="0" y="19925"/>
                </a:lnTo>
                <a:lnTo>
                  <a:pt x="39" y="0"/>
                </a:lnTo>
                <a:moveTo>
                  <a:pt x="79741" y="159"/>
                </a:moveTo>
                <a:lnTo>
                  <a:pt x="139518" y="279"/>
                </a:lnTo>
                <a:lnTo>
                  <a:pt x="139479" y="20204"/>
                </a:lnTo>
                <a:lnTo>
                  <a:pt x="79702" y="20085"/>
                </a:lnTo>
                <a:lnTo>
                  <a:pt x="79741" y="159"/>
                </a:lnTo>
                <a:moveTo>
                  <a:pt x="159444" y="299"/>
                </a:moveTo>
                <a:lnTo>
                  <a:pt x="219220" y="418"/>
                </a:lnTo>
                <a:lnTo>
                  <a:pt x="219181" y="20344"/>
                </a:lnTo>
                <a:lnTo>
                  <a:pt x="159404" y="20225"/>
                </a:lnTo>
                <a:lnTo>
                  <a:pt x="159444" y="299"/>
                </a:lnTo>
                <a:moveTo>
                  <a:pt x="239145" y="458"/>
                </a:moveTo>
                <a:lnTo>
                  <a:pt x="298923" y="578"/>
                </a:lnTo>
                <a:lnTo>
                  <a:pt x="298883" y="20503"/>
                </a:lnTo>
                <a:lnTo>
                  <a:pt x="239106" y="20384"/>
                </a:lnTo>
                <a:lnTo>
                  <a:pt x="239145" y="458"/>
                </a:lnTo>
                <a:moveTo>
                  <a:pt x="318848" y="617"/>
                </a:moveTo>
                <a:lnTo>
                  <a:pt x="378624" y="738"/>
                </a:lnTo>
                <a:lnTo>
                  <a:pt x="378584" y="20663"/>
                </a:lnTo>
                <a:lnTo>
                  <a:pt x="318808" y="20543"/>
                </a:lnTo>
                <a:lnTo>
                  <a:pt x="318848" y="617"/>
                </a:lnTo>
                <a:moveTo>
                  <a:pt x="398550" y="777"/>
                </a:moveTo>
                <a:lnTo>
                  <a:pt x="458326" y="896"/>
                </a:lnTo>
                <a:lnTo>
                  <a:pt x="458287" y="20822"/>
                </a:lnTo>
                <a:lnTo>
                  <a:pt x="398510" y="20703"/>
                </a:lnTo>
                <a:lnTo>
                  <a:pt x="398550" y="777"/>
                </a:lnTo>
                <a:moveTo>
                  <a:pt x="478252" y="936"/>
                </a:moveTo>
                <a:lnTo>
                  <a:pt x="538028" y="1036"/>
                </a:lnTo>
                <a:lnTo>
                  <a:pt x="537990" y="20962"/>
                </a:lnTo>
                <a:lnTo>
                  <a:pt x="478212" y="20862"/>
                </a:lnTo>
                <a:lnTo>
                  <a:pt x="478252" y="936"/>
                </a:lnTo>
                <a:moveTo>
                  <a:pt x="557954" y="1076"/>
                </a:moveTo>
                <a:lnTo>
                  <a:pt x="617731" y="1195"/>
                </a:lnTo>
                <a:lnTo>
                  <a:pt x="617691" y="21121"/>
                </a:lnTo>
                <a:lnTo>
                  <a:pt x="557915" y="21002"/>
                </a:lnTo>
                <a:lnTo>
                  <a:pt x="557954" y="1076"/>
                </a:lnTo>
                <a:moveTo>
                  <a:pt x="637656" y="1235"/>
                </a:moveTo>
                <a:lnTo>
                  <a:pt x="697433" y="1354"/>
                </a:lnTo>
                <a:lnTo>
                  <a:pt x="697393" y="21280"/>
                </a:lnTo>
                <a:lnTo>
                  <a:pt x="637616" y="21161"/>
                </a:lnTo>
                <a:lnTo>
                  <a:pt x="637656" y="1235"/>
                </a:lnTo>
                <a:moveTo>
                  <a:pt x="717359" y="1395"/>
                </a:moveTo>
                <a:lnTo>
                  <a:pt x="777134" y="1514"/>
                </a:lnTo>
                <a:lnTo>
                  <a:pt x="777095" y="21440"/>
                </a:lnTo>
                <a:lnTo>
                  <a:pt x="717318" y="21320"/>
                </a:lnTo>
                <a:lnTo>
                  <a:pt x="717359" y="1395"/>
                </a:lnTo>
                <a:moveTo>
                  <a:pt x="797060" y="1554"/>
                </a:moveTo>
                <a:lnTo>
                  <a:pt x="856837" y="1654"/>
                </a:lnTo>
                <a:lnTo>
                  <a:pt x="856798" y="21579"/>
                </a:lnTo>
                <a:lnTo>
                  <a:pt x="797021" y="21479"/>
                </a:lnTo>
                <a:lnTo>
                  <a:pt x="797060" y="1554"/>
                </a:lnTo>
                <a:moveTo>
                  <a:pt x="876762" y="1693"/>
                </a:moveTo>
                <a:lnTo>
                  <a:pt x="936540" y="1813"/>
                </a:lnTo>
                <a:lnTo>
                  <a:pt x="936500" y="21739"/>
                </a:lnTo>
                <a:lnTo>
                  <a:pt x="876723" y="21619"/>
                </a:lnTo>
                <a:lnTo>
                  <a:pt x="876762" y="1693"/>
                </a:lnTo>
                <a:moveTo>
                  <a:pt x="956465" y="1853"/>
                </a:moveTo>
                <a:lnTo>
                  <a:pt x="1016240" y="1972"/>
                </a:lnTo>
                <a:lnTo>
                  <a:pt x="1016201" y="21898"/>
                </a:lnTo>
                <a:lnTo>
                  <a:pt x="956426" y="21779"/>
                </a:lnTo>
                <a:lnTo>
                  <a:pt x="956465" y="1853"/>
                </a:lnTo>
                <a:moveTo>
                  <a:pt x="1036167" y="2012"/>
                </a:moveTo>
                <a:lnTo>
                  <a:pt x="1095943" y="2132"/>
                </a:lnTo>
                <a:lnTo>
                  <a:pt x="1095904" y="22057"/>
                </a:lnTo>
                <a:lnTo>
                  <a:pt x="1036126" y="21938"/>
                </a:lnTo>
                <a:lnTo>
                  <a:pt x="1036167" y="2012"/>
                </a:lnTo>
                <a:moveTo>
                  <a:pt x="1115868" y="2172"/>
                </a:moveTo>
                <a:lnTo>
                  <a:pt x="1175645" y="2271"/>
                </a:lnTo>
                <a:lnTo>
                  <a:pt x="1175607" y="22197"/>
                </a:lnTo>
                <a:lnTo>
                  <a:pt x="1115829" y="22097"/>
                </a:lnTo>
                <a:lnTo>
                  <a:pt x="1115868" y="2172"/>
                </a:lnTo>
                <a:moveTo>
                  <a:pt x="1195571" y="2311"/>
                </a:moveTo>
                <a:lnTo>
                  <a:pt x="1255348" y="2431"/>
                </a:lnTo>
                <a:lnTo>
                  <a:pt x="1255307" y="22356"/>
                </a:lnTo>
                <a:lnTo>
                  <a:pt x="1195532" y="22236"/>
                </a:lnTo>
                <a:lnTo>
                  <a:pt x="1195571" y="2311"/>
                </a:lnTo>
                <a:moveTo>
                  <a:pt x="1275273" y="2470"/>
                </a:moveTo>
                <a:lnTo>
                  <a:pt x="1335049" y="2590"/>
                </a:lnTo>
                <a:lnTo>
                  <a:pt x="1335010" y="22515"/>
                </a:lnTo>
                <a:lnTo>
                  <a:pt x="1275234" y="22396"/>
                </a:lnTo>
                <a:lnTo>
                  <a:pt x="1275273" y="2470"/>
                </a:lnTo>
                <a:moveTo>
                  <a:pt x="1354976" y="2630"/>
                </a:moveTo>
                <a:lnTo>
                  <a:pt x="1414751" y="2749"/>
                </a:lnTo>
                <a:lnTo>
                  <a:pt x="1414712" y="22675"/>
                </a:lnTo>
                <a:lnTo>
                  <a:pt x="1354935" y="22556"/>
                </a:lnTo>
                <a:lnTo>
                  <a:pt x="1354976" y="2630"/>
                </a:lnTo>
                <a:moveTo>
                  <a:pt x="1434676" y="2790"/>
                </a:moveTo>
                <a:lnTo>
                  <a:pt x="1494454" y="2889"/>
                </a:lnTo>
                <a:lnTo>
                  <a:pt x="1494415" y="22815"/>
                </a:lnTo>
                <a:lnTo>
                  <a:pt x="1434638" y="22715"/>
                </a:lnTo>
                <a:lnTo>
                  <a:pt x="1434676" y="2790"/>
                </a:lnTo>
                <a:moveTo>
                  <a:pt x="1514379" y="2929"/>
                </a:moveTo>
                <a:lnTo>
                  <a:pt x="1542275" y="2988"/>
                </a:lnTo>
                <a:lnTo>
                  <a:pt x="1542235" y="22914"/>
                </a:lnTo>
                <a:lnTo>
                  <a:pt x="1514340" y="22854"/>
                </a:lnTo>
                <a:lnTo>
                  <a:pt x="1514379" y="2929"/>
                </a:lnTo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3E01835-7F93-49A6-BF7C-0211042B6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aaafbede34eb5"/>
          <a:stretch xmlns:a="http://schemas.openxmlformats.org/drawingml/2006/main"/>
        </p:blipFill>
        <p:spPr>
          <a:xfrm xmlns:a="http://schemas.openxmlformats.org/drawingml/2006/main">
            <a:off x="7507686" y="5174195"/>
            <a:ext cx="517067" cy="490887"/>
          </a:xfrm>
          <a:prstGeom xmlns:a="http://schemas.openxmlformats.org/drawingml/2006/main" prst="rect">
            <a:avLst/>
          </a:prstGeom>
        </p:spPr>
      </p:pic>
      <p:sp>
        <p:nvSpPr>
          <p:cNvPr id="216" name="path-141">
            <a:extLst xmlns:a="http://schemas.openxmlformats.org/drawingml/2006/main">
              <a:ext uri="{FF2B5EF4-FFF2-40B4-BE49-F238E27FC236}">
                <a16:creationId xmlns:a16="http://schemas.microsoft.com/office/drawing/2014/main" id="{6F93381B-08A1-4DFB-87FE-A7CF12E8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392" y="5680762"/>
            <a:ext cx="1374862" cy="365833"/>
          </a:xfrm>
          <a:custGeom xmlns:a="http://schemas.openxmlformats.org/drawingml/2006/main">
            <a:pathLst>
              <a:path w="1374862" h="365833">
                <a:moveTo>
                  <a:pt x="0" y="0"/>
                </a:moveTo>
                <a:lnTo>
                  <a:pt x="0" y="365833"/>
                </a:lnTo>
                <a:lnTo>
                  <a:pt x="1374862" y="365833"/>
                </a:lnTo>
                <a:lnTo>
                  <a:pt x="1374862" y="0"/>
                </a:lnTo>
                <a:close/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142">
            <a:extLst xmlns:a="http://schemas.openxmlformats.org/drawingml/2006/main">
              <a:ext uri="{FF2B5EF4-FFF2-40B4-BE49-F238E27FC236}">
                <a16:creationId xmlns:a16="http://schemas.microsoft.com/office/drawing/2014/main" id="{C3C9DE59-9AAB-4A7B-B48A-A4059D4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29" y="5671198"/>
            <a:ext cx="1394787" cy="384562"/>
          </a:xfrm>
          <a:custGeom xmlns:a="http://schemas.openxmlformats.org/drawingml/2006/main">
            <a:pathLst>
              <a:path w="1394787" h="384562">
                <a:moveTo>
                  <a:pt x="1394787" y="0"/>
                </a:moveTo>
                <a:lnTo>
                  <a:pt x="1394787" y="384562"/>
                </a:lnTo>
                <a:lnTo>
                  <a:pt x="0" y="384562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374600"/>
                </a:lnTo>
                <a:lnTo>
                  <a:pt x="9963" y="364637"/>
                </a:lnTo>
                <a:lnTo>
                  <a:pt x="1384824" y="364637"/>
                </a:lnTo>
                <a:lnTo>
                  <a:pt x="1374862" y="374600"/>
                </a:lnTo>
                <a:lnTo>
                  <a:pt x="1374862" y="9963"/>
                </a:lnTo>
                <a:lnTo>
                  <a:pt x="1384824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text-143 GPT-4o">
            <a:extLst xmlns:a="http://schemas.openxmlformats.org/drawingml/2006/main">
              <a:ext uri="{FF2B5EF4-FFF2-40B4-BE49-F238E27FC236}">
                <a16:creationId xmlns:a16="http://schemas.microsoft.com/office/drawing/2014/main" id="{2F90FB96-ED56-4F02-8F89-0F9665A4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3338" y="5715195"/>
            <a:ext cx="915959" cy="33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1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1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881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19" name="path-144">
            <a:extLst xmlns:a="http://schemas.openxmlformats.org/drawingml/2006/main">
              <a:ext uri="{FF2B5EF4-FFF2-40B4-BE49-F238E27FC236}">
                <a16:creationId xmlns:a16="http://schemas.microsoft.com/office/drawing/2014/main" id="{31C14AF2-FD97-4583-A895-E4A43146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851" y="4504558"/>
            <a:ext cx="4009016" cy="1234386"/>
          </a:xfrm>
          <a:custGeom xmlns:a="http://schemas.openxmlformats.org/drawingml/2006/main">
            <a:pathLst>
              <a:path w="4009016" h="1234386">
                <a:moveTo>
                  <a:pt x="159" y="123060"/>
                </a:moveTo>
                <a:lnTo>
                  <a:pt x="658" y="116465"/>
                </a:lnTo>
                <a:lnTo>
                  <a:pt x="1494" y="109969"/>
                </a:lnTo>
                <a:lnTo>
                  <a:pt x="2631" y="103593"/>
                </a:lnTo>
                <a:lnTo>
                  <a:pt x="4085" y="97316"/>
                </a:lnTo>
                <a:lnTo>
                  <a:pt x="5839" y="91139"/>
                </a:lnTo>
                <a:lnTo>
                  <a:pt x="7871" y="85122"/>
                </a:lnTo>
                <a:lnTo>
                  <a:pt x="10202" y="79224"/>
                </a:lnTo>
                <a:lnTo>
                  <a:pt x="12792" y="73466"/>
                </a:lnTo>
                <a:lnTo>
                  <a:pt x="15662" y="67886"/>
                </a:lnTo>
                <a:lnTo>
                  <a:pt x="18790" y="62447"/>
                </a:lnTo>
                <a:lnTo>
                  <a:pt x="22158" y="57186"/>
                </a:lnTo>
                <a:lnTo>
                  <a:pt x="25764" y="52105"/>
                </a:lnTo>
                <a:lnTo>
                  <a:pt x="29630" y="47204"/>
                </a:lnTo>
                <a:lnTo>
                  <a:pt x="33694" y="42501"/>
                </a:lnTo>
                <a:lnTo>
                  <a:pt x="37998" y="37998"/>
                </a:lnTo>
                <a:lnTo>
                  <a:pt x="42502" y="33694"/>
                </a:lnTo>
                <a:lnTo>
                  <a:pt x="47204" y="29629"/>
                </a:lnTo>
                <a:lnTo>
                  <a:pt x="52105" y="25764"/>
                </a:lnTo>
                <a:lnTo>
                  <a:pt x="57187" y="22157"/>
                </a:lnTo>
                <a:lnTo>
                  <a:pt x="62445" y="18790"/>
                </a:lnTo>
                <a:lnTo>
                  <a:pt x="67886" y="15661"/>
                </a:lnTo>
                <a:lnTo>
                  <a:pt x="73465" y="12792"/>
                </a:lnTo>
                <a:lnTo>
                  <a:pt x="79224" y="10202"/>
                </a:lnTo>
                <a:lnTo>
                  <a:pt x="85120" y="7871"/>
                </a:lnTo>
                <a:lnTo>
                  <a:pt x="91139" y="5838"/>
                </a:lnTo>
                <a:lnTo>
                  <a:pt x="97316" y="4085"/>
                </a:lnTo>
                <a:lnTo>
                  <a:pt x="103592" y="2630"/>
                </a:lnTo>
                <a:lnTo>
                  <a:pt x="109969" y="1494"/>
                </a:lnTo>
                <a:lnTo>
                  <a:pt x="116464" y="657"/>
                </a:lnTo>
                <a:lnTo>
                  <a:pt x="123061" y="159"/>
                </a:lnTo>
                <a:lnTo>
                  <a:pt x="129595" y="0"/>
                </a:lnTo>
                <a:lnTo>
                  <a:pt x="3879419" y="0"/>
                </a:lnTo>
                <a:lnTo>
                  <a:pt x="3885955" y="159"/>
                </a:lnTo>
                <a:lnTo>
                  <a:pt x="3892551" y="657"/>
                </a:lnTo>
                <a:lnTo>
                  <a:pt x="3899027" y="1494"/>
                </a:lnTo>
                <a:lnTo>
                  <a:pt x="3905422" y="2630"/>
                </a:lnTo>
                <a:lnTo>
                  <a:pt x="3911699" y="4085"/>
                </a:lnTo>
                <a:lnTo>
                  <a:pt x="3917857" y="5838"/>
                </a:lnTo>
                <a:lnTo>
                  <a:pt x="3923894" y="7871"/>
                </a:lnTo>
                <a:lnTo>
                  <a:pt x="3929792" y="10202"/>
                </a:lnTo>
                <a:lnTo>
                  <a:pt x="3935531" y="12792"/>
                </a:lnTo>
                <a:lnTo>
                  <a:pt x="3941131" y="15661"/>
                </a:lnTo>
                <a:lnTo>
                  <a:pt x="3946569" y="18790"/>
                </a:lnTo>
                <a:lnTo>
                  <a:pt x="3951829" y="22157"/>
                </a:lnTo>
                <a:lnTo>
                  <a:pt x="3956912" y="25764"/>
                </a:lnTo>
                <a:lnTo>
                  <a:pt x="3961812" y="29629"/>
                </a:lnTo>
                <a:lnTo>
                  <a:pt x="3966515" y="33694"/>
                </a:lnTo>
                <a:lnTo>
                  <a:pt x="3971018" y="37998"/>
                </a:lnTo>
                <a:lnTo>
                  <a:pt x="3975322" y="42501"/>
                </a:lnTo>
                <a:lnTo>
                  <a:pt x="3979386" y="47204"/>
                </a:lnTo>
                <a:lnTo>
                  <a:pt x="3983232" y="52105"/>
                </a:lnTo>
                <a:lnTo>
                  <a:pt x="3986859" y="57186"/>
                </a:lnTo>
                <a:lnTo>
                  <a:pt x="3990226" y="62447"/>
                </a:lnTo>
                <a:lnTo>
                  <a:pt x="3993354" y="67886"/>
                </a:lnTo>
                <a:lnTo>
                  <a:pt x="3996224" y="73466"/>
                </a:lnTo>
                <a:lnTo>
                  <a:pt x="3998815" y="79224"/>
                </a:lnTo>
                <a:lnTo>
                  <a:pt x="4001145" y="85122"/>
                </a:lnTo>
                <a:lnTo>
                  <a:pt x="4003178" y="91139"/>
                </a:lnTo>
                <a:lnTo>
                  <a:pt x="4004932" y="97316"/>
                </a:lnTo>
                <a:lnTo>
                  <a:pt x="4006385" y="103593"/>
                </a:lnTo>
                <a:lnTo>
                  <a:pt x="4007522" y="109969"/>
                </a:lnTo>
                <a:lnTo>
                  <a:pt x="4008358" y="116465"/>
                </a:lnTo>
                <a:lnTo>
                  <a:pt x="4008857" y="123060"/>
                </a:lnTo>
                <a:lnTo>
                  <a:pt x="4009016" y="129596"/>
                </a:lnTo>
                <a:lnTo>
                  <a:pt x="4009016" y="1104791"/>
                </a:lnTo>
                <a:lnTo>
                  <a:pt x="4008857" y="1111327"/>
                </a:lnTo>
                <a:lnTo>
                  <a:pt x="4008358" y="1117922"/>
                </a:lnTo>
                <a:lnTo>
                  <a:pt x="4007522" y="1124417"/>
                </a:lnTo>
                <a:lnTo>
                  <a:pt x="4006385" y="1130793"/>
                </a:lnTo>
                <a:lnTo>
                  <a:pt x="4004932" y="1137070"/>
                </a:lnTo>
                <a:lnTo>
                  <a:pt x="4003178" y="1143227"/>
                </a:lnTo>
                <a:lnTo>
                  <a:pt x="4001145" y="1149264"/>
                </a:lnTo>
                <a:lnTo>
                  <a:pt x="3998815" y="1155162"/>
                </a:lnTo>
                <a:lnTo>
                  <a:pt x="3996224" y="1160921"/>
                </a:lnTo>
                <a:lnTo>
                  <a:pt x="3993354" y="1166500"/>
                </a:lnTo>
                <a:lnTo>
                  <a:pt x="3990226" y="1171940"/>
                </a:lnTo>
                <a:lnTo>
                  <a:pt x="3986859" y="1177200"/>
                </a:lnTo>
                <a:lnTo>
                  <a:pt x="3983232" y="1182281"/>
                </a:lnTo>
                <a:lnTo>
                  <a:pt x="3979386" y="1187183"/>
                </a:lnTo>
                <a:lnTo>
                  <a:pt x="3975322" y="1191885"/>
                </a:lnTo>
                <a:lnTo>
                  <a:pt x="3971018" y="1196388"/>
                </a:lnTo>
                <a:lnTo>
                  <a:pt x="3966515" y="1200692"/>
                </a:lnTo>
                <a:lnTo>
                  <a:pt x="3961812" y="1204757"/>
                </a:lnTo>
                <a:lnTo>
                  <a:pt x="3956912" y="1208603"/>
                </a:lnTo>
                <a:lnTo>
                  <a:pt x="3951829" y="1212229"/>
                </a:lnTo>
                <a:lnTo>
                  <a:pt x="3946569" y="1215597"/>
                </a:lnTo>
                <a:lnTo>
                  <a:pt x="3941131" y="1218725"/>
                </a:lnTo>
                <a:lnTo>
                  <a:pt x="3935531" y="1221594"/>
                </a:lnTo>
                <a:lnTo>
                  <a:pt x="3929792" y="1224185"/>
                </a:lnTo>
                <a:lnTo>
                  <a:pt x="3923894" y="1226515"/>
                </a:lnTo>
                <a:lnTo>
                  <a:pt x="3917857" y="1228548"/>
                </a:lnTo>
                <a:lnTo>
                  <a:pt x="3911699" y="1230302"/>
                </a:lnTo>
                <a:lnTo>
                  <a:pt x="3905422" y="1231756"/>
                </a:lnTo>
                <a:lnTo>
                  <a:pt x="3899027" y="1232892"/>
                </a:lnTo>
                <a:lnTo>
                  <a:pt x="3892551" y="1233729"/>
                </a:lnTo>
                <a:lnTo>
                  <a:pt x="3885955" y="1234227"/>
                </a:lnTo>
                <a:lnTo>
                  <a:pt x="3879419" y="1234386"/>
                </a:lnTo>
                <a:lnTo>
                  <a:pt x="129595" y="1234386"/>
                </a:lnTo>
                <a:lnTo>
                  <a:pt x="123061" y="1234227"/>
                </a:lnTo>
                <a:lnTo>
                  <a:pt x="116464" y="1233729"/>
                </a:lnTo>
                <a:lnTo>
                  <a:pt x="109969" y="1232892"/>
                </a:lnTo>
                <a:lnTo>
                  <a:pt x="103592" y="1231756"/>
                </a:lnTo>
                <a:lnTo>
                  <a:pt x="97316" y="1230302"/>
                </a:lnTo>
                <a:lnTo>
                  <a:pt x="91139" y="1228548"/>
                </a:lnTo>
                <a:lnTo>
                  <a:pt x="85120" y="1226515"/>
                </a:lnTo>
                <a:lnTo>
                  <a:pt x="79224" y="1224185"/>
                </a:lnTo>
                <a:lnTo>
                  <a:pt x="73465" y="1221594"/>
                </a:lnTo>
                <a:lnTo>
                  <a:pt x="67886" y="1218725"/>
                </a:lnTo>
                <a:lnTo>
                  <a:pt x="62445" y="1215597"/>
                </a:lnTo>
                <a:lnTo>
                  <a:pt x="57187" y="1212229"/>
                </a:lnTo>
                <a:lnTo>
                  <a:pt x="52105" y="1208603"/>
                </a:lnTo>
                <a:lnTo>
                  <a:pt x="47204" y="1204757"/>
                </a:lnTo>
                <a:lnTo>
                  <a:pt x="42502" y="1200692"/>
                </a:lnTo>
                <a:lnTo>
                  <a:pt x="37998" y="1196388"/>
                </a:lnTo>
                <a:lnTo>
                  <a:pt x="33694" y="1191885"/>
                </a:lnTo>
                <a:lnTo>
                  <a:pt x="29630" y="1187183"/>
                </a:lnTo>
                <a:lnTo>
                  <a:pt x="25764" y="1182281"/>
                </a:lnTo>
                <a:lnTo>
                  <a:pt x="22158" y="1177200"/>
                </a:lnTo>
                <a:lnTo>
                  <a:pt x="18790" y="1171940"/>
                </a:lnTo>
                <a:lnTo>
                  <a:pt x="15662" y="1166500"/>
                </a:lnTo>
                <a:lnTo>
                  <a:pt x="12792" y="1160921"/>
                </a:lnTo>
                <a:lnTo>
                  <a:pt x="10202" y="1155162"/>
                </a:lnTo>
                <a:lnTo>
                  <a:pt x="7871" y="1149264"/>
                </a:lnTo>
                <a:lnTo>
                  <a:pt x="5839" y="1143227"/>
                </a:lnTo>
                <a:lnTo>
                  <a:pt x="4085" y="1137070"/>
                </a:lnTo>
                <a:lnTo>
                  <a:pt x="2631" y="1130793"/>
                </a:lnTo>
                <a:lnTo>
                  <a:pt x="1494" y="1124417"/>
                </a:lnTo>
                <a:lnTo>
                  <a:pt x="658" y="1117922"/>
                </a:lnTo>
                <a:lnTo>
                  <a:pt x="159" y="1111327"/>
                </a:lnTo>
                <a:lnTo>
                  <a:pt x="0" y="1104791"/>
                </a:lnTo>
                <a:lnTo>
                  <a:pt x="0" y="129596"/>
                </a:lnTo>
                <a:lnTo>
                  <a:pt x="159" y="123060"/>
                </a:lnTo>
                <a:moveTo>
                  <a:pt x="19925" y="129974"/>
                </a:moveTo>
                <a:lnTo>
                  <a:pt x="19925" y="129715"/>
                </a:lnTo>
                <a:lnTo>
                  <a:pt x="19925" y="1104671"/>
                </a:lnTo>
                <a:lnTo>
                  <a:pt x="19925" y="1104412"/>
                </a:lnTo>
                <a:lnTo>
                  <a:pt x="20085" y="1110569"/>
                </a:lnTo>
                <a:lnTo>
                  <a:pt x="20046" y="1110071"/>
                </a:lnTo>
                <a:lnTo>
                  <a:pt x="20524" y="1116148"/>
                </a:lnTo>
                <a:lnTo>
                  <a:pt x="20463" y="1115650"/>
                </a:lnTo>
                <a:lnTo>
                  <a:pt x="21221" y="1121648"/>
                </a:lnTo>
                <a:lnTo>
                  <a:pt x="21140" y="1121149"/>
                </a:lnTo>
                <a:lnTo>
                  <a:pt x="22197" y="1127048"/>
                </a:lnTo>
                <a:lnTo>
                  <a:pt x="22098" y="1126569"/>
                </a:lnTo>
                <a:lnTo>
                  <a:pt x="23433" y="1132348"/>
                </a:lnTo>
                <a:lnTo>
                  <a:pt x="23313" y="1131869"/>
                </a:lnTo>
                <a:lnTo>
                  <a:pt x="24926" y="1137548"/>
                </a:lnTo>
                <a:lnTo>
                  <a:pt x="24787" y="1137090"/>
                </a:lnTo>
                <a:lnTo>
                  <a:pt x="26662" y="1142649"/>
                </a:lnTo>
                <a:lnTo>
                  <a:pt x="26502" y="1142191"/>
                </a:lnTo>
                <a:lnTo>
                  <a:pt x="28632" y="1147630"/>
                </a:lnTo>
                <a:lnTo>
                  <a:pt x="28453" y="1147172"/>
                </a:lnTo>
                <a:lnTo>
                  <a:pt x="30845" y="1152473"/>
                </a:lnTo>
                <a:lnTo>
                  <a:pt x="30646" y="1152034"/>
                </a:lnTo>
                <a:lnTo>
                  <a:pt x="33275" y="1157215"/>
                </a:lnTo>
                <a:lnTo>
                  <a:pt x="33057" y="1156776"/>
                </a:lnTo>
                <a:lnTo>
                  <a:pt x="35945" y="1161797"/>
                </a:lnTo>
                <a:lnTo>
                  <a:pt x="35688" y="1161379"/>
                </a:lnTo>
                <a:lnTo>
                  <a:pt x="38795" y="1166241"/>
                </a:lnTo>
                <a:lnTo>
                  <a:pt x="38536" y="1165843"/>
                </a:lnTo>
                <a:lnTo>
                  <a:pt x="41864" y="1170545"/>
                </a:lnTo>
                <a:lnTo>
                  <a:pt x="41584" y="1170167"/>
                </a:lnTo>
                <a:lnTo>
                  <a:pt x="45152" y="1174690"/>
                </a:lnTo>
                <a:lnTo>
                  <a:pt x="44833" y="1174311"/>
                </a:lnTo>
                <a:lnTo>
                  <a:pt x="48598" y="1178674"/>
                </a:lnTo>
                <a:lnTo>
                  <a:pt x="48280" y="1178316"/>
                </a:lnTo>
                <a:lnTo>
                  <a:pt x="52246" y="1182480"/>
                </a:lnTo>
                <a:lnTo>
                  <a:pt x="51906" y="1182142"/>
                </a:lnTo>
                <a:lnTo>
                  <a:pt x="56071" y="1186107"/>
                </a:lnTo>
                <a:lnTo>
                  <a:pt x="55713" y="1185788"/>
                </a:lnTo>
                <a:lnTo>
                  <a:pt x="60056" y="1189554"/>
                </a:lnTo>
                <a:lnTo>
                  <a:pt x="59696" y="1189235"/>
                </a:lnTo>
                <a:lnTo>
                  <a:pt x="64220" y="1192802"/>
                </a:lnTo>
                <a:lnTo>
                  <a:pt x="63842" y="1192502"/>
                </a:lnTo>
                <a:lnTo>
                  <a:pt x="68544" y="1195850"/>
                </a:lnTo>
                <a:lnTo>
                  <a:pt x="68145" y="1195592"/>
                </a:lnTo>
                <a:lnTo>
                  <a:pt x="73007" y="1198700"/>
                </a:lnTo>
                <a:lnTo>
                  <a:pt x="72588" y="1198440"/>
                </a:lnTo>
                <a:lnTo>
                  <a:pt x="77611" y="1201330"/>
                </a:lnTo>
                <a:lnTo>
                  <a:pt x="77172" y="1201110"/>
                </a:lnTo>
                <a:lnTo>
                  <a:pt x="82332" y="1203741"/>
                </a:lnTo>
                <a:lnTo>
                  <a:pt x="81894" y="1203542"/>
                </a:lnTo>
                <a:lnTo>
                  <a:pt x="87214" y="1205933"/>
                </a:lnTo>
                <a:lnTo>
                  <a:pt x="86756" y="1205753"/>
                </a:lnTo>
                <a:lnTo>
                  <a:pt x="92196" y="1207885"/>
                </a:lnTo>
                <a:lnTo>
                  <a:pt x="91738" y="1207726"/>
                </a:lnTo>
                <a:lnTo>
                  <a:pt x="97297" y="1209598"/>
                </a:lnTo>
                <a:lnTo>
                  <a:pt x="96837" y="1209459"/>
                </a:lnTo>
                <a:lnTo>
                  <a:pt x="102517" y="1211073"/>
                </a:lnTo>
                <a:lnTo>
                  <a:pt x="102038" y="1210954"/>
                </a:lnTo>
                <a:lnTo>
                  <a:pt x="107818" y="1212289"/>
                </a:lnTo>
                <a:lnTo>
                  <a:pt x="107339" y="1212189"/>
                </a:lnTo>
                <a:lnTo>
                  <a:pt x="113236" y="1213245"/>
                </a:lnTo>
                <a:lnTo>
                  <a:pt x="112739" y="1213166"/>
                </a:lnTo>
                <a:lnTo>
                  <a:pt x="118735" y="1213922"/>
                </a:lnTo>
                <a:lnTo>
                  <a:pt x="118238" y="1213863"/>
                </a:lnTo>
                <a:lnTo>
                  <a:pt x="124316" y="1214341"/>
                </a:lnTo>
                <a:lnTo>
                  <a:pt x="123818" y="1214302"/>
                </a:lnTo>
                <a:lnTo>
                  <a:pt x="129973" y="1214461"/>
                </a:lnTo>
                <a:lnTo>
                  <a:pt x="129716" y="1214461"/>
                </a:lnTo>
                <a:lnTo>
                  <a:pt x="3879301" y="1214461"/>
                </a:lnTo>
                <a:lnTo>
                  <a:pt x="3879041" y="1214461"/>
                </a:lnTo>
                <a:lnTo>
                  <a:pt x="3885199" y="1214302"/>
                </a:lnTo>
                <a:lnTo>
                  <a:pt x="3884700" y="1214341"/>
                </a:lnTo>
                <a:lnTo>
                  <a:pt x="3890778" y="1213863"/>
                </a:lnTo>
                <a:lnTo>
                  <a:pt x="3890279" y="1213922"/>
                </a:lnTo>
                <a:lnTo>
                  <a:pt x="3896278" y="1213166"/>
                </a:lnTo>
                <a:lnTo>
                  <a:pt x="3895779" y="1213245"/>
                </a:lnTo>
                <a:lnTo>
                  <a:pt x="3901677" y="1212189"/>
                </a:lnTo>
                <a:lnTo>
                  <a:pt x="3901199" y="1212289"/>
                </a:lnTo>
                <a:lnTo>
                  <a:pt x="3906976" y="1210954"/>
                </a:lnTo>
                <a:lnTo>
                  <a:pt x="3906500" y="1211073"/>
                </a:lnTo>
                <a:lnTo>
                  <a:pt x="3912179" y="1209459"/>
                </a:lnTo>
                <a:lnTo>
                  <a:pt x="3911719" y="1209598"/>
                </a:lnTo>
                <a:lnTo>
                  <a:pt x="3917278" y="1207726"/>
                </a:lnTo>
                <a:lnTo>
                  <a:pt x="3916820" y="1207885"/>
                </a:lnTo>
                <a:lnTo>
                  <a:pt x="3922261" y="1205753"/>
                </a:lnTo>
                <a:lnTo>
                  <a:pt x="3921803" y="1205933"/>
                </a:lnTo>
                <a:lnTo>
                  <a:pt x="3927102" y="1203542"/>
                </a:lnTo>
                <a:lnTo>
                  <a:pt x="3926664" y="1203741"/>
                </a:lnTo>
                <a:lnTo>
                  <a:pt x="3931845" y="1201110"/>
                </a:lnTo>
                <a:lnTo>
                  <a:pt x="3931405" y="1201330"/>
                </a:lnTo>
                <a:lnTo>
                  <a:pt x="3936426" y="1198440"/>
                </a:lnTo>
                <a:lnTo>
                  <a:pt x="3936009" y="1198700"/>
                </a:lnTo>
                <a:lnTo>
                  <a:pt x="3940871" y="1195592"/>
                </a:lnTo>
                <a:lnTo>
                  <a:pt x="3940472" y="1195850"/>
                </a:lnTo>
                <a:lnTo>
                  <a:pt x="3945175" y="1192502"/>
                </a:lnTo>
                <a:lnTo>
                  <a:pt x="3944796" y="1192802"/>
                </a:lnTo>
                <a:lnTo>
                  <a:pt x="3949319" y="1189235"/>
                </a:lnTo>
                <a:lnTo>
                  <a:pt x="3948940" y="1189554"/>
                </a:lnTo>
                <a:lnTo>
                  <a:pt x="3953285" y="1185788"/>
                </a:lnTo>
                <a:lnTo>
                  <a:pt x="3952946" y="1186107"/>
                </a:lnTo>
                <a:lnTo>
                  <a:pt x="3957110" y="1182142"/>
                </a:lnTo>
                <a:lnTo>
                  <a:pt x="3956771" y="1182480"/>
                </a:lnTo>
                <a:lnTo>
                  <a:pt x="3960737" y="1178316"/>
                </a:lnTo>
                <a:lnTo>
                  <a:pt x="3960418" y="1178674"/>
                </a:lnTo>
                <a:lnTo>
                  <a:pt x="3964184" y="1174311"/>
                </a:lnTo>
                <a:lnTo>
                  <a:pt x="3963865" y="1174690"/>
                </a:lnTo>
                <a:lnTo>
                  <a:pt x="3967430" y="1170167"/>
                </a:lnTo>
                <a:lnTo>
                  <a:pt x="3967132" y="1170545"/>
                </a:lnTo>
                <a:lnTo>
                  <a:pt x="3970481" y="1165843"/>
                </a:lnTo>
                <a:lnTo>
                  <a:pt x="3970221" y="1166241"/>
                </a:lnTo>
                <a:lnTo>
                  <a:pt x="3973329" y="1161379"/>
                </a:lnTo>
                <a:lnTo>
                  <a:pt x="3973071" y="1161797"/>
                </a:lnTo>
                <a:lnTo>
                  <a:pt x="3975960" y="1156776"/>
                </a:lnTo>
                <a:lnTo>
                  <a:pt x="3975721" y="1157215"/>
                </a:lnTo>
                <a:lnTo>
                  <a:pt x="3978370" y="1152034"/>
                </a:lnTo>
                <a:lnTo>
                  <a:pt x="3978170" y="1152473"/>
                </a:lnTo>
                <a:lnTo>
                  <a:pt x="3980562" y="1147172"/>
                </a:lnTo>
                <a:lnTo>
                  <a:pt x="3980364" y="1147630"/>
                </a:lnTo>
                <a:lnTo>
                  <a:pt x="3982514" y="1142191"/>
                </a:lnTo>
                <a:lnTo>
                  <a:pt x="3982355" y="1142649"/>
                </a:lnTo>
                <a:lnTo>
                  <a:pt x="3984228" y="1137090"/>
                </a:lnTo>
                <a:lnTo>
                  <a:pt x="3984089" y="1137548"/>
                </a:lnTo>
                <a:lnTo>
                  <a:pt x="3985704" y="1131869"/>
                </a:lnTo>
                <a:lnTo>
                  <a:pt x="3985565" y="1132348"/>
                </a:lnTo>
                <a:lnTo>
                  <a:pt x="3986918" y="1126569"/>
                </a:lnTo>
                <a:lnTo>
                  <a:pt x="3986818" y="1127048"/>
                </a:lnTo>
                <a:lnTo>
                  <a:pt x="3987854" y="1121149"/>
                </a:lnTo>
                <a:lnTo>
                  <a:pt x="3987795" y="1121648"/>
                </a:lnTo>
                <a:lnTo>
                  <a:pt x="3988552" y="1115650"/>
                </a:lnTo>
                <a:lnTo>
                  <a:pt x="3988492" y="1116148"/>
                </a:lnTo>
                <a:lnTo>
                  <a:pt x="3988971" y="1110071"/>
                </a:lnTo>
                <a:lnTo>
                  <a:pt x="3988932" y="1110569"/>
                </a:lnTo>
                <a:lnTo>
                  <a:pt x="3989091" y="1104412"/>
                </a:lnTo>
                <a:lnTo>
                  <a:pt x="3989091" y="1104671"/>
                </a:lnTo>
                <a:lnTo>
                  <a:pt x="3989091" y="129715"/>
                </a:lnTo>
                <a:lnTo>
                  <a:pt x="3989091" y="129974"/>
                </a:lnTo>
                <a:lnTo>
                  <a:pt x="3988932" y="123817"/>
                </a:lnTo>
                <a:lnTo>
                  <a:pt x="3988971" y="124315"/>
                </a:lnTo>
                <a:lnTo>
                  <a:pt x="3988492" y="118238"/>
                </a:lnTo>
                <a:lnTo>
                  <a:pt x="3988552" y="118736"/>
                </a:lnTo>
                <a:lnTo>
                  <a:pt x="3987795" y="112739"/>
                </a:lnTo>
                <a:lnTo>
                  <a:pt x="3987854" y="113237"/>
                </a:lnTo>
                <a:lnTo>
                  <a:pt x="3986818" y="107339"/>
                </a:lnTo>
                <a:lnTo>
                  <a:pt x="3986918" y="107817"/>
                </a:lnTo>
                <a:lnTo>
                  <a:pt x="3985565" y="102039"/>
                </a:lnTo>
                <a:lnTo>
                  <a:pt x="3985704" y="102517"/>
                </a:lnTo>
                <a:lnTo>
                  <a:pt x="3984089" y="96838"/>
                </a:lnTo>
                <a:lnTo>
                  <a:pt x="3984228" y="97297"/>
                </a:lnTo>
                <a:lnTo>
                  <a:pt x="3982355" y="91737"/>
                </a:lnTo>
                <a:lnTo>
                  <a:pt x="3982514" y="92195"/>
                </a:lnTo>
                <a:lnTo>
                  <a:pt x="3980364" y="86755"/>
                </a:lnTo>
                <a:lnTo>
                  <a:pt x="3980562" y="87214"/>
                </a:lnTo>
                <a:lnTo>
                  <a:pt x="3978170" y="81914"/>
                </a:lnTo>
                <a:lnTo>
                  <a:pt x="3978370" y="82352"/>
                </a:lnTo>
                <a:lnTo>
                  <a:pt x="3975721" y="77172"/>
                </a:lnTo>
                <a:lnTo>
                  <a:pt x="3975960" y="77610"/>
                </a:lnTo>
                <a:lnTo>
                  <a:pt x="3973071" y="72588"/>
                </a:lnTo>
                <a:lnTo>
                  <a:pt x="3973329" y="73007"/>
                </a:lnTo>
                <a:lnTo>
                  <a:pt x="3970221" y="68145"/>
                </a:lnTo>
                <a:lnTo>
                  <a:pt x="3970481" y="68544"/>
                </a:lnTo>
                <a:lnTo>
                  <a:pt x="3967132" y="63841"/>
                </a:lnTo>
                <a:lnTo>
                  <a:pt x="3967430" y="64220"/>
                </a:lnTo>
                <a:lnTo>
                  <a:pt x="3963865" y="59697"/>
                </a:lnTo>
                <a:lnTo>
                  <a:pt x="3964184" y="60075"/>
                </a:lnTo>
                <a:lnTo>
                  <a:pt x="3960418" y="55712"/>
                </a:lnTo>
                <a:lnTo>
                  <a:pt x="3960737" y="56070"/>
                </a:lnTo>
                <a:lnTo>
                  <a:pt x="3956771" y="51906"/>
                </a:lnTo>
                <a:lnTo>
                  <a:pt x="3957110" y="52245"/>
                </a:lnTo>
                <a:lnTo>
                  <a:pt x="3952946" y="48280"/>
                </a:lnTo>
                <a:lnTo>
                  <a:pt x="3953285" y="48598"/>
                </a:lnTo>
                <a:lnTo>
                  <a:pt x="3948940" y="44832"/>
                </a:lnTo>
                <a:lnTo>
                  <a:pt x="3949319" y="45151"/>
                </a:lnTo>
                <a:lnTo>
                  <a:pt x="3944796" y="41584"/>
                </a:lnTo>
                <a:lnTo>
                  <a:pt x="3945175" y="41864"/>
                </a:lnTo>
                <a:lnTo>
                  <a:pt x="3940472" y="38536"/>
                </a:lnTo>
                <a:lnTo>
                  <a:pt x="3940871" y="38795"/>
                </a:lnTo>
                <a:lnTo>
                  <a:pt x="3936009" y="35686"/>
                </a:lnTo>
                <a:lnTo>
                  <a:pt x="3936426" y="35945"/>
                </a:lnTo>
                <a:lnTo>
                  <a:pt x="3931405" y="33057"/>
                </a:lnTo>
                <a:lnTo>
                  <a:pt x="3931845" y="33276"/>
                </a:lnTo>
                <a:lnTo>
                  <a:pt x="3926664" y="30646"/>
                </a:lnTo>
                <a:lnTo>
                  <a:pt x="3927102" y="30845"/>
                </a:lnTo>
                <a:lnTo>
                  <a:pt x="3921803" y="28454"/>
                </a:lnTo>
                <a:lnTo>
                  <a:pt x="3922261" y="28633"/>
                </a:lnTo>
                <a:lnTo>
                  <a:pt x="3916820" y="26501"/>
                </a:lnTo>
                <a:lnTo>
                  <a:pt x="3917278" y="26661"/>
                </a:lnTo>
                <a:lnTo>
                  <a:pt x="3911719" y="24787"/>
                </a:lnTo>
                <a:lnTo>
                  <a:pt x="3912179" y="24927"/>
                </a:lnTo>
                <a:lnTo>
                  <a:pt x="3906500" y="23313"/>
                </a:lnTo>
                <a:lnTo>
                  <a:pt x="3906976" y="23432"/>
                </a:lnTo>
                <a:lnTo>
                  <a:pt x="3901199" y="22097"/>
                </a:lnTo>
                <a:lnTo>
                  <a:pt x="3901677" y="22197"/>
                </a:lnTo>
                <a:lnTo>
                  <a:pt x="3895779" y="21141"/>
                </a:lnTo>
                <a:lnTo>
                  <a:pt x="3896278" y="21220"/>
                </a:lnTo>
                <a:lnTo>
                  <a:pt x="3890279" y="20463"/>
                </a:lnTo>
                <a:lnTo>
                  <a:pt x="3890778" y="20523"/>
                </a:lnTo>
                <a:lnTo>
                  <a:pt x="3884700" y="20045"/>
                </a:lnTo>
                <a:lnTo>
                  <a:pt x="3885199" y="20085"/>
                </a:lnTo>
                <a:lnTo>
                  <a:pt x="3879041" y="19925"/>
                </a:lnTo>
                <a:lnTo>
                  <a:pt x="3879301" y="19925"/>
                </a:lnTo>
                <a:lnTo>
                  <a:pt x="129716" y="19925"/>
                </a:lnTo>
                <a:lnTo>
                  <a:pt x="129973" y="19925"/>
                </a:lnTo>
                <a:lnTo>
                  <a:pt x="123818" y="20085"/>
                </a:lnTo>
                <a:lnTo>
                  <a:pt x="124316" y="20045"/>
                </a:lnTo>
                <a:lnTo>
                  <a:pt x="118238" y="20523"/>
                </a:lnTo>
                <a:lnTo>
                  <a:pt x="118735" y="20463"/>
                </a:lnTo>
                <a:lnTo>
                  <a:pt x="112739" y="21220"/>
                </a:lnTo>
                <a:lnTo>
                  <a:pt x="113236" y="21141"/>
                </a:lnTo>
                <a:lnTo>
                  <a:pt x="107339" y="22197"/>
                </a:lnTo>
                <a:lnTo>
                  <a:pt x="107818" y="22097"/>
                </a:lnTo>
                <a:lnTo>
                  <a:pt x="102038" y="23432"/>
                </a:lnTo>
                <a:lnTo>
                  <a:pt x="102517" y="23313"/>
                </a:lnTo>
                <a:lnTo>
                  <a:pt x="96837" y="24927"/>
                </a:lnTo>
                <a:lnTo>
                  <a:pt x="97297" y="24787"/>
                </a:lnTo>
                <a:lnTo>
                  <a:pt x="91738" y="26661"/>
                </a:lnTo>
                <a:lnTo>
                  <a:pt x="92196" y="26501"/>
                </a:lnTo>
                <a:lnTo>
                  <a:pt x="86756" y="28633"/>
                </a:lnTo>
                <a:lnTo>
                  <a:pt x="87214" y="28454"/>
                </a:lnTo>
                <a:lnTo>
                  <a:pt x="81894" y="30845"/>
                </a:lnTo>
                <a:lnTo>
                  <a:pt x="82332" y="30646"/>
                </a:lnTo>
                <a:lnTo>
                  <a:pt x="77172" y="33276"/>
                </a:lnTo>
                <a:lnTo>
                  <a:pt x="77611" y="33057"/>
                </a:lnTo>
                <a:lnTo>
                  <a:pt x="72588" y="35945"/>
                </a:lnTo>
                <a:lnTo>
                  <a:pt x="73007" y="35686"/>
                </a:lnTo>
                <a:lnTo>
                  <a:pt x="68145" y="38795"/>
                </a:lnTo>
                <a:lnTo>
                  <a:pt x="68544" y="38536"/>
                </a:lnTo>
                <a:lnTo>
                  <a:pt x="63842" y="41864"/>
                </a:lnTo>
                <a:lnTo>
                  <a:pt x="64220" y="41584"/>
                </a:lnTo>
                <a:lnTo>
                  <a:pt x="59696" y="45151"/>
                </a:lnTo>
                <a:lnTo>
                  <a:pt x="60056" y="44832"/>
                </a:lnTo>
                <a:lnTo>
                  <a:pt x="55713" y="48598"/>
                </a:lnTo>
                <a:lnTo>
                  <a:pt x="56071" y="48280"/>
                </a:lnTo>
                <a:lnTo>
                  <a:pt x="51906" y="52245"/>
                </a:lnTo>
                <a:lnTo>
                  <a:pt x="52246" y="51906"/>
                </a:lnTo>
                <a:lnTo>
                  <a:pt x="48280" y="56070"/>
                </a:lnTo>
                <a:lnTo>
                  <a:pt x="48598" y="55712"/>
                </a:lnTo>
                <a:lnTo>
                  <a:pt x="44833" y="60075"/>
                </a:lnTo>
                <a:lnTo>
                  <a:pt x="45152" y="59697"/>
                </a:lnTo>
                <a:lnTo>
                  <a:pt x="41584" y="64220"/>
                </a:lnTo>
                <a:lnTo>
                  <a:pt x="41864" y="63841"/>
                </a:lnTo>
                <a:lnTo>
                  <a:pt x="38536" y="68544"/>
                </a:lnTo>
                <a:lnTo>
                  <a:pt x="38795" y="68145"/>
                </a:lnTo>
                <a:lnTo>
                  <a:pt x="35688" y="73007"/>
                </a:lnTo>
                <a:lnTo>
                  <a:pt x="35945" y="72588"/>
                </a:lnTo>
                <a:lnTo>
                  <a:pt x="33057" y="77610"/>
                </a:lnTo>
                <a:lnTo>
                  <a:pt x="33275" y="77172"/>
                </a:lnTo>
                <a:lnTo>
                  <a:pt x="30646" y="82352"/>
                </a:lnTo>
                <a:lnTo>
                  <a:pt x="30845" y="81914"/>
                </a:lnTo>
                <a:lnTo>
                  <a:pt x="28453" y="87214"/>
                </a:lnTo>
                <a:lnTo>
                  <a:pt x="28632" y="86755"/>
                </a:lnTo>
                <a:lnTo>
                  <a:pt x="26502" y="92195"/>
                </a:lnTo>
                <a:lnTo>
                  <a:pt x="26662" y="91737"/>
                </a:lnTo>
                <a:lnTo>
                  <a:pt x="24787" y="97297"/>
                </a:lnTo>
                <a:lnTo>
                  <a:pt x="24926" y="96838"/>
                </a:lnTo>
                <a:lnTo>
                  <a:pt x="23313" y="102517"/>
                </a:lnTo>
                <a:lnTo>
                  <a:pt x="23433" y="102039"/>
                </a:lnTo>
                <a:lnTo>
                  <a:pt x="22098" y="107817"/>
                </a:lnTo>
                <a:lnTo>
                  <a:pt x="22197" y="107339"/>
                </a:lnTo>
                <a:lnTo>
                  <a:pt x="21140" y="113237"/>
                </a:lnTo>
                <a:lnTo>
                  <a:pt x="21221" y="112739"/>
                </a:lnTo>
                <a:lnTo>
                  <a:pt x="20463" y="118736"/>
                </a:lnTo>
                <a:lnTo>
                  <a:pt x="20524" y="118238"/>
                </a:lnTo>
                <a:lnTo>
                  <a:pt x="20046" y="124315"/>
                </a:lnTo>
                <a:lnTo>
                  <a:pt x="20085" y="123817"/>
                </a:lnTo>
                <a:lnTo>
                  <a:pt x="19925" y="129974"/>
                </a:lnTo>
              </a:path>
            </a:pathLst>
          </a:custGeom>
          <a:solidFill xmlns:a="http://schemas.openxmlformats.org/drawingml/2006/main">
            <a:srgbClr val="7DB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text-145 Prompt">
            <a:extLst xmlns:a="http://schemas.openxmlformats.org/drawingml/2006/main">
              <a:ext uri="{FF2B5EF4-FFF2-40B4-BE49-F238E27FC236}">
                <a16:creationId xmlns:a16="http://schemas.microsoft.com/office/drawing/2014/main" id="{4BA40D5F-0EC0-4E89-8B32-5F8A21B8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7322" y="4601521"/>
            <a:ext cx="694113" cy="278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221" name="text-145 for">
            <a:extLst xmlns:a="http://schemas.openxmlformats.org/drawingml/2006/main">
              <a:ext uri="{FF2B5EF4-FFF2-40B4-BE49-F238E27FC236}">
                <a16:creationId xmlns:a16="http://schemas.microsoft.com/office/drawing/2014/main" id="{D36A696B-077C-4657-B659-C75B5769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638" y="4601364"/>
            <a:ext cx="337320" cy="27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222" name="text-145 question">
            <a:extLst xmlns:a="http://schemas.openxmlformats.org/drawingml/2006/main">
              <a:ext uri="{FF2B5EF4-FFF2-40B4-BE49-F238E27FC236}">
                <a16:creationId xmlns:a16="http://schemas.microsoft.com/office/drawing/2014/main" id="{8A8C6626-1300-44EE-8EE3-455A241F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7285" y="4601421"/>
            <a:ext cx="807106" cy="27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23" name="text-145 generation:">
            <a:extLst xmlns:a="http://schemas.openxmlformats.org/drawingml/2006/main">
              <a:ext uri="{FF2B5EF4-FFF2-40B4-BE49-F238E27FC236}">
                <a16:creationId xmlns:a16="http://schemas.microsoft.com/office/drawing/2014/main" id="{AB6FECF7-8013-47FF-A37C-E42DAF3B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9175" y="4601148"/>
            <a:ext cx="1080435" cy="279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generation:</a:t>
            </a:r>
          </a:p>
        </p:txBody>
      </p:sp>
      <p:sp>
        <p:nvSpPr>
          <p:cNvPr id="224" name="text-146 Prompt">
            <a:extLst xmlns:a="http://schemas.openxmlformats.org/drawingml/2006/main">
              <a:ext uri="{FF2B5EF4-FFF2-40B4-BE49-F238E27FC236}">
                <a16:creationId xmlns:a16="http://schemas.microsoft.com/office/drawing/2014/main" id="{9147C37B-F785-4B3D-9B35-6735D442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140" y="5971402"/>
            <a:ext cx="694113" cy="278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225" name="text-146 for">
            <a:extLst xmlns:a="http://schemas.openxmlformats.org/drawingml/2006/main">
              <a:ext uri="{FF2B5EF4-FFF2-40B4-BE49-F238E27FC236}">
                <a16:creationId xmlns:a16="http://schemas.microsoft.com/office/drawing/2014/main" id="{4C6B9BAA-33FB-426A-8962-09CDE7E2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4455" y="5971243"/>
            <a:ext cx="337322" cy="27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226" name="text-146 answer">
            <a:extLst xmlns:a="http://schemas.openxmlformats.org/drawingml/2006/main">
              <a:ext uri="{FF2B5EF4-FFF2-40B4-BE49-F238E27FC236}">
                <a16:creationId xmlns:a16="http://schemas.microsoft.com/office/drawing/2014/main" id="{ED3B9BCB-2706-4837-AA9E-33D96ECF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6102" y="5971152"/>
            <a:ext cx="680057" cy="27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27" name="text-146 generation:">
            <a:extLst xmlns:a="http://schemas.openxmlformats.org/drawingml/2006/main">
              <a:ext uri="{FF2B5EF4-FFF2-40B4-BE49-F238E27FC236}">
                <a16:creationId xmlns:a16="http://schemas.microsoft.com/office/drawing/2014/main" id="{C32FF24B-8FD5-4E54-AE72-B713D7A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468" y="5971028"/>
            <a:ext cx="1080435" cy="279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generation:</a:t>
            </a:r>
          </a:p>
        </p:txBody>
      </p:sp>
      <p:sp>
        <p:nvSpPr>
          <p:cNvPr id="228" name="text-147 #">
            <a:extLst xmlns:a="http://schemas.openxmlformats.org/drawingml/2006/main">
              <a:ext uri="{FF2B5EF4-FFF2-40B4-BE49-F238E27FC236}">
                <a16:creationId xmlns:a16="http://schemas.microsoft.com/office/drawing/2014/main" id="{D5D8C761-0842-4FEE-ADA4-E206C006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8133" y="4842346"/>
            <a:ext cx="134807" cy="27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</a:t>
            </a:r>
          </a:p>
        </p:txBody>
      </p:sp>
      <p:sp>
        <p:nvSpPr>
          <p:cNvPr id="229" name="text-147 Role">
            <a:extLst xmlns:a="http://schemas.openxmlformats.org/drawingml/2006/main">
              <a:ext uri="{FF2B5EF4-FFF2-40B4-BE49-F238E27FC236}">
                <a16:creationId xmlns:a16="http://schemas.microsoft.com/office/drawing/2014/main" id="{6356AE52-2001-4D11-8EC1-CEC2D57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574" y="4841504"/>
            <a:ext cx="411751" cy="27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</a:t>
            </a:r>
          </a:p>
        </p:txBody>
      </p:sp>
      <p:sp>
        <p:nvSpPr>
          <p:cNvPr id="230" name="text-147 Setting">
            <a:extLst xmlns:a="http://schemas.openxmlformats.org/drawingml/2006/main">
              <a:ext uri="{FF2B5EF4-FFF2-40B4-BE49-F238E27FC236}">
                <a16:creationId xmlns:a16="http://schemas.microsoft.com/office/drawing/2014/main" id="{E801B66A-DCA3-41A3-82FB-13C90C1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3981" y="4840991"/>
            <a:ext cx="601307" cy="27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Setting</a:t>
            </a:r>
          </a:p>
        </p:txBody>
      </p:sp>
      <p:sp>
        <p:nvSpPr>
          <p:cNvPr id="231" name="text-148 You">
            <a:extLst xmlns:a="http://schemas.openxmlformats.org/drawingml/2006/main">
              <a:ext uri="{FF2B5EF4-FFF2-40B4-BE49-F238E27FC236}">
                <a16:creationId xmlns:a16="http://schemas.microsoft.com/office/drawing/2014/main" id="{0EB2DD33-29B9-4784-AE7D-248889B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8133" y="5071880"/>
            <a:ext cx="306055" cy="237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</a:t>
            </a:r>
          </a:p>
        </p:txBody>
      </p:sp>
      <p:sp>
        <p:nvSpPr>
          <p:cNvPr id="232" name="text-148 are">
            <a:extLst xmlns:a="http://schemas.openxmlformats.org/drawingml/2006/main">
              <a:ext uri="{FF2B5EF4-FFF2-40B4-BE49-F238E27FC236}">
                <a16:creationId xmlns:a16="http://schemas.microsoft.com/office/drawing/2014/main" id="{E9A40383-3724-457F-ABE6-F1427410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2957" y="5082150"/>
            <a:ext cx="223469" cy="22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233" name="text-148 a">
            <a:extLst xmlns:a="http://schemas.openxmlformats.org/drawingml/2006/main">
              <a:ext uri="{FF2B5EF4-FFF2-40B4-BE49-F238E27FC236}">
                <a16:creationId xmlns:a16="http://schemas.microsoft.com/office/drawing/2014/main" id="{B1F91F9B-D2C5-43C7-8F55-9765648C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7080" y="5081308"/>
            <a:ext cx="100083" cy="224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4" name="text-148 question-design">
            <a:extLst xmlns:a="http://schemas.openxmlformats.org/drawingml/2006/main">
              <a:ext uri="{FF2B5EF4-FFF2-40B4-BE49-F238E27FC236}">
                <a16:creationId xmlns:a16="http://schemas.microsoft.com/office/drawing/2014/main" id="{5B59F113-5D13-4E91-91F4-B97FDFA2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7666" y="5082548"/>
            <a:ext cx="1036400" cy="22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question-design</a:t>
            </a:r>
          </a:p>
        </p:txBody>
      </p:sp>
      <p:sp>
        <p:nvSpPr>
          <p:cNvPr id="235" name="text-148 expert">
            <a:extLst xmlns:a="http://schemas.openxmlformats.org/drawingml/2006/main">
              <a:ext uri="{FF2B5EF4-FFF2-40B4-BE49-F238E27FC236}">
                <a16:creationId xmlns:a16="http://schemas.microsoft.com/office/drawing/2014/main" id="{6E43F8FD-2ECF-4679-A27B-A17BEA6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4752" y="5082316"/>
            <a:ext cx="426951" cy="223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236" name="text-148 specializing">
            <a:extLst xmlns:a="http://schemas.openxmlformats.org/drawingml/2006/main">
              <a:ext uri="{FF2B5EF4-FFF2-40B4-BE49-F238E27FC236}">
                <a16:creationId xmlns:a16="http://schemas.microsoft.com/office/drawing/2014/main" id="{4F0B07FC-AB44-47CB-83D4-6044671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2118" y="5082631"/>
            <a:ext cx="788312" cy="222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specializing</a:t>
            </a:r>
          </a:p>
        </p:txBody>
      </p:sp>
      <p:sp>
        <p:nvSpPr>
          <p:cNvPr id="237" name="text-148 in">
            <a:extLst xmlns:a="http://schemas.openxmlformats.org/drawingml/2006/main">
              <a:ext uri="{FF2B5EF4-FFF2-40B4-BE49-F238E27FC236}">
                <a16:creationId xmlns:a16="http://schemas.microsoft.com/office/drawing/2014/main" id="{9BF7B226-855E-4449-9A95-29467A27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1132" y="5082232"/>
            <a:ext cx="152760" cy="22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38" name="text-148 creating">
            <a:extLst xmlns:a="http://schemas.openxmlformats.org/drawingml/2006/main">
              <a:ext uri="{FF2B5EF4-FFF2-40B4-BE49-F238E27FC236}">
                <a16:creationId xmlns:a16="http://schemas.microsoft.com/office/drawing/2014/main" id="{C4156126-3928-4244-A38E-CE856341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4521" y="5082513"/>
            <a:ext cx="541256" cy="223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creating</a:t>
            </a:r>
          </a:p>
        </p:txBody>
      </p:sp>
      <p:sp>
        <p:nvSpPr>
          <p:cNvPr id="239" name="text-149 questions">
            <a:extLst xmlns:a="http://schemas.openxmlformats.org/drawingml/2006/main">
              <a:ext uri="{FF2B5EF4-FFF2-40B4-BE49-F238E27FC236}">
                <a16:creationId xmlns:a16="http://schemas.microsoft.com/office/drawing/2014/main" id="{D41832C3-6AA9-4FF4-9629-8E5F0F88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8133" y="5273773"/>
            <a:ext cx="630083" cy="223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240" name="text-149 based">
            <a:extLst xmlns:a="http://schemas.openxmlformats.org/drawingml/2006/main">
              <a:ext uri="{FF2B5EF4-FFF2-40B4-BE49-F238E27FC236}">
                <a16:creationId xmlns:a16="http://schemas.microsoft.com/office/drawing/2014/main" id="{587A281A-C897-48A6-8F83-7287A4C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39" y="5273503"/>
            <a:ext cx="391866" cy="223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241" name="text-149 on">
            <a:extLst xmlns:a="http://schemas.openxmlformats.org/drawingml/2006/main">
              <a:ext uri="{FF2B5EF4-FFF2-40B4-BE49-F238E27FC236}">
                <a16:creationId xmlns:a16="http://schemas.microsoft.com/office/drawing/2014/main" id="{606E398F-FFCB-4711-8C12-92349FF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1232" y="5273090"/>
            <a:ext cx="188703" cy="22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42" name="text-149 different">
            <a:extLst xmlns:a="http://schemas.openxmlformats.org/drawingml/2006/main">
              <a:ext uri="{FF2B5EF4-FFF2-40B4-BE49-F238E27FC236}">
                <a16:creationId xmlns:a16="http://schemas.microsoft.com/office/drawing/2014/main" id="{123A6A18-560F-427A-AE2E-E84DFCA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0488" y="5273022"/>
            <a:ext cx="576498" cy="224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</a:t>
            </a:r>
          </a:p>
        </p:txBody>
      </p:sp>
      <p:sp>
        <p:nvSpPr>
          <p:cNvPr id="243" name="text-149 images">
            <a:extLst xmlns:a="http://schemas.openxmlformats.org/drawingml/2006/main">
              <a:ext uri="{FF2B5EF4-FFF2-40B4-BE49-F238E27FC236}">
                <a16:creationId xmlns:a16="http://schemas.microsoft.com/office/drawing/2014/main" id="{7955FB7B-FE2D-40E5-AB8F-BB66FF9B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7296" y="5273778"/>
            <a:ext cx="479644" cy="223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244" name="text-149 and">
            <a:extLst xmlns:a="http://schemas.openxmlformats.org/drawingml/2006/main">
              <a:ext uri="{FF2B5EF4-FFF2-40B4-BE49-F238E27FC236}">
                <a16:creationId xmlns:a16="http://schemas.microsoft.com/office/drawing/2014/main" id="{AF397834-AAE6-472A-8BE0-6339541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7464" y="5273256"/>
            <a:ext cx="259406" cy="223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45" name="text-149 materials.">
            <a:extLst xmlns:a="http://schemas.openxmlformats.org/drawingml/2006/main">
              <a:ext uri="{FF2B5EF4-FFF2-40B4-BE49-F238E27FC236}">
                <a16:creationId xmlns:a16="http://schemas.microsoft.com/office/drawing/2014/main" id="{094CBE43-0188-4916-8369-B5D51664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453" y="5274114"/>
            <a:ext cx="650541" cy="22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materials.</a:t>
            </a:r>
          </a:p>
        </p:txBody>
      </p:sp>
      <p:sp>
        <p:nvSpPr>
          <p:cNvPr id="246" name="text-149 Your">
            <a:extLst xmlns:a="http://schemas.openxmlformats.org/drawingml/2006/main">
              <a:ext uri="{FF2B5EF4-FFF2-40B4-BE49-F238E27FC236}">
                <a16:creationId xmlns:a16="http://schemas.microsoft.com/office/drawing/2014/main" id="{CF82C2E8-3F17-49FD-8CCA-10AA713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8982" y="5265003"/>
            <a:ext cx="358641" cy="23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Your</a:t>
            </a:r>
          </a:p>
        </p:txBody>
      </p:sp>
      <p:sp>
        <p:nvSpPr>
          <p:cNvPr id="247" name="text-150 task">
            <a:extLst xmlns:a="http://schemas.openxmlformats.org/drawingml/2006/main">
              <a:ext uri="{FF2B5EF4-FFF2-40B4-BE49-F238E27FC236}">
                <a16:creationId xmlns:a16="http://schemas.microsoft.com/office/drawing/2014/main" id="{C1237F6E-FA3F-4E73-BDD5-69BA66D4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8133" y="5465018"/>
            <a:ext cx="285224" cy="223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48" name="text-150 is">
            <a:extLst xmlns:a="http://schemas.openxmlformats.org/drawingml/2006/main">
              <a:ext uri="{FF2B5EF4-FFF2-40B4-BE49-F238E27FC236}">
                <a16:creationId xmlns:a16="http://schemas.microsoft.com/office/drawing/2014/main" id="{BDC8D6B4-EBC1-42DF-84A4-349B03D9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4027" y="5464894"/>
            <a:ext cx="134963" cy="223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49" name="text-150 to">
            <a:extLst xmlns:a="http://schemas.openxmlformats.org/drawingml/2006/main">
              <a:ext uri="{FF2B5EF4-FFF2-40B4-BE49-F238E27FC236}">
                <a16:creationId xmlns:a16="http://schemas.microsoft.com/office/drawing/2014/main" id="{6E29A335-F203-4FFC-819F-59168953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9483" y="5464805"/>
            <a:ext cx="152758" cy="223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50" name="text-150 design">
            <a:extLst xmlns:a="http://schemas.openxmlformats.org/drawingml/2006/main">
              <a:ext uri="{FF2B5EF4-FFF2-40B4-BE49-F238E27FC236}">
                <a16:creationId xmlns:a16="http://schemas.microsoft.com/office/drawing/2014/main" id="{8ADCD1D9-9A7E-42AA-9BEB-A76EE62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2871" y="5464963"/>
            <a:ext cx="444639" cy="22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251" name="text-151 ......">
            <a:extLst xmlns:a="http://schemas.openxmlformats.org/drawingml/2006/main">
              <a:ext uri="{FF2B5EF4-FFF2-40B4-BE49-F238E27FC236}">
                <a16:creationId xmlns:a16="http://schemas.microsoft.com/office/drawing/2014/main" id="{CA96887A-69F9-49DC-84AB-C02C0CA8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318" y="5464677"/>
            <a:ext cx="268101" cy="22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252" name="path-152">
            <a:extLst xmlns:a="http://schemas.openxmlformats.org/drawingml/2006/main">
              <a:ext uri="{FF2B5EF4-FFF2-40B4-BE49-F238E27FC236}">
                <a16:creationId xmlns:a16="http://schemas.microsoft.com/office/drawing/2014/main" id="{C1060F05-297B-4400-BE32-42C37AE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851" y="5879419"/>
            <a:ext cx="4009016" cy="1234387"/>
          </a:xfrm>
          <a:custGeom xmlns:a="http://schemas.openxmlformats.org/drawingml/2006/main">
            <a:pathLst>
              <a:path w="4009016" h="1234387">
                <a:moveTo>
                  <a:pt x="159" y="123060"/>
                </a:moveTo>
                <a:lnTo>
                  <a:pt x="658" y="116465"/>
                </a:lnTo>
                <a:lnTo>
                  <a:pt x="1494" y="109969"/>
                </a:lnTo>
                <a:lnTo>
                  <a:pt x="2631" y="103593"/>
                </a:lnTo>
                <a:lnTo>
                  <a:pt x="4085" y="97317"/>
                </a:lnTo>
                <a:lnTo>
                  <a:pt x="5839" y="91140"/>
                </a:lnTo>
                <a:lnTo>
                  <a:pt x="7871" y="85122"/>
                </a:lnTo>
                <a:lnTo>
                  <a:pt x="10202" y="79224"/>
                </a:lnTo>
                <a:lnTo>
                  <a:pt x="12792" y="73466"/>
                </a:lnTo>
                <a:lnTo>
                  <a:pt x="15662" y="67887"/>
                </a:lnTo>
                <a:lnTo>
                  <a:pt x="18790" y="62447"/>
                </a:lnTo>
                <a:lnTo>
                  <a:pt x="22158" y="57186"/>
                </a:lnTo>
                <a:lnTo>
                  <a:pt x="25764" y="52106"/>
                </a:lnTo>
                <a:lnTo>
                  <a:pt x="29630" y="47204"/>
                </a:lnTo>
                <a:lnTo>
                  <a:pt x="33694" y="42501"/>
                </a:lnTo>
                <a:lnTo>
                  <a:pt x="37998" y="37999"/>
                </a:lnTo>
                <a:lnTo>
                  <a:pt x="42502" y="33694"/>
                </a:lnTo>
                <a:lnTo>
                  <a:pt x="47204" y="29629"/>
                </a:lnTo>
                <a:lnTo>
                  <a:pt x="52105" y="25764"/>
                </a:lnTo>
                <a:lnTo>
                  <a:pt x="57187" y="22157"/>
                </a:lnTo>
                <a:lnTo>
                  <a:pt x="62445" y="18789"/>
                </a:lnTo>
                <a:lnTo>
                  <a:pt x="67886" y="15662"/>
                </a:lnTo>
                <a:lnTo>
                  <a:pt x="73465" y="12792"/>
                </a:lnTo>
                <a:lnTo>
                  <a:pt x="79224" y="10202"/>
                </a:lnTo>
                <a:lnTo>
                  <a:pt x="85120" y="7871"/>
                </a:lnTo>
                <a:lnTo>
                  <a:pt x="91139" y="5838"/>
                </a:lnTo>
                <a:lnTo>
                  <a:pt x="97316" y="4085"/>
                </a:lnTo>
                <a:lnTo>
                  <a:pt x="103592" y="2631"/>
                </a:lnTo>
                <a:lnTo>
                  <a:pt x="109969" y="1494"/>
                </a:lnTo>
                <a:lnTo>
                  <a:pt x="116464" y="658"/>
                </a:lnTo>
                <a:lnTo>
                  <a:pt x="123061" y="159"/>
                </a:lnTo>
                <a:lnTo>
                  <a:pt x="129595" y="0"/>
                </a:lnTo>
                <a:lnTo>
                  <a:pt x="3879419" y="0"/>
                </a:lnTo>
                <a:lnTo>
                  <a:pt x="3885955" y="159"/>
                </a:lnTo>
                <a:lnTo>
                  <a:pt x="3892551" y="658"/>
                </a:lnTo>
                <a:lnTo>
                  <a:pt x="3899027" y="1494"/>
                </a:lnTo>
                <a:lnTo>
                  <a:pt x="3905422" y="2631"/>
                </a:lnTo>
                <a:lnTo>
                  <a:pt x="3911699" y="4085"/>
                </a:lnTo>
                <a:lnTo>
                  <a:pt x="3917857" y="5838"/>
                </a:lnTo>
                <a:lnTo>
                  <a:pt x="3923894" y="7871"/>
                </a:lnTo>
                <a:lnTo>
                  <a:pt x="3929792" y="10202"/>
                </a:lnTo>
                <a:lnTo>
                  <a:pt x="3935531" y="12792"/>
                </a:lnTo>
                <a:lnTo>
                  <a:pt x="3941131" y="15662"/>
                </a:lnTo>
                <a:lnTo>
                  <a:pt x="3946569" y="18789"/>
                </a:lnTo>
                <a:lnTo>
                  <a:pt x="3951829" y="22157"/>
                </a:lnTo>
                <a:lnTo>
                  <a:pt x="3956912" y="25764"/>
                </a:lnTo>
                <a:lnTo>
                  <a:pt x="3961812" y="29629"/>
                </a:lnTo>
                <a:lnTo>
                  <a:pt x="3966515" y="33694"/>
                </a:lnTo>
                <a:lnTo>
                  <a:pt x="3971018" y="37999"/>
                </a:lnTo>
                <a:lnTo>
                  <a:pt x="3975322" y="42501"/>
                </a:lnTo>
                <a:lnTo>
                  <a:pt x="3979386" y="47204"/>
                </a:lnTo>
                <a:lnTo>
                  <a:pt x="3983232" y="52106"/>
                </a:lnTo>
                <a:lnTo>
                  <a:pt x="3986859" y="57186"/>
                </a:lnTo>
                <a:lnTo>
                  <a:pt x="3990226" y="62447"/>
                </a:lnTo>
                <a:lnTo>
                  <a:pt x="3993354" y="67887"/>
                </a:lnTo>
                <a:lnTo>
                  <a:pt x="3996224" y="73466"/>
                </a:lnTo>
                <a:lnTo>
                  <a:pt x="3998815" y="79224"/>
                </a:lnTo>
                <a:lnTo>
                  <a:pt x="4001145" y="85122"/>
                </a:lnTo>
                <a:lnTo>
                  <a:pt x="4003178" y="91140"/>
                </a:lnTo>
                <a:lnTo>
                  <a:pt x="4004932" y="97317"/>
                </a:lnTo>
                <a:lnTo>
                  <a:pt x="4006385" y="103593"/>
                </a:lnTo>
                <a:lnTo>
                  <a:pt x="4007522" y="109969"/>
                </a:lnTo>
                <a:lnTo>
                  <a:pt x="4008358" y="116465"/>
                </a:lnTo>
                <a:lnTo>
                  <a:pt x="4008857" y="123060"/>
                </a:lnTo>
                <a:lnTo>
                  <a:pt x="4009016" y="129596"/>
                </a:lnTo>
                <a:lnTo>
                  <a:pt x="4009016" y="1104792"/>
                </a:lnTo>
                <a:lnTo>
                  <a:pt x="4008857" y="1111327"/>
                </a:lnTo>
                <a:lnTo>
                  <a:pt x="4008358" y="1117922"/>
                </a:lnTo>
                <a:lnTo>
                  <a:pt x="4007522" y="1124417"/>
                </a:lnTo>
                <a:lnTo>
                  <a:pt x="4006385" y="1130794"/>
                </a:lnTo>
                <a:lnTo>
                  <a:pt x="4004932" y="1137070"/>
                </a:lnTo>
                <a:lnTo>
                  <a:pt x="4003178" y="1143227"/>
                </a:lnTo>
                <a:lnTo>
                  <a:pt x="4001145" y="1149264"/>
                </a:lnTo>
                <a:lnTo>
                  <a:pt x="3998815" y="1155163"/>
                </a:lnTo>
                <a:lnTo>
                  <a:pt x="3996224" y="1160921"/>
                </a:lnTo>
                <a:lnTo>
                  <a:pt x="3993354" y="1166500"/>
                </a:lnTo>
                <a:lnTo>
                  <a:pt x="3990226" y="1171939"/>
                </a:lnTo>
                <a:lnTo>
                  <a:pt x="3986859" y="1177201"/>
                </a:lnTo>
                <a:lnTo>
                  <a:pt x="3983232" y="1182281"/>
                </a:lnTo>
                <a:lnTo>
                  <a:pt x="3979386" y="1187183"/>
                </a:lnTo>
                <a:lnTo>
                  <a:pt x="3975322" y="1191885"/>
                </a:lnTo>
                <a:lnTo>
                  <a:pt x="3971018" y="1196389"/>
                </a:lnTo>
                <a:lnTo>
                  <a:pt x="3966515" y="1200692"/>
                </a:lnTo>
                <a:lnTo>
                  <a:pt x="3961812" y="1204757"/>
                </a:lnTo>
                <a:lnTo>
                  <a:pt x="3956912" y="1208602"/>
                </a:lnTo>
                <a:lnTo>
                  <a:pt x="3951829" y="1212229"/>
                </a:lnTo>
                <a:lnTo>
                  <a:pt x="3946569" y="1215596"/>
                </a:lnTo>
                <a:lnTo>
                  <a:pt x="3941131" y="1218724"/>
                </a:lnTo>
                <a:lnTo>
                  <a:pt x="3935531" y="1221595"/>
                </a:lnTo>
                <a:lnTo>
                  <a:pt x="3929792" y="1224185"/>
                </a:lnTo>
                <a:lnTo>
                  <a:pt x="3923894" y="1226516"/>
                </a:lnTo>
                <a:lnTo>
                  <a:pt x="3917857" y="1228548"/>
                </a:lnTo>
                <a:lnTo>
                  <a:pt x="3911699" y="1230302"/>
                </a:lnTo>
                <a:lnTo>
                  <a:pt x="3905422" y="1231756"/>
                </a:lnTo>
                <a:lnTo>
                  <a:pt x="3899027" y="1232892"/>
                </a:lnTo>
                <a:lnTo>
                  <a:pt x="3892551" y="1233729"/>
                </a:lnTo>
                <a:lnTo>
                  <a:pt x="3885955" y="1234227"/>
                </a:lnTo>
                <a:lnTo>
                  <a:pt x="3879419" y="1234387"/>
                </a:lnTo>
                <a:lnTo>
                  <a:pt x="129595" y="1234387"/>
                </a:lnTo>
                <a:lnTo>
                  <a:pt x="123061" y="1234227"/>
                </a:lnTo>
                <a:lnTo>
                  <a:pt x="116464" y="1233729"/>
                </a:lnTo>
                <a:lnTo>
                  <a:pt x="109969" y="1232892"/>
                </a:lnTo>
                <a:lnTo>
                  <a:pt x="103592" y="1231756"/>
                </a:lnTo>
                <a:lnTo>
                  <a:pt x="97316" y="1230302"/>
                </a:lnTo>
                <a:lnTo>
                  <a:pt x="91139" y="1228548"/>
                </a:lnTo>
                <a:lnTo>
                  <a:pt x="85120" y="1226516"/>
                </a:lnTo>
                <a:lnTo>
                  <a:pt x="79224" y="1224185"/>
                </a:lnTo>
                <a:lnTo>
                  <a:pt x="73465" y="1221595"/>
                </a:lnTo>
                <a:lnTo>
                  <a:pt x="67886" y="1218724"/>
                </a:lnTo>
                <a:lnTo>
                  <a:pt x="62445" y="1215596"/>
                </a:lnTo>
                <a:lnTo>
                  <a:pt x="57187" y="1212229"/>
                </a:lnTo>
                <a:lnTo>
                  <a:pt x="52105" y="1208602"/>
                </a:lnTo>
                <a:lnTo>
                  <a:pt x="47204" y="1204757"/>
                </a:lnTo>
                <a:lnTo>
                  <a:pt x="42502" y="1200692"/>
                </a:lnTo>
                <a:lnTo>
                  <a:pt x="37998" y="1196389"/>
                </a:lnTo>
                <a:lnTo>
                  <a:pt x="33694" y="1191885"/>
                </a:lnTo>
                <a:lnTo>
                  <a:pt x="29630" y="1187183"/>
                </a:lnTo>
                <a:lnTo>
                  <a:pt x="25764" y="1182281"/>
                </a:lnTo>
                <a:lnTo>
                  <a:pt x="22158" y="1177201"/>
                </a:lnTo>
                <a:lnTo>
                  <a:pt x="18790" y="1171939"/>
                </a:lnTo>
                <a:lnTo>
                  <a:pt x="15662" y="1166500"/>
                </a:lnTo>
                <a:lnTo>
                  <a:pt x="12792" y="1160921"/>
                </a:lnTo>
                <a:lnTo>
                  <a:pt x="10202" y="1155163"/>
                </a:lnTo>
                <a:lnTo>
                  <a:pt x="7871" y="1149264"/>
                </a:lnTo>
                <a:lnTo>
                  <a:pt x="5839" y="1143227"/>
                </a:lnTo>
                <a:lnTo>
                  <a:pt x="4085" y="1137070"/>
                </a:lnTo>
                <a:lnTo>
                  <a:pt x="2631" y="1130794"/>
                </a:lnTo>
                <a:lnTo>
                  <a:pt x="1494" y="1124417"/>
                </a:lnTo>
                <a:lnTo>
                  <a:pt x="658" y="1117922"/>
                </a:lnTo>
                <a:lnTo>
                  <a:pt x="159" y="1111327"/>
                </a:lnTo>
                <a:lnTo>
                  <a:pt x="0" y="1104792"/>
                </a:lnTo>
                <a:lnTo>
                  <a:pt x="0" y="129596"/>
                </a:lnTo>
                <a:lnTo>
                  <a:pt x="159" y="123060"/>
                </a:lnTo>
                <a:moveTo>
                  <a:pt x="19925" y="129974"/>
                </a:moveTo>
                <a:lnTo>
                  <a:pt x="19925" y="129715"/>
                </a:lnTo>
                <a:lnTo>
                  <a:pt x="19925" y="1104671"/>
                </a:lnTo>
                <a:lnTo>
                  <a:pt x="19925" y="1104412"/>
                </a:lnTo>
                <a:lnTo>
                  <a:pt x="20085" y="1110569"/>
                </a:lnTo>
                <a:lnTo>
                  <a:pt x="20046" y="1110070"/>
                </a:lnTo>
                <a:lnTo>
                  <a:pt x="20524" y="1116149"/>
                </a:lnTo>
                <a:lnTo>
                  <a:pt x="20463" y="1115650"/>
                </a:lnTo>
                <a:lnTo>
                  <a:pt x="21221" y="1121648"/>
                </a:lnTo>
                <a:lnTo>
                  <a:pt x="21140" y="1121149"/>
                </a:lnTo>
                <a:lnTo>
                  <a:pt x="22197" y="1127047"/>
                </a:lnTo>
                <a:lnTo>
                  <a:pt x="22098" y="1126569"/>
                </a:lnTo>
                <a:lnTo>
                  <a:pt x="23433" y="1132349"/>
                </a:lnTo>
                <a:lnTo>
                  <a:pt x="23313" y="1131869"/>
                </a:lnTo>
                <a:lnTo>
                  <a:pt x="24926" y="1137548"/>
                </a:lnTo>
                <a:lnTo>
                  <a:pt x="24787" y="1137090"/>
                </a:lnTo>
                <a:lnTo>
                  <a:pt x="26662" y="1142650"/>
                </a:lnTo>
                <a:lnTo>
                  <a:pt x="26502" y="1142191"/>
                </a:lnTo>
                <a:lnTo>
                  <a:pt x="28632" y="1147631"/>
                </a:lnTo>
                <a:lnTo>
                  <a:pt x="28453" y="1147173"/>
                </a:lnTo>
                <a:lnTo>
                  <a:pt x="30845" y="1152473"/>
                </a:lnTo>
                <a:lnTo>
                  <a:pt x="30646" y="1152035"/>
                </a:lnTo>
                <a:lnTo>
                  <a:pt x="33275" y="1157215"/>
                </a:lnTo>
                <a:lnTo>
                  <a:pt x="33057" y="1156776"/>
                </a:lnTo>
                <a:lnTo>
                  <a:pt x="35945" y="1161798"/>
                </a:lnTo>
                <a:lnTo>
                  <a:pt x="35688" y="1161380"/>
                </a:lnTo>
                <a:lnTo>
                  <a:pt x="38795" y="1166241"/>
                </a:lnTo>
                <a:lnTo>
                  <a:pt x="38536" y="1165843"/>
                </a:lnTo>
                <a:lnTo>
                  <a:pt x="41864" y="1170545"/>
                </a:lnTo>
                <a:lnTo>
                  <a:pt x="41584" y="1170167"/>
                </a:lnTo>
                <a:lnTo>
                  <a:pt x="45152" y="1174689"/>
                </a:lnTo>
                <a:lnTo>
                  <a:pt x="44833" y="1174311"/>
                </a:lnTo>
                <a:lnTo>
                  <a:pt x="48598" y="1178674"/>
                </a:lnTo>
                <a:lnTo>
                  <a:pt x="48280" y="1178316"/>
                </a:lnTo>
                <a:lnTo>
                  <a:pt x="52246" y="1182480"/>
                </a:lnTo>
                <a:lnTo>
                  <a:pt x="51906" y="1182141"/>
                </a:lnTo>
                <a:lnTo>
                  <a:pt x="56071" y="1186107"/>
                </a:lnTo>
                <a:lnTo>
                  <a:pt x="55713" y="1185788"/>
                </a:lnTo>
                <a:lnTo>
                  <a:pt x="60056" y="1189554"/>
                </a:lnTo>
                <a:lnTo>
                  <a:pt x="59696" y="1189235"/>
                </a:lnTo>
                <a:lnTo>
                  <a:pt x="64220" y="1192802"/>
                </a:lnTo>
                <a:lnTo>
                  <a:pt x="63842" y="1192502"/>
                </a:lnTo>
                <a:lnTo>
                  <a:pt x="68544" y="1195850"/>
                </a:lnTo>
                <a:lnTo>
                  <a:pt x="68145" y="1195592"/>
                </a:lnTo>
                <a:lnTo>
                  <a:pt x="73007" y="1198699"/>
                </a:lnTo>
                <a:lnTo>
                  <a:pt x="72588" y="1198441"/>
                </a:lnTo>
                <a:lnTo>
                  <a:pt x="77611" y="1201330"/>
                </a:lnTo>
                <a:lnTo>
                  <a:pt x="77172" y="1201112"/>
                </a:lnTo>
                <a:lnTo>
                  <a:pt x="82332" y="1203741"/>
                </a:lnTo>
                <a:lnTo>
                  <a:pt x="81894" y="1203542"/>
                </a:lnTo>
                <a:lnTo>
                  <a:pt x="87214" y="1205932"/>
                </a:lnTo>
                <a:lnTo>
                  <a:pt x="86756" y="1205753"/>
                </a:lnTo>
                <a:lnTo>
                  <a:pt x="92196" y="1207885"/>
                </a:lnTo>
                <a:lnTo>
                  <a:pt x="91738" y="1207726"/>
                </a:lnTo>
                <a:lnTo>
                  <a:pt x="97297" y="1209599"/>
                </a:lnTo>
                <a:lnTo>
                  <a:pt x="96837" y="1209459"/>
                </a:lnTo>
                <a:lnTo>
                  <a:pt x="102517" y="1211074"/>
                </a:lnTo>
                <a:lnTo>
                  <a:pt x="102038" y="1210954"/>
                </a:lnTo>
                <a:lnTo>
                  <a:pt x="107818" y="1212288"/>
                </a:lnTo>
                <a:lnTo>
                  <a:pt x="107339" y="1212189"/>
                </a:lnTo>
                <a:lnTo>
                  <a:pt x="113236" y="1213245"/>
                </a:lnTo>
                <a:lnTo>
                  <a:pt x="112739" y="1213166"/>
                </a:lnTo>
                <a:lnTo>
                  <a:pt x="118735" y="1213923"/>
                </a:lnTo>
                <a:lnTo>
                  <a:pt x="118238" y="1213863"/>
                </a:lnTo>
                <a:lnTo>
                  <a:pt x="124316" y="1214341"/>
                </a:lnTo>
                <a:lnTo>
                  <a:pt x="123818" y="1214302"/>
                </a:lnTo>
                <a:lnTo>
                  <a:pt x="129973" y="1214462"/>
                </a:lnTo>
                <a:lnTo>
                  <a:pt x="129716" y="1214462"/>
                </a:lnTo>
                <a:lnTo>
                  <a:pt x="3879301" y="1214462"/>
                </a:lnTo>
                <a:lnTo>
                  <a:pt x="3879041" y="1214462"/>
                </a:lnTo>
                <a:lnTo>
                  <a:pt x="3885199" y="1214302"/>
                </a:lnTo>
                <a:lnTo>
                  <a:pt x="3884700" y="1214341"/>
                </a:lnTo>
                <a:lnTo>
                  <a:pt x="3890778" y="1213863"/>
                </a:lnTo>
                <a:lnTo>
                  <a:pt x="3890279" y="1213923"/>
                </a:lnTo>
                <a:lnTo>
                  <a:pt x="3896278" y="1213166"/>
                </a:lnTo>
                <a:lnTo>
                  <a:pt x="3895779" y="1213245"/>
                </a:lnTo>
                <a:lnTo>
                  <a:pt x="3901677" y="1212189"/>
                </a:lnTo>
                <a:lnTo>
                  <a:pt x="3901199" y="1212288"/>
                </a:lnTo>
                <a:lnTo>
                  <a:pt x="3906976" y="1210954"/>
                </a:lnTo>
                <a:lnTo>
                  <a:pt x="3906500" y="1211074"/>
                </a:lnTo>
                <a:lnTo>
                  <a:pt x="3912179" y="1209459"/>
                </a:lnTo>
                <a:lnTo>
                  <a:pt x="3911719" y="1209599"/>
                </a:lnTo>
                <a:lnTo>
                  <a:pt x="3917278" y="1207726"/>
                </a:lnTo>
                <a:lnTo>
                  <a:pt x="3916820" y="1207885"/>
                </a:lnTo>
                <a:lnTo>
                  <a:pt x="3922261" y="1205753"/>
                </a:lnTo>
                <a:lnTo>
                  <a:pt x="3921803" y="1205932"/>
                </a:lnTo>
                <a:lnTo>
                  <a:pt x="3927102" y="1203542"/>
                </a:lnTo>
                <a:lnTo>
                  <a:pt x="3926664" y="1203741"/>
                </a:lnTo>
                <a:lnTo>
                  <a:pt x="3931845" y="1201112"/>
                </a:lnTo>
                <a:lnTo>
                  <a:pt x="3931405" y="1201330"/>
                </a:lnTo>
                <a:lnTo>
                  <a:pt x="3936426" y="1198441"/>
                </a:lnTo>
                <a:lnTo>
                  <a:pt x="3936009" y="1198699"/>
                </a:lnTo>
                <a:lnTo>
                  <a:pt x="3940871" y="1195592"/>
                </a:lnTo>
                <a:lnTo>
                  <a:pt x="3940472" y="1195850"/>
                </a:lnTo>
                <a:lnTo>
                  <a:pt x="3945175" y="1192502"/>
                </a:lnTo>
                <a:lnTo>
                  <a:pt x="3944796" y="1192802"/>
                </a:lnTo>
                <a:lnTo>
                  <a:pt x="3949319" y="1189235"/>
                </a:lnTo>
                <a:lnTo>
                  <a:pt x="3948940" y="1189554"/>
                </a:lnTo>
                <a:lnTo>
                  <a:pt x="3953285" y="1185788"/>
                </a:lnTo>
                <a:lnTo>
                  <a:pt x="3952946" y="1186107"/>
                </a:lnTo>
                <a:lnTo>
                  <a:pt x="3957110" y="1182141"/>
                </a:lnTo>
                <a:lnTo>
                  <a:pt x="3956771" y="1182480"/>
                </a:lnTo>
                <a:lnTo>
                  <a:pt x="3960737" y="1178316"/>
                </a:lnTo>
                <a:lnTo>
                  <a:pt x="3960418" y="1178674"/>
                </a:lnTo>
                <a:lnTo>
                  <a:pt x="3964184" y="1174311"/>
                </a:lnTo>
                <a:lnTo>
                  <a:pt x="3963865" y="1174689"/>
                </a:lnTo>
                <a:lnTo>
                  <a:pt x="3967430" y="1170167"/>
                </a:lnTo>
                <a:lnTo>
                  <a:pt x="3967132" y="1170545"/>
                </a:lnTo>
                <a:lnTo>
                  <a:pt x="3970481" y="1165843"/>
                </a:lnTo>
                <a:lnTo>
                  <a:pt x="3970221" y="1166241"/>
                </a:lnTo>
                <a:lnTo>
                  <a:pt x="3973329" y="1161380"/>
                </a:lnTo>
                <a:lnTo>
                  <a:pt x="3973071" y="1161798"/>
                </a:lnTo>
                <a:lnTo>
                  <a:pt x="3975960" y="1156776"/>
                </a:lnTo>
                <a:lnTo>
                  <a:pt x="3975721" y="1157215"/>
                </a:lnTo>
                <a:lnTo>
                  <a:pt x="3978370" y="1152035"/>
                </a:lnTo>
                <a:lnTo>
                  <a:pt x="3978170" y="1152473"/>
                </a:lnTo>
                <a:lnTo>
                  <a:pt x="3980562" y="1147173"/>
                </a:lnTo>
                <a:lnTo>
                  <a:pt x="3980364" y="1147631"/>
                </a:lnTo>
                <a:lnTo>
                  <a:pt x="3982514" y="1142191"/>
                </a:lnTo>
                <a:lnTo>
                  <a:pt x="3982355" y="1142650"/>
                </a:lnTo>
                <a:lnTo>
                  <a:pt x="3984228" y="1137090"/>
                </a:lnTo>
                <a:lnTo>
                  <a:pt x="3984089" y="1137548"/>
                </a:lnTo>
                <a:lnTo>
                  <a:pt x="3985704" y="1131869"/>
                </a:lnTo>
                <a:lnTo>
                  <a:pt x="3985565" y="1132349"/>
                </a:lnTo>
                <a:lnTo>
                  <a:pt x="3986918" y="1126569"/>
                </a:lnTo>
                <a:lnTo>
                  <a:pt x="3986818" y="1127047"/>
                </a:lnTo>
                <a:lnTo>
                  <a:pt x="3987854" y="1121149"/>
                </a:lnTo>
                <a:lnTo>
                  <a:pt x="3987795" y="1121648"/>
                </a:lnTo>
                <a:lnTo>
                  <a:pt x="3988552" y="1115650"/>
                </a:lnTo>
                <a:lnTo>
                  <a:pt x="3988492" y="1116149"/>
                </a:lnTo>
                <a:lnTo>
                  <a:pt x="3988971" y="1110070"/>
                </a:lnTo>
                <a:lnTo>
                  <a:pt x="3988932" y="1110569"/>
                </a:lnTo>
                <a:lnTo>
                  <a:pt x="3989091" y="1104412"/>
                </a:lnTo>
                <a:lnTo>
                  <a:pt x="3989091" y="1104671"/>
                </a:lnTo>
                <a:lnTo>
                  <a:pt x="3989091" y="129715"/>
                </a:lnTo>
                <a:lnTo>
                  <a:pt x="3989091" y="129974"/>
                </a:lnTo>
                <a:lnTo>
                  <a:pt x="3988932" y="123818"/>
                </a:lnTo>
                <a:lnTo>
                  <a:pt x="3988971" y="124315"/>
                </a:lnTo>
                <a:lnTo>
                  <a:pt x="3988492" y="118238"/>
                </a:lnTo>
                <a:lnTo>
                  <a:pt x="3988552" y="118737"/>
                </a:lnTo>
                <a:lnTo>
                  <a:pt x="3987795" y="112739"/>
                </a:lnTo>
                <a:lnTo>
                  <a:pt x="3987854" y="113237"/>
                </a:lnTo>
                <a:lnTo>
                  <a:pt x="3986818" y="107339"/>
                </a:lnTo>
                <a:lnTo>
                  <a:pt x="3986918" y="107817"/>
                </a:lnTo>
                <a:lnTo>
                  <a:pt x="3985565" y="102039"/>
                </a:lnTo>
                <a:lnTo>
                  <a:pt x="3985704" y="102517"/>
                </a:lnTo>
                <a:lnTo>
                  <a:pt x="3984089" y="96839"/>
                </a:lnTo>
                <a:lnTo>
                  <a:pt x="3984228" y="97296"/>
                </a:lnTo>
                <a:lnTo>
                  <a:pt x="3982355" y="91737"/>
                </a:lnTo>
                <a:lnTo>
                  <a:pt x="3982514" y="92196"/>
                </a:lnTo>
                <a:lnTo>
                  <a:pt x="3980364" y="86756"/>
                </a:lnTo>
                <a:lnTo>
                  <a:pt x="3980562" y="87214"/>
                </a:lnTo>
                <a:lnTo>
                  <a:pt x="3978170" y="81914"/>
                </a:lnTo>
                <a:lnTo>
                  <a:pt x="3978370" y="82352"/>
                </a:lnTo>
                <a:lnTo>
                  <a:pt x="3975721" y="77172"/>
                </a:lnTo>
                <a:lnTo>
                  <a:pt x="3975960" y="77610"/>
                </a:lnTo>
                <a:lnTo>
                  <a:pt x="3973071" y="72589"/>
                </a:lnTo>
                <a:lnTo>
                  <a:pt x="3973329" y="73007"/>
                </a:lnTo>
                <a:lnTo>
                  <a:pt x="3970221" y="68145"/>
                </a:lnTo>
                <a:lnTo>
                  <a:pt x="3970481" y="68544"/>
                </a:lnTo>
                <a:lnTo>
                  <a:pt x="3967132" y="63842"/>
                </a:lnTo>
                <a:lnTo>
                  <a:pt x="3967430" y="64220"/>
                </a:lnTo>
                <a:lnTo>
                  <a:pt x="3963865" y="59697"/>
                </a:lnTo>
                <a:lnTo>
                  <a:pt x="3964184" y="60076"/>
                </a:lnTo>
                <a:lnTo>
                  <a:pt x="3960418" y="55712"/>
                </a:lnTo>
                <a:lnTo>
                  <a:pt x="3960737" y="56070"/>
                </a:lnTo>
                <a:lnTo>
                  <a:pt x="3956771" y="51906"/>
                </a:lnTo>
                <a:lnTo>
                  <a:pt x="3957110" y="52245"/>
                </a:lnTo>
                <a:lnTo>
                  <a:pt x="3952946" y="48280"/>
                </a:lnTo>
                <a:lnTo>
                  <a:pt x="3953285" y="48598"/>
                </a:lnTo>
                <a:lnTo>
                  <a:pt x="3948940" y="44833"/>
                </a:lnTo>
                <a:lnTo>
                  <a:pt x="3949319" y="45151"/>
                </a:lnTo>
                <a:lnTo>
                  <a:pt x="3944796" y="41585"/>
                </a:lnTo>
                <a:lnTo>
                  <a:pt x="3945175" y="41864"/>
                </a:lnTo>
                <a:lnTo>
                  <a:pt x="3940472" y="38536"/>
                </a:lnTo>
                <a:lnTo>
                  <a:pt x="3940871" y="38795"/>
                </a:lnTo>
                <a:lnTo>
                  <a:pt x="3936009" y="35687"/>
                </a:lnTo>
                <a:lnTo>
                  <a:pt x="3936426" y="35946"/>
                </a:lnTo>
                <a:lnTo>
                  <a:pt x="3931405" y="33057"/>
                </a:lnTo>
                <a:lnTo>
                  <a:pt x="3931845" y="33276"/>
                </a:lnTo>
                <a:lnTo>
                  <a:pt x="3926664" y="30645"/>
                </a:lnTo>
                <a:lnTo>
                  <a:pt x="3927102" y="30845"/>
                </a:lnTo>
                <a:lnTo>
                  <a:pt x="3921803" y="28454"/>
                </a:lnTo>
                <a:lnTo>
                  <a:pt x="3922261" y="28633"/>
                </a:lnTo>
                <a:lnTo>
                  <a:pt x="3916820" y="26501"/>
                </a:lnTo>
                <a:lnTo>
                  <a:pt x="3917278" y="26661"/>
                </a:lnTo>
                <a:lnTo>
                  <a:pt x="3911719" y="24788"/>
                </a:lnTo>
                <a:lnTo>
                  <a:pt x="3912179" y="24927"/>
                </a:lnTo>
                <a:lnTo>
                  <a:pt x="3906500" y="23313"/>
                </a:lnTo>
                <a:lnTo>
                  <a:pt x="3906976" y="23432"/>
                </a:lnTo>
                <a:lnTo>
                  <a:pt x="3901199" y="22098"/>
                </a:lnTo>
                <a:lnTo>
                  <a:pt x="3901677" y="22198"/>
                </a:lnTo>
                <a:lnTo>
                  <a:pt x="3895779" y="21141"/>
                </a:lnTo>
                <a:lnTo>
                  <a:pt x="3896278" y="21221"/>
                </a:lnTo>
                <a:lnTo>
                  <a:pt x="3890279" y="20464"/>
                </a:lnTo>
                <a:lnTo>
                  <a:pt x="3890778" y="20523"/>
                </a:lnTo>
                <a:lnTo>
                  <a:pt x="3884700" y="20045"/>
                </a:lnTo>
                <a:lnTo>
                  <a:pt x="3885199" y="20085"/>
                </a:lnTo>
                <a:lnTo>
                  <a:pt x="3879041" y="19926"/>
                </a:lnTo>
                <a:lnTo>
                  <a:pt x="3879301" y="19926"/>
                </a:lnTo>
                <a:lnTo>
                  <a:pt x="129716" y="19926"/>
                </a:lnTo>
                <a:lnTo>
                  <a:pt x="129973" y="19926"/>
                </a:lnTo>
                <a:lnTo>
                  <a:pt x="123818" y="20085"/>
                </a:lnTo>
                <a:lnTo>
                  <a:pt x="124316" y="20045"/>
                </a:lnTo>
                <a:lnTo>
                  <a:pt x="118238" y="20523"/>
                </a:lnTo>
                <a:lnTo>
                  <a:pt x="118735" y="20464"/>
                </a:lnTo>
                <a:lnTo>
                  <a:pt x="112739" y="21221"/>
                </a:lnTo>
                <a:lnTo>
                  <a:pt x="113236" y="21141"/>
                </a:lnTo>
                <a:lnTo>
                  <a:pt x="107339" y="22198"/>
                </a:lnTo>
                <a:lnTo>
                  <a:pt x="107818" y="22098"/>
                </a:lnTo>
                <a:lnTo>
                  <a:pt x="102038" y="23432"/>
                </a:lnTo>
                <a:lnTo>
                  <a:pt x="102517" y="23313"/>
                </a:lnTo>
                <a:lnTo>
                  <a:pt x="96837" y="24927"/>
                </a:lnTo>
                <a:lnTo>
                  <a:pt x="97297" y="24788"/>
                </a:lnTo>
                <a:lnTo>
                  <a:pt x="91738" y="26661"/>
                </a:lnTo>
                <a:lnTo>
                  <a:pt x="92196" y="26501"/>
                </a:lnTo>
                <a:lnTo>
                  <a:pt x="86756" y="28633"/>
                </a:lnTo>
                <a:lnTo>
                  <a:pt x="87214" y="28454"/>
                </a:lnTo>
                <a:lnTo>
                  <a:pt x="81894" y="30845"/>
                </a:lnTo>
                <a:lnTo>
                  <a:pt x="82332" y="30645"/>
                </a:lnTo>
                <a:lnTo>
                  <a:pt x="77172" y="33276"/>
                </a:lnTo>
                <a:lnTo>
                  <a:pt x="77611" y="33057"/>
                </a:lnTo>
                <a:lnTo>
                  <a:pt x="72588" y="35946"/>
                </a:lnTo>
                <a:lnTo>
                  <a:pt x="73007" y="35687"/>
                </a:lnTo>
                <a:lnTo>
                  <a:pt x="68145" y="38795"/>
                </a:lnTo>
                <a:lnTo>
                  <a:pt x="68544" y="38536"/>
                </a:lnTo>
                <a:lnTo>
                  <a:pt x="63842" y="41864"/>
                </a:lnTo>
                <a:lnTo>
                  <a:pt x="64220" y="41585"/>
                </a:lnTo>
                <a:lnTo>
                  <a:pt x="59696" y="45151"/>
                </a:lnTo>
                <a:lnTo>
                  <a:pt x="60056" y="44833"/>
                </a:lnTo>
                <a:lnTo>
                  <a:pt x="55713" y="48598"/>
                </a:lnTo>
                <a:lnTo>
                  <a:pt x="56071" y="48280"/>
                </a:lnTo>
                <a:lnTo>
                  <a:pt x="51906" y="52245"/>
                </a:lnTo>
                <a:lnTo>
                  <a:pt x="52246" y="51906"/>
                </a:lnTo>
                <a:lnTo>
                  <a:pt x="48280" y="56070"/>
                </a:lnTo>
                <a:lnTo>
                  <a:pt x="48598" y="55712"/>
                </a:lnTo>
                <a:lnTo>
                  <a:pt x="44833" y="60076"/>
                </a:lnTo>
                <a:lnTo>
                  <a:pt x="45152" y="59697"/>
                </a:lnTo>
                <a:lnTo>
                  <a:pt x="41584" y="64220"/>
                </a:lnTo>
                <a:lnTo>
                  <a:pt x="41864" y="63842"/>
                </a:lnTo>
                <a:lnTo>
                  <a:pt x="38536" y="68544"/>
                </a:lnTo>
                <a:lnTo>
                  <a:pt x="38795" y="68145"/>
                </a:lnTo>
                <a:lnTo>
                  <a:pt x="35688" y="73007"/>
                </a:lnTo>
                <a:lnTo>
                  <a:pt x="35945" y="72589"/>
                </a:lnTo>
                <a:lnTo>
                  <a:pt x="33057" y="77610"/>
                </a:lnTo>
                <a:lnTo>
                  <a:pt x="33275" y="77172"/>
                </a:lnTo>
                <a:lnTo>
                  <a:pt x="30646" y="82352"/>
                </a:lnTo>
                <a:lnTo>
                  <a:pt x="30845" y="81914"/>
                </a:lnTo>
                <a:lnTo>
                  <a:pt x="28453" y="87214"/>
                </a:lnTo>
                <a:lnTo>
                  <a:pt x="28632" y="86756"/>
                </a:lnTo>
                <a:lnTo>
                  <a:pt x="26502" y="92196"/>
                </a:lnTo>
                <a:lnTo>
                  <a:pt x="26662" y="91737"/>
                </a:lnTo>
                <a:lnTo>
                  <a:pt x="24787" y="97296"/>
                </a:lnTo>
                <a:lnTo>
                  <a:pt x="24926" y="96839"/>
                </a:lnTo>
                <a:lnTo>
                  <a:pt x="23313" y="102517"/>
                </a:lnTo>
                <a:lnTo>
                  <a:pt x="23433" y="102039"/>
                </a:lnTo>
                <a:lnTo>
                  <a:pt x="22098" y="107817"/>
                </a:lnTo>
                <a:lnTo>
                  <a:pt x="22197" y="107339"/>
                </a:lnTo>
                <a:lnTo>
                  <a:pt x="21140" y="113237"/>
                </a:lnTo>
                <a:lnTo>
                  <a:pt x="21221" y="112739"/>
                </a:lnTo>
                <a:lnTo>
                  <a:pt x="20463" y="118737"/>
                </a:lnTo>
                <a:lnTo>
                  <a:pt x="20524" y="118238"/>
                </a:lnTo>
                <a:lnTo>
                  <a:pt x="20046" y="124315"/>
                </a:lnTo>
                <a:lnTo>
                  <a:pt x="20085" y="123818"/>
                </a:lnTo>
                <a:lnTo>
                  <a:pt x="19925" y="129974"/>
                </a:lnTo>
              </a:path>
            </a:pathLst>
          </a:custGeom>
          <a:solidFill xmlns:a="http://schemas.openxmlformats.org/drawingml/2006/main">
            <a:srgbClr val="7DB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text-153 #">
            <a:extLst xmlns:a="http://schemas.openxmlformats.org/drawingml/2006/main">
              <a:ext uri="{FF2B5EF4-FFF2-40B4-BE49-F238E27FC236}">
                <a16:creationId xmlns:a16="http://schemas.microsoft.com/office/drawing/2014/main" id="{F73DD9E0-9887-4E31-8AC1-C644C8C8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8170" y="6185327"/>
            <a:ext cx="134807" cy="27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</a:t>
            </a:r>
          </a:p>
        </p:txBody>
      </p:sp>
      <p:sp>
        <p:nvSpPr>
          <p:cNvPr id="254" name="text-153 Role">
            <a:extLst xmlns:a="http://schemas.openxmlformats.org/drawingml/2006/main">
              <a:ext uri="{FF2B5EF4-FFF2-40B4-BE49-F238E27FC236}">
                <a16:creationId xmlns:a16="http://schemas.microsoft.com/office/drawing/2014/main" id="{90EEC4BE-1C4B-4AF4-ADB8-6E4DF8B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7611" y="6184485"/>
            <a:ext cx="411751" cy="27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</a:t>
            </a:r>
          </a:p>
        </p:txBody>
      </p:sp>
      <p:sp>
        <p:nvSpPr>
          <p:cNvPr id="255" name="text-153 Setting">
            <a:extLst xmlns:a="http://schemas.openxmlformats.org/drawingml/2006/main">
              <a:ext uri="{FF2B5EF4-FFF2-40B4-BE49-F238E27FC236}">
                <a16:creationId xmlns:a16="http://schemas.microsoft.com/office/drawing/2014/main" id="{E84B6148-2D3E-43FF-BC4E-9AC8BB12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4018" y="6183971"/>
            <a:ext cx="601307" cy="27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Setting</a:t>
            </a:r>
          </a:p>
        </p:txBody>
      </p:sp>
      <p:sp>
        <p:nvSpPr>
          <p:cNvPr id="256" name="text-154 You">
            <a:extLst xmlns:a="http://schemas.openxmlformats.org/drawingml/2006/main">
              <a:ext uri="{FF2B5EF4-FFF2-40B4-BE49-F238E27FC236}">
                <a16:creationId xmlns:a16="http://schemas.microsoft.com/office/drawing/2014/main" id="{6B3E212C-6C0A-491B-9B7C-A89475EA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8170" y="6414860"/>
            <a:ext cx="306055" cy="237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</a:t>
            </a:r>
          </a:p>
        </p:txBody>
      </p:sp>
      <p:sp>
        <p:nvSpPr>
          <p:cNvPr id="257" name="text-154 are">
            <a:extLst xmlns:a="http://schemas.openxmlformats.org/drawingml/2006/main">
              <a:ext uri="{FF2B5EF4-FFF2-40B4-BE49-F238E27FC236}">
                <a16:creationId xmlns:a16="http://schemas.microsoft.com/office/drawing/2014/main" id="{E9A338ED-90D6-4EC7-BB6F-CD6F9634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2992" y="6425129"/>
            <a:ext cx="223471" cy="22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258" name="text-154 an">
            <a:extLst xmlns:a="http://schemas.openxmlformats.org/drawingml/2006/main">
              <a:ext uri="{FF2B5EF4-FFF2-40B4-BE49-F238E27FC236}">
                <a16:creationId xmlns:a16="http://schemas.microsoft.com/office/drawing/2014/main" id="{B2899916-C591-4977-8D47-2BD14D9D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7118" y="6424723"/>
            <a:ext cx="179747" cy="224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259" name="text-154 answer">
            <a:extLst xmlns:a="http://schemas.openxmlformats.org/drawingml/2006/main">
              <a:ext uri="{FF2B5EF4-FFF2-40B4-BE49-F238E27FC236}">
                <a16:creationId xmlns:a16="http://schemas.microsoft.com/office/drawing/2014/main" id="{52F15F59-E648-4664-97F0-B4DAF701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7406" y="6425103"/>
            <a:ext cx="480666" cy="22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260" name="text-154 expert,">
            <a:extLst xmlns:a="http://schemas.openxmlformats.org/drawingml/2006/main">
              <a:ext uri="{FF2B5EF4-FFF2-40B4-BE49-F238E27FC236}">
                <a16:creationId xmlns:a16="http://schemas.microsoft.com/office/drawing/2014/main" id="{EFF422F9-86C2-40B6-B16F-22E1C61A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8569" y="6425444"/>
            <a:ext cx="466296" cy="22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expert,</a:t>
            </a:r>
          </a:p>
        </p:txBody>
      </p:sp>
      <p:sp>
        <p:nvSpPr>
          <p:cNvPr id="261" name="text-154 specializing">
            <a:extLst xmlns:a="http://schemas.openxmlformats.org/drawingml/2006/main">
              <a:ext uri="{FF2B5EF4-FFF2-40B4-BE49-F238E27FC236}">
                <a16:creationId xmlns:a16="http://schemas.microsoft.com/office/drawing/2014/main" id="{4D51F1E6-547D-4BB6-929B-22430A53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5788" y="6425612"/>
            <a:ext cx="788310" cy="22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specializing</a:t>
            </a:r>
          </a:p>
        </p:txBody>
      </p:sp>
      <p:sp>
        <p:nvSpPr>
          <p:cNvPr id="262" name="text-154 in">
            <a:extLst xmlns:a="http://schemas.openxmlformats.org/drawingml/2006/main">
              <a:ext uri="{FF2B5EF4-FFF2-40B4-BE49-F238E27FC236}">
                <a16:creationId xmlns:a16="http://schemas.microsoft.com/office/drawing/2014/main" id="{250B842F-E2CF-40DA-AC3C-59DC4E1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799" y="6425212"/>
            <a:ext cx="152760" cy="22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63" name="text-154 answering">
            <a:extLst xmlns:a="http://schemas.openxmlformats.org/drawingml/2006/main">
              <a:ext uri="{FF2B5EF4-FFF2-40B4-BE49-F238E27FC236}">
                <a16:creationId xmlns:a16="http://schemas.microsoft.com/office/drawing/2014/main" id="{5460644C-4A8A-4A6E-B89A-B2C37D8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8189" y="6425283"/>
            <a:ext cx="683763" cy="22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answering</a:t>
            </a:r>
          </a:p>
        </p:txBody>
      </p:sp>
      <p:sp>
        <p:nvSpPr>
          <p:cNvPr id="264" name="text-155 questions">
            <a:extLst xmlns:a="http://schemas.openxmlformats.org/drawingml/2006/main">
              <a:ext uri="{FF2B5EF4-FFF2-40B4-BE49-F238E27FC236}">
                <a16:creationId xmlns:a16="http://schemas.microsoft.com/office/drawing/2014/main" id="{CCD09F2D-5EF4-45B1-A1D7-BCC33D28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8170" y="6616753"/>
            <a:ext cx="630083" cy="223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265" name="text-155 based">
            <a:extLst xmlns:a="http://schemas.openxmlformats.org/drawingml/2006/main">
              <a:ext uri="{FF2B5EF4-FFF2-40B4-BE49-F238E27FC236}">
                <a16:creationId xmlns:a16="http://schemas.microsoft.com/office/drawing/2014/main" id="{071CE9EC-6605-454C-B0D7-A5AADE12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8774" y="6616483"/>
            <a:ext cx="391869" cy="22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266" name="text-155 on">
            <a:extLst xmlns:a="http://schemas.openxmlformats.org/drawingml/2006/main">
              <a:ext uri="{FF2B5EF4-FFF2-40B4-BE49-F238E27FC236}">
                <a16:creationId xmlns:a16="http://schemas.microsoft.com/office/drawing/2014/main" id="{C92B99D0-C24C-4939-8B5D-B22C904B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1270" y="6616071"/>
            <a:ext cx="188703" cy="22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67" name="text-155 images.">
            <a:extLst xmlns:a="http://schemas.openxmlformats.org/drawingml/2006/main">
              <a:ext uri="{FF2B5EF4-FFF2-40B4-BE49-F238E27FC236}">
                <a16:creationId xmlns:a16="http://schemas.microsoft.com/office/drawing/2014/main" id="{3E292CFC-1DD0-46F3-AAD2-05C33E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0525" y="6616852"/>
            <a:ext cx="519074" cy="22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images.</a:t>
            </a:r>
          </a:p>
        </p:txBody>
      </p:sp>
      <p:sp>
        <p:nvSpPr>
          <p:cNvPr id="268" name="text-155 Your">
            <a:extLst xmlns:a="http://schemas.openxmlformats.org/drawingml/2006/main">
              <a:ext uri="{FF2B5EF4-FFF2-40B4-BE49-F238E27FC236}">
                <a16:creationId xmlns:a16="http://schemas.microsoft.com/office/drawing/2014/main" id="{31BDA017-CD00-4A46-A1B7-D020AED5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0543" y="6607983"/>
            <a:ext cx="358641" cy="23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Your</a:t>
            </a:r>
          </a:p>
        </p:txBody>
      </p:sp>
      <p:sp>
        <p:nvSpPr>
          <p:cNvPr id="269" name="text-155 task">
            <a:extLst xmlns:a="http://schemas.openxmlformats.org/drawingml/2006/main">
              <a:ext uri="{FF2B5EF4-FFF2-40B4-BE49-F238E27FC236}">
                <a16:creationId xmlns:a16="http://schemas.microsoft.com/office/drawing/2014/main" id="{1001A811-3A0B-4710-A1FA-C970C5FE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69" y="6616712"/>
            <a:ext cx="285226" cy="223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70" name="text-155 is">
            <a:extLst xmlns:a="http://schemas.openxmlformats.org/drawingml/2006/main">
              <a:ext uri="{FF2B5EF4-FFF2-40B4-BE49-F238E27FC236}">
                <a16:creationId xmlns:a16="http://schemas.microsoft.com/office/drawing/2014/main" id="{2A59BCDC-8C15-4D2A-B6CD-72208AE6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4063" y="6616586"/>
            <a:ext cx="134966" cy="223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71" name="text-155 to">
            <a:extLst xmlns:a="http://schemas.openxmlformats.org/drawingml/2006/main">
              <a:ext uri="{FF2B5EF4-FFF2-40B4-BE49-F238E27FC236}">
                <a16:creationId xmlns:a16="http://schemas.microsoft.com/office/drawing/2014/main" id="{34DF14DB-E2BB-40D9-B260-005A85B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9519" y="6616497"/>
            <a:ext cx="152760" cy="22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72" name="text-155 answer">
            <a:extLst xmlns:a="http://schemas.openxmlformats.org/drawingml/2006/main">
              <a:ext uri="{FF2B5EF4-FFF2-40B4-BE49-F238E27FC236}">
                <a16:creationId xmlns:a16="http://schemas.microsoft.com/office/drawing/2014/main" id="{BAC8B9FA-7231-4D49-AE77-2F74C9BF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2909" y="6616388"/>
            <a:ext cx="480666" cy="22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273" name="text-155 multiple">
            <a:extLst xmlns:a="http://schemas.openxmlformats.org/drawingml/2006/main">
              <a:ext uri="{FF2B5EF4-FFF2-40B4-BE49-F238E27FC236}">
                <a16:creationId xmlns:a16="http://schemas.microsoft.com/office/drawing/2014/main" id="{9D9D1327-20C8-4825-A7CB-3779C31A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4072" y="6617101"/>
            <a:ext cx="558096" cy="222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</a:t>
            </a:r>
          </a:p>
        </p:txBody>
      </p:sp>
      <p:sp>
        <p:nvSpPr>
          <p:cNvPr id="274" name="text-156 questions">
            <a:extLst xmlns:a="http://schemas.openxmlformats.org/drawingml/2006/main">
              <a:ext uri="{FF2B5EF4-FFF2-40B4-BE49-F238E27FC236}">
                <a16:creationId xmlns:a16="http://schemas.microsoft.com/office/drawing/2014/main" id="{2297A03F-8A61-408D-9460-6E681DA2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8170" y="6808038"/>
            <a:ext cx="630083" cy="223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275" name="text-156 based">
            <a:extLst xmlns:a="http://schemas.openxmlformats.org/drawingml/2006/main">
              <a:ext uri="{FF2B5EF4-FFF2-40B4-BE49-F238E27FC236}">
                <a16:creationId xmlns:a16="http://schemas.microsoft.com/office/drawing/2014/main" id="{FC678A8E-23AF-4B22-BE2A-037D1C46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8774" y="6807767"/>
            <a:ext cx="391869" cy="22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276" name="text-156 on">
            <a:extLst xmlns:a="http://schemas.openxmlformats.org/drawingml/2006/main">
              <a:ext uri="{FF2B5EF4-FFF2-40B4-BE49-F238E27FC236}">
                <a16:creationId xmlns:a16="http://schemas.microsoft.com/office/drawing/2014/main" id="{761575A9-A659-4C1E-B103-1A9F5B90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1270" y="6807355"/>
            <a:ext cx="188703" cy="22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77" name="text-156 the">
            <a:extLst xmlns:a="http://schemas.openxmlformats.org/drawingml/2006/main">
              <a:ext uri="{FF2B5EF4-FFF2-40B4-BE49-F238E27FC236}">
                <a16:creationId xmlns:a16="http://schemas.microsoft.com/office/drawing/2014/main" id="{894DB320-15EF-411F-BEF9-CDCB2B3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0525" y="6807855"/>
            <a:ext cx="223441" cy="2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78" name="text-156 images">
            <a:extLst xmlns:a="http://schemas.openxmlformats.org/drawingml/2006/main">
              <a:ext uri="{FF2B5EF4-FFF2-40B4-BE49-F238E27FC236}">
                <a16:creationId xmlns:a16="http://schemas.microsoft.com/office/drawing/2014/main" id="{77A8925E-85B0-4439-B36D-C5A7A8A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649" y="6808042"/>
            <a:ext cx="479646" cy="22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279" name="text-156 provided">
            <a:extLst xmlns:a="http://schemas.openxmlformats.org/drawingml/2006/main">
              <a:ext uri="{FF2B5EF4-FFF2-40B4-BE49-F238E27FC236}">
                <a16:creationId xmlns:a16="http://schemas.microsoft.com/office/drawing/2014/main" id="{5FF9F256-2B52-4D89-95CB-7ADED620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4816" y="6807909"/>
            <a:ext cx="595085" cy="223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provided</a:t>
            </a:r>
          </a:p>
        </p:txBody>
      </p:sp>
      <p:sp>
        <p:nvSpPr>
          <p:cNvPr id="280" name="text-156 by">
            <a:extLst xmlns:a="http://schemas.openxmlformats.org/drawingml/2006/main">
              <a:ext uri="{FF2B5EF4-FFF2-40B4-BE49-F238E27FC236}">
                <a16:creationId xmlns:a16="http://schemas.microsoft.com/office/drawing/2014/main" id="{6E0E25D3-3953-4DCE-81A3-52B88F4F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0554" y="6807357"/>
            <a:ext cx="188700" cy="223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281" name="text-156 the">
            <a:extLst xmlns:a="http://schemas.openxmlformats.org/drawingml/2006/main">
              <a:ext uri="{FF2B5EF4-FFF2-40B4-BE49-F238E27FC236}">
                <a16:creationId xmlns:a16="http://schemas.microsoft.com/office/drawing/2014/main" id="{9FCD3EA5-4E9E-40E4-B9D4-DA53B3F5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810" y="6807855"/>
            <a:ext cx="223441" cy="2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82" name="text-156 user">
            <a:extLst xmlns:a="http://schemas.openxmlformats.org/drawingml/2006/main">
              <a:ext uri="{FF2B5EF4-FFF2-40B4-BE49-F238E27FC236}">
                <a16:creationId xmlns:a16="http://schemas.microsoft.com/office/drawing/2014/main" id="{E23CB40D-8B31-49D2-A23E-4BC46DF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3933" y="6807829"/>
            <a:ext cx="294336" cy="22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</a:t>
            </a:r>
          </a:p>
        </p:txBody>
      </p:sp>
      <p:sp>
        <p:nvSpPr>
          <p:cNvPr id="283" name="text-157 ......">
            <a:extLst xmlns:a="http://schemas.openxmlformats.org/drawingml/2006/main">
              <a:ext uri="{FF2B5EF4-FFF2-40B4-BE49-F238E27FC236}">
                <a16:creationId xmlns:a16="http://schemas.microsoft.com/office/drawing/2014/main" id="{279A033E-7C95-4A52-A7F9-ACD3C0A2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8944" y="6807656"/>
            <a:ext cx="268101" cy="22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73E252C-E2B1-4551-826B-13E971411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e37798dae4b12"/>
          <a:stretch xmlns:a="http://schemas.openxmlformats.org/drawingml/2006/main"/>
        </p:blipFill>
        <p:spPr>
          <a:xfrm xmlns:a="http://schemas.openxmlformats.org/drawingml/2006/main">
            <a:off x="5688586" y="4804438"/>
            <a:ext cx="351685" cy="351685"/>
          </a:xfrm>
          <a:prstGeom xmlns:a="http://schemas.openxmlformats.org/drawingml/2006/main" prst="rect">
            <a:avLst/>
          </a:prstGeom>
        </p:spPr>
      </p:pic>
      <p:sp>
        <p:nvSpPr>
          <p:cNvPr id="285" name="path-159">
            <a:extLst xmlns:a="http://schemas.openxmlformats.org/drawingml/2006/main">
              <a:ext uri="{FF2B5EF4-FFF2-40B4-BE49-F238E27FC236}">
                <a16:creationId xmlns:a16="http://schemas.microsoft.com/office/drawing/2014/main" id="{7E83084B-CFFE-48EC-A6A3-D6963F68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51" y="7356897"/>
            <a:ext cx="1920023" cy="382571"/>
          </a:xfrm>
          <a:custGeom xmlns:a="http://schemas.openxmlformats.org/drawingml/2006/main">
            <a:pathLst>
              <a:path w="1920023" h="382571">
                <a:moveTo>
                  <a:pt x="0" y="0"/>
                </a:moveTo>
                <a:lnTo>
                  <a:pt x="0" y="382571"/>
                </a:lnTo>
                <a:lnTo>
                  <a:pt x="1920023" y="382571"/>
                </a:lnTo>
                <a:lnTo>
                  <a:pt x="1920023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160">
            <a:extLst xmlns:a="http://schemas.openxmlformats.org/drawingml/2006/main">
              <a:ext uri="{FF2B5EF4-FFF2-40B4-BE49-F238E27FC236}">
                <a16:creationId xmlns:a16="http://schemas.microsoft.com/office/drawing/2014/main" id="{B9D49246-CFC0-491A-B821-94BDE38D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92" y="7347931"/>
            <a:ext cx="1940746" cy="401499"/>
          </a:xfrm>
          <a:custGeom xmlns:a="http://schemas.openxmlformats.org/drawingml/2006/main">
            <a:pathLst>
              <a:path w="1940746" h="401499">
                <a:moveTo>
                  <a:pt x="1940746" y="0"/>
                </a:moveTo>
                <a:lnTo>
                  <a:pt x="1940746" y="401499"/>
                </a:lnTo>
                <a:lnTo>
                  <a:pt x="0" y="401499"/>
                </a:lnTo>
                <a:lnTo>
                  <a:pt x="0" y="0"/>
                </a:lnTo>
                <a:lnTo>
                  <a:pt x="1940746" y="0"/>
                </a:lnTo>
                <a:moveTo>
                  <a:pt x="9963" y="19926"/>
                </a:moveTo>
                <a:lnTo>
                  <a:pt x="19925" y="9964"/>
                </a:lnTo>
                <a:lnTo>
                  <a:pt x="19925" y="391536"/>
                </a:lnTo>
                <a:lnTo>
                  <a:pt x="9963" y="381574"/>
                </a:lnTo>
                <a:lnTo>
                  <a:pt x="1930783" y="381574"/>
                </a:lnTo>
                <a:lnTo>
                  <a:pt x="1920820" y="391536"/>
                </a:lnTo>
                <a:lnTo>
                  <a:pt x="1920820" y="9964"/>
                </a:lnTo>
                <a:lnTo>
                  <a:pt x="1930783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text-161 Single">
            <a:extLst xmlns:a="http://schemas.openxmlformats.org/drawingml/2006/main">
              <a:ext uri="{FF2B5EF4-FFF2-40B4-BE49-F238E27FC236}">
                <a16:creationId xmlns:a16="http://schemas.microsoft.com/office/drawing/2014/main" id="{B9593087-4F33-411B-BE06-AAF432FF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665" y="7419617"/>
            <a:ext cx="603775" cy="27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288" name="text-161 item">
            <a:extLst xmlns:a="http://schemas.openxmlformats.org/drawingml/2006/main">
              <a:ext uri="{FF2B5EF4-FFF2-40B4-BE49-F238E27FC236}">
                <a16:creationId xmlns:a16="http://schemas.microsoft.com/office/drawing/2014/main" id="{68DC7ABD-D1A4-4AFC-8954-951D2BA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316" y="7419949"/>
            <a:ext cx="448865" cy="278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sp>
        <p:nvSpPr>
          <p:cNvPr id="289" name="text-161 dialogue">
            <a:extLst xmlns:a="http://schemas.openxmlformats.org/drawingml/2006/main">
              <a:ext uri="{FF2B5EF4-FFF2-40B4-BE49-F238E27FC236}">
                <a16:creationId xmlns:a16="http://schemas.microsoft.com/office/drawing/2014/main" id="{FD0DC043-197B-4EB5-BA00-9DA235AE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6547" y="7420060"/>
            <a:ext cx="787009" cy="278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dialogue</a:t>
            </a:r>
          </a:p>
        </p:txBody>
      </p:sp>
      <p:sp>
        <p:nvSpPr>
          <p:cNvPr id="290" name="text-162 Multi">
            <a:extLst xmlns:a="http://schemas.openxmlformats.org/drawingml/2006/main">
              <a:ext uri="{FF2B5EF4-FFF2-40B4-BE49-F238E27FC236}">
                <a16:creationId xmlns:a16="http://schemas.microsoft.com/office/drawing/2014/main" id="{22219396-0309-44EC-AB4A-FC96BAF3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690" y="8352114"/>
            <a:ext cx="519843" cy="279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291" name="text-162 items">
            <a:extLst xmlns:a="http://schemas.openxmlformats.org/drawingml/2006/main">
              <a:ext uri="{FF2B5EF4-FFF2-40B4-BE49-F238E27FC236}">
                <a16:creationId xmlns:a16="http://schemas.microsoft.com/office/drawing/2014/main" id="{B1B9D12A-D468-4B5F-8614-4D3E1692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657" y="8352429"/>
            <a:ext cx="545791" cy="278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292" name="text-162 dialogue">
            <a:extLst xmlns:a="http://schemas.openxmlformats.org/drawingml/2006/main">
              <a:ext uri="{FF2B5EF4-FFF2-40B4-BE49-F238E27FC236}">
                <a16:creationId xmlns:a16="http://schemas.microsoft.com/office/drawing/2014/main" id="{0DD3FDBE-3724-450D-938C-FD5F81D1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8527" y="8352574"/>
            <a:ext cx="787010" cy="278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dialogue</a:t>
            </a:r>
          </a:p>
        </p:txBody>
      </p:sp>
      <p:sp>
        <p:nvSpPr>
          <p:cNvPr id="293" name="path-163">
            <a:extLst xmlns:a="http://schemas.openxmlformats.org/drawingml/2006/main">
              <a:ext uri="{FF2B5EF4-FFF2-40B4-BE49-F238E27FC236}">
                <a16:creationId xmlns:a16="http://schemas.microsoft.com/office/drawing/2014/main" id="{2B697265-8B54-4334-BDCB-DF4351A3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19" y="5421132"/>
            <a:ext cx="643594" cy="472235"/>
          </a:xfrm>
          <a:custGeom xmlns:a="http://schemas.openxmlformats.org/drawingml/2006/main">
            <a:pathLst>
              <a:path w="643594" h="472235">
                <a:moveTo>
                  <a:pt x="524041" y="472235"/>
                </a:moveTo>
                <a:lnTo>
                  <a:pt x="524041" y="432384"/>
                </a:lnTo>
                <a:lnTo>
                  <a:pt x="524041" y="392533"/>
                </a:lnTo>
                <a:lnTo>
                  <a:pt x="643594" y="432384"/>
                </a:lnTo>
                <a:lnTo>
                  <a:pt x="524041" y="472235"/>
                </a:lnTo>
                <a:moveTo>
                  <a:pt x="0" y="0"/>
                </a:moveTo>
                <a:lnTo>
                  <a:pt x="331760" y="0"/>
                </a:lnTo>
                <a:lnTo>
                  <a:pt x="331760" y="432384"/>
                </a:lnTo>
                <a:lnTo>
                  <a:pt x="321797" y="422421"/>
                </a:lnTo>
                <a:lnTo>
                  <a:pt x="583818" y="422421"/>
                </a:lnTo>
                <a:lnTo>
                  <a:pt x="583818" y="442347"/>
                </a:lnTo>
                <a:lnTo>
                  <a:pt x="311834" y="442347"/>
                </a:lnTo>
                <a:lnTo>
                  <a:pt x="311834" y="9963"/>
                </a:lnTo>
                <a:lnTo>
                  <a:pt x="321797" y="19926"/>
                </a:lnTo>
                <a:lnTo>
                  <a:pt x="0" y="1992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164">
            <a:extLst xmlns:a="http://schemas.openxmlformats.org/drawingml/2006/main">
              <a:ext uri="{FF2B5EF4-FFF2-40B4-BE49-F238E27FC236}">
                <a16:creationId xmlns:a16="http://schemas.microsoft.com/office/drawing/2014/main" id="{9B01DC4F-90AD-48FB-84EB-E5C7075D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96" y="5813666"/>
            <a:ext cx="637617" cy="557915"/>
          </a:xfrm>
          <a:custGeom xmlns:a="http://schemas.openxmlformats.org/drawingml/2006/main">
            <a:pathLst>
              <a:path w="637617" h="557915">
                <a:moveTo>
                  <a:pt x="518064" y="0"/>
                </a:moveTo>
                <a:lnTo>
                  <a:pt x="518064" y="39851"/>
                </a:lnTo>
                <a:lnTo>
                  <a:pt x="518064" y="79702"/>
                </a:lnTo>
                <a:lnTo>
                  <a:pt x="637617" y="39851"/>
                </a:lnTo>
                <a:lnTo>
                  <a:pt x="518064" y="0"/>
                </a:lnTo>
                <a:moveTo>
                  <a:pt x="0" y="557915"/>
                </a:moveTo>
                <a:lnTo>
                  <a:pt x="324786" y="557915"/>
                </a:lnTo>
                <a:lnTo>
                  <a:pt x="324786" y="39851"/>
                </a:lnTo>
                <a:lnTo>
                  <a:pt x="314823" y="49814"/>
                </a:lnTo>
                <a:lnTo>
                  <a:pt x="577840" y="49814"/>
                </a:lnTo>
                <a:lnTo>
                  <a:pt x="577840" y="29888"/>
                </a:lnTo>
                <a:lnTo>
                  <a:pt x="304860" y="29888"/>
                </a:lnTo>
                <a:lnTo>
                  <a:pt x="304860" y="547951"/>
                </a:lnTo>
                <a:lnTo>
                  <a:pt x="314823" y="537989"/>
                </a:lnTo>
                <a:lnTo>
                  <a:pt x="0" y="537989"/>
                </a:lnTo>
                <a:lnTo>
                  <a:pt x="0" y="5579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165">
            <a:extLst xmlns:a="http://schemas.openxmlformats.org/drawingml/2006/main">
              <a:ext uri="{FF2B5EF4-FFF2-40B4-BE49-F238E27FC236}">
                <a16:creationId xmlns:a16="http://schemas.microsoft.com/office/drawing/2014/main" id="{DE006A7F-EEE7-4E65-8742-40B4940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741" y="5372315"/>
            <a:ext cx="834880" cy="491164"/>
          </a:xfrm>
          <a:custGeom xmlns:a="http://schemas.openxmlformats.org/drawingml/2006/main">
            <a:pathLst>
              <a:path w="834880" h="491164">
                <a:moveTo>
                  <a:pt x="715327" y="0"/>
                </a:moveTo>
                <a:lnTo>
                  <a:pt x="715327" y="39851"/>
                </a:lnTo>
                <a:lnTo>
                  <a:pt x="715327" y="79702"/>
                </a:lnTo>
                <a:lnTo>
                  <a:pt x="834880" y="39851"/>
                </a:lnTo>
                <a:lnTo>
                  <a:pt x="715327" y="0"/>
                </a:lnTo>
                <a:moveTo>
                  <a:pt x="0" y="491164"/>
                </a:moveTo>
                <a:lnTo>
                  <a:pt x="427403" y="491164"/>
                </a:lnTo>
                <a:lnTo>
                  <a:pt x="427403" y="39851"/>
                </a:lnTo>
                <a:lnTo>
                  <a:pt x="417440" y="49814"/>
                </a:lnTo>
                <a:lnTo>
                  <a:pt x="775103" y="49814"/>
                </a:lnTo>
                <a:lnTo>
                  <a:pt x="775103" y="29888"/>
                </a:lnTo>
                <a:lnTo>
                  <a:pt x="407477" y="29888"/>
                </a:lnTo>
                <a:lnTo>
                  <a:pt x="407477" y="481201"/>
                </a:lnTo>
                <a:lnTo>
                  <a:pt x="417440" y="471239"/>
                </a:lnTo>
                <a:lnTo>
                  <a:pt x="0" y="471239"/>
                </a:lnTo>
                <a:lnTo>
                  <a:pt x="0" y="4911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166">
            <a:extLst xmlns:a="http://schemas.openxmlformats.org/drawingml/2006/main">
              <a:ext uri="{FF2B5EF4-FFF2-40B4-BE49-F238E27FC236}">
                <a16:creationId xmlns:a16="http://schemas.microsoft.com/office/drawing/2014/main" id="{02176FB9-8F57-4C40-B330-3148E463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741" y="5843554"/>
            <a:ext cx="834880" cy="551937"/>
          </a:xfrm>
          <a:custGeom xmlns:a="http://schemas.openxmlformats.org/drawingml/2006/main">
            <a:pathLst>
              <a:path w="834880" h="551937">
                <a:moveTo>
                  <a:pt x="715327" y="551937"/>
                </a:moveTo>
                <a:lnTo>
                  <a:pt x="715327" y="512085"/>
                </a:lnTo>
                <a:lnTo>
                  <a:pt x="715327" y="472235"/>
                </a:lnTo>
                <a:lnTo>
                  <a:pt x="834880" y="512085"/>
                </a:lnTo>
                <a:lnTo>
                  <a:pt x="715327" y="551937"/>
                </a:lnTo>
                <a:moveTo>
                  <a:pt x="0" y="0"/>
                </a:moveTo>
                <a:lnTo>
                  <a:pt x="427403" y="0"/>
                </a:lnTo>
                <a:lnTo>
                  <a:pt x="427403" y="512085"/>
                </a:lnTo>
                <a:lnTo>
                  <a:pt x="417440" y="502122"/>
                </a:lnTo>
                <a:lnTo>
                  <a:pt x="775103" y="502122"/>
                </a:lnTo>
                <a:lnTo>
                  <a:pt x="775103" y="522049"/>
                </a:lnTo>
                <a:lnTo>
                  <a:pt x="407477" y="522049"/>
                </a:lnTo>
                <a:lnTo>
                  <a:pt x="407477" y="9963"/>
                </a:lnTo>
                <a:lnTo>
                  <a:pt x="417440" y="19926"/>
                </a:lnTo>
                <a:lnTo>
                  <a:pt x="0" y="1992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167">
            <a:extLst xmlns:a="http://schemas.openxmlformats.org/drawingml/2006/main">
              <a:ext uri="{FF2B5EF4-FFF2-40B4-BE49-F238E27FC236}">
                <a16:creationId xmlns:a16="http://schemas.microsoft.com/office/drawing/2014/main" id="{ED30433B-A899-47D5-86FD-0E05C301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82" y="5402203"/>
            <a:ext cx="826910" cy="501127"/>
          </a:xfrm>
          <a:custGeom xmlns:a="http://schemas.openxmlformats.org/drawingml/2006/main">
            <a:pathLst>
              <a:path w="826910" h="501127">
                <a:moveTo>
                  <a:pt x="707357" y="501127"/>
                </a:moveTo>
                <a:lnTo>
                  <a:pt x="707357" y="461276"/>
                </a:lnTo>
                <a:lnTo>
                  <a:pt x="707357" y="421425"/>
                </a:lnTo>
                <a:lnTo>
                  <a:pt x="826910" y="461276"/>
                </a:lnTo>
                <a:lnTo>
                  <a:pt x="707357" y="501127"/>
                </a:lnTo>
                <a:moveTo>
                  <a:pt x="0" y="0"/>
                </a:moveTo>
                <a:lnTo>
                  <a:pt x="423416" y="0"/>
                </a:lnTo>
                <a:lnTo>
                  <a:pt x="423416" y="461276"/>
                </a:lnTo>
                <a:lnTo>
                  <a:pt x="413454" y="451313"/>
                </a:lnTo>
                <a:lnTo>
                  <a:pt x="767132" y="451313"/>
                </a:lnTo>
                <a:lnTo>
                  <a:pt x="767132" y="471239"/>
                </a:lnTo>
                <a:lnTo>
                  <a:pt x="403491" y="471239"/>
                </a:lnTo>
                <a:lnTo>
                  <a:pt x="403491" y="9963"/>
                </a:lnTo>
                <a:lnTo>
                  <a:pt x="413454" y="19926"/>
                </a:lnTo>
                <a:lnTo>
                  <a:pt x="0" y="1992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168">
            <a:extLst xmlns:a="http://schemas.openxmlformats.org/drawingml/2006/main">
              <a:ext uri="{FF2B5EF4-FFF2-40B4-BE49-F238E27FC236}">
                <a16:creationId xmlns:a16="http://schemas.microsoft.com/office/drawing/2014/main" id="{D0D53259-8D74-4A26-8011-F5CF774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82" y="5823628"/>
            <a:ext cx="826910" cy="541974"/>
          </a:xfrm>
          <a:custGeom xmlns:a="http://schemas.openxmlformats.org/drawingml/2006/main">
            <a:pathLst>
              <a:path w="826910" h="541974">
                <a:moveTo>
                  <a:pt x="707357" y="0"/>
                </a:moveTo>
                <a:lnTo>
                  <a:pt x="707357" y="39851"/>
                </a:lnTo>
                <a:lnTo>
                  <a:pt x="707357" y="79702"/>
                </a:lnTo>
                <a:lnTo>
                  <a:pt x="826910" y="39851"/>
                </a:lnTo>
                <a:lnTo>
                  <a:pt x="707357" y="0"/>
                </a:lnTo>
                <a:moveTo>
                  <a:pt x="0" y="541974"/>
                </a:moveTo>
                <a:lnTo>
                  <a:pt x="423416" y="541974"/>
                </a:lnTo>
                <a:lnTo>
                  <a:pt x="423416" y="39851"/>
                </a:lnTo>
                <a:lnTo>
                  <a:pt x="413454" y="49814"/>
                </a:lnTo>
                <a:lnTo>
                  <a:pt x="767132" y="49814"/>
                </a:lnTo>
                <a:lnTo>
                  <a:pt x="767132" y="29888"/>
                </a:lnTo>
                <a:lnTo>
                  <a:pt x="403491" y="29888"/>
                </a:lnTo>
                <a:lnTo>
                  <a:pt x="403491" y="532011"/>
                </a:lnTo>
                <a:lnTo>
                  <a:pt x="413454" y="522048"/>
                </a:lnTo>
                <a:lnTo>
                  <a:pt x="0" y="522048"/>
                </a:lnTo>
                <a:lnTo>
                  <a:pt x="0" y="5419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169">
            <a:extLst xmlns:a="http://schemas.openxmlformats.org/drawingml/2006/main">
              <a:ext uri="{FF2B5EF4-FFF2-40B4-BE49-F238E27FC236}">
                <a16:creationId xmlns:a16="http://schemas.microsoft.com/office/drawing/2014/main" id="{6B02DF39-F01E-4F26-BF52-8BCF286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254" y="5112287"/>
            <a:ext cx="652560" cy="791044"/>
          </a:xfrm>
          <a:custGeom xmlns:a="http://schemas.openxmlformats.org/drawingml/2006/main">
            <a:pathLst>
              <a:path w="652560" h="791044">
                <a:moveTo>
                  <a:pt x="119553" y="791044"/>
                </a:moveTo>
                <a:lnTo>
                  <a:pt x="119553" y="751193"/>
                </a:lnTo>
                <a:lnTo>
                  <a:pt x="119553" y="711342"/>
                </a:lnTo>
                <a:lnTo>
                  <a:pt x="0" y="751193"/>
                </a:lnTo>
                <a:lnTo>
                  <a:pt x="119553" y="791044"/>
                </a:lnTo>
                <a:moveTo>
                  <a:pt x="652560" y="0"/>
                </a:moveTo>
                <a:lnTo>
                  <a:pt x="316815" y="0"/>
                </a:lnTo>
                <a:lnTo>
                  <a:pt x="316815" y="751193"/>
                </a:lnTo>
                <a:lnTo>
                  <a:pt x="326778" y="741230"/>
                </a:lnTo>
                <a:lnTo>
                  <a:pt x="59775" y="741230"/>
                </a:lnTo>
                <a:lnTo>
                  <a:pt x="59775" y="761155"/>
                </a:lnTo>
                <a:lnTo>
                  <a:pt x="336740" y="761155"/>
                </a:lnTo>
                <a:lnTo>
                  <a:pt x="336740" y="9963"/>
                </a:lnTo>
                <a:lnTo>
                  <a:pt x="326778" y="19926"/>
                </a:lnTo>
                <a:lnTo>
                  <a:pt x="652560" y="19926"/>
                </a:lnTo>
                <a:lnTo>
                  <a:pt x="65256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170">
            <a:extLst xmlns:a="http://schemas.openxmlformats.org/drawingml/2006/main">
              <a:ext uri="{FF2B5EF4-FFF2-40B4-BE49-F238E27FC236}">
                <a16:creationId xmlns:a16="http://schemas.microsoft.com/office/drawing/2014/main" id="{916D8539-8C91-4F7F-B978-BB7159AC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205" y="5821636"/>
            <a:ext cx="639608" cy="685438"/>
          </a:xfrm>
          <a:custGeom xmlns:a="http://schemas.openxmlformats.org/drawingml/2006/main">
            <a:pathLst>
              <a:path w="639608" h="685438">
                <a:moveTo>
                  <a:pt x="119553" y="0"/>
                </a:moveTo>
                <a:lnTo>
                  <a:pt x="119553" y="39851"/>
                </a:lnTo>
                <a:lnTo>
                  <a:pt x="119553" y="79702"/>
                </a:lnTo>
                <a:lnTo>
                  <a:pt x="0" y="39851"/>
                </a:lnTo>
                <a:lnTo>
                  <a:pt x="119553" y="0"/>
                </a:lnTo>
                <a:moveTo>
                  <a:pt x="639608" y="685438"/>
                </a:moveTo>
                <a:lnTo>
                  <a:pt x="301870" y="685438"/>
                </a:lnTo>
                <a:lnTo>
                  <a:pt x="301870" y="39851"/>
                </a:lnTo>
                <a:lnTo>
                  <a:pt x="311833" y="49813"/>
                </a:lnTo>
                <a:lnTo>
                  <a:pt x="59775" y="49813"/>
                </a:lnTo>
                <a:lnTo>
                  <a:pt x="59775" y="29888"/>
                </a:lnTo>
                <a:lnTo>
                  <a:pt x="321795" y="29888"/>
                </a:lnTo>
                <a:lnTo>
                  <a:pt x="321795" y="675474"/>
                </a:lnTo>
                <a:lnTo>
                  <a:pt x="311833" y="665512"/>
                </a:lnTo>
                <a:lnTo>
                  <a:pt x="639608" y="665512"/>
                </a:lnTo>
                <a:lnTo>
                  <a:pt x="639608" y="6854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text-171 Extract">
            <a:extLst xmlns:a="http://schemas.openxmlformats.org/drawingml/2006/main">
              <a:ext uri="{FF2B5EF4-FFF2-40B4-BE49-F238E27FC236}">
                <a16:creationId xmlns:a16="http://schemas.microsoft.com/office/drawing/2014/main" id="{71A91243-ADAA-4873-8392-BC738587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3789" y="6241011"/>
            <a:ext cx="612384" cy="223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Extract</a:t>
            </a:r>
          </a:p>
        </p:txBody>
      </p:sp>
      <p:sp>
        <p:nvSpPr>
          <p:cNvPr id="302" name="text-171 Key">
            <a:extLst xmlns:a="http://schemas.openxmlformats.org/drawingml/2006/main">
              <a:ext uri="{FF2B5EF4-FFF2-40B4-BE49-F238E27FC236}">
                <a16:creationId xmlns:a16="http://schemas.microsoft.com/office/drawing/2014/main" id="{DEB01B67-BF59-47F3-8AEC-232E87F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4432" y="6240297"/>
            <a:ext cx="297628" cy="224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303" name="text-171 Information">
            <a:extLst xmlns:a="http://schemas.openxmlformats.org/drawingml/2006/main">
              <a:ext uri="{FF2B5EF4-FFF2-40B4-BE49-F238E27FC236}">
                <a16:creationId xmlns:a16="http://schemas.microsoft.com/office/drawing/2014/main" id="{EA1CE437-52FF-4473-8179-67C5ACCC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251" y="6241050"/>
            <a:ext cx="932592" cy="223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Information</a:t>
            </a:r>
          </a:p>
        </p:txBody>
      </p:sp>
      <p:sp>
        <p:nvSpPr>
          <p:cNvPr id="304" name="text-172 Information">
            <a:extLst xmlns:a="http://schemas.openxmlformats.org/drawingml/2006/main">
              <a:ext uri="{FF2B5EF4-FFF2-40B4-BE49-F238E27FC236}">
                <a16:creationId xmlns:a16="http://schemas.microsoft.com/office/drawing/2014/main" id="{DDC52586-4231-4BE8-9A41-1BAD0E77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2357" y="5084374"/>
            <a:ext cx="932591" cy="223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Information</a:t>
            </a:r>
          </a:p>
        </p:txBody>
      </p:sp>
      <p:sp>
        <p:nvSpPr>
          <p:cNvPr id="305" name="text-173 Inputs">
            <a:extLst xmlns:a="http://schemas.openxmlformats.org/drawingml/2006/main">
              <a:ext uri="{FF2B5EF4-FFF2-40B4-BE49-F238E27FC236}">
                <a16:creationId xmlns:a16="http://schemas.microsoft.com/office/drawing/2014/main" id="{CBFDEC7C-BBBB-42A7-B893-EA5C1E97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676" y="5275499"/>
            <a:ext cx="520264" cy="22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Inputs</a:t>
            </a:r>
          </a:p>
        </p:txBody>
      </p:sp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2C817C4-7E25-4E1D-B465-273660C0BE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f53871d0f4ee6"/>
          <a:stretch xmlns:a="http://schemas.openxmlformats.org/drawingml/2006/main"/>
        </p:blipFill>
        <p:spPr>
          <a:xfrm xmlns:a="http://schemas.openxmlformats.org/drawingml/2006/main">
            <a:off x="5014993" y="4835322"/>
            <a:ext cx="320026" cy="293902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1A5F607-EF08-4C3A-9DD4-B80D45B6D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c406492d24411"/>
          <a:stretch xmlns:a="http://schemas.openxmlformats.org/drawingml/2006/main"/>
        </p:blipFill>
        <p:spPr>
          <a:xfrm xmlns:a="http://schemas.openxmlformats.org/drawingml/2006/main">
            <a:off x="5346863" y="4804438"/>
            <a:ext cx="324786" cy="324786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120BE37-8275-4F47-91C8-C94E46D7A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1537c971468a"/>
          <a:stretch xmlns:a="http://schemas.openxmlformats.org/drawingml/2006/main"/>
        </p:blipFill>
        <p:spPr>
          <a:xfrm xmlns:a="http://schemas.openxmlformats.org/drawingml/2006/main">
            <a:off x="5688586" y="5759866"/>
            <a:ext cx="351685" cy="351685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B293F15-4B64-4BF3-BE87-4B7AA0BDE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a6cdcd0ae4ea4"/>
          <a:stretch xmlns:a="http://schemas.openxmlformats.org/drawingml/2006/main"/>
        </p:blipFill>
        <p:spPr>
          <a:xfrm xmlns:a="http://schemas.openxmlformats.org/drawingml/2006/main">
            <a:off x="5014993" y="5790751"/>
            <a:ext cx="320026" cy="293902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92045A4-8E17-49A8-91E7-7CE85AC5A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5fc955bfc4ef5"/>
          <a:stretch xmlns:a="http://schemas.openxmlformats.org/drawingml/2006/main"/>
        </p:blipFill>
        <p:spPr>
          <a:xfrm xmlns:a="http://schemas.openxmlformats.org/drawingml/2006/main">
            <a:off x="5346863" y="5759867"/>
            <a:ext cx="324786" cy="324786"/>
          </a:xfrm>
          <a:prstGeom xmlns:a="http://schemas.openxmlformats.org/drawingml/2006/main" prst="rect">
            <a:avLst/>
          </a:prstGeom>
        </p:spPr>
      </p:pic>
      <p:sp>
        <p:nvSpPr>
          <p:cNvPr id="311" name="text-179 Prompt">
            <a:extLst xmlns:a="http://schemas.openxmlformats.org/drawingml/2006/main">
              <a:ext uri="{FF2B5EF4-FFF2-40B4-BE49-F238E27FC236}">
                <a16:creationId xmlns:a16="http://schemas.microsoft.com/office/drawing/2014/main" id="{CC06A76C-BE50-4AE2-99F5-E7233ED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366" y="5084169"/>
            <a:ext cx="556620" cy="223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312" name="text-180 Inputs">
            <a:extLst xmlns:a="http://schemas.openxmlformats.org/drawingml/2006/main">
              <a:ext uri="{FF2B5EF4-FFF2-40B4-BE49-F238E27FC236}">
                <a16:creationId xmlns:a16="http://schemas.microsoft.com/office/drawing/2014/main" id="{ADCCFAFF-AE75-47CC-972C-3E814A3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3300" y="5275499"/>
            <a:ext cx="520264" cy="22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Inputs</a:t>
            </a:r>
          </a:p>
        </p:txBody>
      </p:sp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437340D-56D8-4BA0-8A3B-8E0FA3DAB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954161ed348e2"/>
          <a:stretch xmlns:a="http://schemas.openxmlformats.org/drawingml/2006/main"/>
        </p:blipFill>
        <p:spPr>
          <a:xfrm xmlns:a="http://schemas.openxmlformats.org/drawingml/2006/main">
            <a:off x="7994965" y="7840091"/>
            <a:ext cx="390541" cy="390541"/>
          </a:xfrm>
          <a:prstGeom xmlns:a="http://schemas.openxmlformats.org/drawingml/2006/main" prst="rect">
            <a:avLst/>
          </a:prstGeom>
        </p:spPr>
      </p:pic>
      <p:sp>
        <p:nvSpPr>
          <p:cNvPr id="314" name="path-182">
            <a:extLst xmlns:a="http://schemas.openxmlformats.org/drawingml/2006/main">
              <a:ext uri="{FF2B5EF4-FFF2-40B4-BE49-F238E27FC236}">
                <a16:creationId xmlns:a16="http://schemas.microsoft.com/office/drawing/2014/main" id="{D48D63AD-4996-458C-A98C-52E361DB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386" y="7849456"/>
            <a:ext cx="1733522" cy="356269"/>
          </a:xfrm>
          <a:custGeom xmlns:a="http://schemas.openxmlformats.org/drawingml/2006/main">
            <a:pathLst>
              <a:path w="1733522" h="356269">
                <a:moveTo>
                  <a:pt x="0" y="0"/>
                </a:moveTo>
                <a:lnTo>
                  <a:pt x="0" y="356269"/>
                </a:lnTo>
                <a:lnTo>
                  <a:pt x="1733522" y="356269"/>
                </a:lnTo>
                <a:lnTo>
                  <a:pt x="1733522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183">
            <a:extLst xmlns:a="http://schemas.openxmlformats.org/drawingml/2006/main">
              <a:ext uri="{FF2B5EF4-FFF2-40B4-BE49-F238E27FC236}">
                <a16:creationId xmlns:a16="http://schemas.microsoft.com/office/drawing/2014/main" id="{BC5283F2-06C4-4037-B7A6-E0BBBF3E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421" y="7839095"/>
            <a:ext cx="1751454" cy="376593"/>
          </a:xfrm>
          <a:custGeom xmlns:a="http://schemas.openxmlformats.org/drawingml/2006/main">
            <a:pathLst>
              <a:path w="1751454" h="376593">
                <a:moveTo>
                  <a:pt x="1751454" y="0"/>
                </a:moveTo>
                <a:lnTo>
                  <a:pt x="1751454" y="376593"/>
                </a:lnTo>
                <a:lnTo>
                  <a:pt x="0" y="376593"/>
                </a:lnTo>
                <a:lnTo>
                  <a:pt x="0" y="0"/>
                </a:lnTo>
                <a:lnTo>
                  <a:pt x="1751454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66630"/>
                </a:lnTo>
                <a:lnTo>
                  <a:pt x="9963" y="356666"/>
                </a:lnTo>
                <a:lnTo>
                  <a:pt x="1741492" y="356666"/>
                </a:lnTo>
                <a:lnTo>
                  <a:pt x="1731527" y="366630"/>
                </a:lnTo>
                <a:lnTo>
                  <a:pt x="1731527" y="9963"/>
                </a:lnTo>
                <a:lnTo>
                  <a:pt x="1741492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text-184 Human">
            <a:extLst xmlns:a="http://schemas.openxmlformats.org/drawingml/2006/main">
              <a:ext uri="{FF2B5EF4-FFF2-40B4-BE49-F238E27FC236}">
                <a16:creationId xmlns:a16="http://schemas.microsoft.com/office/drawing/2014/main" id="{8A0E3B31-F324-4C26-B92A-D53A1F0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0416" y="7886119"/>
            <a:ext cx="661655" cy="27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317" name="text-184 Check">
            <a:extLst xmlns:a="http://schemas.openxmlformats.org/drawingml/2006/main">
              <a:ext uri="{FF2B5EF4-FFF2-40B4-BE49-F238E27FC236}">
                <a16:creationId xmlns:a16="http://schemas.microsoft.com/office/drawing/2014/main" id="{0BFAA9A4-4711-40C7-AB71-34E18867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751" y="7885656"/>
            <a:ext cx="596285" cy="279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</a:t>
            </a:r>
          </a:p>
        </p:txBody>
      </p:sp>
      <p:sp>
        <p:nvSpPr>
          <p:cNvPr id="318" name="path-185">
            <a:extLst xmlns:a="http://schemas.openxmlformats.org/drawingml/2006/main">
              <a:ext uri="{FF2B5EF4-FFF2-40B4-BE49-F238E27FC236}">
                <a16:creationId xmlns:a16="http://schemas.microsoft.com/office/drawing/2014/main" id="{164E737B-4F99-45AF-BE77-6AE3CCC7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6706" y="8275065"/>
            <a:ext cx="2168694" cy="394525"/>
          </a:xfrm>
          <a:custGeom xmlns:a="http://schemas.openxmlformats.org/drawingml/2006/main">
            <a:pathLst>
              <a:path w="2168694" h="394525">
                <a:moveTo>
                  <a:pt x="0" y="0"/>
                </a:moveTo>
                <a:lnTo>
                  <a:pt x="0" y="394525"/>
                </a:lnTo>
                <a:lnTo>
                  <a:pt x="2168694" y="394525"/>
                </a:lnTo>
                <a:lnTo>
                  <a:pt x="2168694" y="0"/>
                </a:lnTo>
                <a:close/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186">
            <a:extLst xmlns:a="http://schemas.openxmlformats.org/drawingml/2006/main">
              <a:ext uri="{FF2B5EF4-FFF2-40B4-BE49-F238E27FC236}">
                <a16:creationId xmlns:a16="http://schemas.microsoft.com/office/drawing/2014/main" id="{F29FE9F3-E81F-4AFC-A1E1-A8D13D52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345" y="8264505"/>
            <a:ext cx="2187824" cy="414451"/>
          </a:xfrm>
          <a:custGeom xmlns:a="http://schemas.openxmlformats.org/drawingml/2006/main">
            <a:pathLst>
              <a:path w="2187824" h="414451">
                <a:moveTo>
                  <a:pt x="2187824" y="0"/>
                </a:moveTo>
                <a:lnTo>
                  <a:pt x="2187824" y="414451"/>
                </a:lnTo>
                <a:lnTo>
                  <a:pt x="0" y="414451"/>
                </a:lnTo>
                <a:lnTo>
                  <a:pt x="0" y="0"/>
                </a:lnTo>
                <a:lnTo>
                  <a:pt x="2187824" y="0"/>
                </a:lnTo>
                <a:moveTo>
                  <a:pt x="9963" y="19926"/>
                </a:moveTo>
                <a:lnTo>
                  <a:pt x="19925" y="9964"/>
                </a:lnTo>
                <a:lnTo>
                  <a:pt x="19925" y="404488"/>
                </a:lnTo>
                <a:lnTo>
                  <a:pt x="9963" y="394525"/>
                </a:lnTo>
                <a:lnTo>
                  <a:pt x="2177862" y="394525"/>
                </a:lnTo>
                <a:lnTo>
                  <a:pt x="2167899" y="404488"/>
                </a:lnTo>
                <a:lnTo>
                  <a:pt x="2167899" y="9964"/>
                </a:lnTo>
                <a:lnTo>
                  <a:pt x="2177862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text-187 MMDU">
            <a:extLst xmlns:a="http://schemas.openxmlformats.org/drawingml/2006/main">
              <a:ext uri="{FF2B5EF4-FFF2-40B4-BE49-F238E27FC236}">
                <a16:creationId xmlns:a16="http://schemas.microsoft.com/office/drawing/2014/main" id="{3E9B1358-79DD-4A9D-A72A-24C7D86D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1506" y="8349225"/>
            <a:ext cx="678084" cy="27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</a:t>
            </a:r>
          </a:p>
        </p:txBody>
      </p:sp>
      <p:sp>
        <p:nvSpPr>
          <p:cNvPr id="321" name="text-188 Benchmark">
            <a:extLst xmlns:a="http://schemas.openxmlformats.org/drawingml/2006/main">
              <a:ext uri="{FF2B5EF4-FFF2-40B4-BE49-F238E27FC236}">
                <a16:creationId xmlns:a16="http://schemas.microsoft.com/office/drawing/2014/main" id="{471FE606-D405-4F66-86F1-BB9D227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0779" y="8349156"/>
            <a:ext cx="1063497" cy="279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</a:t>
            </a:r>
          </a:p>
        </p:txBody>
      </p:sp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DEC61D2-B49F-4664-82B1-8E827E980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3b5e9d9e1418f"/>
          <a:stretch xmlns:a="http://schemas.openxmlformats.org/drawingml/2006/main"/>
        </p:blipFill>
        <p:spPr>
          <a:xfrm xmlns:a="http://schemas.openxmlformats.org/drawingml/2006/main">
            <a:off x="10432854" y="8241591"/>
            <a:ext cx="442347" cy="442347"/>
          </a:xfrm>
          <a:prstGeom xmlns:a="http://schemas.openxmlformats.org/drawingml/2006/main" prst="rect">
            <a:avLst/>
          </a:prstGeom>
        </p:spPr>
      </p:pic>
      <p:sp>
        <p:nvSpPr>
          <p:cNvPr id="323" name="text-190 Filter">
            <a:extLst xmlns:a="http://schemas.openxmlformats.org/drawingml/2006/main">
              <a:ext uri="{FF2B5EF4-FFF2-40B4-BE49-F238E27FC236}">
                <a16:creationId xmlns:a16="http://schemas.microsoft.com/office/drawing/2014/main" id="{2FAC2573-8DF8-47B3-9AB5-65D0011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1921" y="8240751"/>
            <a:ext cx="565471" cy="278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324" name="text-190 &amp;">
            <a:extLst xmlns:a="http://schemas.openxmlformats.org/drawingml/2006/main">
              <a:ext uri="{FF2B5EF4-FFF2-40B4-BE49-F238E27FC236}">
                <a16:creationId xmlns:a16="http://schemas.microsoft.com/office/drawing/2014/main" id="{75C203C1-A390-41A7-88DF-6B9A88E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1717" y="8241607"/>
            <a:ext cx="165404" cy="27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325" name="text-190 Modify">
            <a:extLst xmlns:a="http://schemas.openxmlformats.org/drawingml/2006/main">
              <a:ext uri="{FF2B5EF4-FFF2-40B4-BE49-F238E27FC236}">
                <a16:creationId xmlns:a16="http://schemas.microsoft.com/office/drawing/2014/main" id="{C65D4B48-00B6-44CC-8218-FD75EAB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005" y="8240715"/>
            <a:ext cx="693963" cy="27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Modify</a:t>
            </a:r>
          </a:p>
        </p:txBody>
      </p:sp>
      <p:sp>
        <p:nvSpPr>
          <p:cNvPr id="326" name="path-191">
            <a:extLst xmlns:a="http://schemas.openxmlformats.org/drawingml/2006/main">
              <a:ext uri="{FF2B5EF4-FFF2-40B4-BE49-F238E27FC236}">
                <a16:creationId xmlns:a16="http://schemas.microsoft.com/office/drawing/2014/main" id="{5C612A02-BDB7-41AF-8293-F53BE3E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868" y="6035736"/>
            <a:ext cx="25903" cy="548151"/>
          </a:xfrm>
          <a:custGeom xmlns:a="http://schemas.openxmlformats.org/drawingml/2006/main">
            <a:pathLst>
              <a:path w="25903" h="548151">
                <a:moveTo>
                  <a:pt x="5976" y="0"/>
                </a:moveTo>
                <a:lnTo>
                  <a:pt x="0" y="547952"/>
                </a:lnTo>
                <a:lnTo>
                  <a:pt x="19925" y="548151"/>
                </a:lnTo>
                <a:lnTo>
                  <a:pt x="25903" y="199"/>
                </a:lnTo>
                <a:lnTo>
                  <a:pt x="597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192">
            <a:extLst xmlns:a="http://schemas.openxmlformats.org/drawingml/2006/main">
              <a:ext uri="{FF2B5EF4-FFF2-40B4-BE49-F238E27FC236}">
                <a16:creationId xmlns:a16="http://schemas.microsoft.com/office/drawing/2014/main" id="{11885953-8EA1-47E0-859E-AB88CC7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313" y="6583069"/>
            <a:ext cx="213982" cy="237333"/>
          </a:xfrm>
          <a:custGeom xmlns:a="http://schemas.openxmlformats.org/drawingml/2006/main">
            <a:pathLst>
              <a:path w="213982" h="237333">
                <a:moveTo>
                  <a:pt x="213982" y="440"/>
                </a:moveTo>
                <a:lnTo>
                  <a:pt x="213704" y="12355"/>
                </a:lnTo>
                <a:lnTo>
                  <a:pt x="212886" y="24349"/>
                </a:lnTo>
                <a:lnTo>
                  <a:pt x="211551" y="36166"/>
                </a:lnTo>
                <a:lnTo>
                  <a:pt x="209678" y="47802"/>
                </a:lnTo>
                <a:lnTo>
                  <a:pt x="207307" y="59219"/>
                </a:lnTo>
                <a:lnTo>
                  <a:pt x="204457" y="70437"/>
                </a:lnTo>
                <a:lnTo>
                  <a:pt x="201128" y="81436"/>
                </a:lnTo>
                <a:lnTo>
                  <a:pt x="197324" y="92176"/>
                </a:lnTo>
                <a:lnTo>
                  <a:pt x="193079" y="102658"/>
                </a:lnTo>
                <a:lnTo>
                  <a:pt x="188398" y="112859"/>
                </a:lnTo>
                <a:lnTo>
                  <a:pt x="183276" y="122782"/>
                </a:lnTo>
                <a:lnTo>
                  <a:pt x="177738" y="132386"/>
                </a:lnTo>
                <a:lnTo>
                  <a:pt x="171819" y="141672"/>
                </a:lnTo>
                <a:lnTo>
                  <a:pt x="165504" y="150638"/>
                </a:lnTo>
                <a:lnTo>
                  <a:pt x="158808" y="159246"/>
                </a:lnTo>
                <a:lnTo>
                  <a:pt x="151755" y="167495"/>
                </a:lnTo>
                <a:lnTo>
                  <a:pt x="144362" y="175366"/>
                </a:lnTo>
                <a:lnTo>
                  <a:pt x="136630" y="182838"/>
                </a:lnTo>
                <a:lnTo>
                  <a:pt x="128561" y="189891"/>
                </a:lnTo>
                <a:lnTo>
                  <a:pt x="120193" y="196547"/>
                </a:lnTo>
                <a:lnTo>
                  <a:pt x="111504" y="202743"/>
                </a:lnTo>
                <a:lnTo>
                  <a:pt x="102557" y="208482"/>
                </a:lnTo>
                <a:lnTo>
                  <a:pt x="93333" y="213742"/>
                </a:lnTo>
                <a:lnTo>
                  <a:pt x="83828" y="218545"/>
                </a:lnTo>
                <a:lnTo>
                  <a:pt x="74103" y="222808"/>
                </a:lnTo>
                <a:lnTo>
                  <a:pt x="64122" y="226573"/>
                </a:lnTo>
                <a:lnTo>
                  <a:pt x="53941" y="229802"/>
                </a:lnTo>
                <a:lnTo>
                  <a:pt x="43559" y="232472"/>
                </a:lnTo>
                <a:lnTo>
                  <a:pt x="32979" y="234584"/>
                </a:lnTo>
                <a:lnTo>
                  <a:pt x="22237" y="236098"/>
                </a:lnTo>
                <a:lnTo>
                  <a:pt x="11318" y="237035"/>
                </a:lnTo>
                <a:lnTo>
                  <a:pt x="560" y="237333"/>
                </a:lnTo>
                <a:lnTo>
                  <a:pt x="0" y="217408"/>
                </a:lnTo>
                <a:lnTo>
                  <a:pt x="10482" y="217110"/>
                </a:lnTo>
                <a:lnTo>
                  <a:pt x="9924" y="217149"/>
                </a:lnTo>
                <a:lnTo>
                  <a:pt x="20267" y="216272"/>
                </a:lnTo>
                <a:lnTo>
                  <a:pt x="19708" y="216333"/>
                </a:lnTo>
                <a:lnTo>
                  <a:pt x="29910" y="214898"/>
                </a:lnTo>
                <a:lnTo>
                  <a:pt x="29370" y="214977"/>
                </a:lnTo>
                <a:lnTo>
                  <a:pt x="39394" y="212985"/>
                </a:lnTo>
                <a:lnTo>
                  <a:pt x="38857" y="213105"/>
                </a:lnTo>
                <a:lnTo>
                  <a:pt x="48719" y="210574"/>
                </a:lnTo>
                <a:lnTo>
                  <a:pt x="48181" y="210713"/>
                </a:lnTo>
                <a:lnTo>
                  <a:pt x="57864" y="207664"/>
                </a:lnTo>
                <a:lnTo>
                  <a:pt x="57347" y="207844"/>
                </a:lnTo>
                <a:lnTo>
                  <a:pt x="66812" y="204257"/>
                </a:lnTo>
                <a:lnTo>
                  <a:pt x="66314" y="204457"/>
                </a:lnTo>
                <a:lnTo>
                  <a:pt x="75579" y="200392"/>
                </a:lnTo>
                <a:lnTo>
                  <a:pt x="75101" y="200631"/>
                </a:lnTo>
                <a:lnTo>
                  <a:pt x="84127" y="196068"/>
                </a:lnTo>
                <a:lnTo>
                  <a:pt x="83669" y="196327"/>
                </a:lnTo>
                <a:lnTo>
                  <a:pt x="92456" y="191306"/>
                </a:lnTo>
                <a:lnTo>
                  <a:pt x="92018" y="191564"/>
                </a:lnTo>
                <a:lnTo>
                  <a:pt x="100546" y="186106"/>
                </a:lnTo>
                <a:lnTo>
                  <a:pt x="100127" y="186384"/>
                </a:lnTo>
                <a:lnTo>
                  <a:pt x="108396" y="180466"/>
                </a:lnTo>
                <a:lnTo>
                  <a:pt x="107998" y="180766"/>
                </a:lnTo>
                <a:lnTo>
                  <a:pt x="115987" y="174429"/>
                </a:lnTo>
                <a:lnTo>
                  <a:pt x="115609" y="174748"/>
                </a:lnTo>
                <a:lnTo>
                  <a:pt x="123321" y="168012"/>
                </a:lnTo>
                <a:lnTo>
                  <a:pt x="122961" y="168331"/>
                </a:lnTo>
                <a:lnTo>
                  <a:pt x="130354" y="161198"/>
                </a:lnTo>
                <a:lnTo>
                  <a:pt x="130016" y="161538"/>
                </a:lnTo>
                <a:lnTo>
                  <a:pt x="137088" y="154006"/>
                </a:lnTo>
                <a:lnTo>
                  <a:pt x="136769" y="154364"/>
                </a:lnTo>
                <a:lnTo>
                  <a:pt x="143524" y="146474"/>
                </a:lnTo>
                <a:lnTo>
                  <a:pt x="143226" y="146832"/>
                </a:lnTo>
                <a:lnTo>
                  <a:pt x="149623" y="138603"/>
                </a:lnTo>
                <a:lnTo>
                  <a:pt x="149342" y="138961"/>
                </a:lnTo>
                <a:lnTo>
                  <a:pt x="155400" y="130394"/>
                </a:lnTo>
                <a:lnTo>
                  <a:pt x="155141" y="130773"/>
                </a:lnTo>
                <a:lnTo>
                  <a:pt x="160820" y="121865"/>
                </a:lnTo>
                <a:lnTo>
                  <a:pt x="160581" y="122264"/>
                </a:lnTo>
                <a:lnTo>
                  <a:pt x="165882" y="113038"/>
                </a:lnTo>
                <a:lnTo>
                  <a:pt x="165663" y="113437"/>
                </a:lnTo>
                <a:lnTo>
                  <a:pt x="170584" y="103932"/>
                </a:lnTo>
                <a:lnTo>
                  <a:pt x="170384" y="104331"/>
                </a:lnTo>
                <a:lnTo>
                  <a:pt x="174867" y="94547"/>
                </a:lnTo>
                <a:lnTo>
                  <a:pt x="174690" y="94946"/>
                </a:lnTo>
                <a:lnTo>
                  <a:pt x="178772" y="84883"/>
                </a:lnTo>
                <a:lnTo>
                  <a:pt x="178613" y="85322"/>
                </a:lnTo>
                <a:lnTo>
                  <a:pt x="182260" y="75000"/>
                </a:lnTo>
                <a:lnTo>
                  <a:pt x="182121" y="75420"/>
                </a:lnTo>
                <a:lnTo>
                  <a:pt x="185329" y="64878"/>
                </a:lnTo>
                <a:lnTo>
                  <a:pt x="185210" y="65317"/>
                </a:lnTo>
                <a:lnTo>
                  <a:pt x="187958" y="54537"/>
                </a:lnTo>
                <a:lnTo>
                  <a:pt x="187839" y="54975"/>
                </a:lnTo>
                <a:lnTo>
                  <a:pt x="190129" y="43976"/>
                </a:lnTo>
                <a:lnTo>
                  <a:pt x="190051" y="44415"/>
                </a:lnTo>
                <a:lnTo>
                  <a:pt x="191824" y="33237"/>
                </a:lnTo>
                <a:lnTo>
                  <a:pt x="191765" y="33675"/>
                </a:lnTo>
                <a:lnTo>
                  <a:pt x="193061" y="22317"/>
                </a:lnTo>
                <a:lnTo>
                  <a:pt x="193020" y="22775"/>
                </a:lnTo>
                <a:lnTo>
                  <a:pt x="193817" y="11239"/>
                </a:lnTo>
                <a:lnTo>
                  <a:pt x="193797" y="11677"/>
                </a:lnTo>
                <a:lnTo>
                  <a:pt x="194057" y="0"/>
                </a:lnTo>
                <a:lnTo>
                  <a:pt x="213982" y="4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193">
            <a:extLst xmlns:a="http://schemas.openxmlformats.org/drawingml/2006/main">
              <a:ext uri="{FF2B5EF4-FFF2-40B4-BE49-F238E27FC236}">
                <a16:creationId xmlns:a16="http://schemas.microsoft.com/office/drawing/2014/main" id="{C0DAA7A3-D1FC-486D-A0FE-4ADF65B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93" y="6800976"/>
            <a:ext cx="5752499" cy="23910"/>
          </a:xfrm>
          <a:custGeom xmlns:a="http://schemas.openxmlformats.org/drawingml/2006/main">
            <a:pathLst>
              <a:path w="5752499" h="23910">
                <a:moveTo>
                  <a:pt x="5752499" y="0"/>
                </a:moveTo>
                <a:lnTo>
                  <a:pt x="0" y="3985"/>
                </a:lnTo>
                <a:lnTo>
                  <a:pt x="0" y="23910"/>
                </a:lnTo>
                <a:lnTo>
                  <a:pt x="5752499" y="19925"/>
                </a:lnTo>
                <a:lnTo>
                  <a:pt x="575249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194">
            <a:extLst xmlns:a="http://schemas.openxmlformats.org/drawingml/2006/main">
              <a:ext uri="{FF2B5EF4-FFF2-40B4-BE49-F238E27FC236}">
                <a16:creationId xmlns:a16="http://schemas.microsoft.com/office/drawing/2014/main" id="{D2CE3AAD-1A75-45F4-93D9-A1D1770B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95" y="6796492"/>
            <a:ext cx="221930" cy="235360"/>
          </a:xfrm>
          <a:custGeom xmlns:a="http://schemas.openxmlformats.org/drawingml/2006/main">
            <a:pathLst>
              <a:path w="221930" h="235360">
                <a:moveTo>
                  <a:pt x="0" y="234882"/>
                </a:moveTo>
                <a:lnTo>
                  <a:pt x="279" y="223065"/>
                </a:lnTo>
                <a:lnTo>
                  <a:pt x="1136" y="211150"/>
                </a:lnTo>
                <a:lnTo>
                  <a:pt x="2531" y="199415"/>
                </a:lnTo>
                <a:lnTo>
                  <a:pt x="4483" y="187858"/>
                </a:lnTo>
                <a:lnTo>
                  <a:pt x="6934" y="176500"/>
                </a:lnTo>
                <a:lnTo>
                  <a:pt x="9923" y="165362"/>
                </a:lnTo>
                <a:lnTo>
                  <a:pt x="13390" y="154462"/>
                </a:lnTo>
                <a:lnTo>
                  <a:pt x="17335" y="143802"/>
                </a:lnTo>
                <a:lnTo>
                  <a:pt x="21758" y="133401"/>
                </a:lnTo>
                <a:lnTo>
                  <a:pt x="26640" y="123259"/>
                </a:lnTo>
                <a:lnTo>
                  <a:pt x="31960" y="113415"/>
                </a:lnTo>
                <a:lnTo>
                  <a:pt x="37699" y="103891"/>
                </a:lnTo>
                <a:lnTo>
                  <a:pt x="43876" y="94666"/>
                </a:lnTo>
                <a:lnTo>
                  <a:pt x="50431" y="85799"/>
                </a:lnTo>
                <a:lnTo>
                  <a:pt x="57385" y="77251"/>
                </a:lnTo>
                <a:lnTo>
                  <a:pt x="64718" y="69082"/>
                </a:lnTo>
                <a:lnTo>
                  <a:pt x="72390" y="61290"/>
                </a:lnTo>
                <a:lnTo>
                  <a:pt x="80439" y="53878"/>
                </a:lnTo>
                <a:lnTo>
                  <a:pt x="88808" y="46885"/>
                </a:lnTo>
                <a:lnTo>
                  <a:pt x="97495" y="40329"/>
                </a:lnTo>
                <a:lnTo>
                  <a:pt x="106482" y="34191"/>
                </a:lnTo>
                <a:lnTo>
                  <a:pt x="115767" y="28513"/>
                </a:lnTo>
                <a:lnTo>
                  <a:pt x="125351" y="23292"/>
                </a:lnTo>
                <a:lnTo>
                  <a:pt x="135175" y="18570"/>
                </a:lnTo>
                <a:lnTo>
                  <a:pt x="145257" y="14346"/>
                </a:lnTo>
                <a:lnTo>
                  <a:pt x="155578" y="10620"/>
                </a:lnTo>
                <a:lnTo>
                  <a:pt x="166139" y="7432"/>
                </a:lnTo>
                <a:lnTo>
                  <a:pt x="176879" y="4801"/>
                </a:lnTo>
                <a:lnTo>
                  <a:pt x="187838" y="2709"/>
                </a:lnTo>
                <a:lnTo>
                  <a:pt x="198956" y="1214"/>
                </a:lnTo>
                <a:lnTo>
                  <a:pt x="210234" y="298"/>
                </a:lnTo>
                <a:lnTo>
                  <a:pt x="221412" y="0"/>
                </a:lnTo>
                <a:lnTo>
                  <a:pt x="221930" y="19925"/>
                </a:lnTo>
                <a:lnTo>
                  <a:pt x="211051" y="20224"/>
                </a:lnTo>
                <a:lnTo>
                  <a:pt x="211589" y="20184"/>
                </a:lnTo>
                <a:lnTo>
                  <a:pt x="200829" y="21061"/>
                </a:lnTo>
                <a:lnTo>
                  <a:pt x="201367" y="21001"/>
                </a:lnTo>
                <a:lnTo>
                  <a:pt x="190767" y="22436"/>
                </a:lnTo>
                <a:lnTo>
                  <a:pt x="191285" y="22336"/>
                </a:lnTo>
                <a:lnTo>
                  <a:pt x="180864" y="24329"/>
                </a:lnTo>
                <a:lnTo>
                  <a:pt x="181382" y="24209"/>
                </a:lnTo>
                <a:lnTo>
                  <a:pt x="171140" y="26719"/>
                </a:lnTo>
                <a:lnTo>
                  <a:pt x="171639" y="26580"/>
                </a:lnTo>
                <a:lnTo>
                  <a:pt x="161596" y="29628"/>
                </a:lnTo>
                <a:lnTo>
                  <a:pt x="162094" y="29450"/>
                </a:lnTo>
                <a:lnTo>
                  <a:pt x="152251" y="32996"/>
                </a:lnTo>
                <a:lnTo>
                  <a:pt x="152729" y="32817"/>
                </a:lnTo>
                <a:lnTo>
                  <a:pt x="143125" y="36842"/>
                </a:lnTo>
                <a:lnTo>
                  <a:pt x="143583" y="36643"/>
                </a:lnTo>
                <a:lnTo>
                  <a:pt x="134198" y="41145"/>
                </a:lnTo>
                <a:lnTo>
                  <a:pt x="134657" y="40907"/>
                </a:lnTo>
                <a:lnTo>
                  <a:pt x="125531" y="45888"/>
                </a:lnTo>
                <a:lnTo>
                  <a:pt x="125949" y="45629"/>
                </a:lnTo>
                <a:lnTo>
                  <a:pt x="117082" y="51049"/>
                </a:lnTo>
                <a:lnTo>
                  <a:pt x="117501" y="50790"/>
                </a:lnTo>
                <a:lnTo>
                  <a:pt x="108913" y="56647"/>
                </a:lnTo>
                <a:lnTo>
                  <a:pt x="109311" y="56369"/>
                </a:lnTo>
                <a:lnTo>
                  <a:pt x="101002" y="62646"/>
                </a:lnTo>
                <a:lnTo>
                  <a:pt x="101401" y="62346"/>
                </a:lnTo>
                <a:lnTo>
                  <a:pt x="93391" y="69022"/>
                </a:lnTo>
                <a:lnTo>
                  <a:pt x="93749" y="68702"/>
                </a:lnTo>
                <a:lnTo>
                  <a:pt x="86078" y="75776"/>
                </a:lnTo>
                <a:lnTo>
                  <a:pt x="86417" y="75458"/>
                </a:lnTo>
                <a:lnTo>
                  <a:pt x="79064" y="82910"/>
                </a:lnTo>
                <a:lnTo>
                  <a:pt x="79383" y="82551"/>
                </a:lnTo>
                <a:lnTo>
                  <a:pt x="72369" y="90382"/>
                </a:lnTo>
                <a:lnTo>
                  <a:pt x="72688" y="90023"/>
                </a:lnTo>
                <a:lnTo>
                  <a:pt x="66033" y="98193"/>
                </a:lnTo>
                <a:lnTo>
                  <a:pt x="66312" y="97814"/>
                </a:lnTo>
                <a:lnTo>
                  <a:pt x="60036" y="106321"/>
                </a:lnTo>
                <a:lnTo>
                  <a:pt x="60294" y="105943"/>
                </a:lnTo>
                <a:lnTo>
                  <a:pt x="54397" y="114771"/>
                </a:lnTo>
                <a:lnTo>
                  <a:pt x="54656" y="114372"/>
                </a:lnTo>
                <a:lnTo>
                  <a:pt x="49136" y="123517"/>
                </a:lnTo>
                <a:lnTo>
                  <a:pt x="49375" y="123100"/>
                </a:lnTo>
                <a:lnTo>
                  <a:pt x="44274" y="132544"/>
                </a:lnTo>
                <a:lnTo>
                  <a:pt x="44494" y="132126"/>
                </a:lnTo>
                <a:lnTo>
                  <a:pt x="39811" y="141829"/>
                </a:lnTo>
                <a:lnTo>
                  <a:pt x="40010" y="141411"/>
                </a:lnTo>
                <a:lnTo>
                  <a:pt x="35767" y="151375"/>
                </a:lnTo>
                <a:lnTo>
                  <a:pt x="35945" y="150935"/>
                </a:lnTo>
                <a:lnTo>
                  <a:pt x="32160" y="161157"/>
                </a:lnTo>
                <a:lnTo>
                  <a:pt x="32299" y="160719"/>
                </a:lnTo>
                <a:lnTo>
                  <a:pt x="28972" y="171179"/>
                </a:lnTo>
                <a:lnTo>
                  <a:pt x="29111" y="170742"/>
                </a:lnTo>
                <a:lnTo>
                  <a:pt x="26262" y="181422"/>
                </a:lnTo>
                <a:lnTo>
                  <a:pt x="26362" y="180963"/>
                </a:lnTo>
                <a:lnTo>
                  <a:pt x="23991" y="191863"/>
                </a:lnTo>
                <a:lnTo>
                  <a:pt x="24090" y="191384"/>
                </a:lnTo>
                <a:lnTo>
                  <a:pt x="22237" y="202484"/>
                </a:lnTo>
                <a:lnTo>
                  <a:pt x="22297" y="202004"/>
                </a:lnTo>
                <a:lnTo>
                  <a:pt x="20942" y="213282"/>
                </a:lnTo>
                <a:lnTo>
                  <a:pt x="21001" y="212804"/>
                </a:lnTo>
                <a:lnTo>
                  <a:pt x="20184" y="224241"/>
                </a:lnTo>
                <a:lnTo>
                  <a:pt x="20204" y="223763"/>
                </a:lnTo>
                <a:lnTo>
                  <a:pt x="19925" y="235360"/>
                </a:lnTo>
                <a:lnTo>
                  <a:pt x="0" y="2348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195">
            <a:extLst xmlns:a="http://schemas.openxmlformats.org/drawingml/2006/main">
              <a:ext uri="{FF2B5EF4-FFF2-40B4-BE49-F238E27FC236}">
                <a16:creationId xmlns:a16="http://schemas.microsoft.com/office/drawing/2014/main" id="{727E9A66-81EE-433F-8612-7C821DC6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49" y="6981919"/>
            <a:ext cx="79642" cy="266385"/>
          </a:xfrm>
          <a:custGeom xmlns:a="http://schemas.openxmlformats.org/drawingml/2006/main">
            <a:pathLst>
              <a:path w="79642" h="266385">
                <a:moveTo>
                  <a:pt x="79642" y="148404"/>
                </a:moveTo>
                <a:lnTo>
                  <a:pt x="39831" y="146911"/>
                </a:lnTo>
                <a:lnTo>
                  <a:pt x="0" y="145416"/>
                </a:lnTo>
                <a:lnTo>
                  <a:pt x="35348" y="266385"/>
                </a:lnTo>
                <a:lnTo>
                  <a:pt x="79642" y="148404"/>
                </a:lnTo>
                <a:moveTo>
                  <a:pt x="35348" y="0"/>
                </a:moveTo>
                <a:lnTo>
                  <a:pt x="27637" y="206269"/>
                </a:lnTo>
                <a:lnTo>
                  <a:pt x="47543" y="207026"/>
                </a:lnTo>
                <a:lnTo>
                  <a:pt x="55274" y="756"/>
                </a:lnTo>
                <a:lnTo>
                  <a:pt x="353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196">
            <a:extLst xmlns:a="http://schemas.openxmlformats.org/drawingml/2006/main">
              <a:ext uri="{FF2B5EF4-FFF2-40B4-BE49-F238E27FC236}">
                <a16:creationId xmlns:a16="http://schemas.microsoft.com/office/drawing/2014/main" id="{EF3D40F1-AA4C-4546-A41C-79000FE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270" y="7364071"/>
            <a:ext cx="2159131" cy="358659"/>
          </a:xfrm>
          <a:custGeom xmlns:a="http://schemas.openxmlformats.org/drawingml/2006/main">
            <a:pathLst>
              <a:path w="2159131" h="358659">
                <a:moveTo>
                  <a:pt x="0" y="0"/>
                </a:moveTo>
                <a:lnTo>
                  <a:pt x="0" y="358659"/>
                </a:lnTo>
                <a:lnTo>
                  <a:pt x="2159131" y="358659"/>
                </a:lnTo>
                <a:lnTo>
                  <a:pt x="2159131" y="0"/>
                </a:lnTo>
                <a:close/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197">
            <a:extLst xmlns:a="http://schemas.openxmlformats.org/drawingml/2006/main">
              <a:ext uri="{FF2B5EF4-FFF2-40B4-BE49-F238E27FC236}">
                <a16:creationId xmlns:a16="http://schemas.microsoft.com/office/drawing/2014/main" id="{E5EDBE28-1AE8-4447-AACB-71CF1A5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6307" y="7353908"/>
            <a:ext cx="2178857" cy="379582"/>
          </a:xfrm>
          <a:custGeom xmlns:a="http://schemas.openxmlformats.org/drawingml/2006/main">
            <a:pathLst>
              <a:path w="2178857" h="379582">
                <a:moveTo>
                  <a:pt x="2178857" y="0"/>
                </a:moveTo>
                <a:lnTo>
                  <a:pt x="2178857" y="379582"/>
                </a:lnTo>
                <a:lnTo>
                  <a:pt x="0" y="379582"/>
                </a:lnTo>
                <a:lnTo>
                  <a:pt x="0" y="0"/>
                </a:lnTo>
                <a:lnTo>
                  <a:pt x="2178857" y="0"/>
                </a:lnTo>
                <a:moveTo>
                  <a:pt x="9963" y="19926"/>
                </a:moveTo>
                <a:lnTo>
                  <a:pt x="19925" y="9964"/>
                </a:lnTo>
                <a:lnTo>
                  <a:pt x="19925" y="369619"/>
                </a:lnTo>
                <a:lnTo>
                  <a:pt x="9963" y="359656"/>
                </a:lnTo>
                <a:lnTo>
                  <a:pt x="2168895" y="359656"/>
                </a:lnTo>
                <a:lnTo>
                  <a:pt x="2158932" y="369619"/>
                </a:lnTo>
                <a:lnTo>
                  <a:pt x="2158932" y="9964"/>
                </a:lnTo>
                <a:lnTo>
                  <a:pt x="216889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text-198 MMDU-45k">
            <a:extLst xmlns:a="http://schemas.openxmlformats.org/drawingml/2006/main">
              <a:ext uri="{FF2B5EF4-FFF2-40B4-BE49-F238E27FC236}">
                <a16:creationId xmlns:a16="http://schemas.microsoft.com/office/drawing/2014/main" id="{E026FF0E-E4C3-4615-A2C5-E1A63A9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446" y="7418748"/>
            <a:ext cx="1150150" cy="278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MMDU-45k</a:t>
            </a:r>
          </a:p>
        </p:txBody>
      </p:sp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158BF17-3719-40A9-B67F-04CDAE01A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1e9b04414877"/>
          <a:stretch xmlns:a="http://schemas.openxmlformats.org/drawingml/2006/main"/>
        </p:blipFill>
        <p:spPr>
          <a:xfrm xmlns:a="http://schemas.openxmlformats.org/drawingml/2006/main">
            <a:off x="10392006" y="7306087"/>
            <a:ext cx="478213" cy="478213"/>
          </a:xfrm>
          <a:prstGeom xmlns:a="http://schemas.openxmlformats.org/drawingml/2006/main" prst="rect">
            <a:avLst/>
          </a:prstGeom>
        </p:spPr>
      </p:pic>
      <p:sp>
        <p:nvSpPr>
          <p:cNvPr id="335" name="path-200">
            <a:extLst xmlns:a="http://schemas.openxmlformats.org/drawingml/2006/main">
              <a:ext uri="{FF2B5EF4-FFF2-40B4-BE49-F238E27FC236}">
                <a16:creationId xmlns:a16="http://schemas.microsoft.com/office/drawing/2014/main" id="{53C3C090-2DE1-4E0B-A599-C7B77BF8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39" y="7084316"/>
            <a:ext cx="3270976" cy="382570"/>
          </a:xfrm>
          <a:custGeom xmlns:a="http://schemas.openxmlformats.org/drawingml/2006/main">
            <a:pathLst>
              <a:path w="3270976" h="382570">
                <a:moveTo>
                  <a:pt x="0" y="0"/>
                </a:moveTo>
                <a:lnTo>
                  <a:pt x="0" y="382570"/>
                </a:lnTo>
                <a:lnTo>
                  <a:pt x="3270976" y="382570"/>
                </a:lnTo>
                <a:lnTo>
                  <a:pt x="3270976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01">
            <a:extLst xmlns:a="http://schemas.openxmlformats.org/drawingml/2006/main">
              <a:ext uri="{FF2B5EF4-FFF2-40B4-BE49-F238E27FC236}">
                <a16:creationId xmlns:a16="http://schemas.microsoft.com/office/drawing/2014/main" id="{1F3AA1AD-310F-4FD2-8D1C-B6EB25C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372" y="7074952"/>
            <a:ext cx="3290701" cy="401498"/>
          </a:xfrm>
          <a:custGeom xmlns:a="http://schemas.openxmlformats.org/drawingml/2006/main">
            <a:pathLst>
              <a:path w="3290701" h="401498">
                <a:moveTo>
                  <a:pt x="3290701" y="0"/>
                </a:moveTo>
                <a:lnTo>
                  <a:pt x="3290701" y="401498"/>
                </a:lnTo>
                <a:lnTo>
                  <a:pt x="0" y="401498"/>
                </a:lnTo>
                <a:lnTo>
                  <a:pt x="0" y="0"/>
                </a:lnTo>
                <a:lnTo>
                  <a:pt x="3290701" y="0"/>
                </a:lnTo>
                <a:moveTo>
                  <a:pt x="9963" y="19925"/>
                </a:moveTo>
                <a:lnTo>
                  <a:pt x="19926" y="9963"/>
                </a:lnTo>
                <a:lnTo>
                  <a:pt x="19926" y="391535"/>
                </a:lnTo>
                <a:lnTo>
                  <a:pt x="9963" y="381573"/>
                </a:lnTo>
                <a:lnTo>
                  <a:pt x="3280738" y="381573"/>
                </a:lnTo>
                <a:lnTo>
                  <a:pt x="3270776" y="391535"/>
                </a:lnTo>
                <a:lnTo>
                  <a:pt x="3270776" y="9963"/>
                </a:lnTo>
                <a:lnTo>
                  <a:pt x="3280738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text-202 Multi-turn">
            <a:extLst xmlns:a="http://schemas.openxmlformats.org/drawingml/2006/main">
              <a:ext uri="{FF2B5EF4-FFF2-40B4-BE49-F238E27FC236}">
                <a16:creationId xmlns:a16="http://schemas.microsoft.com/office/drawing/2014/main" id="{3C00B8CC-2C68-4519-80A5-6BE7A34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3138" y="7153804"/>
            <a:ext cx="999402" cy="27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Multi-turn</a:t>
            </a:r>
          </a:p>
        </p:txBody>
      </p:sp>
      <p:sp>
        <p:nvSpPr>
          <p:cNvPr id="338" name="text-202 multi-image">
            <a:extLst xmlns:a="http://schemas.openxmlformats.org/drawingml/2006/main">
              <a:ext uri="{FF2B5EF4-FFF2-40B4-BE49-F238E27FC236}">
                <a16:creationId xmlns:a16="http://schemas.microsoft.com/office/drawing/2014/main" id="{084DE134-F8C8-4F7E-BEE3-7973AF01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310" y="7154047"/>
            <a:ext cx="1106815" cy="27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multi-image</a:t>
            </a:r>
          </a:p>
        </p:txBody>
      </p:sp>
      <p:sp>
        <p:nvSpPr>
          <p:cNvPr id="339" name="text-202 dialogue">
            <a:extLst xmlns:a="http://schemas.openxmlformats.org/drawingml/2006/main">
              <a:ext uri="{FF2B5EF4-FFF2-40B4-BE49-F238E27FC236}">
                <a16:creationId xmlns:a16="http://schemas.microsoft.com/office/drawing/2014/main" id="{BE74F3FC-B6C0-4792-A911-8C332F43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9081" y="7154054"/>
            <a:ext cx="787008" cy="27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dialogue</a:t>
            </a:r>
          </a:p>
        </p:txBody>
      </p:sp>
      <p:sp>
        <p:nvSpPr>
          <p:cNvPr id="340" name="text-203 ：">
            <a:extLst xmlns:a="http://schemas.openxmlformats.org/drawingml/2006/main">
              <a:ext uri="{FF2B5EF4-FFF2-40B4-BE49-F238E27FC236}">
                <a16:creationId xmlns:a16="http://schemas.microsoft.com/office/drawing/2014/main" id="{02F13A9B-E076-40B6-84A0-9CA5C62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1269" y="7088551"/>
            <a:ext cx="245844" cy="370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341" name="text-204 Q1:">
            <a:extLst xmlns:a="http://schemas.openxmlformats.org/drawingml/2006/main">
              <a:ext uri="{FF2B5EF4-FFF2-40B4-BE49-F238E27FC236}">
                <a16:creationId xmlns:a16="http://schemas.microsoft.com/office/drawing/2014/main" id="{CB3725DB-6F50-452D-BE62-99610A8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8306" y="8035206"/>
            <a:ext cx="287864" cy="22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Q1:</a:t>
            </a:r>
          </a:p>
        </p:txBody>
      </p:sp>
      <p:sp>
        <p:nvSpPr>
          <p:cNvPr id="342" name="text-205 Describe">
            <a:extLst xmlns:a="http://schemas.openxmlformats.org/drawingml/2006/main">
              <a:ext uri="{FF2B5EF4-FFF2-40B4-BE49-F238E27FC236}">
                <a16:creationId xmlns:a16="http://schemas.microsoft.com/office/drawing/2014/main" id="{50C33DDE-E03F-47A4-A4AC-BFB507B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7338" y="8051728"/>
            <a:ext cx="589745" cy="200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343" name="text-205 the">
            <a:extLst xmlns:a="http://schemas.openxmlformats.org/drawingml/2006/main">
              <a:ext uri="{FF2B5EF4-FFF2-40B4-BE49-F238E27FC236}">
                <a16:creationId xmlns:a16="http://schemas.microsoft.com/office/drawing/2014/main" id="{0C04E88D-6580-4C96-851F-9EAED0CF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7095" y="8038321"/>
            <a:ext cx="245456" cy="21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44" name="text-205 main">
            <a:extLst xmlns:a="http://schemas.openxmlformats.org/drawingml/2006/main">
              <a:ext uri="{FF2B5EF4-FFF2-40B4-BE49-F238E27FC236}">
                <a16:creationId xmlns:a16="http://schemas.microsoft.com/office/drawing/2014/main" id="{BA083672-34DC-47CA-818D-90D119AD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0150" y="8044526"/>
            <a:ext cx="352415" cy="21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45" name="text-205 subject">
            <a:extLst xmlns:a="http://schemas.openxmlformats.org/drawingml/2006/main">
              <a:ext uri="{FF2B5EF4-FFF2-40B4-BE49-F238E27FC236}">
                <a16:creationId xmlns:a16="http://schemas.microsoft.com/office/drawing/2014/main" id="{1C817F7C-78C0-4C2A-9DC8-F1FE2939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0802" y="8046587"/>
            <a:ext cx="495847" cy="20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</a:t>
            </a:r>
          </a:p>
        </p:txBody>
      </p:sp>
      <p:sp>
        <p:nvSpPr>
          <p:cNvPr id="346" name="text-205 of">
            <a:extLst xmlns:a="http://schemas.openxmlformats.org/drawingml/2006/main">
              <a:ext uri="{FF2B5EF4-FFF2-40B4-BE49-F238E27FC236}">
                <a16:creationId xmlns:a16="http://schemas.microsoft.com/office/drawing/2014/main" id="{7EFFF597-C9AA-46E5-9CA6-82E80B7D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5914" y="8035564"/>
            <a:ext cx="161294" cy="2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47" name="text-205 each">
            <a:extLst xmlns:a="http://schemas.openxmlformats.org/drawingml/2006/main">
              <a:ext uri="{FF2B5EF4-FFF2-40B4-BE49-F238E27FC236}">
                <a16:creationId xmlns:a16="http://schemas.microsoft.com/office/drawing/2014/main" id="{61F68E68-C19E-4D37-9B80-339851C0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4286" y="8052425"/>
            <a:ext cx="334055" cy="19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348" name="text-205 image">
            <a:extLst xmlns:a="http://schemas.openxmlformats.org/drawingml/2006/main">
              <a:ext uri="{FF2B5EF4-FFF2-40B4-BE49-F238E27FC236}">
                <a16:creationId xmlns:a16="http://schemas.microsoft.com/office/drawing/2014/main" id="{F92D43A1-77D3-47B1-8365-0F8AE13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000" y="8049395"/>
            <a:ext cx="421795" cy="20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49" name="text-206 .">
            <a:extLst xmlns:a="http://schemas.openxmlformats.org/drawingml/2006/main">
              <a:ext uri="{FF2B5EF4-FFF2-40B4-BE49-F238E27FC236}">
                <a16:creationId xmlns:a16="http://schemas.microsoft.com/office/drawing/2014/main" id="{C667FBA2-34AF-41A1-B6B6-12DB7054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3522" y="8049067"/>
            <a:ext cx="66717" cy="20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50" name="text-207 A1:">
            <a:extLst xmlns:a="http://schemas.openxmlformats.org/drawingml/2006/main">
              <a:ext uri="{FF2B5EF4-FFF2-40B4-BE49-F238E27FC236}">
                <a16:creationId xmlns:a16="http://schemas.microsoft.com/office/drawing/2014/main" id="{ED56C35C-E599-4743-8A1B-82106CFB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8306" y="8286129"/>
            <a:ext cx="264974" cy="223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A1:</a:t>
            </a:r>
          </a:p>
        </p:txBody>
      </p:sp>
      <p:sp>
        <p:nvSpPr>
          <p:cNvPr id="351" name="text-208 The">
            <a:extLst xmlns:a="http://schemas.openxmlformats.org/drawingml/2006/main">
              <a:ext uri="{FF2B5EF4-FFF2-40B4-BE49-F238E27FC236}">
                <a16:creationId xmlns:a16="http://schemas.microsoft.com/office/drawing/2014/main" id="{CB2A0088-0E86-4902-8402-2249888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0289" y="8305763"/>
            <a:ext cx="266417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2" name="text-208 main">
            <a:extLst xmlns:a="http://schemas.openxmlformats.org/drawingml/2006/main">
              <a:ext uri="{FF2B5EF4-FFF2-40B4-BE49-F238E27FC236}">
                <a16:creationId xmlns:a16="http://schemas.microsoft.com/office/drawing/2014/main" id="{FEF4DE19-66C9-45FC-91D2-FF631D82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7253" y="8295588"/>
            <a:ext cx="352415" cy="21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53" name="text-208 subjects">
            <a:extLst xmlns:a="http://schemas.openxmlformats.org/drawingml/2006/main">
              <a:ext uri="{FF2B5EF4-FFF2-40B4-BE49-F238E27FC236}">
                <a16:creationId xmlns:a16="http://schemas.microsoft.com/office/drawing/2014/main" id="{93DB8F53-D318-4F09-8B92-125F08D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905" y="8300703"/>
            <a:ext cx="558104" cy="203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subjects</a:t>
            </a:r>
          </a:p>
        </p:txBody>
      </p:sp>
      <p:sp>
        <p:nvSpPr>
          <p:cNvPr id="354" name="text-208 of">
            <a:extLst xmlns:a="http://schemas.openxmlformats.org/drawingml/2006/main">
              <a:ext uri="{FF2B5EF4-FFF2-40B4-BE49-F238E27FC236}">
                <a16:creationId xmlns:a16="http://schemas.microsoft.com/office/drawing/2014/main" id="{BAE9A099-8AED-44EA-942E-B2BBA3C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5783" y="8286625"/>
            <a:ext cx="161294" cy="2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55" name="text-208 each">
            <a:extLst xmlns:a="http://schemas.openxmlformats.org/drawingml/2006/main">
              <a:ext uri="{FF2B5EF4-FFF2-40B4-BE49-F238E27FC236}">
                <a16:creationId xmlns:a16="http://schemas.microsoft.com/office/drawing/2014/main" id="{6C628B12-6105-4E8A-A991-8E022BF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154" y="8303487"/>
            <a:ext cx="334055" cy="19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356" name="text-208 image">
            <a:extLst xmlns:a="http://schemas.openxmlformats.org/drawingml/2006/main">
              <a:ext uri="{FF2B5EF4-FFF2-40B4-BE49-F238E27FC236}">
                <a16:creationId xmlns:a16="http://schemas.microsoft.com/office/drawing/2014/main" id="{B1D76443-EA97-47FF-946A-A65A610A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7870" y="8300456"/>
            <a:ext cx="421795" cy="20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57" name="text-208 are">
            <a:extLst xmlns:a="http://schemas.openxmlformats.org/drawingml/2006/main">
              <a:ext uri="{FF2B5EF4-FFF2-40B4-BE49-F238E27FC236}">
                <a16:creationId xmlns:a16="http://schemas.microsoft.com/office/drawing/2014/main" id="{28EC3B83-059A-43DB-841A-E87B08C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9256" y="8298814"/>
            <a:ext cx="238778" cy="20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358" name="text-208 as">
            <a:extLst xmlns:a="http://schemas.openxmlformats.org/drawingml/2006/main">
              <a:ext uri="{FF2B5EF4-FFF2-40B4-BE49-F238E27FC236}">
                <a16:creationId xmlns:a16="http://schemas.microsoft.com/office/drawing/2014/main" id="{7A5344C0-89C0-4029-B28C-850396DC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7328" y="8313678"/>
            <a:ext cx="163235" cy="185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359" name="text-208 follows">
            <a:extLst xmlns:a="http://schemas.openxmlformats.org/drawingml/2006/main">
              <a:ext uri="{FF2B5EF4-FFF2-40B4-BE49-F238E27FC236}">
                <a16:creationId xmlns:a16="http://schemas.microsoft.com/office/drawing/2014/main" id="{9D9DE3A6-751C-480D-9747-EF4ED21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2674" y="8293198"/>
            <a:ext cx="493701" cy="213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follows</a:t>
            </a:r>
          </a:p>
        </p:txBody>
      </p:sp>
      <p:sp>
        <p:nvSpPr>
          <p:cNvPr id="360" name="text-209 ......">
            <a:extLst xmlns:a="http://schemas.openxmlformats.org/drawingml/2006/main">
              <a:ext uri="{FF2B5EF4-FFF2-40B4-BE49-F238E27FC236}">
                <a16:creationId xmlns:a16="http://schemas.microsoft.com/office/drawing/2014/main" id="{22C24F17-2CC0-4018-890E-0420BAB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932" y="8301895"/>
            <a:ext cx="265655" cy="20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......</a:t>
            </a:r>
          </a:p>
        </p:txBody>
      </p:sp>
      <p:pic>
        <p:nvPic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B53DB58-8BA4-4694-8941-7CB6D42158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6b9a1289a4e4a"/>
          <a:stretch xmlns:a="http://schemas.openxmlformats.org/drawingml/2006/main"/>
        </p:blipFill>
        <p:spPr>
          <a:xfrm xmlns:a="http://schemas.openxmlformats.org/drawingml/2006/main">
            <a:off x="6735202" y="7527188"/>
            <a:ext cx="685800" cy="476250"/>
          </a:xfrm>
          <a:prstGeom xmlns:a="http://schemas.openxmlformats.org/drawingml/2006/main" prst="rect">
            <a:avLst/>
          </a:prstGeom>
        </p:spPr>
      </p:pic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967B831A-20CA-47AC-8A21-CFC6D89B8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9c3c57bb74784"/>
          <a:stretch xmlns:a="http://schemas.openxmlformats.org/drawingml/2006/main"/>
        </p:blipFill>
        <p:spPr>
          <a:xfrm xmlns:a="http://schemas.openxmlformats.org/drawingml/2006/main">
            <a:off x="5868427" y="7527188"/>
            <a:ext cx="685800" cy="476250"/>
          </a:xfrm>
          <a:prstGeom xmlns:a="http://schemas.openxmlformats.org/drawingml/2006/main" prst="rect">
            <a:avLst/>
          </a:prstGeom>
        </p:spPr>
      </p:pic>
      <p:pic>
        <p:nvPic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3E0491A-9659-4A46-9779-BDA56063A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94bb8f5b54efd"/>
          <a:stretch xmlns:a="http://schemas.openxmlformats.org/drawingml/2006/main"/>
        </p:blipFill>
        <p:spPr>
          <a:xfrm xmlns:a="http://schemas.openxmlformats.org/drawingml/2006/main">
            <a:off x="5001652" y="7527188"/>
            <a:ext cx="685800" cy="476250"/>
          </a:xfrm>
          <a:prstGeom xmlns:a="http://schemas.openxmlformats.org/drawingml/2006/main" prst="rect">
            <a:avLst/>
          </a:prstGeom>
        </p:spPr>
      </p:pic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F0F75FC-DD00-4DE8-ACB3-81CEB97EA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9d95ad7e24bb1"/>
          <a:stretch xmlns:a="http://schemas.openxmlformats.org/drawingml/2006/main"/>
        </p:blipFill>
        <p:spPr>
          <a:xfrm xmlns:a="http://schemas.openxmlformats.org/drawingml/2006/main">
            <a:off x="4144402" y="7527188"/>
            <a:ext cx="685800" cy="476250"/>
          </a:xfrm>
          <a:prstGeom xmlns:a="http://schemas.openxmlformats.org/drawingml/2006/main" prst="rect">
            <a:avLst/>
          </a:prstGeom>
        </p:spPr>
      </p:pic>
      <p:pic>
        <p:nvPic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B39A718-22B8-4215-BD22-B7D276749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ab9196bfe4fca"/>
          <a:stretch xmlns:a="http://schemas.openxmlformats.org/drawingml/2006/main"/>
        </p:blipFill>
        <p:spPr>
          <a:xfrm xmlns:a="http://schemas.openxmlformats.org/drawingml/2006/main">
            <a:off x="5351845" y="8508070"/>
            <a:ext cx="677468" cy="164434"/>
          </a:xfrm>
          <a:prstGeom xmlns:a="http://schemas.openxmlformats.org/drawingml/2006/main" prst="rect">
            <a:avLst/>
          </a:prstGeom>
        </p:spPr>
      </p:pic>
      <p:sp>
        <p:nvSpPr>
          <p:cNvPr id="366" name="text-215 Q15:">
            <a:extLst xmlns:a="http://schemas.openxmlformats.org/drawingml/2006/main">
              <a:ext uri="{FF2B5EF4-FFF2-40B4-BE49-F238E27FC236}">
                <a16:creationId xmlns:a16="http://schemas.microsoft.com/office/drawing/2014/main" id="{5AD0D322-07B7-411B-916B-A0DF84FD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8343" y="8663753"/>
            <a:ext cx="385517" cy="223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Q15:</a:t>
            </a:r>
          </a:p>
        </p:txBody>
      </p:sp>
      <p:sp>
        <p:nvSpPr>
          <p:cNvPr id="367" name="text-216 Describe">
            <a:extLst xmlns:a="http://schemas.openxmlformats.org/drawingml/2006/main">
              <a:ext uri="{FF2B5EF4-FFF2-40B4-BE49-F238E27FC236}">
                <a16:creationId xmlns:a16="http://schemas.microsoft.com/office/drawing/2014/main" id="{A592DDC0-5EAF-4AB8-BD25-C5A9A60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010" y="8680378"/>
            <a:ext cx="589746" cy="200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368" name="text-216 the">
            <a:extLst xmlns:a="http://schemas.openxmlformats.org/drawingml/2006/main">
              <a:ext uri="{FF2B5EF4-FFF2-40B4-BE49-F238E27FC236}">
                <a16:creationId xmlns:a16="http://schemas.microsoft.com/office/drawing/2014/main" id="{0807EB1C-A609-4A71-A226-273C56D3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4768" y="8666972"/>
            <a:ext cx="245455" cy="219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69" name="text-216 main">
            <a:extLst xmlns:a="http://schemas.openxmlformats.org/drawingml/2006/main">
              <a:ext uri="{FF2B5EF4-FFF2-40B4-BE49-F238E27FC236}">
                <a16:creationId xmlns:a16="http://schemas.microsoft.com/office/drawing/2014/main" id="{34D6D912-0D11-4771-9163-AC21BC5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821" y="8673176"/>
            <a:ext cx="352415" cy="21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70" name="text-216 subject">
            <a:extLst xmlns:a="http://schemas.openxmlformats.org/drawingml/2006/main">
              <a:ext uri="{FF2B5EF4-FFF2-40B4-BE49-F238E27FC236}">
                <a16:creationId xmlns:a16="http://schemas.microsoft.com/office/drawing/2014/main" id="{FD842F3D-97B1-47B1-9FC6-E3A17267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8474" y="8675238"/>
            <a:ext cx="495846" cy="20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</a:t>
            </a:r>
          </a:p>
        </p:txBody>
      </p:sp>
      <p:sp>
        <p:nvSpPr>
          <p:cNvPr id="371" name="text-216 of">
            <a:extLst xmlns:a="http://schemas.openxmlformats.org/drawingml/2006/main">
              <a:ext uri="{FF2B5EF4-FFF2-40B4-BE49-F238E27FC236}">
                <a16:creationId xmlns:a16="http://schemas.microsoft.com/office/drawing/2014/main" id="{89C0D718-4282-4A0A-A905-67F9DAAF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586" y="8664214"/>
            <a:ext cx="161294" cy="2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72" name="text-216 each">
            <a:extLst xmlns:a="http://schemas.openxmlformats.org/drawingml/2006/main">
              <a:ext uri="{FF2B5EF4-FFF2-40B4-BE49-F238E27FC236}">
                <a16:creationId xmlns:a16="http://schemas.microsoft.com/office/drawing/2014/main" id="{DFCD6417-7157-444C-A48E-8B756D18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958" y="8681075"/>
            <a:ext cx="334055" cy="19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373" name="text-216 image">
            <a:extLst xmlns:a="http://schemas.openxmlformats.org/drawingml/2006/main">
              <a:ext uri="{FF2B5EF4-FFF2-40B4-BE49-F238E27FC236}">
                <a16:creationId xmlns:a16="http://schemas.microsoft.com/office/drawing/2014/main" id="{02500261-305D-46B5-A2B1-BC3467E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5672" y="8678044"/>
            <a:ext cx="421797" cy="20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74" name="text-217 .">
            <a:extLst xmlns:a="http://schemas.openxmlformats.org/drawingml/2006/main">
              <a:ext uri="{FF2B5EF4-FFF2-40B4-BE49-F238E27FC236}">
                <a16:creationId xmlns:a16="http://schemas.microsoft.com/office/drawing/2014/main" id="{DB2CEFA4-74A3-4F6A-9FC3-652D9D0A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194" y="8677717"/>
            <a:ext cx="66717" cy="20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B6112C1-ACE5-413B-BF3F-B3D806E98F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66f73f807477d"/>
          <a:stretch xmlns:a="http://schemas.openxmlformats.org/drawingml/2006/main"/>
        </p:blipFill>
        <p:spPr>
          <a:xfrm xmlns:a="http://schemas.openxmlformats.org/drawingml/2006/main">
            <a:off x="3083323" y="7703602"/>
            <a:ext cx="566881" cy="566881"/>
          </a:xfrm>
          <a:prstGeom xmlns:a="http://schemas.openxmlformats.org/drawingml/2006/main" prst="rect">
            <a:avLst/>
          </a:prstGeom>
        </p:spPr>
      </p:pic>
      <p:sp>
        <p:nvSpPr>
          <p:cNvPr id="376" name="text-219 Combine">
            <a:extLst xmlns:a="http://schemas.openxmlformats.org/drawingml/2006/main">
              <a:ext uri="{FF2B5EF4-FFF2-40B4-BE49-F238E27FC236}">
                <a16:creationId xmlns:a16="http://schemas.microsoft.com/office/drawing/2014/main" id="{3ABE23B1-6F36-44B6-9818-A1AA2A1C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1368" y="8259363"/>
            <a:ext cx="642632" cy="223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Combine</a:t>
            </a:r>
          </a:p>
        </p:txBody>
      </p:sp>
      <p:sp>
        <p:nvSpPr>
          <p:cNvPr id="377" name="path-220">
            <a:extLst xmlns:a="http://schemas.openxmlformats.org/drawingml/2006/main">
              <a:ext uri="{FF2B5EF4-FFF2-40B4-BE49-F238E27FC236}">
                <a16:creationId xmlns:a16="http://schemas.microsoft.com/office/drawing/2014/main" id="{1C93BA42-7EEE-4811-8161-B4A184FC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675" y="7539216"/>
            <a:ext cx="385559" cy="488175"/>
          </a:xfrm>
          <a:custGeom xmlns:a="http://schemas.openxmlformats.org/drawingml/2006/main">
            <a:pathLst>
              <a:path w="385559" h="488175">
                <a:moveTo>
                  <a:pt x="266006" y="488175"/>
                </a:moveTo>
                <a:lnTo>
                  <a:pt x="266006" y="448324"/>
                </a:lnTo>
                <a:lnTo>
                  <a:pt x="266006" y="408474"/>
                </a:lnTo>
                <a:lnTo>
                  <a:pt x="385559" y="448324"/>
                </a:lnTo>
                <a:lnTo>
                  <a:pt x="266006" y="488175"/>
                </a:lnTo>
                <a:moveTo>
                  <a:pt x="0" y="0"/>
                </a:moveTo>
                <a:lnTo>
                  <a:pt x="203240" y="0"/>
                </a:lnTo>
                <a:lnTo>
                  <a:pt x="203240" y="448324"/>
                </a:lnTo>
                <a:lnTo>
                  <a:pt x="193277" y="438361"/>
                </a:lnTo>
                <a:lnTo>
                  <a:pt x="325783" y="438361"/>
                </a:lnTo>
                <a:lnTo>
                  <a:pt x="325783" y="458287"/>
                </a:lnTo>
                <a:lnTo>
                  <a:pt x="183315" y="458287"/>
                </a:lnTo>
                <a:lnTo>
                  <a:pt x="183315" y="9963"/>
                </a:lnTo>
                <a:lnTo>
                  <a:pt x="193277" y="19925"/>
                </a:lnTo>
                <a:lnTo>
                  <a:pt x="0" y="1992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221">
            <a:extLst xmlns:a="http://schemas.openxmlformats.org/drawingml/2006/main">
              <a:ext uri="{FF2B5EF4-FFF2-40B4-BE49-F238E27FC236}">
                <a16:creationId xmlns:a16="http://schemas.microsoft.com/office/drawing/2014/main" id="{21160156-320F-4F8F-B981-9E0B77C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31" y="7947690"/>
            <a:ext cx="373604" cy="540978"/>
          </a:xfrm>
          <a:custGeom xmlns:a="http://schemas.openxmlformats.org/drawingml/2006/main">
            <a:pathLst>
              <a:path w="373604" h="540978">
                <a:moveTo>
                  <a:pt x="254051" y="0"/>
                </a:moveTo>
                <a:lnTo>
                  <a:pt x="254051" y="39850"/>
                </a:lnTo>
                <a:lnTo>
                  <a:pt x="254051" y="79702"/>
                </a:lnTo>
                <a:lnTo>
                  <a:pt x="373604" y="39850"/>
                </a:lnTo>
                <a:lnTo>
                  <a:pt x="254051" y="0"/>
                </a:lnTo>
                <a:moveTo>
                  <a:pt x="0" y="540978"/>
                </a:moveTo>
                <a:lnTo>
                  <a:pt x="192281" y="540978"/>
                </a:lnTo>
                <a:lnTo>
                  <a:pt x="192281" y="39850"/>
                </a:lnTo>
                <a:lnTo>
                  <a:pt x="182318" y="49813"/>
                </a:lnTo>
                <a:lnTo>
                  <a:pt x="313827" y="49813"/>
                </a:lnTo>
                <a:lnTo>
                  <a:pt x="313827" y="29888"/>
                </a:lnTo>
                <a:lnTo>
                  <a:pt x="172356" y="29888"/>
                </a:lnTo>
                <a:lnTo>
                  <a:pt x="172356" y="531015"/>
                </a:lnTo>
                <a:lnTo>
                  <a:pt x="182318" y="521052"/>
                </a:lnTo>
                <a:lnTo>
                  <a:pt x="0" y="521052"/>
                </a:lnTo>
                <a:lnTo>
                  <a:pt x="0" y="5409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222">
            <a:extLst xmlns:a="http://schemas.openxmlformats.org/drawingml/2006/main">
              <a:ext uri="{FF2B5EF4-FFF2-40B4-BE49-F238E27FC236}">
                <a16:creationId xmlns:a16="http://schemas.microsoft.com/office/drawing/2014/main" id="{F2D779D7-8678-4A84-8F6A-65862F29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943" y="8090874"/>
            <a:ext cx="503178" cy="79702"/>
          </a:xfrm>
          <a:custGeom xmlns:a="http://schemas.openxmlformats.org/drawingml/2006/main">
            <a:pathLst>
              <a:path w="503178" h="79702">
                <a:moveTo>
                  <a:pt x="383386" y="0"/>
                </a:moveTo>
                <a:lnTo>
                  <a:pt x="383625" y="39850"/>
                </a:lnTo>
                <a:lnTo>
                  <a:pt x="383865" y="79702"/>
                </a:lnTo>
                <a:lnTo>
                  <a:pt x="503178" y="39134"/>
                </a:lnTo>
                <a:lnTo>
                  <a:pt x="383386" y="0"/>
                </a:lnTo>
                <a:moveTo>
                  <a:pt x="119" y="52085"/>
                </a:moveTo>
                <a:lnTo>
                  <a:pt x="443462" y="49455"/>
                </a:lnTo>
                <a:lnTo>
                  <a:pt x="443342" y="29530"/>
                </a:lnTo>
                <a:lnTo>
                  <a:pt x="0" y="32159"/>
                </a:lnTo>
                <a:lnTo>
                  <a:pt x="119" y="520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223">
            <a:extLst xmlns:a="http://schemas.openxmlformats.org/drawingml/2006/main">
              <a:ext uri="{FF2B5EF4-FFF2-40B4-BE49-F238E27FC236}">
                <a16:creationId xmlns:a16="http://schemas.microsoft.com/office/drawing/2014/main" id="{82F47877-8926-4DEC-B9B9-7DAD83C0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144" y="7545194"/>
            <a:ext cx="274773" cy="496902"/>
          </a:xfrm>
          <a:custGeom xmlns:a="http://schemas.openxmlformats.org/drawingml/2006/main">
            <a:pathLst>
              <a:path w="274773" h="496902">
                <a:moveTo>
                  <a:pt x="182875" y="86217"/>
                </a:moveTo>
                <a:lnTo>
                  <a:pt x="217925" y="105166"/>
                </a:lnTo>
                <a:lnTo>
                  <a:pt x="252994" y="124116"/>
                </a:lnTo>
                <a:lnTo>
                  <a:pt x="274773" y="0"/>
                </a:lnTo>
                <a:lnTo>
                  <a:pt x="182875" y="86217"/>
                </a:lnTo>
                <a:moveTo>
                  <a:pt x="17535" y="496902"/>
                </a:moveTo>
                <a:lnTo>
                  <a:pt x="255106" y="57326"/>
                </a:lnTo>
                <a:lnTo>
                  <a:pt x="237591" y="47841"/>
                </a:lnTo>
                <a:lnTo>
                  <a:pt x="0" y="487418"/>
                </a:lnTo>
                <a:lnTo>
                  <a:pt x="17535" y="4969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224">
            <a:extLst xmlns:a="http://schemas.openxmlformats.org/drawingml/2006/main">
              <a:ext uri="{FF2B5EF4-FFF2-40B4-BE49-F238E27FC236}">
                <a16:creationId xmlns:a16="http://schemas.microsoft.com/office/drawing/2014/main" id="{DE20338A-0740-434E-A0A3-F1525C37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882" y="8039426"/>
            <a:ext cx="314881" cy="423338"/>
          </a:xfrm>
          <a:custGeom xmlns:a="http://schemas.openxmlformats.org/drawingml/2006/main">
            <a:pathLst>
              <a:path w="314881" h="423338">
                <a:moveTo>
                  <a:pt x="211968" y="350610"/>
                </a:moveTo>
                <a:lnTo>
                  <a:pt x="244066" y="327018"/>
                </a:lnTo>
                <a:lnTo>
                  <a:pt x="276186" y="303407"/>
                </a:lnTo>
                <a:lnTo>
                  <a:pt x="314881" y="423338"/>
                </a:lnTo>
                <a:lnTo>
                  <a:pt x="211968" y="350610"/>
                </a:lnTo>
                <a:moveTo>
                  <a:pt x="16059" y="0"/>
                </a:moveTo>
                <a:lnTo>
                  <a:pt x="287506" y="369281"/>
                </a:lnTo>
                <a:lnTo>
                  <a:pt x="271445" y="381076"/>
                </a:lnTo>
                <a:lnTo>
                  <a:pt x="0" y="11796"/>
                </a:lnTo>
                <a:lnTo>
                  <a:pt x="160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225">
            <a:extLst xmlns:a="http://schemas.openxmlformats.org/drawingml/2006/main">
              <a:ext uri="{FF2B5EF4-FFF2-40B4-BE49-F238E27FC236}">
                <a16:creationId xmlns:a16="http://schemas.microsoft.com/office/drawing/2014/main" id="{80C7EF1D-9DDB-4BA3-9444-E8E3A9E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364" y="7320035"/>
            <a:ext cx="321878" cy="1454563"/>
          </a:xfrm>
          <a:custGeom xmlns:a="http://schemas.openxmlformats.org/drawingml/2006/main">
            <a:pathLst>
              <a:path w="321878" h="1454563">
                <a:moveTo>
                  <a:pt x="321718" y="1454563"/>
                </a:moveTo>
                <a:lnTo>
                  <a:pt x="309245" y="1454464"/>
                </a:lnTo>
                <a:lnTo>
                  <a:pt x="297070" y="1454144"/>
                </a:lnTo>
                <a:lnTo>
                  <a:pt x="285294" y="1453646"/>
                </a:lnTo>
                <a:lnTo>
                  <a:pt x="273976" y="1452949"/>
                </a:lnTo>
                <a:lnTo>
                  <a:pt x="263197" y="1452092"/>
                </a:lnTo>
                <a:lnTo>
                  <a:pt x="252995" y="1451056"/>
                </a:lnTo>
                <a:lnTo>
                  <a:pt x="243430" y="1449861"/>
                </a:lnTo>
                <a:lnTo>
                  <a:pt x="234564" y="1448526"/>
                </a:lnTo>
                <a:lnTo>
                  <a:pt x="226414" y="1447031"/>
                </a:lnTo>
                <a:lnTo>
                  <a:pt x="219022" y="1445378"/>
                </a:lnTo>
                <a:lnTo>
                  <a:pt x="212406" y="1443564"/>
                </a:lnTo>
                <a:lnTo>
                  <a:pt x="206568" y="1441532"/>
                </a:lnTo>
                <a:lnTo>
                  <a:pt x="201388" y="1439181"/>
                </a:lnTo>
                <a:lnTo>
                  <a:pt x="196725" y="1436152"/>
                </a:lnTo>
                <a:lnTo>
                  <a:pt x="192959" y="1432048"/>
                </a:lnTo>
                <a:lnTo>
                  <a:pt x="191265" y="1428341"/>
                </a:lnTo>
                <a:lnTo>
                  <a:pt x="190787" y="1425173"/>
                </a:lnTo>
                <a:lnTo>
                  <a:pt x="190787" y="747446"/>
                </a:lnTo>
                <a:lnTo>
                  <a:pt x="190907" y="748941"/>
                </a:lnTo>
                <a:lnTo>
                  <a:pt x="190747" y="747904"/>
                </a:lnTo>
                <a:lnTo>
                  <a:pt x="191524" y="750554"/>
                </a:lnTo>
                <a:lnTo>
                  <a:pt x="191067" y="749518"/>
                </a:lnTo>
                <a:lnTo>
                  <a:pt x="192780" y="752128"/>
                </a:lnTo>
                <a:lnTo>
                  <a:pt x="190946" y="750116"/>
                </a:lnTo>
                <a:lnTo>
                  <a:pt x="192880" y="751750"/>
                </a:lnTo>
                <a:lnTo>
                  <a:pt x="189890" y="749817"/>
                </a:lnTo>
                <a:lnTo>
                  <a:pt x="191186" y="750515"/>
                </a:lnTo>
                <a:lnTo>
                  <a:pt x="187101" y="748662"/>
                </a:lnTo>
                <a:lnTo>
                  <a:pt x="187978" y="749021"/>
                </a:lnTo>
                <a:lnTo>
                  <a:pt x="182877" y="747246"/>
                </a:lnTo>
                <a:lnTo>
                  <a:pt x="183494" y="747446"/>
                </a:lnTo>
                <a:lnTo>
                  <a:pt x="177437" y="745792"/>
                </a:lnTo>
                <a:lnTo>
                  <a:pt x="177916" y="745893"/>
                </a:lnTo>
                <a:lnTo>
                  <a:pt x="170942" y="744338"/>
                </a:lnTo>
                <a:lnTo>
                  <a:pt x="171320" y="744418"/>
                </a:lnTo>
                <a:lnTo>
                  <a:pt x="163490" y="742983"/>
                </a:lnTo>
                <a:lnTo>
                  <a:pt x="163808" y="743043"/>
                </a:lnTo>
                <a:lnTo>
                  <a:pt x="155200" y="741747"/>
                </a:lnTo>
                <a:lnTo>
                  <a:pt x="155459" y="741767"/>
                </a:lnTo>
                <a:lnTo>
                  <a:pt x="146154" y="740612"/>
                </a:lnTo>
                <a:lnTo>
                  <a:pt x="146373" y="740631"/>
                </a:lnTo>
                <a:lnTo>
                  <a:pt x="136390" y="739636"/>
                </a:lnTo>
                <a:lnTo>
                  <a:pt x="136610" y="739655"/>
                </a:lnTo>
                <a:lnTo>
                  <a:pt x="126029" y="738798"/>
                </a:lnTo>
                <a:lnTo>
                  <a:pt x="126209" y="738819"/>
                </a:lnTo>
                <a:lnTo>
                  <a:pt x="115090" y="738140"/>
                </a:lnTo>
                <a:lnTo>
                  <a:pt x="115269" y="738140"/>
                </a:lnTo>
                <a:lnTo>
                  <a:pt x="103673" y="737643"/>
                </a:lnTo>
                <a:lnTo>
                  <a:pt x="103852" y="737643"/>
                </a:lnTo>
                <a:lnTo>
                  <a:pt x="91817" y="737344"/>
                </a:lnTo>
                <a:lnTo>
                  <a:pt x="91996" y="737344"/>
                </a:lnTo>
                <a:lnTo>
                  <a:pt x="0" y="736566"/>
                </a:lnTo>
                <a:lnTo>
                  <a:pt x="0" y="717996"/>
                </a:lnTo>
                <a:lnTo>
                  <a:pt x="91996" y="717219"/>
                </a:lnTo>
                <a:lnTo>
                  <a:pt x="91817" y="717219"/>
                </a:lnTo>
                <a:lnTo>
                  <a:pt x="103852" y="716920"/>
                </a:lnTo>
                <a:lnTo>
                  <a:pt x="103673" y="716920"/>
                </a:lnTo>
                <a:lnTo>
                  <a:pt x="115269" y="716422"/>
                </a:lnTo>
                <a:lnTo>
                  <a:pt x="115090" y="716422"/>
                </a:lnTo>
                <a:lnTo>
                  <a:pt x="126209" y="715745"/>
                </a:lnTo>
                <a:lnTo>
                  <a:pt x="126029" y="715765"/>
                </a:lnTo>
                <a:lnTo>
                  <a:pt x="136610" y="714908"/>
                </a:lnTo>
                <a:lnTo>
                  <a:pt x="136390" y="714928"/>
                </a:lnTo>
                <a:lnTo>
                  <a:pt x="146373" y="713932"/>
                </a:lnTo>
                <a:lnTo>
                  <a:pt x="146154" y="713951"/>
                </a:lnTo>
                <a:lnTo>
                  <a:pt x="155459" y="712795"/>
                </a:lnTo>
                <a:lnTo>
                  <a:pt x="155200" y="712816"/>
                </a:lnTo>
                <a:lnTo>
                  <a:pt x="163808" y="711520"/>
                </a:lnTo>
                <a:lnTo>
                  <a:pt x="163490" y="711580"/>
                </a:lnTo>
                <a:lnTo>
                  <a:pt x="171320" y="710146"/>
                </a:lnTo>
                <a:lnTo>
                  <a:pt x="170942" y="710225"/>
                </a:lnTo>
                <a:lnTo>
                  <a:pt x="177916" y="708672"/>
                </a:lnTo>
                <a:lnTo>
                  <a:pt x="177437" y="708771"/>
                </a:lnTo>
                <a:lnTo>
                  <a:pt x="183494" y="707117"/>
                </a:lnTo>
                <a:lnTo>
                  <a:pt x="182877" y="707316"/>
                </a:lnTo>
                <a:lnTo>
                  <a:pt x="187978" y="705544"/>
                </a:lnTo>
                <a:lnTo>
                  <a:pt x="187101" y="705901"/>
                </a:lnTo>
                <a:lnTo>
                  <a:pt x="191186" y="704048"/>
                </a:lnTo>
                <a:lnTo>
                  <a:pt x="189890" y="704746"/>
                </a:lnTo>
                <a:lnTo>
                  <a:pt x="192880" y="702812"/>
                </a:lnTo>
                <a:lnTo>
                  <a:pt x="190946" y="704447"/>
                </a:lnTo>
                <a:lnTo>
                  <a:pt x="192780" y="702434"/>
                </a:lnTo>
                <a:lnTo>
                  <a:pt x="191067" y="705024"/>
                </a:lnTo>
                <a:lnTo>
                  <a:pt x="191524" y="704008"/>
                </a:lnTo>
                <a:lnTo>
                  <a:pt x="190747" y="706659"/>
                </a:lnTo>
                <a:lnTo>
                  <a:pt x="190907" y="705623"/>
                </a:lnTo>
                <a:lnTo>
                  <a:pt x="190787" y="707117"/>
                </a:lnTo>
                <a:lnTo>
                  <a:pt x="190787" y="29390"/>
                </a:lnTo>
                <a:lnTo>
                  <a:pt x="191265" y="26222"/>
                </a:lnTo>
                <a:lnTo>
                  <a:pt x="192959" y="22496"/>
                </a:lnTo>
                <a:lnTo>
                  <a:pt x="196725" y="18410"/>
                </a:lnTo>
                <a:lnTo>
                  <a:pt x="201388" y="15382"/>
                </a:lnTo>
                <a:lnTo>
                  <a:pt x="206568" y="13031"/>
                </a:lnTo>
                <a:lnTo>
                  <a:pt x="212406" y="10999"/>
                </a:lnTo>
                <a:lnTo>
                  <a:pt x="219022" y="9186"/>
                </a:lnTo>
                <a:lnTo>
                  <a:pt x="226414" y="7532"/>
                </a:lnTo>
                <a:lnTo>
                  <a:pt x="234564" y="6037"/>
                </a:lnTo>
                <a:lnTo>
                  <a:pt x="243430" y="4702"/>
                </a:lnTo>
                <a:lnTo>
                  <a:pt x="252995" y="3506"/>
                </a:lnTo>
                <a:lnTo>
                  <a:pt x="263197" y="2471"/>
                </a:lnTo>
                <a:lnTo>
                  <a:pt x="273976" y="1613"/>
                </a:lnTo>
                <a:lnTo>
                  <a:pt x="285294" y="916"/>
                </a:lnTo>
                <a:lnTo>
                  <a:pt x="297070" y="419"/>
                </a:lnTo>
                <a:lnTo>
                  <a:pt x="309245" y="99"/>
                </a:lnTo>
                <a:lnTo>
                  <a:pt x="321718" y="0"/>
                </a:lnTo>
                <a:lnTo>
                  <a:pt x="321878" y="19925"/>
                </a:lnTo>
                <a:lnTo>
                  <a:pt x="309504" y="20025"/>
                </a:lnTo>
                <a:lnTo>
                  <a:pt x="309683" y="20025"/>
                </a:lnTo>
                <a:lnTo>
                  <a:pt x="297648" y="20324"/>
                </a:lnTo>
                <a:lnTo>
                  <a:pt x="297827" y="20324"/>
                </a:lnTo>
                <a:lnTo>
                  <a:pt x="286231" y="20822"/>
                </a:lnTo>
                <a:lnTo>
                  <a:pt x="286410" y="20822"/>
                </a:lnTo>
                <a:lnTo>
                  <a:pt x="275291" y="21499"/>
                </a:lnTo>
                <a:lnTo>
                  <a:pt x="275471" y="21480"/>
                </a:lnTo>
                <a:lnTo>
                  <a:pt x="264890" y="22337"/>
                </a:lnTo>
                <a:lnTo>
                  <a:pt x="265110" y="22317"/>
                </a:lnTo>
                <a:lnTo>
                  <a:pt x="255127" y="23313"/>
                </a:lnTo>
                <a:lnTo>
                  <a:pt x="255346" y="23292"/>
                </a:lnTo>
                <a:lnTo>
                  <a:pt x="246041" y="24448"/>
                </a:lnTo>
                <a:lnTo>
                  <a:pt x="246300" y="24429"/>
                </a:lnTo>
                <a:lnTo>
                  <a:pt x="237692" y="25723"/>
                </a:lnTo>
                <a:lnTo>
                  <a:pt x="238011" y="25664"/>
                </a:lnTo>
                <a:lnTo>
                  <a:pt x="230180" y="27099"/>
                </a:lnTo>
                <a:lnTo>
                  <a:pt x="230559" y="27019"/>
                </a:lnTo>
                <a:lnTo>
                  <a:pt x="223584" y="28573"/>
                </a:lnTo>
                <a:lnTo>
                  <a:pt x="224063" y="28473"/>
                </a:lnTo>
                <a:lnTo>
                  <a:pt x="217986" y="30127"/>
                </a:lnTo>
                <a:lnTo>
                  <a:pt x="218624" y="29928"/>
                </a:lnTo>
                <a:lnTo>
                  <a:pt x="213522" y="31701"/>
                </a:lnTo>
                <a:lnTo>
                  <a:pt x="214399" y="31343"/>
                </a:lnTo>
                <a:lnTo>
                  <a:pt x="210314" y="33196"/>
                </a:lnTo>
                <a:lnTo>
                  <a:pt x="211610" y="32498"/>
                </a:lnTo>
                <a:lnTo>
                  <a:pt x="208621" y="34430"/>
                </a:lnTo>
                <a:lnTo>
                  <a:pt x="210554" y="32797"/>
                </a:lnTo>
                <a:lnTo>
                  <a:pt x="208720" y="34810"/>
                </a:lnTo>
                <a:lnTo>
                  <a:pt x="210434" y="32200"/>
                </a:lnTo>
                <a:lnTo>
                  <a:pt x="209976" y="33237"/>
                </a:lnTo>
                <a:lnTo>
                  <a:pt x="210753" y="30585"/>
                </a:lnTo>
                <a:lnTo>
                  <a:pt x="210593" y="31621"/>
                </a:lnTo>
                <a:lnTo>
                  <a:pt x="210713" y="30127"/>
                </a:lnTo>
                <a:lnTo>
                  <a:pt x="210713" y="707854"/>
                </a:lnTo>
                <a:lnTo>
                  <a:pt x="210235" y="711023"/>
                </a:lnTo>
                <a:lnTo>
                  <a:pt x="208541" y="714729"/>
                </a:lnTo>
                <a:lnTo>
                  <a:pt x="204775" y="718832"/>
                </a:lnTo>
                <a:lnTo>
                  <a:pt x="200112" y="721862"/>
                </a:lnTo>
                <a:lnTo>
                  <a:pt x="194932" y="724213"/>
                </a:lnTo>
                <a:lnTo>
                  <a:pt x="189094" y="726246"/>
                </a:lnTo>
                <a:lnTo>
                  <a:pt x="182478" y="728059"/>
                </a:lnTo>
                <a:lnTo>
                  <a:pt x="175086" y="729713"/>
                </a:lnTo>
                <a:lnTo>
                  <a:pt x="166936" y="731207"/>
                </a:lnTo>
                <a:lnTo>
                  <a:pt x="158070" y="732541"/>
                </a:lnTo>
                <a:lnTo>
                  <a:pt x="148505" y="733736"/>
                </a:lnTo>
                <a:lnTo>
                  <a:pt x="138304" y="734773"/>
                </a:lnTo>
                <a:lnTo>
                  <a:pt x="127524" y="735630"/>
                </a:lnTo>
                <a:lnTo>
                  <a:pt x="116206" y="736327"/>
                </a:lnTo>
                <a:lnTo>
                  <a:pt x="104430" y="736826"/>
                </a:lnTo>
                <a:lnTo>
                  <a:pt x="92256" y="737145"/>
                </a:lnTo>
                <a:lnTo>
                  <a:pt x="79782" y="737245"/>
                </a:lnTo>
                <a:lnTo>
                  <a:pt x="79782" y="717320"/>
                </a:lnTo>
                <a:lnTo>
                  <a:pt x="92256" y="717418"/>
                </a:lnTo>
                <a:lnTo>
                  <a:pt x="104430" y="717737"/>
                </a:lnTo>
                <a:lnTo>
                  <a:pt x="116206" y="718235"/>
                </a:lnTo>
                <a:lnTo>
                  <a:pt x="127524" y="718933"/>
                </a:lnTo>
                <a:lnTo>
                  <a:pt x="138304" y="719789"/>
                </a:lnTo>
                <a:lnTo>
                  <a:pt x="148505" y="720826"/>
                </a:lnTo>
                <a:lnTo>
                  <a:pt x="158070" y="722022"/>
                </a:lnTo>
                <a:lnTo>
                  <a:pt x="166936" y="723356"/>
                </a:lnTo>
                <a:lnTo>
                  <a:pt x="175086" y="724851"/>
                </a:lnTo>
                <a:lnTo>
                  <a:pt x="182478" y="726505"/>
                </a:lnTo>
                <a:lnTo>
                  <a:pt x="189094" y="728318"/>
                </a:lnTo>
                <a:lnTo>
                  <a:pt x="194932" y="730351"/>
                </a:lnTo>
                <a:lnTo>
                  <a:pt x="200112" y="732701"/>
                </a:lnTo>
                <a:lnTo>
                  <a:pt x="204775" y="735730"/>
                </a:lnTo>
                <a:lnTo>
                  <a:pt x="208541" y="739815"/>
                </a:lnTo>
                <a:lnTo>
                  <a:pt x="210235" y="743541"/>
                </a:lnTo>
                <a:lnTo>
                  <a:pt x="210713" y="746708"/>
                </a:lnTo>
                <a:lnTo>
                  <a:pt x="210713" y="1424435"/>
                </a:lnTo>
                <a:lnTo>
                  <a:pt x="210593" y="1422942"/>
                </a:lnTo>
                <a:lnTo>
                  <a:pt x="210753" y="1423977"/>
                </a:lnTo>
                <a:lnTo>
                  <a:pt x="209976" y="1421328"/>
                </a:lnTo>
                <a:lnTo>
                  <a:pt x="210434" y="1422344"/>
                </a:lnTo>
                <a:lnTo>
                  <a:pt x="208720" y="1419753"/>
                </a:lnTo>
                <a:lnTo>
                  <a:pt x="210554" y="1421765"/>
                </a:lnTo>
                <a:lnTo>
                  <a:pt x="208621" y="1420132"/>
                </a:lnTo>
                <a:lnTo>
                  <a:pt x="211610" y="1422065"/>
                </a:lnTo>
                <a:lnTo>
                  <a:pt x="210314" y="1421368"/>
                </a:lnTo>
                <a:lnTo>
                  <a:pt x="214399" y="1423221"/>
                </a:lnTo>
                <a:lnTo>
                  <a:pt x="213522" y="1422862"/>
                </a:lnTo>
                <a:lnTo>
                  <a:pt x="218624" y="1424635"/>
                </a:lnTo>
                <a:lnTo>
                  <a:pt x="217986" y="1424435"/>
                </a:lnTo>
                <a:lnTo>
                  <a:pt x="224063" y="1426089"/>
                </a:lnTo>
                <a:lnTo>
                  <a:pt x="223584" y="1425990"/>
                </a:lnTo>
                <a:lnTo>
                  <a:pt x="230559" y="1427544"/>
                </a:lnTo>
                <a:lnTo>
                  <a:pt x="230180" y="1427464"/>
                </a:lnTo>
                <a:lnTo>
                  <a:pt x="238011" y="1428899"/>
                </a:lnTo>
                <a:lnTo>
                  <a:pt x="237692" y="1428839"/>
                </a:lnTo>
                <a:lnTo>
                  <a:pt x="246300" y="1430134"/>
                </a:lnTo>
                <a:lnTo>
                  <a:pt x="246041" y="1430115"/>
                </a:lnTo>
                <a:lnTo>
                  <a:pt x="255346" y="1431271"/>
                </a:lnTo>
                <a:lnTo>
                  <a:pt x="255127" y="1431250"/>
                </a:lnTo>
                <a:lnTo>
                  <a:pt x="265110" y="1432246"/>
                </a:lnTo>
                <a:lnTo>
                  <a:pt x="264890" y="1432227"/>
                </a:lnTo>
                <a:lnTo>
                  <a:pt x="275471" y="1433083"/>
                </a:lnTo>
                <a:lnTo>
                  <a:pt x="275291" y="1433064"/>
                </a:lnTo>
                <a:lnTo>
                  <a:pt x="286410" y="1433741"/>
                </a:lnTo>
                <a:lnTo>
                  <a:pt x="286231" y="1433741"/>
                </a:lnTo>
                <a:lnTo>
                  <a:pt x="297827" y="1434239"/>
                </a:lnTo>
                <a:lnTo>
                  <a:pt x="297648" y="1434239"/>
                </a:lnTo>
                <a:lnTo>
                  <a:pt x="309683" y="1434538"/>
                </a:lnTo>
                <a:lnTo>
                  <a:pt x="309504" y="1434538"/>
                </a:lnTo>
                <a:lnTo>
                  <a:pt x="321878" y="1434638"/>
                </a:lnTo>
                <a:lnTo>
                  <a:pt x="321718" y="14545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226">
            <a:extLst xmlns:a="http://schemas.openxmlformats.org/drawingml/2006/main">
              <a:ext uri="{FF2B5EF4-FFF2-40B4-BE49-F238E27FC236}">
                <a16:creationId xmlns:a16="http://schemas.microsoft.com/office/drawing/2014/main" id="{CA9B6F84-6CA8-483B-83B5-89E50FE7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97" y="4360098"/>
            <a:ext cx="13045241" cy="4682499"/>
          </a:xfrm>
          <a:custGeom xmlns:a="http://schemas.openxmlformats.org/drawingml/2006/main">
            <a:pathLst>
              <a:path w="13045241" h="4682499">
                <a:moveTo>
                  <a:pt x="378" y="277324"/>
                </a:moveTo>
                <a:lnTo>
                  <a:pt x="1494" y="262499"/>
                </a:lnTo>
                <a:lnTo>
                  <a:pt x="3367" y="247854"/>
                </a:lnTo>
                <a:lnTo>
                  <a:pt x="5938" y="233448"/>
                </a:lnTo>
                <a:lnTo>
                  <a:pt x="9206" y="219301"/>
                </a:lnTo>
                <a:lnTo>
                  <a:pt x="13151" y="205432"/>
                </a:lnTo>
                <a:lnTo>
                  <a:pt x="17734" y="191843"/>
                </a:lnTo>
                <a:lnTo>
                  <a:pt x="22974" y="178552"/>
                </a:lnTo>
                <a:lnTo>
                  <a:pt x="28832" y="165601"/>
                </a:lnTo>
                <a:lnTo>
                  <a:pt x="35288" y="152988"/>
                </a:lnTo>
                <a:lnTo>
                  <a:pt x="42342" y="140734"/>
                </a:lnTo>
                <a:lnTo>
                  <a:pt x="49933" y="128879"/>
                </a:lnTo>
                <a:lnTo>
                  <a:pt x="58083" y="117422"/>
                </a:lnTo>
                <a:lnTo>
                  <a:pt x="66770" y="106383"/>
                </a:lnTo>
                <a:lnTo>
                  <a:pt x="75956" y="95782"/>
                </a:lnTo>
                <a:lnTo>
                  <a:pt x="85620" y="85620"/>
                </a:lnTo>
                <a:lnTo>
                  <a:pt x="95782" y="75957"/>
                </a:lnTo>
                <a:lnTo>
                  <a:pt x="106383" y="66771"/>
                </a:lnTo>
                <a:lnTo>
                  <a:pt x="117421" y="58083"/>
                </a:lnTo>
                <a:lnTo>
                  <a:pt x="128878" y="49933"/>
                </a:lnTo>
                <a:lnTo>
                  <a:pt x="140734" y="42342"/>
                </a:lnTo>
                <a:lnTo>
                  <a:pt x="152988" y="35289"/>
                </a:lnTo>
                <a:lnTo>
                  <a:pt x="165601" y="28832"/>
                </a:lnTo>
                <a:lnTo>
                  <a:pt x="178553" y="22974"/>
                </a:lnTo>
                <a:lnTo>
                  <a:pt x="191843" y="17734"/>
                </a:lnTo>
                <a:lnTo>
                  <a:pt x="205432" y="13131"/>
                </a:lnTo>
                <a:lnTo>
                  <a:pt x="219300" y="9206"/>
                </a:lnTo>
                <a:lnTo>
                  <a:pt x="233448" y="5938"/>
                </a:lnTo>
                <a:lnTo>
                  <a:pt x="247853" y="3368"/>
                </a:lnTo>
                <a:lnTo>
                  <a:pt x="262499" y="1495"/>
                </a:lnTo>
                <a:lnTo>
                  <a:pt x="277323" y="379"/>
                </a:lnTo>
                <a:lnTo>
                  <a:pt x="292108" y="0"/>
                </a:lnTo>
                <a:lnTo>
                  <a:pt x="12753133" y="0"/>
                </a:lnTo>
                <a:lnTo>
                  <a:pt x="12767919" y="379"/>
                </a:lnTo>
                <a:lnTo>
                  <a:pt x="12782743" y="1495"/>
                </a:lnTo>
                <a:lnTo>
                  <a:pt x="12797387" y="3368"/>
                </a:lnTo>
                <a:lnTo>
                  <a:pt x="12811774" y="5938"/>
                </a:lnTo>
                <a:lnTo>
                  <a:pt x="12825942" y="9206"/>
                </a:lnTo>
                <a:lnTo>
                  <a:pt x="12839810" y="13131"/>
                </a:lnTo>
                <a:lnTo>
                  <a:pt x="12853399" y="17734"/>
                </a:lnTo>
                <a:lnTo>
                  <a:pt x="12866690" y="22974"/>
                </a:lnTo>
                <a:lnTo>
                  <a:pt x="12879642" y="28832"/>
                </a:lnTo>
                <a:lnTo>
                  <a:pt x="12892254" y="35289"/>
                </a:lnTo>
                <a:lnTo>
                  <a:pt x="12904508" y="42342"/>
                </a:lnTo>
                <a:lnTo>
                  <a:pt x="12916364" y="49933"/>
                </a:lnTo>
                <a:lnTo>
                  <a:pt x="12927821" y="58083"/>
                </a:lnTo>
                <a:lnTo>
                  <a:pt x="12938861" y="66771"/>
                </a:lnTo>
                <a:lnTo>
                  <a:pt x="12949459" y="75957"/>
                </a:lnTo>
                <a:lnTo>
                  <a:pt x="12959622" y="85620"/>
                </a:lnTo>
                <a:lnTo>
                  <a:pt x="12969286" y="95782"/>
                </a:lnTo>
                <a:lnTo>
                  <a:pt x="12978472" y="106383"/>
                </a:lnTo>
                <a:lnTo>
                  <a:pt x="12987159" y="117422"/>
                </a:lnTo>
                <a:lnTo>
                  <a:pt x="12995308" y="128879"/>
                </a:lnTo>
                <a:lnTo>
                  <a:pt x="13002901" y="140734"/>
                </a:lnTo>
                <a:lnTo>
                  <a:pt x="13009954" y="152988"/>
                </a:lnTo>
                <a:lnTo>
                  <a:pt x="13016411" y="165601"/>
                </a:lnTo>
                <a:lnTo>
                  <a:pt x="13022268" y="178552"/>
                </a:lnTo>
                <a:lnTo>
                  <a:pt x="13027508" y="191843"/>
                </a:lnTo>
                <a:lnTo>
                  <a:pt x="13032092" y="205432"/>
                </a:lnTo>
                <a:lnTo>
                  <a:pt x="13036035" y="219301"/>
                </a:lnTo>
                <a:lnTo>
                  <a:pt x="13039304" y="233448"/>
                </a:lnTo>
                <a:lnTo>
                  <a:pt x="13041874" y="247854"/>
                </a:lnTo>
                <a:lnTo>
                  <a:pt x="13043747" y="262499"/>
                </a:lnTo>
                <a:lnTo>
                  <a:pt x="13044863" y="277324"/>
                </a:lnTo>
                <a:lnTo>
                  <a:pt x="13045241" y="292109"/>
                </a:lnTo>
                <a:lnTo>
                  <a:pt x="13045241" y="4390391"/>
                </a:lnTo>
                <a:lnTo>
                  <a:pt x="13044863" y="4405175"/>
                </a:lnTo>
                <a:lnTo>
                  <a:pt x="13043747" y="4420000"/>
                </a:lnTo>
                <a:lnTo>
                  <a:pt x="13041874" y="4434646"/>
                </a:lnTo>
                <a:lnTo>
                  <a:pt x="13039304" y="4449032"/>
                </a:lnTo>
                <a:lnTo>
                  <a:pt x="13036035" y="4463199"/>
                </a:lnTo>
                <a:lnTo>
                  <a:pt x="13032092" y="4477067"/>
                </a:lnTo>
                <a:lnTo>
                  <a:pt x="13027508" y="4490656"/>
                </a:lnTo>
                <a:lnTo>
                  <a:pt x="13022268" y="4503946"/>
                </a:lnTo>
                <a:lnTo>
                  <a:pt x="13016411" y="4516898"/>
                </a:lnTo>
                <a:lnTo>
                  <a:pt x="13009954" y="4529511"/>
                </a:lnTo>
                <a:lnTo>
                  <a:pt x="13002901" y="4541765"/>
                </a:lnTo>
                <a:lnTo>
                  <a:pt x="12995308" y="4553621"/>
                </a:lnTo>
                <a:lnTo>
                  <a:pt x="12987159" y="4565078"/>
                </a:lnTo>
                <a:lnTo>
                  <a:pt x="12978472" y="4576117"/>
                </a:lnTo>
                <a:lnTo>
                  <a:pt x="12969286" y="4586716"/>
                </a:lnTo>
                <a:lnTo>
                  <a:pt x="12959622" y="4596879"/>
                </a:lnTo>
                <a:lnTo>
                  <a:pt x="12949459" y="4606543"/>
                </a:lnTo>
                <a:lnTo>
                  <a:pt x="12938861" y="4615729"/>
                </a:lnTo>
                <a:lnTo>
                  <a:pt x="12927821" y="4624416"/>
                </a:lnTo>
                <a:lnTo>
                  <a:pt x="12916364" y="4632566"/>
                </a:lnTo>
                <a:lnTo>
                  <a:pt x="12904508" y="4640157"/>
                </a:lnTo>
                <a:lnTo>
                  <a:pt x="12892254" y="4647210"/>
                </a:lnTo>
                <a:lnTo>
                  <a:pt x="12879642" y="4653667"/>
                </a:lnTo>
                <a:lnTo>
                  <a:pt x="12866690" y="4659525"/>
                </a:lnTo>
                <a:lnTo>
                  <a:pt x="12853399" y="4664765"/>
                </a:lnTo>
                <a:lnTo>
                  <a:pt x="12839810" y="4669348"/>
                </a:lnTo>
                <a:lnTo>
                  <a:pt x="12825942" y="4673293"/>
                </a:lnTo>
                <a:lnTo>
                  <a:pt x="12811774" y="4676560"/>
                </a:lnTo>
                <a:lnTo>
                  <a:pt x="12797387" y="4679131"/>
                </a:lnTo>
                <a:lnTo>
                  <a:pt x="12782743" y="4681005"/>
                </a:lnTo>
                <a:lnTo>
                  <a:pt x="12767919" y="4682120"/>
                </a:lnTo>
                <a:lnTo>
                  <a:pt x="12753133" y="4682499"/>
                </a:lnTo>
                <a:lnTo>
                  <a:pt x="292108" y="4682499"/>
                </a:lnTo>
                <a:lnTo>
                  <a:pt x="277323" y="4682120"/>
                </a:lnTo>
                <a:lnTo>
                  <a:pt x="262499" y="4681005"/>
                </a:lnTo>
                <a:lnTo>
                  <a:pt x="247853" y="4679131"/>
                </a:lnTo>
                <a:lnTo>
                  <a:pt x="233448" y="4676560"/>
                </a:lnTo>
                <a:lnTo>
                  <a:pt x="219300" y="4673293"/>
                </a:lnTo>
                <a:lnTo>
                  <a:pt x="205432" y="4669348"/>
                </a:lnTo>
                <a:lnTo>
                  <a:pt x="191843" y="4664765"/>
                </a:lnTo>
                <a:lnTo>
                  <a:pt x="178553" y="4659525"/>
                </a:lnTo>
                <a:lnTo>
                  <a:pt x="165601" y="4653667"/>
                </a:lnTo>
                <a:lnTo>
                  <a:pt x="152988" y="4647210"/>
                </a:lnTo>
                <a:lnTo>
                  <a:pt x="140734" y="4640157"/>
                </a:lnTo>
                <a:lnTo>
                  <a:pt x="128878" y="4632566"/>
                </a:lnTo>
                <a:lnTo>
                  <a:pt x="117421" y="4624416"/>
                </a:lnTo>
                <a:lnTo>
                  <a:pt x="106383" y="4615729"/>
                </a:lnTo>
                <a:lnTo>
                  <a:pt x="95782" y="4606543"/>
                </a:lnTo>
                <a:lnTo>
                  <a:pt x="85620" y="4596879"/>
                </a:lnTo>
                <a:lnTo>
                  <a:pt x="75956" y="4586716"/>
                </a:lnTo>
                <a:lnTo>
                  <a:pt x="66770" y="4576117"/>
                </a:lnTo>
                <a:lnTo>
                  <a:pt x="58083" y="4565078"/>
                </a:lnTo>
                <a:lnTo>
                  <a:pt x="49933" y="4553621"/>
                </a:lnTo>
                <a:lnTo>
                  <a:pt x="42342" y="4541765"/>
                </a:lnTo>
                <a:lnTo>
                  <a:pt x="35288" y="4529511"/>
                </a:lnTo>
                <a:lnTo>
                  <a:pt x="28832" y="4516898"/>
                </a:lnTo>
                <a:lnTo>
                  <a:pt x="22974" y="4503946"/>
                </a:lnTo>
                <a:lnTo>
                  <a:pt x="17734" y="4490656"/>
                </a:lnTo>
                <a:lnTo>
                  <a:pt x="13151" y="4477067"/>
                </a:lnTo>
                <a:lnTo>
                  <a:pt x="9206" y="4463199"/>
                </a:lnTo>
                <a:lnTo>
                  <a:pt x="5938" y="4449032"/>
                </a:lnTo>
                <a:lnTo>
                  <a:pt x="3367" y="4434646"/>
                </a:lnTo>
                <a:lnTo>
                  <a:pt x="1494" y="4420000"/>
                </a:lnTo>
                <a:lnTo>
                  <a:pt x="378" y="4405175"/>
                </a:lnTo>
                <a:lnTo>
                  <a:pt x="0" y="4390391"/>
                </a:lnTo>
                <a:lnTo>
                  <a:pt x="0" y="292109"/>
                </a:lnTo>
                <a:lnTo>
                  <a:pt x="378" y="277324"/>
                </a:lnTo>
                <a:moveTo>
                  <a:pt x="39851" y="292866"/>
                </a:moveTo>
                <a:lnTo>
                  <a:pt x="39851" y="292348"/>
                </a:lnTo>
                <a:lnTo>
                  <a:pt x="39851" y="4390151"/>
                </a:lnTo>
                <a:lnTo>
                  <a:pt x="39851" y="4389633"/>
                </a:lnTo>
                <a:lnTo>
                  <a:pt x="40190" y="4403661"/>
                </a:lnTo>
                <a:lnTo>
                  <a:pt x="40150" y="4402645"/>
                </a:lnTo>
                <a:lnTo>
                  <a:pt x="41206" y="4416493"/>
                </a:lnTo>
                <a:lnTo>
                  <a:pt x="41106" y="4415477"/>
                </a:lnTo>
                <a:lnTo>
                  <a:pt x="42840" y="4429126"/>
                </a:lnTo>
                <a:lnTo>
                  <a:pt x="42681" y="4428130"/>
                </a:lnTo>
                <a:lnTo>
                  <a:pt x="45072" y="4441539"/>
                </a:lnTo>
                <a:lnTo>
                  <a:pt x="44872" y="4440563"/>
                </a:lnTo>
                <a:lnTo>
                  <a:pt x="47921" y="4453754"/>
                </a:lnTo>
                <a:lnTo>
                  <a:pt x="47662" y="4452778"/>
                </a:lnTo>
                <a:lnTo>
                  <a:pt x="51348" y="4465709"/>
                </a:lnTo>
                <a:lnTo>
                  <a:pt x="51049" y="4464772"/>
                </a:lnTo>
                <a:lnTo>
                  <a:pt x="55333" y="4477426"/>
                </a:lnTo>
                <a:lnTo>
                  <a:pt x="54994" y="4476509"/>
                </a:lnTo>
                <a:lnTo>
                  <a:pt x="59876" y="4488883"/>
                </a:lnTo>
                <a:lnTo>
                  <a:pt x="59497" y="4487986"/>
                </a:lnTo>
                <a:lnTo>
                  <a:pt x="64937" y="4500041"/>
                </a:lnTo>
                <a:lnTo>
                  <a:pt x="64519" y="4499164"/>
                </a:lnTo>
                <a:lnTo>
                  <a:pt x="70536" y="4510921"/>
                </a:lnTo>
                <a:lnTo>
                  <a:pt x="70078" y="4510063"/>
                </a:lnTo>
                <a:lnTo>
                  <a:pt x="76633" y="4521481"/>
                </a:lnTo>
                <a:lnTo>
                  <a:pt x="76135" y="4520644"/>
                </a:lnTo>
                <a:lnTo>
                  <a:pt x="83229" y="4531702"/>
                </a:lnTo>
                <a:lnTo>
                  <a:pt x="82691" y="4530905"/>
                </a:lnTo>
                <a:lnTo>
                  <a:pt x="90283" y="4541585"/>
                </a:lnTo>
                <a:lnTo>
                  <a:pt x="89725" y="4540829"/>
                </a:lnTo>
                <a:lnTo>
                  <a:pt x="97795" y="4551130"/>
                </a:lnTo>
                <a:lnTo>
                  <a:pt x="97197" y="4550393"/>
                </a:lnTo>
                <a:lnTo>
                  <a:pt x="105765" y="4560276"/>
                </a:lnTo>
                <a:lnTo>
                  <a:pt x="105127" y="4559578"/>
                </a:lnTo>
                <a:lnTo>
                  <a:pt x="114133" y="4569023"/>
                </a:lnTo>
                <a:lnTo>
                  <a:pt x="113476" y="4568365"/>
                </a:lnTo>
                <a:lnTo>
                  <a:pt x="122921" y="4577372"/>
                </a:lnTo>
                <a:lnTo>
                  <a:pt x="122223" y="4576734"/>
                </a:lnTo>
                <a:lnTo>
                  <a:pt x="132106" y="4585303"/>
                </a:lnTo>
                <a:lnTo>
                  <a:pt x="131369" y="4584705"/>
                </a:lnTo>
                <a:lnTo>
                  <a:pt x="141670" y="4592774"/>
                </a:lnTo>
                <a:lnTo>
                  <a:pt x="140914" y="4592216"/>
                </a:lnTo>
                <a:lnTo>
                  <a:pt x="151593" y="4599808"/>
                </a:lnTo>
                <a:lnTo>
                  <a:pt x="150796" y="4599270"/>
                </a:lnTo>
                <a:lnTo>
                  <a:pt x="161835" y="4606363"/>
                </a:lnTo>
                <a:lnTo>
                  <a:pt x="161018" y="4605865"/>
                </a:lnTo>
                <a:lnTo>
                  <a:pt x="172436" y="4612421"/>
                </a:lnTo>
                <a:lnTo>
                  <a:pt x="171579" y="4611962"/>
                </a:lnTo>
                <a:lnTo>
                  <a:pt x="183335" y="4617980"/>
                </a:lnTo>
                <a:lnTo>
                  <a:pt x="182458" y="4617562"/>
                </a:lnTo>
                <a:lnTo>
                  <a:pt x="194513" y="4623001"/>
                </a:lnTo>
                <a:lnTo>
                  <a:pt x="193616" y="4622623"/>
                </a:lnTo>
                <a:lnTo>
                  <a:pt x="205990" y="4627505"/>
                </a:lnTo>
                <a:lnTo>
                  <a:pt x="205074" y="4627166"/>
                </a:lnTo>
                <a:lnTo>
                  <a:pt x="217726" y="4631450"/>
                </a:lnTo>
                <a:lnTo>
                  <a:pt x="216790" y="4631151"/>
                </a:lnTo>
                <a:lnTo>
                  <a:pt x="229722" y="4634837"/>
                </a:lnTo>
                <a:lnTo>
                  <a:pt x="228745" y="4634578"/>
                </a:lnTo>
                <a:lnTo>
                  <a:pt x="241936" y="4637627"/>
                </a:lnTo>
                <a:lnTo>
                  <a:pt x="240959" y="4637428"/>
                </a:lnTo>
                <a:lnTo>
                  <a:pt x="254369" y="4639819"/>
                </a:lnTo>
                <a:lnTo>
                  <a:pt x="253373" y="4639659"/>
                </a:lnTo>
                <a:lnTo>
                  <a:pt x="267022" y="4641393"/>
                </a:lnTo>
                <a:lnTo>
                  <a:pt x="266006" y="4641293"/>
                </a:lnTo>
                <a:lnTo>
                  <a:pt x="279854" y="4642349"/>
                </a:lnTo>
                <a:lnTo>
                  <a:pt x="278838" y="4642309"/>
                </a:lnTo>
                <a:lnTo>
                  <a:pt x="292865" y="4642648"/>
                </a:lnTo>
                <a:lnTo>
                  <a:pt x="292347" y="4642648"/>
                </a:lnTo>
                <a:lnTo>
                  <a:pt x="12752894" y="4642648"/>
                </a:lnTo>
                <a:lnTo>
                  <a:pt x="12752377" y="4642648"/>
                </a:lnTo>
                <a:lnTo>
                  <a:pt x="12766404" y="4642309"/>
                </a:lnTo>
                <a:lnTo>
                  <a:pt x="12765388" y="4642349"/>
                </a:lnTo>
                <a:lnTo>
                  <a:pt x="12779235" y="4641293"/>
                </a:lnTo>
                <a:lnTo>
                  <a:pt x="12778221" y="4641393"/>
                </a:lnTo>
                <a:lnTo>
                  <a:pt x="12791870" y="4639659"/>
                </a:lnTo>
                <a:lnTo>
                  <a:pt x="12790874" y="4639819"/>
                </a:lnTo>
                <a:lnTo>
                  <a:pt x="12804283" y="4637428"/>
                </a:lnTo>
                <a:lnTo>
                  <a:pt x="12803306" y="4637627"/>
                </a:lnTo>
                <a:lnTo>
                  <a:pt x="12816497" y="4634578"/>
                </a:lnTo>
                <a:lnTo>
                  <a:pt x="12815522" y="4634837"/>
                </a:lnTo>
                <a:lnTo>
                  <a:pt x="12828453" y="4631151"/>
                </a:lnTo>
                <a:lnTo>
                  <a:pt x="12827516" y="4631450"/>
                </a:lnTo>
                <a:lnTo>
                  <a:pt x="12840170" y="4627166"/>
                </a:lnTo>
                <a:lnTo>
                  <a:pt x="12839252" y="4627505"/>
                </a:lnTo>
                <a:lnTo>
                  <a:pt x="12851625" y="4622623"/>
                </a:lnTo>
                <a:lnTo>
                  <a:pt x="12850729" y="4623001"/>
                </a:lnTo>
                <a:lnTo>
                  <a:pt x="12862785" y="4617562"/>
                </a:lnTo>
                <a:lnTo>
                  <a:pt x="12861908" y="4617980"/>
                </a:lnTo>
                <a:lnTo>
                  <a:pt x="12873664" y="4611962"/>
                </a:lnTo>
                <a:lnTo>
                  <a:pt x="12872807" y="4612421"/>
                </a:lnTo>
                <a:lnTo>
                  <a:pt x="12884225" y="4605865"/>
                </a:lnTo>
                <a:lnTo>
                  <a:pt x="12883387" y="4606363"/>
                </a:lnTo>
                <a:lnTo>
                  <a:pt x="12894445" y="4599270"/>
                </a:lnTo>
                <a:lnTo>
                  <a:pt x="12893648" y="4599808"/>
                </a:lnTo>
                <a:lnTo>
                  <a:pt x="12904328" y="4592216"/>
                </a:lnTo>
                <a:lnTo>
                  <a:pt x="12903572" y="4592774"/>
                </a:lnTo>
                <a:lnTo>
                  <a:pt x="12913874" y="4584705"/>
                </a:lnTo>
                <a:lnTo>
                  <a:pt x="12913136" y="4585303"/>
                </a:lnTo>
                <a:lnTo>
                  <a:pt x="12923019" y="4576734"/>
                </a:lnTo>
                <a:lnTo>
                  <a:pt x="12922321" y="4577372"/>
                </a:lnTo>
                <a:lnTo>
                  <a:pt x="12931767" y="4568365"/>
                </a:lnTo>
                <a:lnTo>
                  <a:pt x="12931108" y="4569023"/>
                </a:lnTo>
                <a:lnTo>
                  <a:pt x="12940116" y="4559578"/>
                </a:lnTo>
                <a:lnTo>
                  <a:pt x="12939478" y="4560276"/>
                </a:lnTo>
                <a:lnTo>
                  <a:pt x="12948047" y="4550393"/>
                </a:lnTo>
                <a:lnTo>
                  <a:pt x="12947448" y="4551130"/>
                </a:lnTo>
                <a:lnTo>
                  <a:pt x="12955517" y="4540829"/>
                </a:lnTo>
                <a:lnTo>
                  <a:pt x="12954959" y="4541585"/>
                </a:lnTo>
                <a:lnTo>
                  <a:pt x="12962552" y="4530905"/>
                </a:lnTo>
                <a:lnTo>
                  <a:pt x="12962014" y="4531702"/>
                </a:lnTo>
                <a:lnTo>
                  <a:pt x="12969106" y="4520644"/>
                </a:lnTo>
                <a:lnTo>
                  <a:pt x="12968610" y="4521481"/>
                </a:lnTo>
                <a:lnTo>
                  <a:pt x="12975164" y="4510063"/>
                </a:lnTo>
                <a:lnTo>
                  <a:pt x="12974706" y="4510921"/>
                </a:lnTo>
                <a:lnTo>
                  <a:pt x="12980723" y="4499164"/>
                </a:lnTo>
                <a:lnTo>
                  <a:pt x="12980285" y="4500041"/>
                </a:lnTo>
                <a:lnTo>
                  <a:pt x="12985744" y="4487986"/>
                </a:lnTo>
                <a:lnTo>
                  <a:pt x="12985366" y="4488883"/>
                </a:lnTo>
                <a:lnTo>
                  <a:pt x="12990248" y="4476509"/>
                </a:lnTo>
                <a:lnTo>
                  <a:pt x="12989909" y="4477426"/>
                </a:lnTo>
                <a:lnTo>
                  <a:pt x="12994194" y="4464772"/>
                </a:lnTo>
                <a:lnTo>
                  <a:pt x="12993893" y="4465709"/>
                </a:lnTo>
                <a:lnTo>
                  <a:pt x="12997579" y="4452778"/>
                </a:lnTo>
                <a:lnTo>
                  <a:pt x="12997322" y="4453754"/>
                </a:lnTo>
                <a:lnTo>
                  <a:pt x="13000370" y="4440563"/>
                </a:lnTo>
                <a:lnTo>
                  <a:pt x="13000170" y="4441539"/>
                </a:lnTo>
                <a:lnTo>
                  <a:pt x="13002562" y="4428130"/>
                </a:lnTo>
                <a:lnTo>
                  <a:pt x="13002402" y="4429126"/>
                </a:lnTo>
                <a:lnTo>
                  <a:pt x="13004136" y="4415477"/>
                </a:lnTo>
                <a:lnTo>
                  <a:pt x="13004036" y="4416493"/>
                </a:lnTo>
                <a:lnTo>
                  <a:pt x="13005093" y="4402645"/>
                </a:lnTo>
                <a:lnTo>
                  <a:pt x="13005033" y="4403661"/>
                </a:lnTo>
                <a:lnTo>
                  <a:pt x="13005391" y="4389633"/>
                </a:lnTo>
                <a:lnTo>
                  <a:pt x="13005391" y="4390151"/>
                </a:lnTo>
                <a:lnTo>
                  <a:pt x="13005391" y="292348"/>
                </a:lnTo>
                <a:lnTo>
                  <a:pt x="13005391" y="292866"/>
                </a:lnTo>
                <a:lnTo>
                  <a:pt x="13005033" y="278838"/>
                </a:lnTo>
                <a:lnTo>
                  <a:pt x="13005093" y="279855"/>
                </a:lnTo>
                <a:lnTo>
                  <a:pt x="13004036" y="266006"/>
                </a:lnTo>
                <a:lnTo>
                  <a:pt x="13004136" y="267022"/>
                </a:lnTo>
                <a:lnTo>
                  <a:pt x="13002402" y="253373"/>
                </a:lnTo>
                <a:lnTo>
                  <a:pt x="13002562" y="254370"/>
                </a:lnTo>
                <a:lnTo>
                  <a:pt x="13000170" y="240960"/>
                </a:lnTo>
                <a:lnTo>
                  <a:pt x="13000370" y="241936"/>
                </a:lnTo>
                <a:lnTo>
                  <a:pt x="12997322" y="228746"/>
                </a:lnTo>
                <a:lnTo>
                  <a:pt x="12997579" y="229722"/>
                </a:lnTo>
                <a:lnTo>
                  <a:pt x="12993893" y="216790"/>
                </a:lnTo>
                <a:lnTo>
                  <a:pt x="12994194" y="217727"/>
                </a:lnTo>
                <a:lnTo>
                  <a:pt x="12989909" y="205074"/>
                </a:lnTo>
                <a:lnTo>
                  <a:pt x="12990248" y="205990"/>
                </a:lnTo>
                <a:lnTo>
                  <a:pt x="12985366" y="193616"/>
                </a:lnTo>
                <a:lnTo>
                  <a:pt x="12985744" y="194513"/>
                </a:lnTo>
                <a:lnTo>
                  <a:pt x="12980285" y="182458"/>
                </a:lnTo>
                <a:lnTo>
                  <a:pt x="12980723" y="183335"/>
                </a:lnTo>
                <a:lnTo>
                  <a:pt x="12974706" y="171579"/>
                </a:lnTo>
                <a:lnTo>
                  <a:pt x="12975164" y="172436"/>
                </a:lnTo>
                <a:lnTo>
                  <a:pt x="12968610" y="161018"/>
                </a:lnTo>
                <a:lnTo>
                  <a:pt x="12969106" y="161836"/>
                </a:lnTo>
                <a:lnTo>
                  <a:pt x="12962014" y="150797"/>
                </a:lnTo>
                <a:lnTo>
                  <a:pt x="12962552" y="151593"/>
                </a:lnTo>
                <a:lnTo>
                  <a:pt x="12954959" y="140914"/>
                </a:lnTo>
                <a:lnTo>
                  <a:pt x="12955517" y="141671"/>
                </a:lnTo>
                <a:lnTo>
                  <a:pt x="12947448" y="131369"/>
                </a:lnTo>
                <a:lnTo>
                  <a:pt x="12948047" y="132106"/>
                </a:lnTo>
                <a:lnTo>
                  <a:pt x="12939478" y="122223"/>
                </a:lnTo>
                <a:lnTo>
                  <a:pt x="12940116" y="122921"/>
                </a:lnTo>
                <a:lnTo>
                  <a:pt x="12931108" y="113476"/>
                </a:lnTo>
                <a:lnTo>
                  <a:pt x="12931767" y="114134"/>
                </a:lnTo>
                <a:lnTo>
                  <a:pt x="12922321" y="105127"/>
                </a:lnTo>
                <a:lnTo>
                  <a:pt x="12923019" y="105765"/>
                </a:lnTo>
                <a:lnTo>
                  <a:pt x="12913136" y="97197"/>
                </a:lnTo>
                <a:lnTo>
                  <a:pt x="12913874" y="97795"/>
                </a:lnTo>
                <a:lnTo>
                  <a:pt x="12903572" y="89705"/>
                </a:lnTo>
                <a:lnTo>
                  <a:pt x="12904328" y="90283"/>
                </a:lnTo>
                <a:lnTo>
                  <a:pt x="12893648" y="82691"/>
                </a:lnTo>
                <a:lnTo>
                  <a:pt x="12894445" y="83229"/>
                </a:lnTo>
                <a:lnTo>
                  <a:pt x="12883387" y="76136"/>
                </a:lnTo>
                <a:lnTo>
                  <a:pt x="12884225" y="76634"/>
                </a:lnTo>
                <a:lnTo>
                  <a:pt x="12872807" y="70078"/>
                </a:lnTo>
                <a:lnTo>
                  <a:pt x="12873664" y="70537"/>
                </a:lnTo>
                <a:lnTo>
                  <a:pt x="12861908" y="64519"/>
                </a:lnTo>
                <a:lnTo>
                  <a:pt x="12862785" y="64938"/>
                </a:lnTo>
                <a:lnTo>
                  <a:pt x="12850729" y="59498"/>
                </a:lnTo>
                <a:lnTo>
                  <a:pt x="12851625" y="59877"/>
                </a:lnTo>
                <a:lnTo>
                  <a:pt x="12839252" y="54995"/>
                </a:lnTo>
                <a:lnTo>
                  <a:pt x="12840170" y="55333"/>
                </a:lnTo>
                <a:lnTo>
                  <a:pt x="12827516" y="51050"/>
                </a:lnTo>
                <a:lnTo>
                  <a:pt x="12828453" y="51348"/>
                </a:lnTo>
                <a:lnTo>
                  <a:pt x="12815522" y="47662"/>
                </a:lnTo>
                <a:lnTo>
                  <a:pt x="12816497" y="47921"/>
                </a:lnTo>
                <a:lnTo>
                  <a:pt x="12803306" y="44872"/>
                </a:lnTo>
                <a:lnTo>
                  <a:pt x="12804283" y="45072"/>
                </a:lnTo>
                <a:lnTo>
                  <a:pt x="12790874" y="42681"/>
                </a:lnTo>
                <a:lnTo>
                  <a:pt x="12791870" y="42840"/>
                </a:lnTo>
                <a:lnTo>
                  <a:pt x="12778221" y="41107"/>
                </a:lnTo>
                <a:lnTo>
                  <a:pt x="12779235" y="41206"/>
                </a:lnTo>
                <a:lnTo>
                  <a:pt x="12765388" y="40150"/>
                </a:lnTo>
                <a:lnTo>
                  <a:pt x="12766404" y="40190"/>
                </a:lnTo>
                <a:lnTo>
                  <a:pt x="12752377" y="39851"/>
                </a:lnTo>
                <a:lnTo>
                  <a:pt x="12752894" y="39851"/>
                </a:lnTo>
                <a:lnTo>
                  <a:pt x="292347" y="39851"/>
                </a:lnTo>
                <a:lnTo>
                  <a:pt x="292865" y="39851"/>
                </a:lnTo>
                <a:lnTo>
                  <a:pt x="278838" y="40190"/>
                </a:lnTo>
                <a:lnTo>
                  <a:pt x="279854" y="40150"/>
                </a:lnTo>
                <a:lnTo>
                  <a:pt x="266006" y="41206"/>
                </a:lnTo>
                <a:lnTo>
                  <a:pt x="267022" y="41107"/>
                </a:lnTo>
                <a:lnTo>
                  <a:pt x="253373" y="42840"/>
                </a:lnTo>
                <a:lnTo>
                  <a:pt x="254369" y="42681"/>
                </a:lnTo>
                <a:lnTo>
                  <a:pt x="240959" y="45072"/>
                </a:lnTo>
                <a:lnTo>
                  <a:pt x="241936" y="44872"/>
                </a:lnTo>
                <a:lnTo>
                  <a:pt x="228745" y="47921"/>
                </a:lnTo>
                <a:lnTo>
                  <a:pt x="229722" y="47662"/>
                </a:lnTo>
                <a:lnTo>
                  <a:pt x="216790" y="51348"/>
                </a:lnTo>
                <a:lnTo>
                  <a:pt x="217726" y="51050"/>
                </a:lnTo>
                <a:lnTo>
                  <a:pt x="205074" y="55333"/>
                </a:lnTo>
                <a:lnTo>
                  <a:pt x="205990" y="54995"/>
                </a:lnTo>
                <a:lnTo>
                  <a:pt x="193616" y="59877"/>
                </a:lnTo>
                <a:lnTo>
                  <a:pt x="194513" y="59498"/>
                </a:lnTo>
                <a:lnTo>
                  <a:pt x="182458" y="64938"/>
                </a:lnTo>
                <a:lnTo>
                  <a:pt x="183335" y="64519"/>
                </a:lnTo>
                <a:lnTo>
                  <a:pt x="171579" y="70537"/>
                </a:lnTo>
                <a:lnTo>
                  <a:pt x="172436" y="70078"/>
                </a:lnTo>
                <a:lnTo>
                  <a:pt x="161018" y="76634"/>
                </a:lnTo>
                <a:lnTo>
                  <a:pt x="161835" y="76136"/>
                </a:lnTo>
                <a:lnTo>
                  <a:pt x="150796" y="83229"/>
                </a:lnTo>
                <a:lnTo>
                  <a:pt x="151593" y="82691"/>
                </a:lnTo>
                <a:lnTo>
                  <a:pt x="140914" y="90283"/>
                </a:lnTo>
                <a:lnTo>
                  <a:pt x="141670" y="89705"/>
                </a:lnTo>
                <a:lnTo>
                  <a:pt x="131369" y="97795"/>
                </a:lnTo>
                <a:lnTo>
                  <a:pt x="132106" y="97197"/>
                </a:lnTo>
                <a:lnTo>
                  <a:pt x="122223" y="105765"/>
                </a:lnTo>
                <a:lnTo>
                  <a:pt x="122921" y="105127"/>
                </a:lnTo>
                <a:lnTo>
                  <a:pt x="113476" y="114134"/>
                </a:lnTo>
                <a:lnTo>
                  <a:pt x="114133" y="113476"/>
                </a:lnTo>
                <a:lnTo>
                  <a:pt x="105127" y="122921"/>
                </a:lnTo>
                <a:lnTo>
                  <a:pt x="105765" y="122223"/>
                </a:lnTo>
                <a:lnTo>
                  <a:pt x="97197" y="132106"/>
                </a:lnTo>
                <a:lnTo>
                  <a:pt x="97795" y="131369"/>
                </a:lnTo>
                <a:lnTo>
                  <a:pt x="89725" y="141671"/>
                </a:lnTo>
                <a:lnTo>
                  <a:pt x="90283" y="140914"/>
                </a:lnTo>
                <a:lnTo>
                  <a:pt x="82691" y="151593"/>
                </a:lnTo>
                <a:lnTo>
                  <a:pt x="83229" y="150797"/>
                </a:lnTo>
                <a:lnTo>
                  <a:pt x="76135" y="161836"/>
                </a:lnTo>
                <a:lnTo>
                  <a:pt x="76633" y="161018"/>
                </a:lnTo>
                <a:lnTo>
                  <a:pt x="70078" y="172436"/>
                </a:lnTo>
                <a:lnTo>
                  <a:pt x="70536" y="171579"/>
                </a:lnTo>
                <a:lnTo>
                  <a:pt x="64519" y="183335"/>
                </a:lnTo>
                <a:lnTo>
                  <a:pt x="64937" y="182458"/>
                </a:lnTo>
                <a:lnTo>
                  <a:pt x="59497" y="194513"/>
                </a:lnTo>
                <a:lnTo>
                  <a:pt x="59876" y="193616"/>
                </a:lnTo>
                <a:lnTo>
                  <a:pt x="54994" y="205990"/>
                </a:lnTo>
                <a:lnTo>
                  <a:pt x="55333" y="205074"/>
                </a:lnTo>
                <a:lnTo>
                  <a:pt x="51049" y="217727"/>
                </a:lnTo>
                <a:lnTo>
                  <a:pt x="51348" y="216790"/>
                </a:lnTo>
                <a:lnTo>
                  <a:pt x="47662" y="229722"/>
                </a:lnTo>
                <a:lnTo>
                  <a:pt x="47921" y="228746"/>
                </a:lnTo>
                <a:lnTo>
                  <a:pt x="44872" y="241936"/>
                </a:lnTo>
                <a:lnTo>
                  <a:pt x="45072" y="240960"/>
                </a:lnTo>
                <a:lnTo>
                  <a:pt x="42681" y="254370"/>
                </a:lnTo>
                <a:lnTo>
                  <a:pt x="42840" y="253373"/>
                </a:lnTo>
                <a:lnTo>
                  <a:pt x="41106" y="267022"/>
                </a:lnTo>
                <a:lnTo>
                  <a:pt x="41206" y="266006"/>
                </a:lnTo>
                <a:lnTo>
                  <a:pt x="40150" y="279855"/>
                </a:lnTo>
                <a:lnTo>
                  <a:pt x="40190" y="278838"/>
                </a:lnTo>
                <a:lnTo>
                  <a:pt x="39851" y="292866"/>
                </a:lnTo>
              </a:path>
            </a:pathLst>
          </a:custGeom>
          <a:solidFill xmlns:a="http://schemas.openxmlformats.org/drawingml/2006/main">
            <a:srgbClr val="F5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227">
            <a:extLst xmlns:a="http://schemas.openxmlformats.org/drawingml/2006/main">
              <a:ext uri="{FF2B5EF4-FFF2-40B4-BE49-F238E27FC236}">
                <a16:creationId xmlns:a16="http://schemas.microsoft.com/office/drawing/2014/main" id="{4B5B8E5F-596D-44AA-BFFC-9CB6D755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64" y="4315465"/>
            <a:ext cx="4593232" cy="279754"/>
          </a:xfrm>
          <a:custGeom xmlns:a="http://schemas.openxmlformats.org/drawingml/2006/main">
            <a:pathLst>
              <a:path w="4593232" h="279754">
                <a:moveTo>
                  <a:pt x="0" y="0"/>
                </a:moveTo>
                <a:lnTo>
                  <a:pt x="0" y="279754"/>
                </a:lnTo>
                <a:lnTo>
                  <a:pt x="4593232" y="279754"/>
                </a:lnTo>
                <a:lnTo>
                  <a:pt x="459323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228">
            <a:extLst xmlns:a="http://schemas.openxmlformats.org/drawingml/2006/main">
              <a:ext uri="{FF2B5EF4-FFF2-40B4-BE49-F238E27FC236}">
                <a16:creationId xmlns:a16="http://schemas.microsoft.com/office/drawing/2014/main" id="{53B94EC2-8BE9-4E1B-8B3C-1D605E5E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9" y="4306299"/>
            <a:ext cx="4611764" cy="298883"/>
          </a:xfrm>
          <a:custGeom xmlns:a="http://schemas.openxmlformats.org/drawingml/2006/main">
            <a:pathLst>
              <a:path w="4611764" h="298883">
                <a:moveTo>
                  <a:pt x="4611764" y="0"/>
                </a:moveTo>
                <a:lnTo>
                  <a:pt x="4611764" y="298883"/>
                </a:lnTo>
                <a:lnTo>
                  <a:pt x="0" y="298883"/>
                </a:lnTo>
                <a:lnTo>
                  <a:pt x="0" y="0"/>
                </a:lnTo>
                <a:lnTo>
                  <a:pt x="4611764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288920"/>
                </a:lnTo>
                <a:lnTo>
                  <a:pt x="9963" y="278957"/>
                </a:lnTo>
                <a:lnTo>
                  <a:pt x="4601801" y="278957"/>
                </a:lnTo>
                <a:lnTo>
                  <a:pt x="4591838" y="288920"/>
                </a:lnTo>
                <a:lnTo>
                  <a:pt x="4591838" y="9963"/>
                </a:lnTo>
                <a:lnTo>
                  <a:pt x="4601801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text-229 (b)">
            <a:extLst xmlns:a="http://schemas.openxmlformats.org/drawingml/2006/main">
              <a:ext uri="{FF2B5EF4-FFF2-40B4-BE49-F238E27FC236}">
                <a16:creationId xmlns:a16="http://schemas.microsoft.com/office/drawing/2014/main" id="{A6CC6E50-1F04-4A6D-802A-BAA01818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916" y="4167026"/>
            <a:ext cx="479592" cy="446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387" name="text-229 Data">
            <a:extLst xmlns:a="http://schemas.openxmlformats.org/drawingml/2006/main">
              <a:ext uri="{FF2B5EF4-FFF2-40B4-BE49-F238E27FC236}">
                <a16:creationId xmlns:a16="http://schemas.microsoft.com/office/drawing/2014/main" id="{29D308B9-FD26-49CC-AFEC-D049784B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819" y="4166808"/>
            <a:ext cx="791900" cy="44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388" name="text-229 Genetation">
            <a:extLst xmlns:a="http://schemas.openxmlformats.org/drawingml/2006/main">
              <a:ext uri="{FF2B5EF4-FFF2-40B4-BE49-F238E27FC236}">
                <a16:creationId xmlns:a16="http://schemas.microsoft.com/office/drawing/2014/main" id="{C7FCCCF1-8B72-4245-A112-FE2D3CA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1553" y="4166492"/>
            <a:ext cx="1700280" cy="44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Genetation</a:t>
            </a:r>
          </a:p>
        </p:txBody>
      </p:sp>
      <p:sp>
        <p:nvSpPr>
          <p:cNvPr id="389" name="text-229 pipeline">
            <a:extLst xmlns:a="http://schemas.openxmlformats.org/drawingml/2006/main">
              <a:ext uri="{FF2B5EF4-FFF2-40B4-BE49-F238E27FC236}">
                <a16:creationId xmlns:a16="http://schemas.microsoft.com/office/drawing/2014/main" id="{F1CC2A69-2454-4FD2-A630-F80DF7E0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91" y="4166520"/>
            <a:ext cx="1188559" cy="44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1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146442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2026-10-14T12:17:47.4120000Z</dcterms:created>
  <dcterms:modified xsi:type="dcterms:W3CDTF">2026-10-14T12:17:47.4120000Z</dcterms:modified>
</coreProperties>
</file>