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ae7fb9a2ef470e" /><Relationship Type="http://schemas.openxmlformats.org/officeDocument/2006/relationships/extended-properties" Target="/docProps/app.xml" Id="Rdb1fb09bf32c45fa" /><Relationship Type="http://schemas.openxmlformats.org/officeDocument/2006/relationships/officeDocument" Target="/ppt/presentation.xml" Id="R0bec260ebc1a48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536603bd3b437b"/>
  </p:sldMasterIdLst>
  <p:notesMasterIdLst>
    <p:notesMasterId xmlns:r="http://schemas.openxmlformats.org/officeDocument/2006/relationships" r:id="R2fd9c09a4fb74e8b"/>
  </p:notesMasterIdLst>
  <p:sldIdLst>
    <p:sldId xmlns:r="http://schemas.openxmlformats.org/officeDocument/2006/relationships" id="256" r:id="R559e4fd517204e43"/>
  </p:sldIdLst>
  <p:sldSz cx="13220700" cy="8782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d38b3ce75f4f74" /><Relationship Type="http://schemas.openxmlformats.org/officeDocument/2006/relationships/slideMaster" Target="/ppt/slideMasters/slideMaster1.xml" Id="R99536603bd3b437b" /><Relationship Type="http://schemas.openxmlformats.org/officeDocument/2006/relationships/notesMaster" Target="/ppt/notesMasters/notesMaster1.xml" Id="R2fd9c09a4fb74e8b" /><Relationship Type="http://schemas.openxmlformats.org/officeDocument/2006/relationships/presProps" Target="/ppt/presProps.xml" Id="R9af679c47d7441f5" /><Relationship Type="http://schemas.openxmlformats.org/officeDocument/2006/relationships/tableStyles" Target="/ppt/tableStyles.xml" Id="R2d303105e1c943ea" /><Relationship Type="http://schemas.openxmlformats.org/officeDocument/2006/relationships/slide" Target="/ppt/slides/slide1.xml" Id="R559e4fd517204e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768427cbe041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526e51c62644ee" /><Relationship Type="http://schemas.openxmlformats.org/officeDocument/2006/relationships/notesMaster" Target="/ppt/notesMasters/notesMaster1.xml" Id="R9c82f663ee8244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Benchmark Comparison and MMDU Dialogue Example</a:t>
            </a:r>
          </a:p>
          <a:p xmlns:a="http://schemas.openxmlformats.org/drawingml/2006/main">
            <a:r>
              <a:t>Source: https://arxiv.org/abs/2406.11833</a:t>
            </a:r>
          </a:p>
          <a:p xmlns:a="http://schemas.openxmlformats.org/drawingml/2006/main">
            <a:r>
              <a:t>Approved image: image2.png; SHA-256: d4abdedef699fb4f506058cfcf78a335b84f012d7f34a9b58f4c63ecbd7265c5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(13).</a:t>
            </a:r>
          </a:p>
          <a:p xmlns:a="http://schemas.openxmlformats.org/drawingml/2006/main">
            <a:r>
              <a:t>Font substitution: source PDF families mapped to Comic Sans MS, Arial, Times New Roman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d7d99d77b48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c9ba0b23d49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0a04983e943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0af7beb9041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7b644356e48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162bec61543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B1B3C1-6729-494E-8E22-896013997F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22070" y="3317663"/>
            <a:ext cx="10576560" cy="1268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9F6C5B-26CA-4A13-9567-E71FB6740E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83105" y="4830128"/>
            <a:ext cx="9254490" cy="975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DE2B3B-7BF4-40C7-A937-B6C45B4EB3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22070" y="3659187"/>
            <a:ext cx="10576560" cy="146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AD0742-25DE-48DB-A3FF-D44239A55A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3664" y="683048"/>
            <a:ext cx="11733371" cy="1073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ECB4B3-A8B1-4F87-9A61-39BB8BD869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3664" y="2439458"/>
            <a:ext cx="11733371" cy="546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7888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1pPr>
            <a:lvl2pPr marL="578406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2pPr>
            <a:lvl3pPr marL="908923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3pPr>
            <a:lvl4pPr marL="1239441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4pPr>
            <a:lvl5pPr marL="1569958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5pPr>
            <a:lvl6pPr marL="1900476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6pPr>
            <a:lvl7pPr marL="2230993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7pPr>
            <a:lvl8pPr marL="2561511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8pPr>
            <a:lvl9pPr marL="2892028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86B74E-E804-4245-BC3D-B30449739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3664" y="683048"/>
            <a:ext cx="11733371" cy="1073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11C37D-E415-4994-9186-DB67B5945A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3664" y="2439458"/>
            <a:ext cx="5453539" cy="546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7888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1pPr>
            <a:lvl2pPr marL="578406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2pPr>
            <a:lvl3pPr marL="908923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3pPr>
            <a:lvl4pPr marL="1239441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4pPr>
            <a:lvl5pPr marL="1569958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5pPr>
            <a:lvl6pPr marL="1900476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6pPr>
            <a:lvl7pPr marL="2230993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7pPr>
            <a:lvl8pPr marL="2561511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8pPr>
            <a:lvl9pPr marL="2892028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B92768-6503-4F6B-A8F2-35294EB44C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23497" y="2439458"/>
            <a:ext cx="5453539" cy="546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7888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1pPr>
            <a:lvl2pPr marL="578406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2pPr>
            <a:lvl3pPr marL="908923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3pPr>
            <a:lvl4pPr marL="1239441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4pPr>
            <a:lvl5pPr marL="1569958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5pPr>
            <a:lvl6pPr marL="1900476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6pPr>
            <a:lvl7pPr marL="2230993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7pPr>
            <a:lvl8pPr marL="2561511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8pPr>
            <a:lvl9pPr marL="2892028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86A82A-3603-4BB7-9D9C-BF63164353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3664" y="683048"/>
            <a:ext cx="11733371" cy="1073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084632-4B98-41BC-91D3-F9BA1FFB3B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3664" y="2439458"/>
            <a:ext cx="5453539" cy="546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7888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1pPr>
            <a:lvl2pPr marL="578406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2pPr>
            <a:lvl3pPr marL="908923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3pPr>
            <a:lvl4pPr marL="1239441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4pPr>
            <a:lvl5pPr marL="1569958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5pPr>
            <a:lvl6pPr marL="1900476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6pPr>
            <a:lvl7pPr marL="2230993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7pPr>
            <a:lvl8pPr marL="2561511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8pPr>
            <a:lvl9pPr marL="2892028" indent="-247888">
              <a:lnSpc>
                <a:spcPct val="110000"/>
              </a:lnSpc>
              <a:spcBef>
                <a:spcPts val="0"/>
              </a:spcBef>
              <a:spcAft>
                <a:spcPts val="130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585be30fae4794" /><Relationship Type="http://schemas.openxmlformats.org/officeDocument/2006/relationships/slideLayout" Target="/ppt/slideLayouts/slideLayout1.xml" Id="R2ee16091a5cb4564" /><Relationship Type="http://schemas.openxmlformats.org/officeDocument/2006/relationships/slideLayout" Target="/ppt/slideLayouts/slideLayout2.xml" Id="Rb4ad946e2d994f5b" /><Relationship Type="http://schemas.openxmlformats.org/officeDocument/2006/relationships/slideLayout" Target="/ppt/slideLayouts/slideLayout3.xml" Id="R68be6f035c354cf3" /><Relationship Type="http://schemas.openxmlformats.org/officeDocument/2006/relationships/slideLayout" Target="/ppt/slideLayouts/slideLayout4.xml" Id="Rc3c7b78d746c4d48" /><Relationship Type="http://schemas.openxmlformats.org/officeDocument/2006/relationships/slideLayout" Target="/ppt/slideLayouts/slideLayout5.xml" Id="R8575d87c44ed4730" /><Relationship Type="http://schemas.openxmlformats.org/officeDocument/2006/relationships/slideLayout" Target="/ppt/slideLayouts/slideLayout6.xml" Id="Rd3353249a0234d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e16091a5cb4564"/>
    <p:sldLayoutId xmlns:r="http://schemas.openxmlformats.org/officeDocument/2006/relationships" id="2147483650" r:id="Rb4ad946e2d994f5b"/>
    <p:sldLayoutId xmlns:r="http://schemas.openxmlformats.org/officeDocument/2006/relationships" id="2147483651" r:id="R68be6f035c354cf3"/>
    <p:sldLayoutId xmlns:r="http://schemas.openxmlformats.org/officeDocument/2006/relationships" id="2147483652" r:id="Rc3c7b78d746c4d48"/>
    <p:sldLayoutId xmlns:r="http://schemas.openxmlformats.org/officeDocument/2006/relationships" id="2147483653" r:id="R8575d87c44ed4730"/>
    <p:sldLayoutId xmlns:r="http://schemas.openxmlformats.org/officeDocument/2006/relationships" id="2147483654" r:id="Rd3353249a0234d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d37db77414cfd" /><Relationship Type="http://schemas.openxmlformats.org/officeDocument/2006/relationships/image" Target="/ppt/media/image.png" Id="R91c06f0a0c2f442f" /><Relationship Type="http://schemas.openxmlformats.org/officeDocument/2006/relationships/image" Target="/ppt/media/image2.png" Id="R70208e58b95e4edc" /><Relationship Type="http://schemas.openxmlformats.org/officeDocument/2006/relationships/image" Target="/ppt/media/image3.png" Id="R0ba4861021bf4b47" /><Relationship Type="http://schemas.openxmlformats.org/officeDocument/2006/relationships/image" Target="/ppt/media/image4.png" Id="R4d969e036cb8459a" /><Relationship Type="http://schemas.openxmlformats.org/officeDocument/2006/relationships/image" Target="/ppt/media/image5.png" Id="Rf99e5d8abefe494e" /><Relationship Type="http://schemas.openxmlformats.org/officeDocument/2006/relationships/image" Target="/ppt/media/image6.png" Id="Re2ecf97c84084ed0" /><Relationship Type="http://schemas.openxmlformats.org/officeDocument/2006/relationships/image" Target="/ppt/media/image7.png" Id="R50c5f8a059ce4ca9" /><Relationship Type="http://schemas.openxmlformats.org/officeDocument/2006/relationships/image" Target="/ppt/media/image8.png" Id="R44f79585479349b0" /><Relationship Type="http://schemas.openxmlformats.org/officeDocument/2006/relationships/image" Target="/ppt/media/image9.png" Id="R4ae27cb5d5294223" /><Relationship Type="http://schemas.openxmlformats.org/officeDocument/2006/relationships/image" Target="/ppt/media/image10.png" Id="R92617f1ebffb41b4" /><Relationship Type="http://schemas.openxmlformats.org/officeDocument/2006/relationships/image" Target="/ppt/media/image11.png" Id="Re869bc34a051416c" /><Relationship Type="http://schemas.openxmlformats.org/officeDocument/2006/relationships/image" Target="/ppt/media/image12.png" Id="R9f3789d47ff94a7e" /><Relationship Type="http://schemas.openxmlformats.org/officeDocument/2006/relationships/image" Target="/ppt/media/image13.png" Id="R74dfa821e0674fc1" /><Relationship Type="http://schemas.openxmlformats.org/officeDocument/2006/relationships/notesSlide" Target="/ppt/notesSlides/notesSlide1.xml" Id="R99287dfd233544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8" name="path-1">
            <a:extLst xmlns:a="http://schemas.openxmlformats.org/drawingml/2006/main">
              <a:ext uri="{FF2B5EF4-FFF2-40B4-BE49-F238E27FC236}">
                <a16:creationId xmlns:a16="http://schemas.microsoft.com/office/drawing/2014/main" id="{868AA7BB-8FDC-4E13-8525-3564E620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220700" cy="8775869"/>
          </a:xfrm>
          <a:custGeom xmlns:a="http://schemas.openxmlformats.org/drawingml/2006/main">
            <a:pathLst>
              <a:path w="13220700" h="8775869">
                <a:moveTo>
                  <a:pt x="0" y="8775869"/>
                </a:moveTo>
                <a:lnTo>
                  <a:pt x="13220700" y="8775869"/>
                </a:lnTo>
                <a:lnTo>
                  <a:pt x="13220700" y="0"/>
                </a:lnTo>
                <a:lnTo>
                  <a:pt x="0" y="0"/>
                </a:lnTo>
                <a:lnTo>
                  <a:pt x="0" y="87758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49C1CE80-D30A-440B-8897-0ADB7083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969" y="5315143"/>
            <a:ext cx="2629360" cy="1049688"/>
          </a:xfrm>
          <a:custGeom xmlns:a="http://schemas.openxmlformats.org/drawingml/2006/main">
            <a:pathLst>
              <a:path w="2629360" h="1049688">
                <a:moveTo>
                  <a:pt x="2629360" y="138429"/>
                </a:moveTo>
                <a:cubicBezTo>
                  <a:pt x="2629360" y="61977"/>
                  <a:pt x="2567384" y="0"/>
                  <a:pt x="2491722" y="791"/>
                </a:cubicBezTo>
                <a:lnTo>
                  <a:pt x="2190343" y="791"/>
                </a:lnTo>
                <a:lnTo>
                  <a:pt x="1533002" y="791"/>
                </a:lnTo>
                <a:lnTo>
                  <a:pt x="137637" y="791"/>
                </a:lnTo>
                <a:cubicBezTo>
                  <a:pt x="62174" y="0"/>
                  <a:pt x="198" y="61977"/>
                  <a:pt x="0" y="138429"/>
                </a:cubicBezTo>
                <a:lnTo>
                  <a:pt x="0" y="484897"/>
                </a:lnTo>
                <a:lnTo>
                  <a:pt x="198" y="692145"/>
                </a:lnTo>
                <a:lnTo>
                  <a:pt x="0" y="691354"/>
                </a:lnTo>
                <a:cubicBezTo>
                  <a:pt x="198" y="768597"/>
                  <a:pt x="62174" y="830574"/>
                  <a:pt x="137637" y="831365"/>
                </a:cubicBezTo>
                <a:lnTo>
                  <a:pt x="1533002" y="831365"/>
                </a:lnTo>
                <a:lnTo>
                  <a:pt x="2382561" y="1049688"/>
                </a:lnTo>
                <a:lnTo>
                  <a:pt x="2190343" y="831365"/>
                </a:lnTo>
                <a:lnTo>
                  <a:pt x="2491722" y="831365"/>
                </a:lnTo>
                <a:cubicBezTo>
                  <a:pt x="2567384" y="830574"/>
                  <a:pt x="2629360" y="768597"/>
                  <a:pt x="2629360" y="692145"/>
                </a:cubicBezTo>
                <a:lnTo>
                  <a:pt x="2629360" y="691354"/>
                </a:lnTo>
                <a:lnTo>
                  <a:pt x="2629360" y="484897"/>
                </a:lnTo>
                <a:lnTo>
                  <a:pt x="2629360" y="138429"/>
                </a:lnTo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7477A1DF-D144-433C-9E67-E00AA453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279" y="5305255"/>
            <a:ext cx="2648938" cy="1078264"/>
          </a:xfrm>
          <a:custGeom xmlns:a="http://schemas.openxmlformats.org/drawingml/2006/main">
            <a:pathLst>
              <a:path w="2648938" h="1078264">
                <a:moveTo>
                  <a:pt x="2648741" y="140683"/>
                </a:moveTo>
                <a:lnTo>
                  <a:pt x="2648167" y="133168"/>
                </a:lnTo>
                <a:lnTo>
                  <a:pt x="2647237" y="125733"/>
                </a:lnTo>
                <a:lnTo>
                  <a:pt x="2645933" y="118435"/>
                </a:lnTo>
                <a:lnTo>
                  <a:pt x="2644271" y="111257"/>
                </a:lnTo>
                <a:lnTo>
                  <a:pt x="2642274" y="104217"/>
                </a:lnTo>
                <a:lnTo>
                  <a:pt x="2639940" y="97316"/>
                </a:lnTo>
                <a:lnTo>
                  <a:pt x="2637290" y="90572"/>
                </a:lnTo>
                <a:lnTo>
                  <a:pt x="2634304" y="84007"/>
                </a:lnTo>
                <a:lnTo>
                  <a:pt x="2631041" y="77619"/>
                </a:lnTo>
                <a:lnTo>
                  <a:pt x="2627462" y="71390"/>
                </a:lnTo>
                <a:lnTo>
                  <a:pt x="2623605" y="65378"/>
                </a:lnTo>
                <a:lnTo>
                  <a:pt x="2619472" y="59564"/>
                </a:lnTo>
                <a:lnTo>
                  <a:pt x="2615063" y="53967"/>
                </a:lnTo>
                <a:lnTo>
                  <a:pt x="2610415" y="48589"/>
                </a:lnTo>
                <a:lnTo>
                  <a:pt x="2605491" y="43447"/>
                </a:lnTo>
                <a:lnTo>
                  <a:pt x="2600350" y="38523"/>
                </a:lnTo>
                <a:lnTo>
                  <a:pt x="2594970" y="33875"/>
                </a:lnTo>
                <a:lnTo>
                  <a:pt x="2589375" y="29465"/>
                </a:lnTo>
                <a:lnTo>
                  <a:pt x="2583560" y="25332"/>
                </a:lnTo>
                <a:lnTo>
                  <a:pt x="2577548" y="21476"/>
                </a:lnTo>
                <a:lnTo>
                  <a:pt x="2571318" y="17897"/>
                </a:lnTo>
                <a:lnTo>
                  <a:pt x="2564931" y="14634"/>
                </a:lnTo>
                <a:lnTo>
                  <a:pt x="2558367" y="11648"/>
                </a:lnTo>
                <a:lnTo>
                  <a:pt x="2551623" y="8997"/>
                </a:lnTo>
                <a:lnTo>
                  <a:pt x="2544721" y="6664"/>
                </a:lnTo>
                <a:lnTo>
                  <a:pt x="2537681" y="4667"/>
                </a:lnTo>
                <a:lnTo>
                  <a:pt x="2530502" y="3005"/>
                </a:lnTo>
                <a:lnTo>
                  <a:pt x="2523205" y="1700"/>
                </a:lnTo>
                <a:lnTo>
                  <a:pt x="2515770" y="771"/>
                </a:lnTo>
                <a:lnTo>
                  <a:pt x="2508255" y="197"/>
                </a:lnTo>
                <a:lnTo>
                  <a:pt x="2500759" y="0"/>
                </a:lnTo>
                <a:lnTo>
                  <a:pt x="2200864" y="0"/>
                </a:lnTo>
                <a:lnTo>
                  <a:pt x="1543562" y="0"/>
                </a:lnTo>
                <a:lnTo>
                  <a:pt x="148178" y="0"/>
                </a:lnTo>
                <a:lnTo>
                  <a:pt x="140682" y="197"/>
                </a:lnTo>
                <a:lnTo>
                  <a:pt x="133168" y="771"/>
                </a:lnTo>
                <a:lnTo>
                  <a:pt x="125732" y="1700"/>
                </a:lnTo>
                <a:lnTo>
                  <a:pt x="118435" y="3005"/>
                </a:lnTo>
                <a:lnTo>
                  <a:pt x="111257" y="4667"/>
                </a:lnTo>
                <a:lnTo>
                  <a:pt x="104216" y="6664"/>
                </a:lnTo>
                <a:lnTo>
                  <a:pt x="97315" y="8997"/>
                </a:lnTo>
                <a:lnTo>
                  <a:pt x="90571" y="11648"/>
                </a:lnTo>
                <a:lnTo>
                  <a:pt x="84007" y="14634"/>
                </a:lnTo>
                <a:lnTo>
                  <a:pt x="77619" y="17897"/>
                </a:lnTo>
                <a:lnTo>
                  <a:pt x="71390" y="21476"/>
                </a:lnTo>
                <a:lnTo>
                  <a:pt x="65377" y="25332"/>
                </a:lnTo>
                <a:lnTo>
                  <a:pt x="59563" y="29465"/>
                </a:lnTo>
                <a:lnTo>
                  <a:pt x="53967" y="33875"/>
                </a:lnTo>
                <a:lnTo>
                  <a:pt x="48588" y="38523"/>
                </a:lnTo>
                <a:lnTo>
                  <a:pt x="43426" y="43447"/>
                </a:lnTo>
                <a:lnTo>
                  <a:pt x="38523" y="48589"/>
                </a:lnTo>
                <a:lnTo>
                  <a:pt x="33874" y="53967"/>
                </a:lnTo>
                <a:lnTo>
                  <a:pt x="29465" y="59564"/>
                </a:lnTo>
                <a:lnTo>
                  <a:pt x="25332" y="65378"/>
                </a:lnTo>
                <a:lnTo>
                  <a:pt x="21477" y="71390"/>
                </a:lnTo>
                <a:lnTo>
                  <a:pt x="17896" y="77619"/>
                </a:lnTo>
                <a:lnTo>
                  <a:pt x="14634" y="84007"/>
                </a:lnTo>
                <a:lnTo>
                  <a:pt x="11648" y="90572"/>
                </a:lnTo>
                <a:lnTo>
                  <a:pt x="8997" y="97316"/>
                </a:lnTo>
                <a:lnTo>
                  <a:pt x="6664" y="104217"/>
                </a:lnTo>
                <a:lnTo>
                  <a:pt x="4666" y="111257"/>
                </a:lnTo>
                <a:lnTo>
                  <a:pt x="3005" y="118435"/>
                </a:lnTo>
                <a:lnTo>
                  <a:pt x="1700" y="125733"/>
                </a:lnTo>
                <a:lnTo>
                  <a:pt x="772" y="133168"/>
                </a:lnTo>
                <a:lnTo>
                  <a:pt x="196" y="140683"/>
                </a:lnTo>
                <a:lnTo>
                  <a:pt x="0" y="148178"/>
                </a:lnTo>
                <a:lnTo>
                  <a:pt x="0" y="494389"/>
                </a:lnTo>
                <a:lnTo>
                  <a:pt x="0" y="702033"/>
                </a:lnTo>
                <a:lnTo>
                  <a:pt x="0" y="702171"/>
                </a:lnTo>
                <a:lnTo>
                  <a:pt x="196" y="709666"/>
                </a:lnTo>
                <a:lnTo>
                  <a:pt x="772" y="717181"/>
                </a:lnTo>
                <a:lnTo>
                  <a:pt x="1700" y="724617"/>
                </a:lnTo>
                <a:lnTo>
                  <a:pt x="3005" y="731914"/>
                </a:lnTo>
                <a:lnTo>
                  <a:pt x="4666" y="739092"/>
                </a:lnTo>
                <a:lnTo>
                  <a:pt x="6664" y="746132"/>
                </a:lnTo>
                <a:lnTo>
                  <a:pt x="8997" y="753033"/>
                </a:lnTo>
                <a:lnTo>
                  <a:pt x="11648" y="759778"/>
                </a:lnTo>
                <a:lnTo>
                  <a:pt x="14634" y="766342"/>
                </a:lnTo>
                <a:lnTo>
                  <a:pt x="17896" y="772730"/>
                </a:lnTo>
                <a:lnTo>
                  <a:pt x="21477" y="778959"/>
                </a:lnTo>
                <a:lnTo>
                  <a:pt x="25332" y="784972"/>
                </a:lnTo>
                <a:lnTo>
                  <a:pt x="29465" y="790785"/>
                </a:lnTo>
                <a:lnTo>
                  <a:pt x="33874" y="796383"/>
                </a:lnTo>
                <a:lnTo>
                  <a:pt x="38523" y="801761"/>
                </a:lnTo>
                <a:lnTo>
                  <a:pt x="43426" y="806902"/>
                </a:lnTo>
                <a:lnTo>
                  <a:pt x="48588" y="811827"/>
                </a:lnTo>
                <a:lnTo>
                  <a:pt x="53967" y="816474"/>
                </a:lnTo>
                <a:lnTo>
                  <a:pt x="59563" y="820884"/>
                </a:lnTo>
                <a:lnTo>
                  <a:pt x="65377" y="825017"/>
                </a:lnTo>
                <a:lnTo>
                  <a:pt x="71390" y="828874"/>
                </a:lnTo>
                <a:lnTo>
                  <a:pt x="77619" y="832452"/>
                </a:lnTo>
                <a:lnTo>
                  <a:pt x="84007" y="835715"/>
                </a:lnTo>
                <a:lnTo>
                  <a:pt x="90571" y="838702"/>
                </a:lnTo>
                <a:lnTo>
                  <a:pt x="97315" y="841351"/>
                </a:lnTo>
                <a:lnTo>
                  <a:pt x="104216" y="843685"/>
                </a:lnTo>
                <a:lnTo>
                  <a:pt x="111257" y="845682"/>
                </a:lnTo>
                <a:lnTo>
                  <a:pt x="118435" y="847344"/>
                </a:lnTo>
                <a:lnTo>
                  <a:pt x="125732" y="848650"/>
                </a:lnTo>
                <a:lnTo>
                  <a:pt x="133168" y="849579"/>
                </a:lnTo>
                <a:lnTo>
                  <a:pt x="140682" y="850152"/>
                </a:lnTo>
                <a:lnTo>
                  <a:pt x="148178" y="850350"/>
                </a:lnTo>
                <a:lnTo>
                  <a:pt x="1543562" y="850350"/>
                </a:lnTo>
                <a:lnTo>
                  <a:pt x="1541090" y="850033"/>
                </a:lnTo>
                <a:lnTo>
                  <a:pt x="2421815" y="1078264"/>
                </a:lnTo>
                <a:lnTo>
                  <a:pt x="2208298" y="833956"/>
                </a:lnTo>
                <a:lnTo>
                  <a:pt x="2200864" y="850350"/>
                </a:lnTo>
                <a:lnTo>
                  <a:pt x="2500759" y="850350"/>
                </a:lnTo>
                <a:lnTo>
                  <a:pt x="2508255" y="850152"/>
                </a:lnTo>
                <a:lnTo>
                  <a:pt x="2515770" y="849579"/>
                </a:lnTo>
                <a:lnTo>
                  <a:pt x="2523205" y="848650"/>
                </a:lnTo>
                <a:lnTo>
                  <a:pt x="2530502" y="847344"/>
                </a:lnTo>
                <a:lnTo>
                  <a:pt x="2537681" y="845682"/>
                </a:lnTo>
                <a:lnTo>
                  <a:pt x="2544721" y="843685"/>
                </a:lnTo>
                <a:lnTo>
                  <a:pt x="2551623" y="841351"/>
                </a:lnTo>
                <a:lnTo>
                  <a:pt x="2558367" y="838702"/>
                </a:lnTo>
                <a:lnTo>
                  <a:pt x="2564931" y="835715"/>
                </a:lnTo>
                <a:lnTo>
                  <a:pt x="2571318" y="832452"/>
                </a:lnTo>
                <a:lnTo>
                  <a:pt x="2577548" y="828874"/>
                </a:lnTo>
                <a:lnTo>
                  <a:pt x="2583560" y="825017"/>
                </a:lnTo>
                <a:lnTo>
                  <a:pt x="2589375" y="820884"/>
                </a:lnTo>
                <a:lnTo>
                  <a:pt x="2594970" y="816474"/>
                </a:lnTo>
                <a:lnTo>
                  <a:pt x="2600350" y="811827"/>
                </a:lnTo>
                <a:lnTo>
                  <a:pt x="2605491" y="806902"/>
                </a:lnTo>
                <a:lnTo>
                  <a:pt x="2610415" y="801761"/>
                </a:lnTo>
                <a:lnTo>
                  <a:pt x="2615063" y="796383"/>
                </a:lnTo>
                <a:lnTo>
                  <a:pt x="2619472" y="790785"/>
                </a:lnTo>
                <a:lnTo>
                  <a:pt x="2623605" y="784972"/>
                </a:lnTo>
                <a:lnTo>
                  <a:pt x="2627462" y="778959"/>
                </a:lnTo>
                <a:lnTo>
                  <a:pt x="2631041" y="772730"/>
                </a:lnTo>
                <a:lnTo>
                  <a:pt x="2634304" y="766342"/>
                </a:lnTo>
                <a:lnTo>
                  <a:pt x="2637290" y="759778"/>
                </a:lnTo>
                <a:lnTo>
                  <a:pt x="2639940" y="753033"/>
                </a:lnTo>
                <a:lnTo>
                  <a:pt x="2642274" y="746132"/>
                </a:lnTo>
                <a:lnTo>
                  <a:pt x="2644271" y="739092"/>
                </a:lnTo>
                <a:lnTo>
                  <a:pt x="2645933" y="731914"/>
                </a:lnTo>
                <a:lnTo>
                  <a:pt x="2647237" y="724617"/>
                </a:lnTo>
                <a:lnTo>
                  <a:pt x="2648167" y="717181"/>
                </a:lnTo>
                <a:lnTo>
                  <a:pt x="2648741" y="709666"/>
                </a:lnTo>
                <a:lnTo>
                  <a:pt x="2648938" y="702171"/>
                </a:lnTo>
                <a:lnTo>
                  <a:pt x="2648938" y="702033"/>
                </a:lnTo>
                <a:lnTo>
                  <a:pt x="2648938" y="494389"/>
                </a:lnTo>
                <a:lnTo>
                  <a:pt x="2648938" y="148178"/>
                </a:lnTo>
                <a:lnTo>
                  <a:pt x="2648741" y="140683"/>
                </a:lnTo>
                <a:moveTo>
                  <a:pt x="2629162" y="148554"/>
                </a:moveTo>
                <a:lnTo>
                  <a:pt x="2629162" y="148317"/>
                </a:lnTo>
                <a:lnTo>
                  <a:pt x="2629162" y="494389"/>
                </a:lnTo>
                <a:lnTo>
                  <a:pt x="2629162" y="702033"/>
                </a:lnTo>
                <a:lnTo>
                  <a:pt x="2629162" y="701795"/>
                </a:lnTo>
                <a:lnTo>
                  <a:pt x="2628984" y="708915"/>
                </a:lnTo>
                <a:lnTo>
                  <a:pt x="2629004" y="708420"/>
                </a:lnTo>
                <a:lnTo>
                  <a:pt x="2628470" y="715440"/>
                </a:lnTo>
                <a:lnTo>
                  <a:pt x="2628529" y="714946"/>
                </a:lnTo>
                <a:lnTo>
                  <a:pt x="2627640" y="721868"/>
                </a:lnTo>
                <a:lnTo>
                  <a:pt x="2627718" y="721374"/>
                </a:lnTo>
                <a:lnTo>
                  <a:pt x="2626513" y="728196"/>
                </a:lnTo>
                <a:lnTo>
                  <a:pt x="2626611" y="727721"/>
                </a:lnTo>
                <a:lnTo>
                  <a:pt x="2625050" y="734406"/>
                </a:lnTo>
                <a:lnTo>
                  <a:pt x="2625188" y="733930"/>
                </a:lnTo>
                <a:lnTo>
                  <a:pt x="2623309" y="740496"/>
                </a:lnTo>
                <a:lnTo>
                  <a:pt x="2623468" y="740041"/>
                </a:lnTo>
                <a:lnTo>
                  <a:pt x="2621292" y="746468"/>
                </a:lnTo>
                <a:lnTo>
                  <a:pt x="2621451" y="746015"/>
                </a:lnTo>
                <a:lnTo>
                  <a:pt x="2618979" y="752283"/>
                </a:lnTo>
                <a:lnTo>
                  <a:pt x="2619156" y="751848"/>
                </a:lnTo>
                <a:lnTo>
                  <a:pt x="2616387" y="757977"/>
                </a:lnTo>
                <a:lnTo>
                  <a:pt x="2616606" y="757543"/>
                </a:lnTo>
                <a:lnTo>
                  <a:pt x="2613540" y="763515"/>
                </a:lnTo>
                <a:lnTo>
                  <a:pt x="2613778" y="763099"/>
                </a:lnTo>
                <a:lnTo>
                  <a:pt x="2610435" y="768893"/>
                </a:lnTo>
                <a:lnTo>
                  <a:pt x="2610693" y="768478"/>
                </a:lnTo>
                <a:lnTo>
                  <a:pt x="2607093" y="774095"/>
                </a:lnTo>
                <a:lnTo>
                  <a:pt x="2607350" y="773700"/>
                </a:lnTo>
                <a:lnTo>
                  <a:pt x="2603493" y="779138"/>
                </a:lnTo>
                <a:lnTo>
                  <a:pt x="2603770" y="778742"/>
                </a:lnTo>
                <a:lnTo>
                  <a:pt x="2599657" y="783983"/>
                </a:lnTo>
                <a:lnTo>
                  <a:pt x="2599974" y="783607"/>
                </a:lnTo>
                <a:lnTo>
                  <a:pt x="2595623" y="788630"/>
                </a:lnTo>
                <a:lnTo>
                  <a:pt x="2595939" y="788294"/>
                </a:lnTo>
                <a:lnTo>
                  <a:pt x="2591351" y="793099"/>
                </a:lnTo>
                <a:lnTo>
                  <a:pt x="2591688" y="792763"/>
                </a:lnTo>
                <a:lnTo>
                  <a:pt x="2586882" y="797351"/>
                </a:lnTo>
                <a:lnTo>
                  <a:pt x="2587218" y="797035"/>
                </a:lnTo>
                <a:lnTo>
                  <a:pt x="2582195" y="801385"/>
                </a:lnTo>
                <a:lnTo>
                  <a:pt x="2582572" y="801069"/>
                </a:lnTo>
                <a:lnTo>
                  <a:pt x="2577330" y="805181"/>
                </a:lnTo>
                <a:lnTo>
                  <a:pt x="2577727" y="804905"/>
                </a:lnTo>
                <a:lnTo>
                  <a:pt x="2572288" y="808761"/>
                </a:lnTo>
                <a:lnTo>
                  <a:pt x="2572684" y="808505"/>
                </a:lnTo>
                <a:lnTo>
                  <a:pt x="2567067" y="812104"/>
                </a:lnTo>
                <a:lnTo>
                  <a:pt x="2567483" y="811846"/>
                </a:lnTo>
                <a:lnTo>
                  <a:pt x="2561688" y="815188"/>
                </a:lnTo>
                <a:lnTo>
                  <a:pt x="2562103" y="814951"/>
                </a:lnTo>
                <a:lnTo>
                  <a:pt x="2556131" y="818017"/>
                </a:lnTo>
                <a:lnTo>
                  <a:pt x="2556567" y="817798"/>
                </a:lnTo>
                <a:lnTo>
                  <a:pt x="2550437" y="820567"/>
                </a:lnTo>
                <a:lnTo>
                  <a:pt x="2550871" y="820390"/>
                </a:lnTo>
                <a:lnTo>
                  <a:pt x="2544601" y="822862"/>
                </a:lnTo>
                <a:lnTo>
                  <a:pt x="2545056" y="822703"/>
                </a:lnTo>
                <a:lnTo>
                  <a:pt x="2538610" y="824878"/>
                </a:lnTo>
                <a:lnTo>
                  <a:pt x="2539084" y="824720"/>
                </a:lnTo>
                <a:lnTo>
                  <a:pt x="2532519" y="826599"/>
                </a:lnTo>
                <a:lnTo>
                  <a:pt x="2532994" y="826461"/>
                </a:lnTo>
                <a:lnTo>
                  <a:pt x="2526290" y="828023"/>
                </a:lnTo>
                <a:lnTo>
                  <a:pt x="2526783" y="827924"/>
                </a:lnTo>
                <a:lnTo>
                  <a:pt x="2519962" y="829131"/>
                </a:lnTo>
                <a:lnTo>
                  <a:pt x="2520457" y="829051"/>
                </a:lnTo>
                <a:lnTo>
                  <a:pt x="2513534" y="829941"/>
                </a:lnTo>
                <a:lnTo>
                  <a:pt x="2514030" y="829882"/>
                </a:lnTo>
                <a:lnTo>
                  <a:pt x="2507008" y="830416"/>
                </a:lnTo>
                <a:lnTo>
                  <a:pt x="2507503" y="830396"/>
                </a:lnTo>
                <a:lnTo>
                  <a:pt x="2500384" y="830574"/>
                </a:lnTo>
                <a:lnTo>
                  <a:pt x="2500620" y="830574"/>
                </a:lnTo>
                <a:lnTo>
                  <a:pt x="2179090" y="830574"/>
                </a:lnTo>
                <a:lnTo>
                  <a:pt x="2385863" y="1067169"/>
                </a:lnTo>
                <a:lnTo>
                  <a:pt x="2395791" y="1051091"/>
                </a:lnTo>
                <a:lnTo>
                  <a:pt x="1544828" y="830574"/>
                </a:lnTo>
                <a:lnTo>
                  <a:pt x="148317" y="830574"/>
                </a:lnTo>
                <a:lnTo>
                  <a:pt x="148554" y="830574"/>
                </a:lnTo>
                <a:lnTo>
                  <a:pt x="141434" y="830396"/>
                </a:lnTo>
                <a:lnTo>
                  <a:pt x="141930" y="830416"/>
                </a:lnTo>
                <a:lnTo>
                  <a:pt x="134908" y="829882"/>
                </a:lnTo>
                <a:lnTo>
                  <a:pt x="135403" y="829941"/>
                </a:lnTo>
                <a:lnTo>
                  <a:pt x="128480" y="829051"/>
                </a:lnTo>
                <a:lnTo>
                  <a:pt x="128976" y="829131"/>
                </a:lnTo>
                <a:lnTo>
                  <a:pt x="122154" y="827924"/>
                </a:lnTo>
                <a:lnTo>
                  <a:pt x="122628" y="828023"/>
                </a:lnTo>
                <a:lnTo>
                  <a:pt x="115944" y="826461"/>
                </a:lnTo>
                <a:lnTo>
                  <a:pt x="116418" y="826599"/>
                </a:lnTo>
                <a:lnTo>
                  <a:pt x="109853" y="824720"/>
                </a:lnTo>
                <a:lnTo>
                  <a:pt x="110309" y="824878"/>
                </a:lnTo>
                <a:lnTo>
                  <a:pt x="103881" y="822703"/>
                </a:lnTo>
                <a:lnTo>
                  <a:pt x="104336" y="822862"/>
                </a:lnTo>
                <a:lnTo>
                  <a:pt x="98067" y="820390"/>
                </a:lnTo>
                <a:lnTo>
                  <a:pt x="98501" y="820567"/>
                </a:lnTo>
                <a:lnTo>
                  <a:pt x="92371" y="817798"/>
                </a:lnTo>
                <a:lnTo>
                  <a:pt x="92806" y="818017"/>
                </a:lnTo>
                <a:lnTo>
                  <a:pt x="86834" y="814951"/>
                </a:lnTo>
                <a:lnTo>
                  <a:pt x="87249" y="815188"/>
                </a:lnTo>
                <a:lnTo>
                  <a:pt x="81455" y="811846"/>
                </a:lnTo>
                <a:lnTo>
                  <a:pt x="81870" y="812104"/>
                </a:lnTo>
                <a:lnTo>
                  <a:pt x="76253" y="808505"/>
                </a:lnTo>
                <a:lnTo>
                  <a:pt x="76650" y="808761"/>
                </a:lnTo>
                <a:lnTo>
                  <a:pt x="71211" y="804905"/>
                </a:lnTo>
                <a:lnTo>
                  <a:pt x="71607" y="805181"/>
                </a:lnTo>
                <a:lnTo>
                  <a:pt x="66366" y="801069"/>
                </a:lnTo>
                <a:lnTo>
                  <a:pt x="66742" y="801385"/>
                </a:lnTo>
                <a:lnTo>
                  <a:pt x="61719" y="797035"/>
                </a:lnTo>
                <a:lnTo>
                  <a:pt x="62056" y="797351"/>
                </a:lnTo>
                <a:lnTo>
                  <a:pt x="57250" y="792763"/>
                </a:lnTo>
                <a:lnTo>
                  <a:pt x="57586" y="793099"/>
                </a:lnTo>
                <a:lnTo>
                  <a:pt x="52999" y="788294"/>
                </a:lnTo>
                <a:lnTo>
                  <a:pt x="53314" y="788630"/>
                </a:lnTo>
                <a:lnTo>
                  <a:pt x="48963" y="783607"/>
                </a:lnTo>
                <a:lnTo>
                  <a:pt x="49281" y="783983"/>
                </a:lnTo>
                <a:lnTo>
                  <a:pt x="45168" y="778742"/>
                </a:lnTo>
                <a:lnTo>
                  <a:pt x="45444" y="779138"/>
                </a:lnTo>
                <a:lnTo>
                  <a:pt x="41587" y="773700"/>
                </a:lnTo>
                <a:lnTo>
                  <a:pt x="41844" y="774095"/>
                </a:lnTo>
                <a:lnTo>
                  <a:pt x="38245" y="768478"/>
                </a:lnTo>
                <a:lnTo>
                  <a:pt x="38503" y="768893"/>
                </a:lnTo>
                <a:lnTo>
                  <a:pt x="35160" y="763099"/>
                </a:lnTo>
                <a:lnTo>
                  <a:pt x="35398" y="763515"/>
                </a:lnTo>
                <a:lnTo>
                  <a:pt x="32332" y="757543"/>
                </a:lnTo>
                <a:lnTo>
                  <a:pt x="32550" y="757977"/>
                </a:lnTo>
                <a:lnTo>
                  <a:pt x="29782" y="751848"/>
                </a:lnTo>
                <a:lnTo>
                  <a:pt x="29960" y="752283"/>
                </a:lnTo>
                <a:lnTo>
                  <a:pt x="27487" y="746015"/>
                </a:lnTo>
                <a:lnTo>
                  <a:pt x="27645" y="746468"/>
                </a:lnTo>
                <a:lnTo>
                  <a:pt x="25470" y="740041"/>
                </a:lnTo>
                <a:lnTo>
                  <a:pt x="25629" y="740496"/>
                </a:lnTo>
                <a:lnTo>
                  <a:pt x="23750" y="733930"/>
                </a:lnTo>
                <a:lnTo>
                  <a:pt x="23888" y="734406"/>
                </a:lnTo>
                <a:lnTo>
                  <a:pt x="22326" y="727721"/>
                </a:lnTo>
                <a:lnTo>
                  <a:pt x="22425" y="728196"/>
                </a:lnTo>
                <a:lnTo>
                  <a:pt x="21219" y="721374"/>
                </a:lnTo>
                <a:lnTo>
                  <a:pt x="21298" y="721868"/>
                </a:lnTo>
                <a:lnTo>
                  <a:pt x="20408" y="714946"/>
                </a:lnTo>
                <a:lnTo>
                  <a:pt x="20467" y="715440"/>
                </a:lnTo>
                <a:lnTo>
                  <a:pt x="19933" y="708420"/>
                </a:lnTo>
                <a:lnTo>
                  <a:pt x="19953" y="708915"/>
                </a:lnTo>
                <a:lnTo>
                  <a:pt x="19775" y="701795"/>
                </a:lnTo>
                <a:lnTo>
                  <a:pt x="19775" y="702033"/>
                </a:lnTo>
                <a:lnTo>
                  <a:pt x="19775" y="494389"/>
                </a:lnTo>
                <a:lnTo>
                  <a:pt x="19775" y="148317"/>
                </a:lnTo>
                <a:lnTo>
                  <a:pt x="19775" y="148554"/>
                </a:lnTo>
                <a:lnTo>
                  <a:pt x="19953" y="141435"/>
                </a:lnTo>
                <a:lnTo>
                  <a:pt x="19933" y="141929"/>
                </a:lnTo>
                <a:lnTo>
                  <a:pt x="20467" y="134909"/>
                </a:lnTo>
                <a:lnTo>
                  <a:pt x="20408" y="135403"/>
                </a:lnTo>
                <a:lnTo>
                  <a:pt x="21298" y="128481"/>
                </a:lnTo>
                <a:lnTo>
                  <a:pt x="21219" y="128976"/>
                </a:lnTo>
                <a:lnTo>
                  <a:pt x="22425" y="122154"/>
                </a:lnTo>
                <a:lnTo>
                  <a:pt x="22326" y="122628"/>
                </a:lnTo>
                <a:lnTo>
                  <a:pt x="23888" y="115944"/>
                </a:lnTo>
                <a:lnTo>
                  <a:pt x="23750" y="116419"/>
                </a:lnTo>
                <a:lnTo>
                  <a:pt x="25629" y="109853"/>
                </a:lnTo>
                <a:lnTo>
                  <a:pt x="25470" y="110308"/>
                </a:lnTo>
                <a:lnTo>
                  <a:pt x="27645" y="103881"/>
                </a:lnTo>
                <a:lnTo>
                  <a:pt x="27487" y="104336"/>
                </a:lnTo>
                <a:lnTo>
                  <a:pt x="29960" y="98067"/>
                </a:lnTo>
                <a:lnTo>
                  <a:pt x="29782" y="98502"/>
                </a:lnTo>
                <a:lnTo>
                  <a:pt x="32550" y="92371"/>
                </a:lnTo>
                <a:lnTo>
                  <a:pt x="32332" y="92807"/>
                </a:lnTo>
                <a:lnTo>
                  <a:pt x="35398" y="86834"/>
                </a:lnTo>
                <a:lnTo>
                  <a:pt x="35160" y="87250"/>
                </a:lnTo>
                <a:lnTo>
                  <a:pt x="38503" y="81455"/>
                </a:lnTo>
                <a:lnTo>
                  <a:pt x="38245" y="81871"/>
                </a:lnTo>
                <a:lnTo>
                  <a:pt x="41844" y="76254"/>
                </a:lnTo>
                <a:lnTo>
                  <a:pt x="41587" y="76650"/>
                </a:lnTo>
                <a:lnTo>
                  <a:pt x="45444" y="71212"/>
                </a:lnTo>
                <a:lnTo>
                  <a:pt x="45168" y="71607"/>
                </a:lnTo>
                <a:lnTo>
                  <a:pt x="49281" y="66367"/>
                </a:lnTo>
                <a:lnTo>
                  <a:pt x="48963" y="66742"/>
                </a:lnTo>
                <a:lnTo>
                  <a:pt x="53314" y="61720"/>
                </a:lnTo>
                <a:lnTo>
                  <a:pt x="52999" y="62056"/>
                </a:lnTo>
                <a:lnTo>
                  <a:pt x="57586" y="57250"/>
                </a:lnTo>
                <a:lnTo>
                  <a:pt x="57250" y="57586"/>
                </a:lnTo>
                <a:lnTo>
                  <a:pt x="62056" y="52999"/>
                </a:lnTo>
                <a:lnTo>
                  <a:pt x="61719" y="53314"/>
                </a:lnTo>
                <a:lnTo>
                  <a:pt x="66742" y="48964"/>
                </a:lnTo>
                <a:lnTo>
                  <a:pt x="66366" y="49280"/>
                </a:lnTo>
                <a:lnTo>
                  <a:pt x="71607" y="45167"/>
                </a:lnTo>
                <a:lnTo>
                  <a:pt x="71211" y="45444"/>
                </a:lnTo>
                <a:lnTo>
                  <a:pt x="76650" y="41588"/>
                </a:lnTo>
                <a:lnTo>
                  <a:pt x="76253" y="41845"/>
                </a:lnTo>
                <a:lnTo>
                  <a:pt x="81870" y="38246"/>
                </a:lnTo>
                <a:lnTo>
                  <a:pt x="81455" y="38503"/>
                </a:lnTo>
                <a:lnTo>
                  <a:pt x="87249" y="35161"/>
                </a:lnTo>
                <a:lnTo>
                  <a:pt x="86834" y="35398"/>
                </a:lnTo>
                <a:lnTo>
                  <a:pt x="92806" y="32332"/>
                </a:lnTo>
                <a:lnTo>
                  <a:pt x="92371" y="32551"/>
                </a:lnTo>
                <a:lnTo>
                  <a:pt x="98501" y="29782"/>
                </a:lnTo>
                <a:lnTo>
                  <a:pt x="98067" y="29960"/>
                </a:lnTo>
                <a:lnTo>
                  <a:pt x="104336" y="27487"/>
                </a:lnTo>
                <a:lnTo>
                  <a:pt x="103881" y="27646"/>
                </a:lnTo>
                <a:lnTo>
                  <a:pt x="110309" y="25471"/>
                </a:lnTo>
                <a:lnTo>
                  <a:pt x="109853" y="25629"/>
                </a:lnTo>
                <a:lnTo>
                  <a:pt x="116418" y="23750"/>
                </a:lnTo>
                <a:lnTo>
                  <a:pt x="115944" y="23888"/>
                </a:lnTo>
                <a:lnTo>
                  <a:pt x="122628" y="22326"/>
                </a:lnTo>
                <a:lnTo>
                  <a:pt x="122154" y="22425"/>
                </a:lnTo>
                <a:lnTo>
                  <a:pt x="128976" y="21219"/>
                </a:lnTo>
                <a:lnTo>
                  <a:pt x="128480" y="21298"/>
                </a:lnTo>
                <a:lnTo>
                  <a:pt x="135403" y="20408"/>
                </a:lnTo>
                <a:lnTo>
                  <a:pt x="134908" y="20467"/>
                </a:lnTo>
                <a:lnTo>
                  <a:pt x="141930" y="19933"/>
                </a:lnTo>
                <a:lnTo>
                  <a:pt x="141434" y="19953"/>
                </a:lnTo>
                <a:lnTo>
                  <a:pt x="148554" y="19776"/>
                </a:lnTo>
                <a:lnTo>
                  <a:pt x="148317" y="19776"/>
                </a:lnTo>
                <a:lnTo>
                  <a:pt x="1543562" y="19776"/>
                </a:lnTo>
                <a:lnTo>
                  <a:pt x="2200864" y="19776"/>
                </a:lnTo>
                <a:lnTo>
                  <a:pt x="2500620" y="19776"/>
                </a:lnTo>
                <a:lnTo>
                  <a:pt x="2500384" y="19776"/>
                </a:lnTo>
                <a:lnTo>
                  <a:pt x="2507503" y="19953"/>
                </a:lnTo>
                <a:lnTo>
                  <a:pt x="2507008" y="19933"/>
                </a:lnTo>
                <a:lnTo>
                  <a:pt x="2514030" y="20467"/>
                </a:lnTo>
                <a:lnTo>
                  <a:pt x="2513534" y="20408"/>
                </a:lnTo>
                <a:lnTo>
                  <a:pt x="2520457" y="21298"/>
                </a:lnTo>
                <a:lnTo>
                  <a:pt x="2519962" y="21219"/>
                </a:lnTo>
                <a:lnTo>
                  <a:pt x="2526783" y="22425"/>
                </a:lnTo>
                <a:lnTo>
                  <a:pt x="2526290" y="22326"/>
                </a:lnTo>
                <a:lnTo>
                  <a:pt x="2532994" y="23888"/>
                </a:lnTo>
                <a:lnTo>
                  <a:pt x="2532519" y="23750"/>
                </a:lnTo>
                <a:lnTo>
                  <a:pt x="2539084" y="25629"/>
                </a:lnTo>
                <a:lnTo>
                  <a:pt x="2538610" y="25471"/>
                </a:lnTo>
                <a:lnTo>
                  <a:pt x="2545056" y="27646"/>
                </a:lnTo>
                <a:lnTo>
                  <a:pt x="2544601" y="27487"/>
                </a:lnTo>
                <a:lnTo>
                  <a:pt x="2550871" y="29960"/>
                </a:lnTo>
                <a:lnTo>
                  <a:pt x="2550437" y="29782"/>
                </a:lnTo>
                <a:lnTo>
                  <a:pt x="2556567" y="32551"/>
                </a:lnTo>
                <a:lnTo>
                  <a:pt x="2556131" y="32332"/>
                </a:lnTo>
                <a:lnTo>
                  <a:pt x="2562103" y="35398"/>
                </a:lnTo>
                <a:lnTo>
                  <a:pt x="2561688" y="35161"/>
                </a:lnTo>
                <a:lnTo>
                  <a:pt x="2567483" y="38503"/>
                </a:lnTo>
                <a:lnTo>
                  <a:pt x="2567067" y="38246"/>
                </a:lnTo>
                <a:lnTo>
                  <a:pt x="2572684" y="41845"/>
                </a:lnTo>
                <a:lnTo>
                  <a:pt x="2572288" y="41588"/>
                </a:lnTo>
                <a:lnTo>
                  <a:pt x="2577727" y="45444"/>
                </a:lnTo>
                <a:lnTo>
                  <a:pt x="2577330" y="45167"/>
                </a:lnTo>
                <a:lnTo>
                  <a:pt x="2582572" y="49280"/>
                </a:lnTo>
                <a:lnTo>
                  <a:pt x="2582195" y="48964"/>
                </a:lnTo>
                <a:lnTo>
                  <a:pt x="2587218" y="53314"/>
                </a:lnTo>
                <a:lnTo>
                  <a:pt x="2586882" y="52999"/>
                </a:lnTo>
                <a:lnTo>
                  <a:pt x="2591688" y="57586"/>
                </a:lnTo>
                <a:lnTo>
                  <a:pt x="2591351" y="57250"/>
                </a:lnTo>
                <a:lnTo>
                  <a:pt x="2595939" y="62056"/>
                </a:lnTo>
                <a:lnTo>
                  <a:pt x="2595623" y="61720"/>
                </a:lnTo>
                <a:lnTo>
                  <a:pt x="2599974" y="66742"/>
                </a:lnTo>
                <a:lnTo>
                  <a:pt x="2599657" y="66367"/>
                </a:lnTo>
                <a:lnTo>
                  <a:pt x="2603770" y="71607"/>
                </a:lnTo>
                <a:lnTo>
                  <a:pt x="2603493" y="71212"/>
                </a:lnTo>
                <a:lnTo>
                  <a:pt x="2607350" y="76650"/>
                </a:lnTo>
                <a:lnTo>
                  <a:pt x="2607093" y="76254"/>
                </a:lnTo>
                <a:lnTo>
                  <a:pt x="2610693" y="81871"/>
                </a:lnTo>
                <a:lnTo>
                  <a:pt x="2610435" y="81455"/>
                </a:lnTo>
                <a:lnTo>
                  <a:pt x="2613778" y="87250"/>
                </a:lnTo>
                <a:lnTo>
                  <a:pt x="2613540" y="86834"/>
                </a:lnTo>
                <a:lnTo>
                  <a:pt x="2616606" y="92807"/>
                </a:lnTo>
                <a:lnTo>
                  <a:pt x="2616387" y="92371"/>
                </a:lnTo>
                <a:lnTo>
                  <a:pt x="2619156" y="98502"/>
                </a:lnTo>
                <a:lnTo>
                  <a:pt x="2618979" y="98067"/>
                </a:lnTo>
                <a:lnTo>
                  <a:pt x="2621451" y="104336"/>
                </a:lnTo>
                <a:lnTo>
                  <a:pt x="2621292" y="103881"/>
                </a:lnTo>
                <a:lnTo>
                  <a:pt x="2623468" y="110308"/>
                </a:lnTo>
                <a:lnTo>
                  <a:pt x="2623309" y="109853"/>
                </a:lnTo>
                <a:lnTo>
                  <a:pt x="2625188" y="116419"/>
                </a:lnTo>
                <a:lnTo>
                  <a:pt x="2625050" y="115944"/>
                </a:lnTo>
                <a:lnTo>
                  <a:pt x="2626611" y="122628"/>
                </a:lnTo>
                <a:lnTo>
                  <a:pt x="2626513" y="122154"/>
                </a:lnTo>
                <a:lnTo>
                  <a:pt x="2627718" y="128976"/>
                </a:lnTo>
                <a:lnTo>
                  <a:pt x="2627640" y="128481"/>
                </a:lnTo>
                <a:lnTo>
                  <a:pt x="2628529" y="135403"/>
                </a:lnTo>
                <a:lnTo>
                  <a:pt x="2628470" y="134909"/>
                </a:lnTo>
                <a:lnTo>
                  <a:pt x="2629004" y="141929"/>
                </a:lnTo>
                <a:lnTo>
                  <a:pt x="2628984" y="141435"/>
                </a:lnTo>
                <a:lnTo>
                  <a:pt x="2629162" y="148554"/>
                </a:lnTo>
              </a:path>
            </a:pathLst>
          </a:custGeom>
          <a:solidFill xmlns:a="http://schemas.openxmlformats.org/drawingml/2006/main">
            <a:srgbClr val="FED96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482C4-BFA2-45E8-8082-FBCE813FD0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06f0a0c2f442f"/>
          <a:stretch xmlns:a="http://schemas.openxmlformats.org/drawingml/2006/main"/>
        </p:blipFill>
        <p:spPr>
          <a:xfrm xmlns:a="http://schemas.openxmlformats.org/drawingml/2006/main">
            <a:off x="508486" y="3440394"/>
            <a:ext cx="1343025" cy="923925"/>
          </a:xfrm>
          <a:prstGeom xmlns:a="http://schemas.openxmlformats.org/drawingml/2006/main" prst="rect">
            <a:avLst/>
          </a:prstGeom>
        </p:spPr>
      </p:pic>
      <p:sp>
        <p:nvSpPr>
          <p:cNvPr id="5" name="text-5 Image">
            <a:extLst xmlns:a="http://schemas.openxmlformats.org/drawingml/2006/main">
              <a:ext uri="{FF2B5EF4-FFF2-40B4-BE49-F238E27FC236}">
                <a16:creationId xmlns:a16="http://schemas.microsoft.com/office/drawing/2014/main" id="{8316ABA9-F821-4B75-89F8-9F5529B1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237" y="4363120"/>
            <a:ext cx="610000" cy="276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6" name="text-5 1">
            <a:extLst xmlns:a="http://schemas.openxmlformats.org/drawingml/2006/main">
              <a:ext uri="{FF2B5EF4-FFF2-40B4-BE49-F238E27FC236}">
                <a16:creationId xmlns:a16="http://schemas.microsoft.com/office/drawing/2014/main" id="{13E10201-7CE1-4CE4-A6F6-0CB84F8C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033" y="4363559"/>
            <a:ext cx="124002" cy="275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F9DB3-4EB8-4B8F-80DA-0D8FD16FE0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08e58b95e4edc"/>
          <a:stretch xmlns:a="http://schemas.openxmlformats.org/drawingml/2006/main"/>
        </p:blipFill>
        <p:spPr>
          <a:xfrm xmlns:a="http://schemas.openxmlformats.org/drawingml/2006/main">
            <a:off x="2213461" y="3440394"/>
            <a:ext cx="1314450" cy="923925"/>
          </a:xfrm>
          <a:prstGeom xmlns:a="http://schemas.openxmlformats.org/drawingml/2006/main" prst="rect">
            <a:avLst/>
          </a:prstGeom>
        </p:spPr>
      </p:pic>
      <p:sp>
        <p:nvSpPr>
          <p:cNvPr id="8" name="text-7 Image">
            <a:extLst xmlns:a="http://schemas.openxmlformats.org/drawingml/2006/main">
              <a:ext uri="{FF2B5EF4-FFF2-40B4-BE49-F238E27FC236}">
                <a16:creationId xmlns:a16="http://schemas.microsoft.com/office/drawing/2014/main" id="{56403D0B-36F0-4A1D-B571-453F0DA0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4155" y="4363120"/>
            <a:ext cx="610000" cy="276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9" name="text-7 2">
            <a:extLst xmlns:a="http://schemas.openxmlformats.org/drawingml/2006/main">
              <a:ext uri="{FF2B5EF4-FFF2-40B4-BE49-F238E27FC236}">
                <a16:creationId xmlns:a16="http://schemas.microsoft.com/office/drawing/2014/main" id="{0738F03F-5064-4D0B-8076-2CDDC838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50" y="4363584"/>
            <a:ext cx="155511" cy="27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411A8-AC6E-4FC7-9B6F-B6D545A54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4861021bf4b47"/>
          <a:stretch xmlns:a="http://schemas.openxmlformats.org/drawingml/2006/main"/>
        </p:blipFill>
        <p:spPr>
          <a:xfrm xmlns:a="http://schemas.openxmlformats.org/drawingml/2006/main">
            <a:off x="3889861" y="3440394"/>
            <a:ext cx="1276350" cy="952500"/>
          </a:xfrm>
          <a:prstGeom xmlns:a="http://schemas.openxmlformats.org/drawingml/2006/main" prst="rect">
            <a:avLst/>
          </a:prstGeom>
        </p:spPr>
      </p:pic>
      <p:sp>
        <p:nvSpPr>
          <p:cNvPr id="11" name="text-9 Image">
            <a:extLst xmlns:a="http://schemas.openxmlformats.org/drawingml/2006/main">
              <a:ext uri="{FF2B5EF4-FFF2-40B4-BE49-F238E27FC236}">
                <a16:creationId xmlns:a16="http://schemas.microsoft.com/office/drawing/2014/main" id="{6571F7B6-63ED-45A6-A3DA-C937311D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8896" y="4385980"/>
            <a:ext cx="610000" cy="276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12" name="text-9 3">
            <a:extLst xmlns:a="http://schemas.openxmlformats.org/drawingml/2006/main">
              <a:ext uri="{FF2B5EF4-FFF2-40B4-BE49-F238E27FC236}">
                <a16:creationId xmlns:a16="http://schemas.microsoft.com/office/drawing/2014/main" id="{F23CF8B0-E99D-429B-BDD7-065B8203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3692" y="4386444"/>
            <a:ext cx="155511" cy="27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41890-1228-41A9-9396-2AAEADDEF5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69e036cb8459a"/>
          <a:stretch xmlns:a="http://schemas.openxmlformats.org/drawingml/2006/main"/>
        </p:blipFill>
        <p:spPr>
          <a:xfrm xmlns:a="http://schemas.openxmlformats.org/drawingml/2006/main">
            <a:off x="5537686" y="3440394"/>
            <a:ext cx="1304925" cy="942975"/>
          </a:xfrm>
          <a:prstGeom xmlns:a="http://schemas.openxmlformats.org/drawingml/2006/main" prst="rect">
            <a:avLst/>
          </a:prstGeom>
        </p:spPr>
      </p:pic>
      <p:sp>
        <p:nvSpPr>
          <p:cNvPr id="14" name="text-11 Image">
            <a:extLst xmlns:a="http://schemas.openxmlformats.org/drawingml/2006/main">
              <a:ext uri="{FF2B5EF4-FFF2-40B4-BE49-F238E27FC236}">
                <a16:creationId xmlns:a16="http://schemas.microsoft.com/office/drawing/2014/main" id="{44DFEB5D-9353-45B8-B6C4-521BBC26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103" y="4374747"/>
            <a:ext cx="610000" cy="276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15" name="text-11 4">
            <a:extLst xmlns:a="http://schemas.openxmlformats.org/drawingml/2006/main">
              <a:ext uri="{FF2B5EF4-FFF2-40B4-BE49-F238E27FC236}">
                <a16:creationId xmlns:a16="http://schemas.microsoft.com/office/drawing/2014/main" id="{0E8590C2-CD70-474D-B56D-3A296B3E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900" y="4375212"/>
            <a:ext cx="155511" cy="275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3C36A-2DA6-40ED-A78A-DCC25F703E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e5d8abefe494e"/>
          <a:stretch xmlns:a="http://schemas.openxmlformats.org/drawingml/2006/main"/>
        </p:blipFill>
        <p:spPr>
          <a:xfrm xmlns:a="http://schemas.openxmlformats.org/drawingml/2006/main">
            <a:off x="7204561" y="3440394"/>
            <a:ext cx="1266825" cy="933450"/>
          </a:xfrm>
          <a:prstGeom xmlns:a="http://schemas.openxmlformats.org/drawingml/2006/main" prst="rect">
            <a:avLst/>
          </a:prstGeom>
        </p:spPr>
      </p:pic>
      <p:sp>
        <p:nvSpPr>
          <p:cNvPr id="17" name="text-13 Image">
            <a:extLst xmlns:a="http://schemas.openxmlformats.org/drawingml/2006/main">
              <a:ext uri="{FF2B5EF4-FFF2-40B4-BE49-F238E27FC236}">
                <a16:creationId xmlns:a16="http://schemas.microsoft.com/office/drawing/2014/main" id="{4A56B37E-485F-461B-93F0-85886E3A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4272" y="4368439"/>
            <a:ext cx="609999" cy="276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18" name="text-13 5">
            <a:extLst xmlns:a="http://schemas.openxmlformats.org/drawingml/2006/main">
              <a:ext uri="{FF2B5EF4-FFF2-40B4-BE49-F238E27FC236}">
                <a16:creationId xmlns:a16="http://schemas.microsoft.com/office/drawing/2014/main" id="{4D88647F-5DC7-45D8-9A2C-56E486B4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9068" y="4368904"/>
            <a:ext cx="155511" cy="275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</a:t>
            </a:r>
          </a:p>
        </p:txBody>
      </p:sp>
      <p:sp>
        <p:nvSpPr>
          <p:cNvPr id="19" name="text-14 Q1">
            <a:extLst xmlns:a="http://schemas.openxmlformats.org/drawingml/2006/main">
              <a:ext uri="{FF2B5EF4-FFF2-40B4-BE49-F238E27FC236}">
                <a16:creationId xmlns:a16="http://schemas.microsoft.com/office/drawing/2014/main" id="{0BC04000-B23D-4D3C-817C-500B0C4F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370" y="4645322"/>
            <a:ext cx="328626" cy="276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Q1</a:t>
            </a:r>
          </a:p>
        </p:txBody>
      </p:sp>
      <p:sp>
        <p:nvSpPr>
          <p:cNvPr id="20" name="text-15 ：">
            <a:extLst xmlns:a="http://schemas.openxmlformats.org/drawingml/2006/main">
              <a:ext uri="{FF2B5EF4-FFF2-40B4-BE49-F238E27FC236}">
                <a16:creationId xmlns:a16="http://schemas.microsoft.com/office/drawing/2014/main" id="{217D550C-93C3-42F2-9319-3076419C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8" y="4580092"/>
            <a:ext cx="244001" cy="367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</p:txBody>
      </p:sp>
      <p:sp>
        <p:nvSpPr>
          <p:cNvPr id="21" name="text-16 &quot;Describe">
            <a:extLst xmlns:a="http://schemas.openxmlformats.org/drawingml/2006/main">
              <a:ext uri="{FF2B5EF4-FFF2-40B4-BE49-F238E27FC236}">
                <a16:creationId xmlns:a16="http://schemas.microsoft.com/office/drawing/2014/main" id="{C9941B36-4594-43BC-9EAC-41BF6639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793" y="4644781"/>
            <a:ext cx="944300" cy="27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"Describe</a:t>
            </a:r>
          </a:p>
        </p:txBody>
      </p:sp>
      <p:sp>
        <p:nvSpPr>
          <p:cNvPr id="22" name="text-16 the">
            <a:extLst xmlns:a="http://schemas.openxmlformats.org/drawingml/2006/main">
              <a:ext uri="{FF2B5EF4-FFF2-40B4-BE49-F238E27FC236}">
                <a16:creationId xmlns:a16="http://schemas.microsoft.com/office/drawing/2014/main" id="{206E866E-282F-494D-9B9F-AAB8202B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7796" y="4644920"/>
            <a:ext cx="351008" cy="276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3" name="text-16 architectural">
            <a:extLst xmlns:a="http://schemas.openxmlformats.org/drawingml/2006/main">
              <a:ext uri="{FF2B5EF4-FFF2-40B4-BE49-F238E27FC236}">
                <a16:creationId xmlns:a16="http://schemas.microsoft.com/office/drawing/2014/main" id="{94B4743C-0FB6-4831-AD10-FEC9D0B5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3532" y="4644767"/>
            <a:ext cx="1252296" cy="27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architectural</a:t>
            </a:r>
          </a:p>
        </p:txBody>
      </p:sp>
      <p:sp>
        <p:nvSpPr>
          <p:cNvPr id="24" name="text-16 features">
            <a:extLst xmlns:a="http://schemas.openxmlformats.org/drawingml/2006/main">
              <a:ext uri="{FF2B5EF4-FFF2-40B4-BE49-F238E27FC236}">
                <a16:creationId xmlns:a16="http://schemas.microsoft.com/office/drawing/2014/main" id="{58526AE1-9821-4745-A821-3E678B7C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0046" y="4644731"/>
            <a:ext cx="841333" cy="276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features</a:t>
            </a:r>
          </a:p>
        </p:txBody>
      </p:sp>
      <p:sp>
        <p:nvSpPr>
          <p:cNvPr id="25" name="text-16 visible">
            <a:extLst xmlns:a="http://schemas.openxmlformats.org/drawingml/2006/main">
              <a:ext uri="{FF2B5EF4-FFF2-40B4-BE49-F238E27FC236}">
                <a16:creationId xmlns:a16="http://schemas.microsoft.com/office/drawing/2014/main" id="{16EB1189-90BF-4884-BDCB-C7624EAA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5228" y="4644978"/>
            <a:ext cx="617968" cy="276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visible</a:t>
            </a:r>
          </a:p>
        </p:txBody>
      </p:sp>
      <p:sp>
        <p:nvSpPr>
          <p:cNvPr id="26" name="text-16 in">
            <a:extLst xmlns:a="http://schemas.openxmlformats.org/drawingml/2006/main">
              <a:ext uri="{FF2B5EF4-FFF2-40B4-BE49-F238E27FC236}">
                <a16:creationId xmlns:a16="http://schemas.microsoft.com/office/drawing/2014/main" id="{39C7D821-F92C-43AF-9D6B-90E076C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7934" y="4645427"/>
            <a:ext cx="193841" cy="275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27" name="text-17 &lt;image-1&gt;">
            <a:extLst xmlns:a="http://schemas.openxmlformats.org/drawingml/2006/main">
              <a:ext uri="{FF2B5EF4-FFF2-40B4-BE49-F238E27FC236}">
                <a16:creationId xmlns:a16="http://schemas.microsoft.com/office/drawing/2014/main" id="{F8072602-7F99-456C-A584-2194627F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6455" y="4645069"/>
            <a:ext cx="879844" cy="27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&lt;image-1&gt;</a:t>
            </a:r>
          </a:p>
        </p:txBody>
      </p:sp>
      <p:sp>
        <p:nvSpPr>
          <p:cNvPr id="28" name="text-18 ,">
            <a:extLst xmlns:a="http://schemas.openxmlformats.org/drawingml/2006/main">
              <a:ext uri="{FF2B5EF4-FFF2-40B4-BE49-F238E27FC236}">
                <a16:creationId xmlns:a16="http://schemas.microsoft.com/office/drawing/2014/main" id="{D0F32826-11FA-4248-9AFE-15A9B4C4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0871" y="4645764"/>
            <a:ext cx="89890" cy="27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29" name="text-19 &lt;image-">
            <a:extLst xmlns:a="http://schemas.openxmlformats.org/drawingml/2006/main">
              <a:ext uri="{FF2B5EF4-FFF2-40B4-BE49-F238E27FC236}">
                <a16:creationId xmlns:a16="http://schemas.microsoft.com/office/drawing/2014/main" id="{462032ED-FC5F-43FF-83D4-8499A424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4581" y="4645080"/>
            <a:ext cx="715703" cy="276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&lt;image-</a:t>
            </a:r>
          </a:p>
        </p:txBody>
      </p:sp>
      <p:sp>
        <p:nvSpPr>
          <p:cNvPr id="30" name="text-20 2">
            <a:extLst xmlns:a="http://schemas.openxmlformats.org/drawingml/2006/main">
              <a:ext uri="{FF2B5EF4-FFF2-40B4-BE49-F238E27FC236}">
                <a16:creationId xmlns:a16="http://schemas.microsoft.com/office/drawing/2014/main" id="{038CC659-C4B2-4BEB-B99E-E2E92206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4861" y="4645762"/>
            <a:ext cx="155511" cy="275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31" name="text-21 &gt;">
            <a:extLst xmlns:a="http://schemas.openxmlformats.org/drawingml/2006/main">
              <a:ext uri="{FF2B5EF4-FFF2-40B4-BE49-F238E27FC236}">
                <a16:creationId xmlns:a16="http://schemas.microsoft.com/office/drawing/2014/main" id="{42009ABC-3523-436D-A1DA-6CCBBB47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5492" y="4645794"/>
            <a:ext cx="110444" cy="275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&gt;</a:t>
            </a:r>
          </a:p>
        </p:txBody>
      </p:sp>
      <p:sp>
        <p:nvSpPr>
          <p:cNvPr id="32" name="text-22 ,">
            <a:extLst xmlns:a="http://schemas.openxmlformats.org/drawingml/2006/main">
              <a:ext uri="{FF2B5EF4-FFF2-40B4-BE49-F238E27FC236}">
                <a16:creationId xmlns:a16="http://schemas.microsoft.com/office/drawing/2014/main" id="{4865F41D-29F2-46C3-8ADA-BB3935EF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0638" y="4645764"/>
            <a:ext cx="89890" cy="27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33" name="text-22 and">
            <a:extLst xmlns:a="http://schemas.openxmlformats.org/drawingml/2006/main">
              <a:ext uri="{FF2B5EF4-FFF2-40B4-BE49-F238E27FC236}">
                <a16:creationId xmlns:a16="http://schemas.microsoft.com/office/drawing/2014/main" id="{8EBD947F-4FED-4CD8-A397-67C3B9D3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4348" y="4645135"/>
            <a:ext cx="355786" cy="2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34" name="text-23 &lt;image-">
            <a:extLst xmlns:a="http://schemas.openxmlformats.org/drawingml/2006/main">
              <a:ext uri="{FF2B5EF4-FFF2-40B4-BE49-F238E27FC236}">
                <a16:creationId xmlns:a16="http://schemas.microsoft.com/office/drawing/2014/main" id="{613EBFBC-33CA-4FA0-AB20-ED13E57F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4039" y="4645080"/>
            <a:ext cx="715701" cy="276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&lt;image-</a:t>
            </a:r>
          </a:p>
        </p:txBody>
      </p:sp>
      <p:sp>
        <p:nvSpPr>
          <p:cNvPr id="35" name="text-24 3">
            <a:extLst xmlns:a="http://schemas.openxmlformats.org/drawingml/2006/main">
              <a:ext uri="{FF2B5EF4-FFF2-40B4-BE49-F238E27FC236}">
                <a16:creationId xmlns:a16="http://schemas.microsoft.com/office/drawing/2014/main" id="{9C84C9A1-1D43-4BEA-A949-4FCB77B8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4319" y="4645762"/>
            <a:ext cx="155511" cy="275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36" name="text-25 &gt;">
            <a:extLst xmlns:a="http://schemas.openxmlformats.org/drawingml/2006/main">
              <a:ext uri="{FF2B5EF4-FFF2-40B4-BE49-F238E27FC236}">
                <a16:creationId xmlns:a16="http://schemas.microsoft.com/office/drawing/2014/main" id="{DB99E92F-DDE0-4D61-A5B8-05229F3E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950" y="4645794"/>
            <a:ext cx="110444" cy="275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&gt;</a:t>
            </a:r>
          </a:p>
        </p:txBody>
      </p:sp>
      <p:sp>
        <p:nvSpPr>
          <p:cNvPr id="37" name="text-26 .">
            <a:extLst xmlns:a="http://schemas.openxmlformats.org/drawingml/2006/main">
              <a:ext uri="{FF2B5EF4-FFF2-40B4-BE49-F238E27FC236}">
                <a16:creationId xmlns:a16="http://schemas.microsoft.com/office/drawing/2014/main" id="{5B4B8E90-9F7A-4B1C-A6BA-87366266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098" y="4645573"/>
            <a:ext cx="84448" cy="275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38" name="text-27 &quot;">
            <a:extLst xmlns:a="http://schemas.openxmlformats.org/drawingml/2006/main">
              <a:ext uri="{FF2B5EF4-FFF2-40B4-BE49-F238E27FC236}">
                <a16:creationId xmlns:a16="http://schemas.microsoft.com/office/drawing/2014/main" id="{FA873E3E-3D9E-4C8B-BCE1-33B11A77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9537" y="4645615"/>
            <a:ext cx="118932" cy="275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</a:t>
            </a:r>
          </a:p>
        </p:txBody>
      </p:sp>
      <p:sp>
        <p:nvSpPr>
          <p:cNvPr id="39" name="text-28 A1">
            <a:extLst xmlns:a="http://schemas.openxmlformats.org/drawingml/2006/main">
              <a:ext uri="{FF2B5EF4-FFF2-40B4-BE49-F238E27FC236}">
                <a16:creationId xmlns:a16="http://schemas.microsoft.com/office/drawing/2014/main" id="{9C15C7B0-6F40-40DE-89C5-F8FA7BFE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469" y="4971719"/>
            <a:ext cx="299934" cy="275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A1</a:t>
            </a:r>
          </a:p>
        </p:txBody>
      </p:sp>
      <p:sp>
        <p:nvSpPr>
          <p:cNvPr id="40" name="text-29 ：">
            <a:extLst xmlns:a="http://schemas.openxmlformats.org/drawingml/2006/main">
              <a:ext uri="{FF2B5EF4-FFF2-40B4-BE49-F238E27FC236}">
                <a16:creationId xmlns:a16="http://schemas.microsoft.com/office/drawing/2014/main" id="{7C9E6FC7-63EC-4889-B189-C6BBBE92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2" y="4906389"/>
            <a:ext cx="244001" cy="367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</p:txBody>
      </p:sp>
      <p:sp>
        <p:nvSpPr>
          <p:cNvPr id="41" name="text-30 &lt;image-1&gt;,">
            <a:extLst xmlns:a="http://schemas.openxmlformats.org/drawingml/2006/main">
              <a:ext uri="{FF2B5EF4-FFF2-40B4-BE49-F238E27FC236}">
                <a16:creationId xmlns:a16="http://schemas.microsoft.com/office/drawing/2014/main" id="{C9D24E28-E5D1-43CB-A742-307B6D1E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18" y="4970629"/>
            <a:ext cx="957955" cy="277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&lt;image-1&gt;,</a:t>
            </a:r>
          </a:p>
        </p:txBody>
      </p:sp>
      <p:sp>
        <p:nvSpPr>
          <p:cNvPr id="42" name="text-31 &lt;image-2&gt;">
            <a:extLst xmlns:a="http://schemas.openxmlformats.org/drawingml/2006/main">
              <a:ext uri="{FF2B5EF4-FFF2-40B4-BE49-F238E27FC236}">
                <a16:creationId xmlns:a16="http://schemas.microsoft.com/office/drawing/2014/main" id="{ADA6768E-2B1E-4339-A2C9-6E4DDADB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2187" y="4970732"/>
            <a:ext cx="907983" cy="2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&lt;image-2&gt;</a:t>
            </a:r>
          </a:p>
        </p:txBody>
      </p:sp>
      <p:sp>
        <p:nvSpPr>
          <p:cNvPr id="43" name="text-32 and">
            <a:extLst xmlns:a="http://schemas.openxmlformats.org/drawingml/2006/main">
              <a:ext uri="{FF2B5EF4-FFF2-40B4-BE49-F238E27FC236}">
                <a16:creationId xmlns:a16="http://schemas.microsoft.com/office/drawing/2014/main" id="{32020DD8-E8D9-46AC-A455-54FFAE49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718" y="4971186"/>
            <a:ext cx="320834" cy="276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44" name="text-33 &lt;image-3&gt;">
            <a:extLst xmlns:a="http://schemas.openxmlformats.org/drawingml/2006/main">
              <a:ext uri="{FF2B5EF4-FFF2-40B4-BE49-F238E27FC236}">
                <a16:creationId xmlns:a16="http://schemas.microsoft.com/office/drawing/2014/main" id="{1C591E99-7194-4D29-9267-B33763D2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9914" y="4970732"/>
            <a:ext cx="907983" cy="2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&lt;image-3&gt;</a:t>
            </a:r>
          </a:p>
        </p:txBody>
      </p:sp>
      <p:sp>
        <p:nvSpPr>
          <p:cNvPr id="45" name="text-34 depict">
            <a:extLst xmlns:a="http://schemas.openxmlformats.org/drawingml/2006/main">
              <a:ext uri="{FF2B5EF4-FFF2-40B4-BE49-F238E27FC236}">
                <a16:creationId xmlns:a16="http://schemas.microsoft.com/office/drawing/2014/main" id="{4B777606-BE08-4650-9900-D2236978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2444" y="4970779"/>
            <a:ext cx="519443" cy="277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depict</a:t>
            </a:r>
          </a:p>
        </p:txBody>
      </p:sp>
      <p:sp>
        <p:nvSpPr>
          <p:cNvPr id="46" name="text-34 three">
            <a:extLst xmlns:a="http://schemas.openxmlformats.org/drawingml/2006/main">
              <a:ext uri="{FF2B5EF4-FFF2-40B4-BE49-F238E27FC236}">
                <a16:creationId xmlns:a16="http://schemas.microsoft.com/office/drawing/2014/main" id="{162315A5-8C7F-46E0-ADBC-6D926F1F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7374" y="4968736"/>
            <a:ext cx="435801" cy="28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</a:t>
            </a:r>
          </a:p>
        </p:txBody>
      </p:sp>
      <p:sp>
        <p:nvSpPr>
          <p:cNvPr id="47" name="text-34 distinct">
            <a:extLst xmlns:a="http://schemas.openxmlformats.org/drawingml/2006/main">
              <a:ext uri="{FF2B5EF4-FFF2-40B4-BE49-F238E27FC236}">
                <a16:creationId xmlns:a16="http://schemas.microsoft.com/office/drawing/2014/main" id="{32061134-63AB-4085-B5D6-CCF482C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9245" y="4968207"/>
            <a:ext cx="626694" cy="280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distinct</a:t>
            </a:r>
          </a:p>
        </p:txBody>
      </p:sp>
      <p:sp>
        <p:nvSpPr>
          <p:cNvPr id="48" name="text-34 architectural">
            <a:extLst xmlns:a="http://schemas.openxmlformats.org/drawingml/2006/main">
              <a:ext uri="{FF2B5EF4-FFF2-40B4-BE49-F238E27FC236}">
                <a16:creationId xmlns:a16="http://schemas.microsoft.com/office/drawing/2014/main" id="{56640D0C-5190-4905-8824-C1F5325A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1951" y="4968067"/>
            <a:ext cx="1039040" cy="281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architectural</a:t>
            </a:r>
          </a:p>
        </p:txBody>
      </p:sp>
      <p:sp>
        <p:nvSpPr>
          <p:cNvPr id="49" name="text-34 marvels">
            <a:extLst xmlns:a="http://schemas.openxmlformats.org/drawingml/2006/main">
              <a:ext uri="{FF2B5EF4-FFF2-40B4-BE49-F238E27FC236}">
                <a16:creationId xmlns:a16="http://schemas.microsoft.com/office/drawing/2014/main" id="{90E3E6FA-6D82-4F0C-A5A7-DC921041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6978" y="4968746"/>
            <a:ext cx="669267" cy="28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marvels</a:t>
            </a:r>
          </a:p>
        </p:txBody>
      </p:sp>
      <p:sp>
        <p:nvSpPr>
          <p:cNvPr id="50" name="text-34 from">
            <a:extLst xmlns:a="http://schemas.openxmlformats.org/drawingml/2006/main">
              <a:ext uri="{FF2B5EF4-FFF2-40B4-BE49-F238E27FC236}">
                <a16:creationId xmlns:a16="http://schemas.microsoft.com/office/drawing/2014/main" id="{1C5ECBDC-BC08-45BA-9F91-37C25716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2202" y="4969482"/>
            <a:ext cx="423271" cy="27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</a:t>
            </a:r>
          </a:p>
        </p:txBody>
      </p:sp>
      <p:sp>
        <p:nvSpPr>
          <p:cNvPr id="51" name="text-34 different">
            <a:extLst xmlns:a="http://schemas.openxmlformats.org/drawingml/2006/main">
              <a:ext uri="{FF2B5EF4-FFF2-40B4-BE49-F238E27FC236}">
                <a16:creationId xmlns:a16="http://schemas.microsoft.com/office/drawing/2014/main" id="{9B42D8EC-863F-44B0-AD6C-FB920CCE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2209" y="4967144"/>
            <a:ext cx="726753" cy="282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different</a:t>
            </a:r>
          </a:p>
        </p:txBody>
      </p:sp>
      <p:sp>
        <p:nvSpPr>
          <p:cNvPr id="52" name="text-34 parts">
            <a:extLst xmlns:a="http://schemas.openxmlformats.org/drawingml/2006/main">
              <a:ext uri="{FF2B5EF4-FFF2-40B4-BE49-F238E27FC236}">
                <a16:creationId xmlns:a16="http://schemas.microsoft.com/office/drawing/2014/main" id="{E4854386-E1B1-4356-85AC-8CC9FCE9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782" y="4968641"/>
            <a:ext cx="425057" cy="280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parts</a:t>
            </a:r>
          </a:p>
        </p:txBody>
      </p:sp>
      <p:sp>
        <p:nvSpPr>
          <p:cNvPr id="53" name="text-34 of">
            <a:extLst xmlns:a="http://schemas.openxmlformats.org/drawingml/2006/main">
              <a:ext uri="{FF2B5EF4-FFF2-40B4-BE49-F238E27FC236}">
                <a16:creationId xmlns:a16="http://schemas.microsoft.com/office/drawing/2014/main" id="{5B1DF13B-C9E2-4004-88C4-B41D3642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5776" y="4970276"/>
            <a:ext cx="201127" cy="277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54" name="text-34 the">
            <a:extLst xmlns:a="http://schemas.openxmlformats.org/drawingml/2006/main">
              <a:ext uri="{FF2B5EF4-FFF2-40B4-BE49-F238E27FC236}">
                <a16:creationId xmlns:a16="http://schemas.microsoft.com/office/drawing/2014/main" id="{0A1A5E35-0187-45D7-9BE8-F60F0C33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3309" y="4969459"/>
            <a:ext cx="279442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55" name="text-34 world,">
            <a:extLst xmlns:a="http://schemas.openxmlformats.org/drawingml/2006/main">
              <a:ext uri="{FF2B5EF4-FFF2-40B4-BE49-F238E27FC236}">
                <a16:creationId xmlns:a16="http://schemas.microsoft.com/office/drawing/2014/main" id="{BC634DB5-030A-4821-8CE0-0F042CBA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8952" y="4969079"/>
            <a:ext cx="551845" cy="279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world,</a:t>
            </a:r>
          </a:p>
        </p:txBody>
      </p:sp>
      <p:sp>
        <p:nvSpPr>
          <p:cNvPr id="56" name="text-35 showcasing">
            <a:extLst xmlns:a="http://schemas.openxmlformats.org/drawingml/2006/main">
              <a:ext uri="{FF2B5EF4-FFF2-40B4-BE49-F238E27FC236}">
                <a16:creationId xmlns:a16="http://schemas.microsoft.com/office/drawing/2014/main" id="{BDDF51C2-3394-4F1B-BF84-E73CCE3C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469" y="5197394"/>
            <a:ext cx="958636" cy="276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showcasing</a:t>
            </a:r>
          </a:p>
        </p:txBody>
      </p:sp>
      <p:sp>
        <p:nvSpPr>
          <p:cNvPr id="57" name="text-35 unique">
            <a:extLst xmlns:a="http://schemas.openxmlformats.org/drawingml/2006/main">
              <a:ext uri="{FF2B5EF4-FFF2-40B4-BE49-F238E27FC236}">
                <a16:creationId xmlns:a16="http://schemas.microsoft.com/office/drawing/2014/main" id="{C95C2C8A-6AB2-4ABE-ABB7-C9760FCF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427" y="5197467"/>
            <a:ext cx="573816" cy="276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unique</a:t>
            </a:r>
          </a:p>
        </p:txBody>
      </p:sp>
      <p:sp>
        <p:nvSpPr>
          <p:cNvPr id="58" name="text-35 styles">
            <a:extLst xmlns:a="http://schemas.openxmlformats.org/drawingml/2006/main">
              <a:ext uri="{FF2B5EF4-FFF2-40B4-BE49-F238E27FC236}">
                <a16:creationId xmlns:a16="http://schemas.microsoft.com/office/drawing/2014/main" id="{06A6FEE6-9F8F-48E2-B53B-9D73D6EB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8750" y="5197075"/>
            <a:ext cx="486990" cy="277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styles</a:t>
            </a:r>
          </a:p>
        </p:txBody>
      </p:sp>
      <p:sp>
        <p:nvSpPr>
          <p:cNvPr id="59" name="text-35 and">
            <a:extLst xmlns:a="http://schemas.openxmlformats.org/drawingml/2006/main">
              <a:ext uri="{FF2B5EF4-FFF2-40B4-BE49-F238E27FC236}">
                <a16:creationId xmlns:a16="http://schemas.microsoft.com/office/drawing/2014/main" id="{7ECD66CA-3212-4083-95C8-C231946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0061" y="5197617"/>
            <a:ext cx="320834" cy="276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60" name="text-35 features.">
            <a:extLst xmlns:a="http://schemas.openxmlformats.org/drawingml/2006/main">
              <a:ext uri="{FF2B5EF4-FFF2-40B4-BE49-F238E27FC236}">
                <a16:creationId xmlns:a16="http://schemas.microsoft.com/office/drawing/2014/main" id="{64D66542-4F4B-4D0C-B054-ED4FC47D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5258" y="5196924"/>
            <a:ext cx="712763" cy="277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features.</a:t>
            </a:r>
          </a:p>
        </p:txBody>
      </p:sp>
      <p:sp>
        <p:nvSpPr>
          <p:cNvPr id="61" name="text-37 &lt;image-1&gt;">
            <a:extLst xmlns:a="http://schemas.openxmlformats.org/drawingml/2006/main">
              <a:ext uri="{FF2B5EF4-FFF2-40B4-BE49-F238E27FC236}">
                <a16:creationId xmlns:a16="http://schemas.microsoft.com/office/drawing/2014/main" id="{EB319F98-1E5E-4F08-88BF-FDE06FA7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2011" y="5197163"/>
            <a:ext cx="907982" cy="2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&lt;image-1&gt;</a:t>
            </a:r>
          </a:p>
        </p:txBody>
      </p:sp>
      <p:sp>
        <p:nvSpPr>
          <p:cNvPr id="62" name="text-38 shows">
            <a:extLst xmlns:a="http://schemas.openxmlformats.org/drawingml/2006/main">
              <a:ext uri="{FF2B5EF4-FFF2-40B4-BE49-F238E27FC236}">
                <a16:creationId xmlns:a16="http://schemas.microsoft.com/office/drawing/2014/main" id="{09387F8D-740D-42A9-BACB-C6014569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4541" y="5197718"/>
            <a:ext cx="529391" cy="27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shows</a:t>
            </a:r>
          </a:p>
        </p:txBody>
      </p:sp>
      <p:sp>
        <p:nvSpPr>
          <p:cNvPr id="63" name="text-38 the">
            <a:extLst xmlns:a="http://schemas.openxmlformats.org/drawingml/2006/main">
              <a:ext uri="{FF2B5EF4-FFF2-40B4-BE49-F238E27FC236}">
                <a16:creationId xmlns:a16="http://schemas.microsoft.com/office/drawing/2014/main" id="{6E756D15-09CA-4562-8AB5-60BCF235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8370" y="5197508"/>
            <a:ext cx="277174" cy="276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64" name="text-38 Colosseum">
            <a:extLst xmlns:a="http://schemas.openxmlformats.org/drawingml/2006/main">
              <a:ext uri="{FF2B5EF4-FFF2-40B4-BE49-F238E27FC236}">
                <a16:creationId xmlns:a16="http://schemas.microsoft.com/office/drawing/2014/main" id="{4232EE0B-613F-4358-B892-683E85AB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0060" y="5197494"/>
            <a:ext cx="914407" cy="276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Colosseum</a:t>
            </a:r>
          </a:p>
        </p:txBody>
      </p:sp>
      <p:sp>
        <p:nvSpPr>
          <p:cNvPr id="65" name="text-38 in">
            <a:extLst xmlns:a="http://schemas.openxmlformats.org/drawingml/2006/main">
              <a:ext uri="{FF2B5EF4-FFF2-40B4-BE49-F238E27FC236}">
                <a16:creationId xmlns:a16="http://schemas.microsoft.com/office/drawing/2014/main" id="{3B83DC48-57A9-4A2E-A05B-06CE01CC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9511" y="5197582"/>
            <a:ext cx="189333" cy="27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66" name="text-38 Rome,">
            <a:extLst xmlns:a="http://schemas.openxmlformats.org/drawingml/2006/main">
              <a:ext uri="{FF2B5EF4-FFF2-40B4-BE49-F238E27FC236}">
                <a16:creationId xmlns:a16="http://schemas.microsoft.com/office/drawing/2014/main" id="{99DB774C-A44D-4D06-A7F1-AF4DFC84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3199" y="5197474"/>
            <a:ext cx="557425" cy="276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Rome,</a:t>
            </a:r>
          </a:p>
        </p:txBody>
      </p:sp>
      <p:sp>
        <p:nvSpPr>
          <p:cNvPr id="67" name="text-38 an">
            <a:extLst xmlns:a="http://schemas.openxmlformats.org/drawingml/2006/main">
              <a:ext uri="{FF2B5EF4-FFF2-40B4-BE49-F238E27FC236}">
                <a16:creationId xmlns:a16="http://schemas.microsoft.com/office/drawing/2014/main" id="{BEB2151A-2FF2-4289-9743-CB09129E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4713" y="5197780"/>
            <a:ext cx="221928" cy="276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</a:t>
            </a:r>
          </a:p>
        </p:txBody>
      </p:sp>
      <p:sp>
        <p:nvSpPr>
          <p:cNvPr id="68" name="text-38 ancient">
            <a:extLst xmlns:a="http://schemas.openxmlformats.org/drawingml/2006/main">
              <a:ext uri="{FF2B5EF4-FFF2-40B4-BE49-F238E27FC236}">
                <a16:creationId xmlns:a16="http://schemas.microsoft.com/office/drawing/2014/main" id="{6FD40F22-2C24-43A1-A2BE-988731A7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032" y="5197176"/>
            <a:ext cx="607450" cy="277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ancient</a:t>
            </a:r>
          </a:p>
        </p:txBody>
      </p:sp>
      <p:sp>
        <p:nvSpPr>
          <p:cNvPr id="69" name="text-38 amphitheater">
            <a:extLst xmlns:a="http://schemas.openxmlformats.org/drawingml/2006/main">
              <a:ext uri="{FF2B5EF4-FFF2-40B4-BE49-F238E27FC236}">
                <a16:creationId xmlns:a16="http://schemas.microsoft.com/office/drawing/2014/main" id="{E7456AA5-E4B1-4BD1-94E4-1999CE72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2973" y="5197022"/>
            <a:ext cx="1070207" cy="277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amphitheater</a:t>
            </a:r>
          </a:p>
        </p:txBody>
      </p:sp>
      <p:sp>
        <p:nvSpPr>
          <p:cNvPr id="70" name="text-38 renowned">
            <a:extLst xmlns:a="http://schemas.openxmlformats.org/drawingml/2006/main">
              <a:ext uri="{FF2B5EF4-FFF2-40B4-BE49-F238E27FC236}">
                <a16:creationId xmlns:a16="http://schemas.microsoft.com/office/drawing/2014/main" id="{D9782CC7-B781-4C8E-B5AA-BC9B6416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7663" y="5197469"/>
            <a:ext cx="815250" cy="276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renowned</a:t>
            </a:r>
          </a:p>
        </p:txBody>
      </p:sp>
      <p:sp>
        <p:nvSpPr>
          <p:cNvPr id="71" name="text-38 for">
            <a:extLst xmlns:a="http://schemas.openxmlformats.org/drawingml/2006/main">
              <a:ext uri="{FF2B5EF4-FFF2-40B4-BE49-F238E27FC236}">
                <a16:creationId xmlns:a16="http://schemas.microsoft.com/office/drawing/2014/main" id="{B79EA6AD-E22A-4791-9C12-EA4FCA8F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7248" y="5197443"/>
            <a:ext cx="266254" cy="276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</a:t>
            </a:r>
          </a:p>
        </p:txBody>
      </p:sp>
      <p:sp>
        <p:nvSpPr>
          <p:cNvPr id="72" name="text-39 its">
            <a:extLst xmlns:a="http://schemas.openxmlformats.org/drawingml/2006/main">
              <a:ext uri="{FF2B5EF4-FFF2-40B4-BE49-F238E27FC236}">
                <a16:creationId xmlns:a16="http://schemas.microsoft.com/office/drawing/2014/main" id="{CDB55B7A-25CD-4188-8D6A-CF57FCA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469" y="5432211"/>
            <a:ext cx="225355" cy="280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its</a:t>
            </a:r>
          </a:p>
        </p:txBody>
      </p:sp>
      <p:sp>
        <p:nvSpPr>
          <p:cNvPr id="73" name="text-39 grand">
            <a:extLst xmlns:a="http://schemas.openxmlformats.org/drawingml/2006/main">
              <a:ext uri="{FF2B5EF4-FFF2-40B4-BE49-F238E27FC236}">
                <a16:creationId xmlns:a16="http://schemas.microsoft.com/office/drawing/2014/main" id="{9B53417B-B2D6-4A04-A72A-2B725EB4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731" y="5432970"/>
            <a:ext cx="490267" cy="279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grand</a:t>
            </a:r>
          </a:p>
        </p:txBody>
      </p:sp>
      <p:sp>
        <p:nvSpPr>
          <p:cNvPr id="74" name="text-39 scale">
            <a:extLst xmlns:a="http://schemas.openxmlformats.org/drawingml/2006/main">
              <a:ext uri="{FF2B5EF4-FFF2-40B4-BE49-F238E27FC236}">
                <a16:creationId xmlns:a16="http://schemas.microsoft.com/office/drawing/2014/main" id="{14EFA90B-78EA-46B3-8802-0C0C38EF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986" y="5432473"/>
            <a:ext cx="435801" cy="280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scale</a:t>
            </a:r>
          </a:p>
        </p:txBody>
      </p:sp>
      <p:sp>
        <p:nvSpPr>
          <p:cNvPr id="75" name="text-39 and">
            <a:extLst xmlns:a="http://schemas.openxmlformats.org/drawingml/2006/main">
              <a:ext uri="{FF2B5EF4-FFF2-40B4-BE49-F238E27FC236}">
                <a16:creationId xmlns:a16="http://schemas.microsoft.com/office/drawing/2014/main" id="{997EE077-ACCD-4099-921C-29805434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6858" y="5433554"/>
            <a:ext cx="323058" cy="278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76" name="text-39 engineering">
            <a:extLst xmlns:a="http://schemas.openxmlformats.org/drawingml/2006/main">
              <a:ext uri="{FF2B5EF4-FFF2-40B4-BE49-F238E27FC236}">
                <a16:creationId xmlns:a16="http://schemas.microsoft.com/office/drawing/2014/main" id="{4B42F736-91C1-49BF-B999-520970CA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6010" y="5432365"/>
            <a:ext cx="980809" cy="280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engineering</a:t>
            </a:r>
          </a:p>
        </p:txBody>
      </p:sp>
      <p:sp>
        <p:nvSpPr>
          <p:cNvPr id="77" name="text-39 prowess">
            <a:extLst xmlns:a="http://schemas.openxmlformats.org/drawingml/2006/main">
              <a:ext uri="{FF2B5EF4-FFF2-40B4-BE49-F238E27FC236}">
                <a16:creationId xmlns:a16="http://schemas.microsoft.com/office/drawing/2014/main" id="{B2D186F8-8526-47FB-B6F9-B6324DBC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2698" y="5432973"/>
            <a:ext cx="689942" cy="279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prowess</a:t>
            </a:r>
          </a:p>
        </p:txBody>
      </p:sp>
      <p:sp>
        <p:nvSpPr>
          <p:cNvPr id="78" name="text-40 ......">
            <a:extLst xmlns:a="http://schemas.openxmlformats.org/drawingml/2006/main">
              <a:ext uri="{FF2B5EF4-FFF2-40B4-BE49-F238E27FC236}">
                <a16:creationId xmlns:a16="http://schemas.microsoft.com/office/drawing/2014/main" id="{2F35493E-756B-4D3C-B723-1E7CBB92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8258" y="5431610"/>
            <a:ext cx="337497" cy="281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......</a:t>
            </a:r>
          </a:p>
        </p:txBody>
      </p:sp>
      <p:sp>
        <p:nvSpPr>
          <p:cNvPr id="79" name="text-41 &lt;image-2&gt;">
            <a:extLst xmlns:a="http://schemas.openxmlformats.org/drawingml/2006/main">
              <a:ext uri="{FF2B5EF4-FFF2-40B4-BE49-F238E27FC236}">
                <a16:creationId xmlns:a16="http://schemas.microsoft.com/office/drawing/2014/main" id="{02B5D934-5006-45A3-8C9C-0C88773C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1253" y="5432673"/>
            <a:ext cx="916216" cy="279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&lt;image-2&gt;</a:t>
            </a:r>
          </a:p>
        </p:txBody>
      </p:sp>
      <p:sp>
        <p:nvSpPr>
          <p:cNvPr id="80" name="text-42 depicts">
            <a:extLst xmlns:a="http://schemas.openxmlformats.org/drawingml/2006/main">
              <a:ext uri="{FF2B5EF4-FFF2-40B4-BE49-F238E27FC236}">
                <a16:creationId xmlns:a16="http://schemas.microsoft.com/office/drawing/2014/main" id="{CDFA2B8C-A1FE-4A89-A70A-B3ECB8E0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5649" y="5430255"/>
            <a:ext cx="609352" cy="28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depicts</a:t>
            </a:r>
          </a:p>
        </p:txBody>
      </p:sp>
      <p:sp>
        <p:nvSpPr>
          <p:cNvPr id="81" name="text-42 the">
            <a:extLst xmlns:a="http://schemas.openxmlformats.org/drawingml/2006/main">
              <a:ext uri="{FF2B5EF4-FFF2-40B4-BE49-F238E27FC236}">
                <a16:creationId xmlns:a16="http://schemas.microsoft.com/office/drawing/2014/main" id="{BD5D57DD-EF6B-4805-BE0A-EECCAD3E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534" y="5431576"/>
            <a:ext cx="281713" cy="281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82" name="text-42 Hall">
            <a:extLst xmlns:a="http://schemas.openxmlformats.org/drawingml/2006/main">
              <a:ext uri="{FF2B5EF4-FFF2-40B4-BE49-F238E27FC236}">
                <a16:creationId xmlns:a16="http://schemas.microsoft.com/office/drawing/2014/main" id="{0EF387CB-249E-4F77-8A6D-9721C2B3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2134" y="5431331"/>
            <a:ext cx="382575" cy="28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Hall</a:t>
            </a:r>
          </a:p>
        </p:txBody>
      </p:sp>
      <p:sp>
        <p:nvSpPr>
          <p:cNvPr id="83" name="text-42 of">
            <a:extLst xmlns:a="http://schemas.openxmlformats.org/drawingml/2006/main">
              <a:ext uri="{FF2B5EF4-FFF2-40B4-BE49-F238E27FC236}">
                <a16:creationId xmlns:a16="http://schemas.microsoft.com/office/drawing/2014/main" id="{7CA6294D-BD8E-4EF9-8D1B-630143CE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588" y="5432826"/>
            <a:ext cx="202330" cy="279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84" name="text-42 Prayer">
            <a:extLst xmlns:a="http://schemas.openxmlformats.org/drawingml/2006/main">
              <a:ext uri="{FF2B5EF4-FFF2-40B4-BE49-F238E27FC236}">
                <a16:creationId xmlns:a16="http://schemas.microsoft.com/office/drawing/2014/main" id="{64C906FE-73FC-4A23-8665-0E73E7C7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3087" y="5430868"/>
            <a:ext cx="562597" cy="282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Prayer</a:t>
            </a:r>
          </a:p>
        </p:txBody>
      </p:sp>
      <p:sp>
        <p:nvSpPr>
          <p:cNvPr id="85" name="text-42 for">
            <a:extLst xmlns:a="http://schemas.openxmlformats.org/drawingml/2006/main">
              <a:ext uri="{FF2B5EF4-FFF2-40B4-BE49-F238E27FC236}">
                <a16:creationId xmlns:a16="http://schemas.microsoft.com/office/drawing/2014/main" id="{CAC3B2E6-1B88-44BB-B183-68A450E0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3501" y="5431358"/>
            <a:ext cx="270819" cy="28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</a:t>
            </a:r>
          </a:p>
        </p:txBody>
      </p:sp>
      <p:sp>
        <p:nvSpPr>
          <p:cNvPr id="86" name="text-42 Good">
            <a:extLst xmlns:a="http://schemas.openxmlformats.org/drawingml/2006/main">
              <a:ext uri="{FF2B5EF4-FFF2-40B4-BE49-F238E27FC236}">
                <a16:creationId xmlns:a16="http://schemas.microsoft.com/office/drawing/2014/main" id="{93FC1F94-77BF-441F-99B3-EF19DE21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2225" y="5432507"/>
            <a:ext cx="480462" cy="280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Good</a:t>
            </a:r>
          </a:p>
        </p:txBody>
      </p:sp>
      <p:sp>
        <p:nvSpPr>
          <p:cNvPr id="87" name="text-42 Harvests">
            <a:extLst xmlns:a="http://schemas.openxmlformats.org/drawingml/2006/main">
              <a:ext uri="{FF2B5EF4-FFF2-40B4-BE49-F238E27FC236}">
                <a16:creationId xmlns:a16="http://schemas.microsoft.com/office/drawing/2014/main" id="{3FCCDEE0-67EC-4A6B-B416-6537EC0A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0567" y="5430641"/>
            <a:ext cx="742768" cy="282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Harvests</a:t>
            </a:r>
          </a:p>
        </p:txBody>
      </p:sp>
      <p:sp>
        <p:nvSpPr>
          <p:cNvPr id="88" name="text-42 within">
            <a:extLst xmlns:a="http://schemas.openxmlformats.org/drawingml/2006/main">
              <a:ext uri="{FF2B5EF4-FFF2-40B4-BE49-F238E27FC236}">
                <a16:creationId xmlns:a16="http://schemas.microsoft.com/office/drawing/2014/main" id="{73037C41-BE0E-45CA-97F3-ABF22533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0937" y="5430755"/>
            <a:ext cx="551971" cy="28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within</a:t>
            </a:r>
          </a:p>
        </p:txBody>
      </p:sp>
      <p:sp>
        <p:nvSpPr>
          <p:cNvPr id="89" name="text-42 the">
            <a:extLst xmlns:a="http://schemas.openxmlformats.org/drawingml/2006/main">
              <a:ext uri="{FF2B5EF4-FFF2-40B4-BE49-F238E27FC236}">
                <a16:creationId xmlns:a16="http://schemas.microsoft.com/office/drawing/2014/main" id="{4972AFFD-AA4F-42BC-9945-53A224B9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0473" y="5431576"/>
            <a:ext cx="281713" cy="281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90" name="text-42 Temple">
            <a:extLst xmlns:a="http://schemas.openxmlformats.org/drawingml/2006/main">
              <a:ext uri="{FF2B5EF4-FFF2-40B4-BE49-F238E27FC236}">
                <a16:creationId xmlns:a16="http://schemas.microsoft.com/office/drawing/2014/main" id="{F3CBE4B0-2AFB-4D5A-8427-26E2DE7B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0073" y="5426680"/>
            <a:ext cx="651409" cy="288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Temple</a:t>
            </a:r>
          </a:p>
        </p:txBody>
      </p:sp>
      <p:sp>
        <p:nvSpPr>
          <p:cNvPr id="91" name="text-43 of">
            <a:extLst xmlns:a="http://schemas.openxmlformats.org/drawingml/2006/main">
              <a:ext uri="{FF2B5EF4-FFF2-40B4-BE49-F238E27FC236}">
                <a16:creationId xmlns:a16="http://schemas.microsoft.com/office/drawing/2014/main" id="{E69A7956-0EC3-4526-98DB-85AB8264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469" y="5671320"/>
            <a:ext cx="201127" cy="277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92" name="text-43 Heaven">
            <a:extLst xmlns:a="http://schemas.openxmlformats.org/drawingml/2006/main">
              <a:ext uri="{FF2B5EF4-FFF2-40B4-BE49-F238E27FC236}">
                <a16:creationId xmlns:a16="http://schemas.microsoft.com/office/drawing/2014/main" id="{4353EED9-C137-48ED-9EC6-74A20A67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000" y="5670541"/>
            <a:ext cx="644469" cy="279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Heaven</a:t>
            </a:r>
          </a:p>
        </p:txBody>
      </p:sp>
      <p:sp>
        <p:nvSpPr>
          <p:cNvPr id="93" name="text-43 complex">
            <a:extLst xmlns:a="http://schemas.openxmlformats.org/drawingml/2006/main">
              <a:ext uri="{FF2B5EF4-FFF2-40B4-BE49-F238E27FC236}">
                <a16:creationId xmlns:a16="http://schemas.microsoft.com/office/drawing/2014/main" id="{633895FD-6D21-4005-92B4-B4986276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505" y="5670123"/>
            <a:ext cx="723646" cy="279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complex</a:t>
            </a:r>
          </a:p>
        </p:txBody>
      </p:sp>
      <p:sp>
        <p:nvSpPr>
          <p:cNvPr id="94" name="text-43 in">
            <a:extLst xmlns:a="http://schemas.openxmlformats.org/drawingml/2006/main">
              <a:ext uri="{FF2B5EF4-FFF2-40B4-BE49-F238E27FC236}">
                <a16:creationId xmlns:a16="http://schemas.microsoft.com/office/drawing/2014/main" id="{77772454-DF89-47EF-A193-1D38119B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5112" y="5670924"/>
            <a:ext cx="190550" cy="278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95" name="text-43 Beijing,">
            <a:extLst xmlns:a="http://schemas.openxmlformats.org/drawingml/2006/main">
              <a:ext uri="{FF2B5EF4-FFF2-40B4-BE49-F238E27FC236}">
                <a16:creationId xmlns:a16="http://schemas.microsoft.com/office/drawing/2014/main" id="{714D69B3-2A70-4087-A215-8836469B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1767" y="5669626"/>
            <a:ext cx="675533" cy="280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Beijing,</a:t>
            </a:r>
          </a:p>
        </p:txBody>
      </p:sp>
      <p:sp>
        <p:nvSpPr>
          <p:cNvPr id="96" name="text-43 China.">
            <a:extLst xmlns:a="http://schemas.openxmlformats.org/drawingml/2006/main">
              <a:ext uri="{FF2B5EF4-FFF2-40B4-BE49-F238E27FC236}">
                <a16:creationId xmlns:a16="http://schemas.microsoft.com/office/drawing/2014/main" id="{C30C3E3A-78A9-48D0-8449-57E03BB7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2923" y="5670214"/>
            <a:ext cx="562706" cy="279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China.</a:t>
            </a:r>
          </a:p>
        </p:txBody>
      </p:sp>
      <p:sp>
        <p:nvSpPr>
          <p:cNvPr id="97" name="text-43 This">
            <a:extLst xmlns:a="http://schemas.openxmlformats.org/drawingml/2006/main">
              <a:ext uri="{FF2B5EF4-FFF2-40B4-BE49-F238E27FC236}">
                <a16:creationId xmlns:a16="http://schemas.microsoft.com/office/drawing/2014/main" id="{A2177847-D5E8-4779-813C-6D9FDB0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1358" y="5670458"/>
            <a:ext cx="390310" cy="279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</a:t>
            </a:r>
          </a:p>
        </p:txBody>
      </p:sp>
      <p:sp>
        <p:nvSpPr>
          <p:cNvPr id="98" name="text-43 building,">
            <a:extLst xmlns:a="http://schemas.openxmlformats.org/drawingml/2006/main">
              <a:ext uri="{FF2B5EF4-FFF2-40B4-BE49-F238E27FC236}">
                <a16:creationId xmlns:a16="http://schemas.microsoft.com/office/drawing/2014/main" id="{58BEBB47-F81D-4449-956C-75467CDA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746" y="5669574"/>
            <a:ext cx="753655" cy="280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building,</a:t>
            </a:r>
          </a:p>
        </p:txBody>
      </p:sp>
      <p:sp>
        <p:nvSpPr>
          <p:cNvPr id="99" name="text-43 completed">
            <a:extLst xmlns:a="http://schemas.openxmlformats.org/drawingml/2006/main">
              <a:ext uri="{FF2B5EF4-FFF2-40B4-BE49-F238E27FC236}">
                <a16:creationId xmlns:a16="http://schemas.microsoft.com/office/drawing/2014/main" id="{9236ADC3-C403-4C70-9BD9-10EC9B8B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7014" y="5669812"/>
            <a:ext cx="869053" cy="280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completed</a:t>
            </a:r>
          </a:p>
        </p:txBody>
      </p:sp>
      <p:sp>
        <p:nvSpPr>
          <p:cNvPr id="100" name="text-43 in">
            <a:extLst xmlns:a="http://schemas.openxmlformats.org/drawingml/2006/main">
              <a:ext uri="{FF2B5EF4-FFF2-40B4-BE49-F238E27FC236}">
                <a16:creationId xmlns:a16="http://schemas.microsoft.com/office/drawing/2014/main" id="{4838122C-09D1-42B8-8B38-818B77DE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1971" y="5670924"/>
            <a:ext cx="190551" cy="278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101" name="text-43 the">
            <a:extLst xmlns:a="http://schemas.openxmlformats.org/drawingml/2006/main">
              <a:ext uri="{FF2B5EF4-FFF2-40B4-BE49-F238E27FC236}">
                <a16:creationId xmlns:a16="http://schemas.microsoft.com/office/drawing/2014/main" id="{B5EDEA66-789D-4369-814A-E8991966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8625" y="5670501"/>
            <a:ext cx="279445" cy="27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02" name="text-43 early">
            <a:extLst xmlns:a="http://schemas.openxmlformats.org/drawingml/2006/main">
              <a:ext uri="{FF2B5EF4-FFF2-40B4-BE49-F238E27FC236}">
                <a16:creationId xmlns:a16="http://schemas.microsoft.com/office/drawing/2014/main" id="{7FABD6A5-B331-4262-89A0-0758C7E4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4270" y="5669693"/>
            <a:ext cx="435989" cy="280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early</a:t>
            </a:r>
          </a:p>
        </p:txBody>
      </p:sp>
      <p:sp>
        <p:nvSpPr>
          <p:cNvPr id="103" name="text-43 15th">
            <a:extLst xmlns:a="http://schemas.openxmlformats.org/drawingml/2006/main">
              <a:ext uri="{FF2B5EF4-FFF2-40B4-BE49-F238E27FC236}">
                <a16:creationId xmlns:a16="http://schemas.microsoft.com/office/drawing/2014/main" id="{A4902BB5-EC59-4D37-B642-AC206B8B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130" y="5668756"/>
            <a:ext cx="393641" cy="281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15th</a:t>
            </a:r>
          </a:p>
        </p:txBody>
      </p:sp>
      <p:sp>
        <p:nvSpPr>
          <p:cNvPr id="104" name="text-43 century,">
            <a:extLst xmlns:a="http://schemas.openxmlformats.org/drawingml/2006/main">
              <a:ext uri="{FF2B5EF4-FFF2-40B4-BE49-F238E27FC236}">
                <a16:creationId xmlns:a16="http://schemas.microsoft.com/office/drawing/2014/main" id="{16BF1D73-E2C2-4A20-BA2D-8C1962BE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8463" y="5663365"/>
            <a:ext cx="694457" cy="28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century,</a:t>
            </a:r>
          </a:p>
        </p:txBody>
      </p:sp>
      <p:sp>
        <p:nvSpPr>
          <p:cNvPr id="105" name="text-43 is">
            <a:extLst xmlns:a="http://schemas.openxmlformats.org/drawingml/2006/main">
              <a:ext uri="{FF2B5EF4-FFF2-40B4-BE49-F238E27FC236}">
                <a16:creationId xmlns:a16="http://schemas.microsoft.com/office/drawing/2014/main" id="{C50A50C0-4894-4577-ACC3-97B6E34D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9394" y="5669079"/>
            <a:ext cx="170063" cy="281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06" name="text-43 a">
            <a:extLst xmlns:a="http://schemas.openxmlformats.org/drawingml/2006/main">
              <a:ext uri="{FF2B5EF4-FFF2-40B4-BE49-F238E27FC236}">
                <a16:creationId xmlns:a16="http://schemas.microsoft.com/office/drawing/2014/main" id="{C8A0A569-10D1-4E23-91F2-EDD16F99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262" y="5673102"/>
            <a:ext cx="122749" cy="275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07" name="text-43 masterpiece">
            <a:extLst xmlns:a="http://schemas.openxmlformats.org/drawingml/2006/main">
              <a:ext uri="{FF2B5EF4-FFF2-40B4-BE49-F238E27FC236}">
                <a16:creationId xmlns:a16="http://schemas.microsoft.com/office/drawing/2014/main" id="{75A6ACD6-75A3-40BD-90B1-FBAED74A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56" y="5667445"/>
            <a:ext cx="1002792" cy="283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masterpiece</a:t>
            </a:r>
          </a:p>
        </p:txBody>
      </p:sp>
      <p:sp>
        <p:nvSpPr>
          <p:cNvPr id="108" name="text-43 of">
            <a:extLst xmlns:a="http://schemas.openxmlformats.org/drawingml/2006/main">
              <a:ext uri="{FF2B5EF4-FFF2-40B4-BE49-F238E27FC236}">
                <a16:creationId xmlns:a16="http://schemas.microsoft.com/office/drawing/2014/main" id="{52CB9274-C714-4BE4-B62A-E8362BA5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9076" y="5670134"/>
            <a:ext cx="202329" cy="279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109" name="text-43 traditional">
            <a:extLst xmlns:a="http://schemas.openxmlformats.org/drawingml/2006/main">
              <a:ext uri="{FF2B5EF4-FFF2-40B4-BE49-F238E27FC236}">
                <a16:creationId xmlns:a16="http://schemas.microsoft.com/office/drawing/2014/main" id="{F27A7848-C50F-48E0-BF93-4F8DDA19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9573" y="5666696"/>
            <a:ext cx="871383" cy="28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traditional</a:t>
            </a:r>
          </a:p>
        </p:txBody>
      </p:sp>
      <p:sp>
        <p:nvSpPr>
          <p:cNvPr id="110" name="text-44 Chinese">
            <a:extLst xmlns:a="http://schemas.openxmlformats.org/drawingml/2006/main">
              <a:ext uri="{FF2B5EF4-FFF2-40B4-BE49-F238E27FC236}">
                <a16:creationId xmlns:a16="http://schemas.microsoft.com/office/drawing/2014/main" id="{35DF89DC-E2AF-4FFB-82E4-AF62456F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469" y="5902026"/>
            <a:ext cx="697749" cy="28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Chinese</a:t>
            </a:r>
          </a:p>
        </p:txBody>
      </p:sp>
      <p:sp>
        <p:nvSpPr>
          <p:cNvPr id="111" name="text-44 architecture">
            <a:extLst xmlns:a="http://schemas.openxmlformats.org/drawingml/2006/main">
              <a:ext uri="{FF2B5EF4-FFF2-40B4-BE49-F238E27FC236}">
                <a16:creationId xmlns:a16="http://schemas.microsoft.com/office/drawing/2014/main" id="{ACDD0282-7503-4206-9C6A-882C0DB7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311" y="5899619"/>
            <a:ext cx="1016569" cy="2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architecture</a:t>
            </a:r>
          </a:p>
        </p:txBody>
      </p:sp>
      <p:sp>
        <p:nvSpPr>
          <p:cNvPr id="112" name="text-45 ......">
            <a:extLst xmlns:a="http://schemas.openxmlformats.org/drawingml/2006/main">
              <a:ext uri="{FF2B5EF4-FFF2-40B4-BE49-F238E27FC236}">
                <a16:creationId xmlns:a16="http://schemas.microsoft.com/office/drawing/2014/main" id="{99BA64B5-2B11-41C2-B467-9D3A6086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0146" y="5896332"/>
            <a:ext cx="354110" cy="295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......</a:t>
            </a:r>
          </a:p>
        </p:txBody>
      </p:sp>
      <p:sp>
        <p:nvSpPr>
          <p:cNvPr id="113" name="text-46 &lt;image-3&gt;">
            <a:extLst xmlns:a="http://schemas.openxmlformats.org/drawingml/2006/main">
              <a:ext uri="{FF2B5EF4-FFF2-40B4-BE49-F238E27FC236}">
                <a16:creationId xmlns:a16="http://schemas.microsoft.com/office/drawing/2014/main" id="{667D9685-CEB4-4984-8FC0-B12ADAFB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3905" y="5901899"/>
            <a:ext cx="940917" cy="287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&lt;image-3&gt;</a:t>
            </a:r>
          </a:p>
        </p:txBody>
      </p:sp>
      <p:sp>
        <p:nvSpPr>
          <p:cNvPr id="114" name="text-47 showcases">
            <a:extLst xmlns:a="http://schemas.openxmlformats.org/drawingml/2006/main">
              <a:ext uri="{FF2B5EF4-FFF2-40B4-BE49-F238E27FC236}">
                <a16:creationId xmlns:a16="http://schemas.microsoft.com/office/drawing/2014/main" id="{30005222-9FDD-4720-903B-82CB7770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5987" y="5901829"/>
            <a:ext cx="903567" cy="287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showcases</a:t>
            </a:r>
          </a:p>
        </p:txBody>
      </p:sp>
      <p:sp>
        <p:nvSpPr>
          <p:cNvPr id="115" name="text-47 the">
            <a:extLst xmlns:a="http://schemas.openxmlformats.org/drawingml/2006/main">
              <a:ext uri="{FF2B5EF4-FFF2-40B4-BE49-F238E27FC236}">
                <a16:creationId xmlns:a16="http://schemas.microsoft.com/office/drawing/2014/main" id="{F32BCF75-FF08-4EC1-BCDF-61885C60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0496" y="5902953"/>
            <a:ext cx="286250" cy="28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16" name="text-47 Sydney">
            <a:extLst xmlns:a="http://schemas.openxmlformats.org/drawingml/2006/main">
              <a:ext uri="{FF2B5EF4-FFF2-40B4-BE49-F238E27FC236}">
                <a16:creationId xmlns:a16="http://schemas.microsoft.com/office/drawing/2014/main" id="{0FB36691-C199-40CB-AD70-B660A6A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8006" y="5902958"/>
            <a:ext cx="649306" cy="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Sydney</a:t>
            </a:r>
          </a:p>
        </p:txBody>
      </p:sp>
      <p:sp>
        <p:nvSpPr>
          <p:cNvPr id="117" name="text-47 Opera">
            <a:extLst xmlns:a="http://schemas.openxmlformats.org/drawingml/2006/main">
              <a:ext uri="{FF2B5EF4-FFF2-40B4-BE49-F238E27FC236}">
                <a16:creationId xmlns:a16="http://schemas.microsoft.com/office/drawing/2014/main" id="{B9A9B77F-5696-4E73-A1AC-1AB99E37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8399" y="5903004"/>
            <a:ext cx="535415" cy="285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Opera</a:t>
            </a:r>
          </a:p>
        </p:txBody>
      </p:sp>
      <p:sp>
        <p:nvSpPr>
          <p:cNvPr id="118" name="text-47 House,">
            <a:extLst xmlns:a="http://schemas.openxmlformats.org/drawingml/2006/main">
              <a:ext uri="{FF2B5EF4-FFF2-40B4-BE49-F238E27FC236}">
                <a16:creationId xmlns:a16="http://schemas.microsoft.com/office/drawing/2014/main" id="{15151821-F5B9-4C08-AD00-029799E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5081" y="5902417"/>
            <a:ext cx="611087" cy="286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House,</a:t>
            </a:r>
          </a:p>
        </p:txBody>
      </p:sp>
      <p:sp>
        <p:nvSpPr>
          <p:cNvPr id="119" name="text-47 a">
            <a:extLst xmlns:a="http://schemas.openxmlformats.org/drawingml/2006/main">
              <a:ext uri="{FF2B5EF4-FFF2-40B4-BE49-F238E27FC236}">
                <a16:creationId xmlns:a16="http://schemas.microsoft.com/office/drawing/2014/main" id="{2FBB8A10-7D30-4DC8-9692-2F0EE4FD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913" y="5910408"/>
            <a:ext cx="122749" cy="275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20" name="text-47 modern">
            <a:extLst xmlns:a="http://schemas.openxmlformats.org/drawingml/2006/main">
              <a:ext uri="{FF2B5EF4-FFF2-40B4-BE49-F238E27FC236}">
                <a16:creationId xmlns:a16="http://schemas.microsoft.com/office/drawing/2014/main" id="{4EE206B6-8A7F-49FA-A065-E011F64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2263" y="5902731"/>
            <a:ext cx="661210" cy="286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modern</a:t>
            </a:r>
          </a:p>
        </p:txBody>
      </p:sp>
      <p:sp>
        <p:nvSpPr>
          <p:cNvPr id="121" name="text-47 architectural">
            <a:extLst xmlns:a="http://schemas.openxmlformats.org/drawingml/2006/main">
              <a:ext uri="{FF2B5EF4-FFF2-40B4-BE49-F238E27FC236}">
                <a16:creationId xmlns:a16="http://schemas.microsoft.com/office/drawing/2014/main" id="{9786AB71-CD0C-412D-8ECB-A86B15F8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4521" y="5899293"/>
            <a:ext cx="1075921" cy="29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architectural</a:t>
            </a:r>
          </a:p>
        </p:txBody>
      </p:sp>
      <p:sp>
        <p:nvSpPr>
          <p:cNvPr id="122" name="text-47 icon">
            <a:extLst xmlns:a="http://schemas.openxmlformats.org/drawingml/2006/main">
              <a:ext uri="{FF2B5EF4-FFF2-40B4-BE49-F238E27FC236}">
                <a16:creationId xmlns:a16="http://schemas.microsoft.com/office/drawing/2014/main" id="{5B481616-D248-48F2-96C5-D60C25EC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1079" y="5902375"/>
            <a:ext cx="389361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icon</a:t>
            </a:r>
          </a:p>
        </p:txBody>
      </p:sp>
      <p:sp>
        <p:nvSpPr>
          <p:cNvPr id="123" name="text-47 located">
            <a:extLst xmlns:a="http://schemas.openxmlformats.org/drawingml/2006/main">
              <a:ext uri="{FF2B5EF4-FFF2-40B4-BE49-F238E27FC236}">
                <a16:creationId xmlns:a16="http://schemas.microsoft.com/office/drawing/2014/main" id="{C3D28D5E-54FB-4EFD-9CB7-D6984403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1424" y="5899433"/>
            <a:ext cx="637086" cy="29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located</a:t>
            </a:r>
          </a:p>
        </p:txBody>
      </p:sp>
      <p:sp>
        <p:nvSpPr>
          <p:cNvPr id="124" name="text-47 on">
            <a:extLst xmlns:a="http://schemas.openxmlformats.org/drawingml/2006/main">
              <a:ext uri="{FF2B5EF4-FFF2-40B4-BE49-F238E27FC236}">
                <a16:creationId xmlns:a16="http://schemas.microsoft.com/office/drawing/2014/main" id="{3135A416-505C-41C7-AFD9-B2AE6370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0940" y="5904968"/>
            <a:ext cx="238600" cy="283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125" name="text-47 the">
            <a:extLst xmlns:a="http://schemas.openxmlformats.org/drawingml/2006/main">
              <a:ext uri="{FF2B5EF4-FFF2-40B4-BE49-F238E27FC236}">
                <a16:creationId xmlns:a16="http://schemas.microsoft.com/office/drawing/2014/main" id="{A5580476-AB5B-4E44-B82F-B3A61CEA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2966" y="5901334"/>
            <a:ext cx="288520" cy="288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26" name="text-48 shores">
            <a:extLst xmlns:a="http://schemas.openxmlformats.org/drawingml/2006/main">
              <a:ext uri="{FF2B5EF4-FFF2-40B4-BE49-F238E27FC236}">
                <a16:creationId xmlns:a16="http://schemas.microsoft.com/office/drawing/2014/main" id="{9678C29F-1C38-49E6-A866-C9F148E2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469" y="6138791"/>
            <a:ext cx="562500" cy="28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shores</a:t>
            </a:r>
          </a:p>
        </p:txBody>
      </p:sp>
      <p:sp>
        <p:nvSpPr>
          <p:cNvPr id="127" name="text-48 of">
            <a:extLst xmlns:a="http://schemas.openxmlformats.org/drawingml/2006/main">
              <a:ext uri="{FF2B5EF4-FFF2-40B4-BE49-F238E27FC236}">
                <a16:creationId xmlns:a16="http://schemas.microsoft.com/office/drawing/2014/main" id="{FC82BFAD-5536-4B8A-BBE6-660ED3A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849" y="6142375"/>
            <a:ext cx="204733" cy="282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128" name="text-48 Sydney">
            <a:extLst xmlns:a="http://schemas.openxmlformats.org/drawingml/2006/main">
              <a:ext uri="{FF2B5EF4-FFF2-40B4-BE49-F238E27FC236}">
                <a16:creationId xmlns:a16="http://schemas.microsoft.com/office/drawing/2014/main" id="{88787A40-B744-4BAA-B469-CDB0738B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279" y="6140266"/>
            <a:ext cx="649303" cy="285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Sydney</a:t>
            </a:r>
          </a:p>
        </p:txBody>
      </p:sp>
      <p:sp>
        <p:nvSpPr>
          <p:cNvPr id="129" name="text-48 Harbour">
            <a:extLst xmlns:a="http://schemas.openxmlformats.org/drawingml/2006/main">
              <a:ext uri="{FF2B5EF4-FFF2-40B4-BE49-F238E27FC236}">
                <a16:creationId xmlns:a16="http://schemas.microsoft.com/office/drawing/2014/main" id="{7C75434F-8415-4E50-A339-84BA9AD6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671" y="6139616"/>
            <a:ext cx="719396" cy="286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Harbour</a:t>
            </a:r>
          </a:p>
        </p:txBody>
      </p:sp>
      <p:sp>
        <p:nvSpPr>
          <p:cNvPr id="130" name="text-48 in">
            <a:extLst xmlns:a="http://schemas.openxmlformats.org/drawingml/2006/main">
              <a:ext uri="{FF2B5EF4-FFF2-40B4-BE49-F238E27FC236}">
                <a16:creationId xmlns:a16="http://schemas.microsoft.com/office/drawing/2014/main" id="{2A77160C-3B3B-440C-A37E-EE8A5118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8266" y="6141726"/>
            <a:ext cx="194203" cy="283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131" name="text-48 Australia.">
            <a:extLst xmlns:a="http://schemas.openxmlformats.org/drawingml/2006/main">
              <a:ext uri="{FF2B5EF4-FFF2-40B4-BE49-F238E27FC236}">
                <a16:creationId xmlns:a16="http://schemas.microsoft.com/office/drawing/2014/main" id="{A77B36E8-8A17-4743-9C3E-79F289AD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821" y="6137182"/>
            <a:ext cx="848851" cy="290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Australia.</a:t>
            </a:r>
          </a:p>
        </p:txBody>
      </p:sp>
      <p:sp>
        <p:nvSpPr>
          <p:cNvPr id="132" name="text-48 Designed">
            <a:extLst xmlns:a="http://schemas.openxmlformats.org/drawingml/2006/main">
              <a:ext uri="{FF2B5EF4-FFF2-40B4-BE49-F238E27FC236}">
                <a16:creationId xmlns:a16="http://schemas.microsoft.com/office/drawing/2014/main" id="{6C217127-E34F-48B6-82B6-E1E13FB5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2958" y="6139336"/>
            <a:ext cx="811631" cy="28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Designed</a:t>
            </a:r>
          </a:p>
        </p:txBody>
      </p:sp>
      <p:sp>
        <p:nvSpPr>
          <p:cNvPr id="133" name="text-48 by">
            <a:extLst xmlns:a="http://schemas.openxmlformats.org/drawingml/2006/main">
              <a:ext uri="{FF2B5EF4-FFF2-40B4-BE49-F238E27FC236}">
                <a16:creationId xmlns:a16="http://schemas.microsoft.com/office/drawing/2014/main" id="{86144EC9-3C5E-46F2-B8D4-DE3180C7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510" y="6143265"/>
            <a:ext cx="237432" cy="281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by</a:t>
            </a:r>
          </a:p>
        </p:txBody>
      </p:sp>
      <p:sp>
        <p:nvSpPr>
          <p:cNvPr id="134" name="text-48 Danish">
            <a:extLst xmlns:a="http://schemas.openxmlformats.org/drawingml/2006/main">
              <a:ext uri="{FF2B5EF4-FFF2-40B4-BE49-F238E27FC236}">
                <a16:creationId xmlns:a16="http://schemas.microsoft.com/office/drawing/2014/main" id="{F2294DF2-74BF-4A5D-B687-8D8ECEA0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4571" y="6138350"/>
            <a:ext cx="620975" cy="288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Danish</a:t>
            </a:r>
          </a:p>
        </p:txBody>
      </p:sp>
      <p:sp>
        <p:nvSpPr>
          <p:cNvPr id="135" name="text-48 architect">
            <a:extLst xmlns:a="http://schemas.openxmlformats.org/drawingml/2006/main">
              <a:ext uri="{FF2B5EF4-FFF2-40B4-BE49-F238E27FC236}">
                <a16:creationId xmlns:a16="http://schemas.microsoft.com/office/drawing/2014/main" id="{A98B3CB9-DB1C-4CE2-A716-CD6E318C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8266" y="6134659"/>
            <a:ext cx="759860" cy="293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</a:t>
            </a:r>
          </a:p>
        </p:txBody>
      </p:sp>
      <p:sp>
        <p:nvSpPr>
          <p:cNvPr id="136" name="text-48 Jørn">
            <a:extLst xmlns:a="http://schemas.openxmlformats.org/drawingml/2006/main">
              <a:ext uri="{FF2B5EF4-FFF2-40B4-BE49-F238E27FC236}">
                <a16:creationId xmlns:a16="http://schemas.microsoft.com/office/drawing/2014/main" id="{E4CB764F-5565-4D32-A27F-79C357D0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0390" y="6138018"/>
            <a:ext cx="392626" cy="289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Jørn</a:t>
            </a:r>
          </a:p>
        </p:txBody>
      </p:sp>
      <p:sp>
        <p:nvSpPr>
          <p:cNvPr id="137" name="text-48 Utzon">
            <a:extLst xmlns:a="http://schemas.openxmlformats.org/drawingml/2006/main">
              <a:ext uri="{FF2B5EF4-FFF2-40B4-BE49-F238E27FC236}">
                <a16:creationId xmlns:a16="http://schemas.microsoft.com/office/drawing/2014/main" id="{6B79BF7A-1085-462D-AE81-C7DBA6C9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5677" y="6138703"/>
            <a:ext cx="539832" cy="288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Utzon</a:t>
            </a:r>
          </a:p>
        </p:txBody>
      </p:sp>
      <p:sp>
        <p:nvSpPr>
          <p:cNvPr id="138" name="text-48 and">
            <a:extLst xmlns:a="http://schemas.openxmlformats.org/drawingml/2006/main">
              <a:ext uri="{FF2B5EF4-FFF2-40B4-BE49-F238E27FC236}">
                <a16:creationId xmlns:a16="http://schemas.microsoft.com/office/drawing/2014/main" id="{A3A61266-8A60-4857-9396-E56687F1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8293" y="6139994"/>
            <a:ext cx="331956" cy="28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139" name="text-48 completed">
            <a:extLst xmlns:a="http://schemas.openxmlformats.org/drawingml/2006/main">
              <a:ext uri="{FF2B5EF4-FFF2-40B4-BE49-F238E27FC236}">
                <a16:creationId xmlns:a16="http://schemas.microsoft.com/office/drawing/2014/main" id="{56331F8E-20AA-4EBF-B08F-7343FBEB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3265" y="6136829"/>
            <a:ext cx="902062" cy="290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completed</a:t>
            </a:r>
          </a:p>
        </p:txBody>
      </p:sp>
      <p:sp>
        <p:nvSpPr>
          <p:cNvPr id="140" name="text-48 in">
            <a:extLst xmlns:a="http://schemas.openxmlformats.org/drawingml/2006/main">
              <a:ext uri="{FF2B5EF4-FFF2-40B4-BE49-F238E27FC236}">
                <a16:creationId xmlns:a16="http://schemas.microsoft.com/office/drawing/2014/main" id="{DACA6DBB-0A95-4AF2-8551-4916C1E2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7774" y="6140455"/>
            <a:ext cx="195420" cy="285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141" name="text-48 1973,">
            <a:extLst xmlns:a="http://schemas.openxmlformats.org/drawingml/2006/main">
              <a:ext uri="{FF2B5EF4-FFF2-40B4-BE49-F238E27FC236}">
                <a16:creationId xmlns:a16="http://schemas.microsoft.com/office/drawing/2014/main" id="{DCB9CDA7-A8F0-4F1E-824B-5B4FE0BD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6293" y="6138025"/>
            <a:ext cx="501638" cy="289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1973,</a:t>
            </a:r>
          </a:p>
        </p:txBody>
      </p:sp>
      <p:sp>
        <p:nvSpPr>
          <p:cNvPr id="142" name="text-48 the">
            <a:extLst xmlns:a="http://schemas.openxmlformats.org/drawingml/2006/main">
              <a:ext uri="{FF2B5EF4-FFF2-40B4-BE49-F238E27FC236}">
                <a16:creationId xmlns:a16="http://schemas.microsoft.com/office/drawing/2014/main" id="{AD4D39B3-04A8-4FFE-8205-A02EA44E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0346" y="6138642"/>
            <a:ext cx="288520" cy="288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43" name="text-48 Opera">
            <a:extLst xmlns:a="http://schemas.openxmlformats.org/drawingml/2006/main">
              <a:ext uri="{FF2B5EF4-FFF2-40B4-BE49-F238E27FC236}">
                <a16:creationId xmlns:a16="http://schemas.microsoft.com/office/drawing/2014/main" id="{BCC4FB9D-12D8-485D-B273-3E245CB0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1812" y="6138692"/>
            <a:ext cx="539661" cy="288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Opera</a:t>
            </a:r>
          </a:p>
        </p:txBody>
      </p:sp>
      <p:sp>
        <p:nvSpPr>
          <p:cNvPr id="144" name="text-49 House">
            <a:extLst xmlns:a="http://schemas.openxmlformats.org/drawingml/2006/main">
              <a:ext uri="{FF2B5EF4-FFF2-40B4-BE49-F238E27FC236}">
                <a16:creationId xmlns:a16="http://schemas.microsoft.com/office/drawing/2014/main" id="{0B55A808-D337-4BDC-8F84-06ED7987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469" y="6384270"/>
            <a:ext cx="540149" cy="276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House</a:t>
            </a:r>
          </a:p>
        </p:txBody>
      </p:sp>
      <p:sp>
        <p:nvSpPr>
          <p:cNvPr id="145" name="text-49 is">
            <a:extLst xmlns:a="http://schemas.openxmlformats.org/drawingml/2006/main">
              <a:ext uri="{FF2B5EF4-FFF2-40B4-BE49-F238E27FC236}">
                <a16:creationId xmlns:a16="http://schemas.microsoft.com/office/drawing/2014/main" id="{9B5E7CDC-707F-4C96-AB50-CB2CB38F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174" y="6383967"/>
            <a:ext cx="167550" cy="2769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46" name="text-49 celebrated">
            <a:extLst xmlns:a="http://schemas.openxmlformats.org/drawingml/2006/main">
              <a:ext uri="{FF2B5EF4-FFF2-40B4-BE49-F238E27FC236}">
                <a16:creationId xmlns:a16="http://schemas.microsoft.com/office/drawing/2014/main" id="{00FA2BFE-B7B5-4287-8DBC-132D0B97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109" y="6383526"/>
            <a:ext cx="849943" cy="277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celebrated</a:t>
            </a:r>
          </a:p>
        </p:txBody>
      </p:sp>
      <p:sp>
        <p:nvSpPr>
          <p:cNvPr id="147" name="text-49 for">
            <a:extLst xmlns:a="http://schemas.openxmlformats.org/drawingml/2006/main">
              <a:ext uri="{FF2B5EF4-FFF2-40B4-BE49-F238E27FC236}">
                <a16:creationId xmlns:a16="http://schemas.microsoft.com/office/drawing/2014/main" id="{4218519A-3567-4F6E-A30C-C2237003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8302" y="6383978"/>
            <a:ext cx="266253" cy="276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</a:t>
            </a:r>
          </a:p>
        </p:txBody>
      </p:sp>
      <p:sp>
        <p:nvSpPr>
          <p:cNvPr id="148" name="text-49 its">
            <a:extLst xmlns:a="http://schemas.openxmlformats.org/drawingml/2006/main">
              <a:ext uri="{FF2B5EF4-FFF2-40B4-BE49-F238E27FC236}">
                <a16:creationId xmlns:a16="http://schemas.microsoft.com/office/drawing/2014/main" id="{503414BB-5483-48FB-A959-032CC398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9115" y="6383532"/>
            <a:ext cx="222999" cy="27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its</a:t>
            </a:r>
          </a:p>
        </p:txBody>
      </p:sp>
      <p:sp>
        <p:nvSpPr>
          <p:cNvPr id="149" name="text-49 innovative">
            <a:extLst xmlns:a="http://schemas.openxmlformats.org/drawingml/2006/main">
              <a:ext uri="{FF2B5EF4-FFF2-40B4-BE49-F238E27FC236}">
                <a16:creationId xmlns:a16="http://schemas.microsoft.com/office/drawing/2014/main" id="{655F1A76-3528-4A38-9E6C-D9708F6F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6422" y="6383733"/>
            <a:ext cx="871486" cy="27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innovative</a:t>
            </a:r>
          </a:p>
        </p:txBody>
      </p:sp>
      <p:sp>
        <p:nvSpPr>
          <p:cNvPr id="150" name="text-49 design">
            <a:extLst xmlns:a="http://schemas.openxmlformats.org/drawingml/2006/main">
              <a:ext uri="{FF2B5EF4-FFF2-40B4-BE49-F238E27FC236}">
                <a16:creationId xmlns:a16="http://schemas.microsoft.com/office/drawing/2014/main" id="{EEFBF10E-86C6-4616-8D5A-5411CBC6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2367" y="6383871"/>
            <a:ext cx="552258" cy="277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</a:t>
            </a:r>
          </a:p>
        </p:txBody>
      </p:sp>
      <p:sp>
        <p:nvSpPr>
          <p:cNvPr id="151" name="text-49 and">
            <a:extLst xmlns:a="http://schemas.openxmlformats.org/drawingml/2006/main">
              <a:ext uri="{FF2B5EF4-FFF2-40B4-BE49-F238E27FC236}">
                <a16:creationId xmlns:a16="http://schemas.microsoft.com/office/drawing/2014/main" id="{1CBA6696-AA54-41F1-B543-30996B38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8937" y="6384152"/>
            <a:ext cx="320834" cy="276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152" name="text-49 engineering.">
            <a:extLst xmlns:a="http://schemas.openxmlformats.org/drawingml/2006/main">
              <a:ext uri="{FF2B5EF4-FFF2-40B4-BE49-F238E27FC236}">
                <a16:creationId xmlns:a16="http://schemas.microsoft.com/office/drawing/2014/main" id="{77E310DD-076B-4862-8CAB-CB8D5891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134" y="6383665"/>
            <a:ext cx="1020235" cy="277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engineering.</a:t>
            </a:r>
          </a:p>
        </p:txBody>
      </p:sp>
      <p:sp>
        <p:nvSpPr>
          <p:cNvPr id="153" name="text-50 .....">
            <a:extLst xmlns:a="http://schemas.openxmlformats.org/drawingml/2006/main">
              <a:ext uri="{FF2B5EF4-FFF2-40B4-BE49-F238E27FC236}">
                <a16:creationId xmlns:a16="http://schemas.microsoft.com/office/drawing/2014/main" id="{C252C678-5C68-44DE-805C-971AC1C4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8959" y="6384193"/>
            <a:ext cx="282511" cy="276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</a:t>
            </a:r>
          </a:p>
        </p:txBody>
      </p:sp>
      <p:sp>
        <p:nvSpPr>
          <p:cNvPr id="154" name="text-51 Q12">
            <a:extLst xmlns:a="http://schemas.openxmlformats.org/drawingml/2006/main">
              <a:ext uri="{FF2B5EF4-FFF2-40B4-BE49-F238E27FC236}">
                <a16:creationId xmlns:a16="http://schemas.microsoft.com/office/drawing/2014/main" id="{E009673A-7D6C-4DBE-B81E-E2298D8E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370" y="6810621"/>
            <a:ext cx="449280" cy="276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Q12</a:t>
            </a:r>
          </a:p>
        </p:txBody>
      </p:sp>
      <p:sp>
        <p:nvSpPr>
          <p:cNvPr id="155" name="text-52 ：">
            <a:extLst xmlns:a="http://schemas.openxmlformats.org/drawingml/2006/main">
              <a:ext uri="{FF2B5EF4-FFF2-40B4-BE49-F238E27FC236}">
                <a16:creationId xmlns:a16="http://schemas.microsoft.com/office/drawing/2014/main" id="{FB9B262C-34BF-452B-B2C5-FA8E0CB3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669" y="6745518"/>
            <a:ext cx="244001" cy="367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</p:txBody>
      </p:sp>
      <p:sp>
        <p:nvSpPr>
          <p:cNvPr id="156" name="text-53 &quot;Discuss">
            <a:extLst xmlns:a="http://schemas.openxmlformats.org/drawingml/2006/main">
              <a:ext uri="{FF2B5EF4-FFF2-40B4-BE49-F238E27FC236}">
                <a16:creationId xmlns:a16="http://schemas.microsoft.com/office/drawing/2014/main" id="{AF457233-A751-4522-9606-F7B4EC7A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425" y="6810462"/>
            <a:ext cx="809636" cy="276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"Discuss</a:t>
            </a:r>
          </a:p>
        </p:txBody>
      </p:sp>
      <p:sp>
        <p:nvSpPr>
          <p:cNvPr id="157" name="text-53 the">
            <a:extLst xmlns:a="http://schemas.openxmlformats.org/drawingml/2006/main">
              <a:ext uri="{FF2B5EF4-FFF2-40B4-BE49-F238E27FC236}">
                <a16:creationId xmlns:a16="http://schemas.microsoft.com/office/drawing/2014/main" id="{71F2A8D6-0997-470A-8AD6-ACBAB692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2965" y="6810346"/>
            <a:ext cx="351008" cy="276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58" name="text-53 historical">
            <a:extLst xmlns:a="http://schemas.openxmlformats.org/drawingml/2006/main">
              <a:ext uri="{FF2B5EF4-FFF2-40B4-BE49-F238E27FC236}">
                <a16:creationId xmlns:a16="http://schemas.microsoft.com/office/drawing/2014/main" id="{83C3080B-8CC3-40D5-A138-B1F42152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8701" y="6810363"/>
            <a:ext cx="905204" cy="276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historical</a:t>
            </a:r>
          </a:p>
        </p:txBody>
      </p:sp>
      <p:sp>
        <p:nvSpPr>
          <p:cNvPr id="159" name="text-53 significance">
            <a:extLst xmlns:a="http://schemas.openxmlformats.org/drawingml/2006/main">
              <a:ext uri="{FF2B5EF4-FFF2-40B4-BE49-F238E27FC236}">
                <a16:creationId xmlns:a16="http://schemas.microsoft.com/office/drawing/2014/main" id="{3B3175FD-9165-49B9-8F3A-77685ABB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8153" y="6810175"/>
            <a:ext cx="1123274" cy="276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significance</a:t>
            </a:r>
          </a:p>
        </p:txBody>
      </p:sp>
      <p:sp>
        <p:nvSpPr>
          <p:cNvPr id="160" name="text-53 of">
            <a:extLst xmlns:a="http://schemas.openxmlformats.org/drawingml/2006/main">
              <a:ext uri="{FF2B5EF4-FFF2-40B4-BE49-F238E27FC236}">
                <a16:creationId xmlns:a16="http://schemas.microsoft.com/office/drawing/2014/main" id="{7447B022-2CA7-4B11-B429-40FE797B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124" y="6810794"/>
            <a:ext cx="239324" cy="275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61" name="text-53 &lt;image-1&gt;">
            <a:extLst xmlns:a="http://schemas.openxmlformats.org/drawingml/2006/main">
              <a:ext uri="{FF2B5EF4-FFF2-40B4-BE49-F238E27FC236}">
                <a16:creationId xmlns:a16="http://schemas.microsoft.com/office/drawing/2014/main" id="{C138DB73-E5DD-4D23-9CB9-D436B8FB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0128" y="6810495"/>
            <a:ext cx="879845" cy="276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&lt;image-1&gt;</a:t>
            </a:r>
          </a:p>
        </p:txBody>
      </p:sp>
      <p:sp>
        <p:nvSpPr>
          <p:cNvPr id="162" name="text-53 and">
            <a:extLst xmlns:a="http://schemas.openxmlformats.org/drawingml/2006/main">
              <a:ext uri="{FF2B5EF4-FFF2-40B4-BE49-F238E27FC236}">
                <a16:creationId xmlns:a16="http://schemas.microsoft.com/office/drawing/2014/main" id="{84E4A7D9-63CE-4796-ACE7-A63B97E7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3872" y="6810561"/>
            <a:ext cx="355785" cy="2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63" name="text-53 &lt;image-4&gt;">
            <a:extLst xmlns:a="http://schemas.openxmlformats.org/drawingml/2006/main">
              <a:ext uri="{FF2B5EF4-FFF2-40B4-BE49-F238E27FC236}">
                <a16:creationId xmlns:a16="http://schemas.microsoft.com/office/drawing/2014/main" id="{EB84E727-90B3-4A42-B59F-56C44267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3563" y="6810494"/>
            <a:ext cx="911486" cy="276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&lt;image-4&gt;</a:t>
            </a:r>
          </a:p>
        </p:txBody>
      </p:sp>
      <p:sp>
        <p:nvSpPr>
          <p:cNvPr id="164" name="text-53 in">
            <a:extLst xmlns:a="http://schemas.openxmlformats.org/drawingml/2006/main">
              <a:ext uri="{FF2B5EF4-FFF2-40B4-BE49-F238E27FC236}">
                <a16:creationId xmlns:a16="http://schemas.microsoft.com/office/drawing/2014/main" id="{D2B8D0C6-EA65-4EFC-969A-7BF11423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8947" y="6810854"/>
            <a:ext cx="193839" cy="275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65" name="text-53 their">
            <a:extLst xmlns:a="http://schemas.openxmlformats.org/drawingml/2006/main">
              <a:ext uri="{FF2B5EF4-FFF2-40B4-BE49-F238E27FC236}">
                <a16:creationId xmlns:a16="http://schemas.microsoft.com/office/drawing/2014/main" id="{8B60A4DE-CF03-4D5D-802C-4F4A44BA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7466" y="6810125"/>
            <a:ext cx="501927" cy="276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their</a:t>
            </a:r>
          </a:p>
        </p:txBody>
      </p:sp>
      <p:sp>
        <p:nvSpPr>
          <p:cNvPr id="166" name="text-53 respective">
            <a:extLst xmlns:a="http://schemas.openxmlformats.org/drawingml/2006/main">
              <a:ext uri="{FF2B5EF4-FFF2-40B4-BE49-F238E27FC236}">
                <a16:creationId xmlns:a16="http://schemas.microsoft.com/office/drawing/2014/main" id="{B9D48B15-C0C8-4FC9-8D12-E5E6AD5C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3496" y="6810230"/>
            <a:ext cx="1003622" cy="276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respective</a:t>
            </a:r>
          </a:p>
        </p:txBody>
      </p:sp>
      <p:sp>
        <p:nvSpPr>
          <p:cNvPr id="167" name="text-53 cultures.&quot;">
            <a:extLst xmlns:a="http://schemas.openxmlformats.org/drawingml/2006/main">
              <a:ext uri="{FF2B5EF4-FFF2-40B4-BE49-F238E27FC236}">
                <a16:creationId xmlns:a16="http://schemas.microsoft.com/office/drawing/2014/main" id="{DECAAA44-2BF6-43B4-9FDD-06B66CFA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1826" y="6810163"/>
            <a:ext cx="922967" cy="276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cultures."</a:t>
            </a:r>
          </a:p>
        </p:txBody>
      </p:sp>
      <p:sp>
        <p:nvSpPr>
          <p:cNvPr id="168" name="text-54 A12">
            <a:extLst xmlns:a="http://schemas.openxmlformats.org/drawingml/2006/main">
              <a:ext uri="{FF2B5EF4-FFF2-40B4-BE49-F238E27FC236}">
                <a16:creationId xmlns:a16="http://schemas.microsoft.com/office/drawing/2014/main" id="{DA1F46F3-CE0A-43B6-81CD-A525D63C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483" y="7142789"/>
            <a:ext cx="427084" cy="280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A12</a:t>
            </a:r>
          </a:p>
        </p:txBody>
      </p:sp>
      <p:sp>
        <p:nvSpPr>
          <p:cNvPr id="169" name="text-55 ：">
            <a:extLst xmlns:a="http://schemas.openxmlformats.org/drawingml/2006/main">
              <a:ext uri="{FF2B5EF4-FFF2-40B4-BE49-F238E27FC236}">
                <a16:creationId xmlns:a16="http://schemas.microsoft.com/office/drawing/2014/main" id="{689D71CB-8520-45AB-BC88-1D143DFD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006" y="7080715"/>
            <a:ext cx="244001" cy="367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</p:txBody>
      </p:sp>
      <p:sp>
        <p:nvSpPr>
          <p:cNvPr id="170" name="text-56 The">
            <a:extLst xmlns:a="http://schemas.openxmlformats.org/drawingml/2006/main">
              <a:ext uri="{FF2B5EF4-FFF2-40B4-BE49-F238E27FC236}">
                <a16:creationId xmlns:a16="http://schemas.microsoft.com/office/drawing/2014/main" id="{8CFF271E-ABDC-4826-AE08-45E48F95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727" y="7141905"/>
            <a:ext cx="348997" cy="281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71" name="text-56 historical">
            <a:extLst xmlns:a="http://schemas.openxmlformats.org/drawingml/2006/main">
              <a:ext uri="{FF2B5EF4-FFF2-40B4-BE49-F238E27FC236}">
                <a16:creationId xmlns:a16="http://schemas.microsoft.com/office/drawing/2014/main" id="{873211D0-8DF6-4B17-90D3-450D9851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542" y="7137648"/>
            <a:ext cx="801598" cy="28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historical</a:t>
            </a:r>
          </a:p>
        </p:txBody>
      </p:sp>
      <p:sp>
        <p:nvSpPr>
          <p:cNvPr id="172" name="text-56 significance">
            <a:extLst xmlns:a="http://schemas.openxmlformats.org/drawingml/2006/main">
              <a:ext uri="{FF2B5EF4-FFF2-40B4-BE49-F238E27FC236}">
                <a16:creationId xmlns:a16="http://schemas.microsoft.com/office/drawing/2014/main" id="{DF046F4C-2E19-4E96-A536-82CDB9F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2228" y="7138166"/>
            <a:ext cx="1026983" cy="286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significance</a:t>
            </a:r>
          </a:p>
        </p:txBody>
      </p:sp>
      <p:sp>
        <p:nvSpPr>
          <p:cNvPr id="173" name="text-56 of">
            <a:extLst xmlns:a="http://schemas.openxmlformats.org/drawingml/2006/main">
              <a:ext uri="{FF2B5EF4-FFF2-40B4-BE49-F238E27FC236}">
                <a16:creationId xmlns:a16="http://schemas.microsoft.com/office/drawing/2014/main" id="{B542F61D-DA7A-43DA-8D40-19F2AC2D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8356" y="7142229"/>
            <a:ext cx="203531" cy="281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174" name="text-56 &lt;image-1&gt;">
            <a:extLst xmlns:a="http://schemas.openxmlformats.org/drawingml/2006/main">
              <a:ext uri="{FF2B5EF4-FFF2-40B4-BE49-F238E27FC236}">
                <a16:creationId xmlns:a16="http://schemas.microsoft.com/office/drawing/2014/main" id="{B7F24F51-0FED-45B3-8D08-FBCF9706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1820" y="7139669"/>
            <a:ext cx="932683" cy="28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&lt;image-1&gt;</a:t>
            </a:r>
          </a:p>
        </p:txBody>
      </p:sp>
      <p:sp>
        <p:nvSpPr>
          <p:cNvPr id="175" name="text-56 and">
            <a:extLst xmlns:a="http://schemas.openxmlformats.org/drawingml/2006/main">
              <a:ext uri="{FF2B5EF4-FFF2-40B4-BE49-F238E27FC236}">
                <a16:creationId xmlns:a16="http://schemas.microsoft.com/office/drawing/2014/main" id="{23F7464F-7FE0-4FA7-B53B-A9C6468E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014" y="7141402"/>
            <a:ext cx="327506" cy="282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176" name="text-56 &lt;image-4&gt;">
            <a:extLst xmlns:a="http://schemas.openxmlformats.org/drawingml/2006/main">
              <a:ext uri="{FF2B5EF4-FFF2-40B4-BE49-F238E27FC236}">
                <a16:creationId xmlns:a16="http://schemas.microsoft.com/office/drawing/2014/main" id="{273E97ED-0383-45E7-8F5B-CE02FDEC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1075" y="7139669"/>
            <a:ext cx="932683" cy="28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&lt;image-4&gt;</a:t>
            </a:r>
          </a:p>
        </p:txBody>
      </p:sp>
      <p:sp>
        <p:nvSpPr>
          <p:cNvPr id="177" name="text-56 in">
            <a:extLst xmlns:a="http://schemas.openxmlformats.org/drawingml/2006/main">
              <a:ext uri="{FF2B5EF4-FFF2-40B4-BE49-F238E27FC236}">
                <a16:creationId xmlns:a16="http://schemas.microsoft.com/office/drawing/2014/main" id="{57E2322B-EFB1-4E01-B175-A10B3FD0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3269" y="7141663"/>
            <a:ext cx="192986" cy="28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178" name="text-56 their">
            <a:extLst xmlns:a="http://schemas.openxmlformats.org/drawingml/2006/main">
              <a:ext uri="{FF2B5EF4-FFF2-40B4-BE49-F238E27FC236}">
                <a16:creationId xmlns:a16="http://schemas.microsoft.com/office/drawing/2014/main" id="{6308A35D-E47C-4D1D-A554-1C1C6D6B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5857" y="7138453"/>
            <a:ext cx="411855" cy="286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their</a:t>
            </a:r>
          </a:p>
        </p:txBody>
      </p:sp>
      <p:sp>
        <p:nvSpPr>
          <p:cNvPr id="179" name="text-56 respective">
            <a:extLst xmlns:a="http://schemas.openxmlformats.org/drawingml/2006/main">
              <a:ext uri="{FF2B5EF4-FFF2-40B4-BE49-F238E27FC236}">
                <a16:creationId xmlns:a16="http://schemas.microsoft.com/office/drawing/2014/main" id="{5F682372-DFAE-4935-8C82-C0DDD4A1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6964" y="7138349"/>
            <a:ext cx="866770" cy="28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respective</a:t>
            </a:r>
          </a:p>
        </p:txBody>
      </p:sp>
      <p:sp>
        <p:nvSpPr>
          <p:cNvPr id="180" name="text-56 cultures">
            <a:extLst xmlns:a="http://schemas.openxmlformats.org/drawingml/2006/main">
              <a:ext uri="{FF2B5EF4-FFF2-40B4-BE49-F238E27FC236}">
                <a16:creationId xmlns:a16="http://schemas.microsoft.com/office/drawing/2014/main" id="{2D088115-DC9F-4C91-BC2B-8A78906A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2911" y="7138385"/>
            <a:ext cx="684943" cy="286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cultures</a:t>
            </a:r>
          </a:p>
        </p:txBody>
      </p:sp>
      <p:sp>
        <p:nvSpPr>
          <p:cNvPr id="181" name="text-56 is">
            <a:extLst xmlns:a="http://schemas.openxmlformats.org/drawingml/2006/main">
              <a:ext uri="{FF2B5EF4-FFF2-40B4-BE49-F238E27FC236}">
                <a16:creationId xmlns:a16="http://schemas.microsoft.com/office/drawing/2014/main" id="{65FF9565-03DB-424D-8665-9A59B505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922" y="7140879"/>
            <a:ext cx="171317" cy="283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82" name="text-56 profound,">
            <a:extLst xmlns:a="http://schemas.openxmlformats.org/drawingml/2006/main">
              <a:ext uri="{FF2B5EF4-FFF2-40B4-BE49-F238E27FC236}">
                <a16:creationId xmlns:a16="http://schemas.microsoft.com/office/drawing/2014/main" id="{04AFB8C0-CF8A-471D-80E2-FE54B94C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7758" y="7139157"/>
            <a:ext cx="835404" cy="28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profound,</a:t>
            </a:r>
          </a:p>
        </p:txBody>
      </p:sp>
      <p:sp>
        <p:nvSpPr>
          <p:cNvPr id="183" name="text-56 reflecting">
            <a:extLst xmlns:a="http://schemas.openxmlformats.org/drawingml/2006/main">
              <a:ext uri="{FF2B5EF4-FFF2-40B4-BE49-F238E27FC236}">
                <a16:creationId xmlns:a16="http://schemas.microsoft.com/office/drawing/2014/main" id="{0D03D043-332E-4B00-B96A-3737BDF5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2066" y="7136261"/>
            <a:ext cx="829743" cy="289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reflecting</a:t>
            </a:r>
          </a:p>
        </p:txBody>
      </p:sp>
      <p:sp>
        <p:nvSpPr>
          <p:cNvPr id="184" name="text-56 their">
            <a:extLst xmlns:a="http://schemas.openxmlformats.org/drawingml/2006/main">
              <a:ext uri="{FF2B5EF4-FFF2-40B4-BE49-F238E27FC236}">
                <a16:creationId xmlns:a16="http://schemas.microsoft.com/office/drawing/2014/main" id="{9C1F6858-FC5D-4B50-8F7A-4FA5AC3C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2417" y="7136293"/>
            <a:ext cx="416200" cy="28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their</a:t>
            </a:r>
          </a:p>
        </p:txBody>
      </p:sp>
      <p:sp>
        <p:nvSpPr>
          <p:cNvPr id="185" name="text-56 roles">
            <a:extLst xmlns:a="http://schemas.openxmlformats.org/drawingml/2006/main">
              <a:ext uri="{FF2B5EF4-FFF2-40B4-BE49-F238E27FC236}">
                <a16:creationId xmlns:a16="http://schemas.microsoft.com/office/drawing/2014/main" id="{63895D3B-D105-423B-B79F-5A7A757F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458" y="7136861"/>
            <a:ext cx="438023" cy="28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roles</a:t>
            </a:r>
          </a:p>
        </p:txBody>
      </p:sp>
      <p:sp>
        <p:nvSpPr>
          <p:cNvPr id="186" name="text-56 as">
            <a:extLst xmlns:a="http://schemas.openxmlformats.org/drawingml/2006/main">
              <a:ext uri="{FF2B5EF4-FFF2-40B4-BE49-F238E27FC236}">
                <a16:creationId xmlns:a16="http://schemas.microsoft.com/office/drawing/2014/main" id="{40A1B906-CD89-4CA4-A5A7-1DDDB9F7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8252" y="7140833"/>
            <a:ext cx="204945" cy="283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</a:t>
            </a:r>
          </a:p>
        </p:txBody>
      </p:sp>
      <p:sp>
        <p:nvSpPr>
          <p:cNvPr id="187" name="text-56 iconic">
            <a:extLst xmlns:a="http://schemas.openxmlformats.org/drawingml/2006/main">
              <a:ext uri="{FF2B5EF4-FFF2-40B4-BE49-F238E27FC236}">
                <a16:creationId xmlns:a16="http://schemas.microsoft.com/office/drawing/2014/main" id="{FD2E5A30-AAB3-41F6-BA5E-59FBB693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4682" y="7136995"/>
            <a:ext cx="540717" cy="28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iconic</a:t>
            </a:r>
          </a:p>
        </p:txBody>
      </p:sp>
      <p:sp>
        <p:nvSpPr>
          <p:cNvPr id="188" name="text-56 symbols">
            <a:extLst xmlns:a="http://schemas.openxmlformats.org/drawingml/2006/main">
              <a:ext uri="{FF2B5EF4-FFF2-40B4-BE49-F238E27FC236}">
                <a16:creationId xmlns:a16="http://schemas.microsoft.com/office/drawing/2014/main" id="{27A2D604-D555-4986-A966-FFDAFDBC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6311" y="7138054"/>
            <a:ext cx="720598" cy="287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symbols</a:t>
            </a:r>
          </a:p>
        </p:txBody>
      </p:sp>
      <p:sp>
        <p:nvSpPr>
          <p:cNvPr id="189" name="text-56 of">
            <a:extLst xmlns:a="http://schemas.openxmlformats.org/drawingml/2006/main">
              <a:ext uri="{FF2B5EF4-FFF2-40B4-BE49-F238E27FC236}">
                <a16:creationId xmlns:a16="http://schemas.microsoft.com/office/drawing/2014/main" id="{4514B034-E8FF-4419-8B76-E8DC85D4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7895" y="7141041"/>
            <a:ext cx="204735" cy="282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190" name="text-56 their">
            <a:extLst xmlns:a="http://schemas.openxmlformats.org/drawingml/2006/main">
              <a:ext uri="{FF2B5EF4-FFF2-40B4-BE49-F238E27FC236}">
                <a16:creationId xmlns:a16="http://schemas.microsoft.com/office/drawing/2014/main" id="{CF3ED911-CEF8-4554-9A54-3AA2CF3E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4326" y="7136294"/>
            <a:ext cx="416199" cy="28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their</a:t>
            </a:r>
          </a:p>
        </p:txBody>
      </p:sp>
      <p:sp>
        <p:nvSpPr>
          <p:cNvPr id="191" name="text-57 civilizations.">
            <a:extLst xmlns:a="http://schemas.openxmlformats.org/drawingml/2006/main">
              <a:ext uri="{FF2B5EF4-FFF2-40B4-BE49-F238E27FC236}">
                <a16:creationId xmlns:a16="http://schemas.microsoft.com/office/drawing/2014/main" id="{17DFC345-683A-45C9-B4FE-D3CF76BF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483" y="7368675"/>
            <a:ext cx="1068198" cy="28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civilizations.</a:t>
            </a:r>
          </a:p>
        </p:txBody>
      </p:sp>
      <p:sp>
        <p:nvSpPr>
          <p:cNvPr id="192" name="text-59 &lt;image-1&gt;">
            <a:extLst xmlns:a="http://schemas.openxmlformats.org/drawingml/2006/main">
              <a:ext uri="{FF2B5EF4-FFF2-40B4-BE49-F238E27FC236}">
                <a16:creationId xmlns:a16="http://schemas.microsoft.com/office/drawing/2014/main" id="{DAA0322C-24C3-47FE-B96C-1BB6DC61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184" y="7369692"/>
            <a:ext cx="916216" cy="279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&lt;image-1&gt;</a:t>
            </a:r>
          </a:p>
        </p:txBody>
      </p:sp>
      <p:sp>
        <p:nvSpPr>
          <p:cNvPr id="193" name="text-59 shows">
            <a:extLst xmlns:a="http://schemas.openxmlformats.org/drawingml/2006/main">
              <a:ext uri="{FF2B5EF4-FFF2-40B4-BE49-F238E27FC236}">
                <a16:creationId xmlns:a16="http://schemas.microsoft.com/office/drawing/2014/main" id="{37DC9232-34B0-4ED4-8C99-905E5CAB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3602" y="7370462"/>
            <a:ext cx="533631" cy="278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shows</a:t>
            </a:r>
          </a:p>
        </p:txBody>
      </p:sp>
      <p:sp>
        <p:nvSpPr>
          <p:cNvPr id="194" name="text-59 the">
            <a:extLst xmlns:a="http://schemas.openxmlformats.org/drawingml/2006/main">
              <a:ext uri="{FF2B5EF4-FFF2-40B4-BE49-F238E27FC236}">
                <a16:creationId xmlns:a16="http://schemas.microsoft.com/office/drawing/2014/main" id="{F3B334B6-4B70-4E3D-B717-E4400C01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3363" y="7370214"/>
            <a:ext cx="279444" cy="27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95" name="text-59 Colosseum,">
            <a:extLst xmlns:a="http://schemas.openxmlformats.org/drawingml/2006/main">
              <a:ext uri="{FF2B5EF4-FFF2-40B4-BE49-F238E27FC236}">
                <a16:creationId xmlns:a16="http://schemas.microsoft.com/office/drawing/2014/main" id="{19614E08-5265-4CDC-B5F1-044A9E0F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008" y="7369731"/>
            <a:ext cx="974073" cy="279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Colosseum,</a:t>
            </a:r>
          </a:p>
        </p:txBody>
      </p:sp>
      <p:sp>
        <p:nvSpPr>
          <p:cNvPr id="196" name="text-59 an">
            <a:extLst xmlns:a="http://schemas.openxmlformats.org/drawingml/2006/main">
              <a:ext uri="{FF2B5EF4-FFF2-40B4-BE49-F238E27FC236}">
                <a16:creationId xmlns:a16="http://schemas.microsoft.com/office/drawing/2014/main" id="{55502854-C6E6-456F-84C1-A38D326C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8775" y="7371059"/>
            <a:ext cx="223104" cy="277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</a:t>
            </a:r>
          </a:p>
        </p:txBody>
      </p:sp>
      <p:sp>
        <p:nvSpPr>
          <p:cNvPr id="197" name="text-59 ancient">
            <a:extLst xmlns:a="http://schemas.openxmlformats.org/drawingml/2006/main">
              <a:ext uri="{FF2B5EF4-FFF2-40B4-BE49-F238E27FC236}">
                <a16:creationId xmlns:a16="http://schemas.microsoft.com/office/drawing/2014/main" id="{2BC5E414-8DCB-4E54-B963-91CDDC6D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059" y="7369446"/>
            <a:ext cx="613752" cy="280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ancient</a:t>
            </a:r>
          </a:p>
        </p:txBody>
      </p:sp>
      <p:sp>
        <p:nvSpPr>
          <p:cNvPr id="198" name="text-59 amphitheater">
            <a:extLst xmlns:a="http://schemas.openxmlformats.org/drawingml/2006/main">
              <a:ext uri="{FF2B5EF4-FFF2-40B4-BE49-F238E27FC236}">
                <a16:creationId xmlns:a16="http://schemas.microsoft.com/office/drawing/2014/main" id="{55AB7E69-791B-4DC9-A57C-889C5EFE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7911" y="7369263"/>
            <a:ext cx="1081458" cy="280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amphitheater</a:t>
            </a:r>
          </a:p>
        </p:txBody>
      </p:sp>
      <p:sp>
        <p:nvSpPr>
          <p:cNvPr id="199" name="text-59 in">
            <a:extLst xmlns:a="http://schemas.openxmlformats.org/drawingml/2006/main">
              <a:ext uri="{FF2B5EF4-FFF2-40B4-BE49-F238E27FC236}">
                <a16:creationId xmlns:a16="http://schemas.microsoft.com/office/drawing/2014/main" id="{10CC6CBC-9876-45B5-A44F-559BF42D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5455" y="7370635"/>
            <a:ext cx="190551" cy="278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00" name="text-59 Rome,">
            <a:extLst xmlns:a="http://schemas.openxmlformats.org/drawingml/2006/main">
              <a:ext uri="{FF2B5EF4-FFF2-40B4-BE49-F238E27FC236}">
                <a16:creationId xmlns:a16="http://schemas.microsoft.com/office/drawing/2014/main" id="{2EF25A2A-234D-49AE-B591-A3921512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2109" y="7370300"/>
            <a:ext cx="561651" cy="2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Rome,</a:t>
            </a:r>
          </a:p>
        </p:txBody>
      </p:sp>
      <p:sp>
        <p:nvSpPr>
          <p:cNvPr id="201" name="text-59 Italy,">
            <a:extLst xmlns:a="http://schemas.openxmlformats.org/drawingml/2006/main">
              <a:ext uri="{FF2B5EF4-FFF2-40B4-BE49-F238E27FC236}">
                <a16:creationId xmlns:a16="http://schemas.microsoft.com/office/drawing/2014/main" id="{A1A26B55-D898-4ABC-9209-32B5A07A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1534" y="7359931"/>
            <a:ext cx="460684" cy="293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Italy,</a:t>
            </a:r>
          </a:p>
        </p:txBody>
      </p:sp>
      <p:sp>
        <p:nvSpPr>
          <p:cNvPr id="202" name="text-59 constructed">
            <a:extLst xmlns:a="http://schemas.openxmlformats.org/drawingml/2006/main">
              <a:ext uri="{FF2B5EF4-FFF2-40B4-BE49-F238E27FC236}">
                <a16:creationId xmlns:a16="http://schemas.microsoft.com/office/drawing/2014/main" id="{221F86AA-8B1E-42D5-80CE-2079CE87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8124" y="7367143"/>
            <a:ext cx="969347" cy="28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constructed</a:t>
            </a:r>
          </a:p>
        </p:txBody>
      </p:sp>
      <p:sp>
        <p:nvSpPr>
          <p:cNvPr id="203" name="text-59 in">
            <a:extLst xmlns:a="http://schemas.openxmlformats.org/drawingml/2006/main">
              <a:ext uri="{FF2B5EF4-FFF2-40B4-BE49-F238E27FC236}">
                <a16:creationId xmlns:a16="http://schemas.microsoft.com/office/drawing/2014/main" id="{3392393B-B63F-41E2-BFC5-110A5EB4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4924" y="7369364"/>
            <a:ext cx="191769" cy="28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04" name="text-59 the">
            <a:extLst xmlns:a="http://schemas.openxmlformats.org/drawingml/2006/main">
              <a:ext uri="{FF2B5EF4-FFF2-40B4-BE49-F238E27FC236}">
                <a16:creationId xmlns:a16="http://schemas.microsoft.com/office/drawing/2014/main" id="{F691344E-588A-44DF-A350-EBDFD2FA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4544" y="7368594"/>
            <a:ext cx="281713" cy="281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05" name="text-59 first">
            <a:extLst xmlns:a="http://schemas.openxmlformats.org/drawingml/2006/main">
              <a:ext uri="{FF2B5EF4-FFF2-40B4-BE49-F238E27FC236}">
                <a16:creationId xmlns:a16="http://schemas.microsoft.com/office/drawing/2014/main" id="{6B3CFDAB-01C1-4DA0-A53A-99B60101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144" y="7366164"/>
            <a:ext cx="364183" cy="284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first</a:t>
            </a:r>
          </a:p>
        </p:txBody>
      </p:sp>
      <p:sp>
        <p:nvSpPr>
          <p:cNvPr id="206" name="text-59 century">
            <a:extLst xmlns:a="http://schemas.openxmlformats.org/drawingml/2006/main">
              <a:ext uri="{FF2B5EF4-FFF2-40B4-BE49-F238E27FC236}">
                <a16:creationId xmlns:a16="http://schemas.microsoft.com/office/drawing/2014/main" id="{0C121613-BB51-4D4A-B187-6264304F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813" y="7367573"/>
            <a:ext cx="641985" cy="282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century</a:t>
            </a:r>
          </a:p>
        </p:txBody>
      </p:sp>
      <p:sp>
        <p:nvSpPr>
          <p:cNvPr id="207" name="text-59 AD.">
            <a:extLst xmlns:a="http://schemas.openxmlformats.org/drawingml/2006/main">
              <a:ext uri="{FF2B5EF4-FFF2-40B4-BE49-F238E27FC236}">
                <a16:creationId xmlns:a16="http://schemas.microsoft.com/office/drawing/2014/main" id="{99F353F5-19CA-486E-9679-30D6D403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5327" y="7370113"/>
            <a:ext cx="373815" cy="27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AD.</a:t>
            </a:r>
          </a:p>
        </p:txBody>
      </p:sp>
      <p:sp>
        <p:nvSpPr>
          <p:cNvPr id="208" name="text-59 The">
            <a:extLst xmlns:a="http://schemas.openxmlformats.org/drawingml/2006/main">
              <a:ext uri="{FF2B5EF4-FFF2-40B4-BE49-F238E27FC236}">
                <a16:creationId xmlns:a16="http://schemas.microsoft.com/office/drawing/2014/main" id="{2EAF7AA6-64B9-4A58-A129-1AF6C506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6882" y="7369607"/>
            <a:ext cx="346790" cy="279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09" name="text-59 Colosseum">
            <a:extLst xmlns:a="http://schemas.openxmlformats.org/drawingml/2006/main">
              <a:ext uri="{FF2B5EF4-FFF2-40B4-BE49-F238E27FC236}">
                <a16:creationId xmlns:a16="http://schemas.microsoft.com/office/drawing/2014/main" id="{8C854BD6-C770-4793-A7A9-AE414FC1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1741" y="7368260"/>
            <a:ext cx="930868" cy="281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Colosseum</a:t>
            </a:r>
          </a:p>
        </p:txBody>
      </p:sp>
      <p:sp>
        <p:nvSpPr>
          <p:cNvPr id="210" name="text-59 is">
            <a:extLst xmlns:a="http://schemas.openxmlformats.org/drawingml/2006/main">
              <a:ext uri="{FF2B5EF4-FFF2-40B4-BE49-F238E27FC236}">
                <a16:creationId xmlns:a16="http://schemas.microsoft.com/office/drawing/2014/main" id="{6BE85DF4-38C2-4AD7-8192-55537AE8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0967" y="7368790"/>
            <a:ext cx="170063" cy="281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211" name="text-59 a">
            <a:extLst xmlns:a="http://schemas.openxmlformats.org/drawingml/2006/main">
              <a:ext uri="{FF2B5EF4-FFF2-40B4-BE49-F238E27FC236}">
                <a16:creationId xmlns:a16="http://schemas.microsoft.com/office/drawing/2014/main" id="{79A18832-BDE8-425F-BF22-F13086F5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8835" y="7372813"/>
            <a:ext cx="122749" cy="275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12" name="text-59 symbol">
            <a:extLst xmlns:a="http://schemas.openxmlformats.org/drawingml/2006/main">
              <a:ext uri="{FF2B5EF4-FFF2-40B4-BE49-F238E27FC236}">
                <a16:creationId xmlns:a16="http://schemas.microsoft.com/office/drawing/2014/main" id="{26EA9C40-4FA2-46E5-8BEB-1744D146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10229" y="7368324"/>
            <a:ext cx="628785" cy="281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symbol</a:t>
            </a:r>
          </a:p>
        </p:txBody>
      </p:sp>
      <p:sp>
        <p:nvSpPr>
          <p:cNvPr id="213" name="text-59 of">
            <a:extLst xmlns:a="http://schemas.openxmlformats.org/drawingml/2006/main">
              <a:ext uri="{FF2B5EF4-FFF2-40B4-BE49-F238E27FC236}">
                <a16:creationId xmlns:a16="http://schemas.microsoft.com/office/drawing/2014/main" id="{A0D737E4-732D-4529-8B42-1BE676B9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6890" y="7369845"/>
            <a:ext cx="202329" cy="279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214" name="text-60 the">
            <a:extLst xmlns:a="http://schemas.openxmlformats.org/drawingml/2006/main">
              <a:ext uri="{FF2B5EF4-FFF2-40B4-BE49-F238E27FC236}">
                <a16:creationId xmlns:a16="http://schemas.microsoft.com/office/drawing/2014/main" id="{E95B45BF-3F39-4BFA-8DA7-B98F9BFB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483" y="7605902"/>
            <a:ext cx="281713" cy="2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15" name="text-60 might">
            <a:extLst xmlns:a="http://schemas.openxmlformats.org/drawingml/2006/main">
              <a:ext uri="{FF2B5EF4-FFF2-40B4-BE49-F238E27FC236}">
                <a16:creationId xmlns:a16="http://schemas.microsoft.com/office/drawing/2014/main" id="{80898F88-93B9-41F0-B74C-D661A3AA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083" y="7605449"/>
            <a:ext cx="506211" cy="28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might</a:t>
            </a:r>
          </a:p>
        </p:txBody>
      </p:sp>
      <p:sp>
        <p:nvSpPr>
          <p:cNvPr id="216" name="text-60 and">
            <a:extLst xmlns:a="http://schemas.openxmlformats.org/drawingml/2006/main">
              <a:ext uri="{FF2B5EF4-FFF2-40B4-BE49-F238E27FC236}">
                <a16:creationId xmlns:a16="http://schemas.microsoft.com/office/drawing/2014/main" id="{BC47B366-02CF-47D5-9913-2FA6D4D4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36" y="7606509"/>
            <a:ext cx="325282" cy="2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17" name="text-60 grandeur">
            <a:extLst xmlns:a="http://schemas.openxmlformats.org/drawingml/2006/main">
              <a:ext uri="{FF2B5EF4-FFF2-40B4-BE49-F238E27FC236}">
                <a16:creationId xmlns:a16="http://schemas.microsoft.com/office/drawing/2014/main" id="{B2905BD6-6AFD-4FD2-984B-4F52660A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242" y="7605062"/>
            <a:ext cx="753455" cy="282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grandeur</a:t>
            </a:r>
          </a:p>
        </p:txBody>
      </p:sp>
      <p:sp>
        <p:nvSpPr>
          <p:cNvPr id="218" name="text-60 of">
            <a:extLst xmlns:a="http://schemas.openxmlformats.org/drawingml/2006/main">
              <a:ext uri="{FF2B5EF4-FFF2-40B4-BE49-F238E27FC236}">
                <a16:creationId xmlns:a16="http://schemas.microsoft.com/office/drawing/2014/main" id="{65FAE185-367B-4E28-BE66-19E8F6F0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5491" y="7607153"/>
            <a:ext cx="202329" cy="279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219" name="text-60 the">
            <a:extLst xmlns:a="http://schemas.openxmlformats.org/drawingml/2006/main">
              <a:ext uri="{FF2B5EF4-FFF2-40B4-BE49-F238E27FC236}">
                <a16:creationId xmlns:a16="http://schemas.microsoft.com/office/drawing/2014/main" id="{D6BA1FBA-0521-4A44-B35B-459F53C9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5988" y="7605902"/>
            <a:ext cx="281713" cy="2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20" name="text-60 Roman">
            <a:extLst xmlns:a="http://schemas.openxmlformats.org/drawingml/2006/main">
              <a:ext uri="{FF2B5EF4-FFF2-40B4-BE49-F238E27FC236}">
                <a16:creationId xmlns:a16="http://schemas.microsoft.com/office/drawing/2014/main" id="{04DA70C9-BFC3-4A22-ADA6-8C7DDA35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5589" y="7606439"/>
            <a:ext cx="615007" cy="280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Roman</a:t>
            </a:r>
          </a:p>
        </p:txBody>
      </p:sp>
      <p:sp>
        <p:nvSpPr>
          <p:cNvPr id="221" name="text-60 Empire">
            <a:extLst xmlns:a="http://schemas.openxmlformats.org/drawingml/2006/main">
              <a:ext uri="{FF2B5EF4-FFF2-40B4-BE49-F238E27FC236}">
                <a16:creationId xmlns:a16="http://schemas.microsoft.com/office/drawing/2014/main" id="{255A9268-2B89-4A48-B200-088C1CBF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407" y="7605519"/>
            <a:ext cx="628843" cy="281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Empire</a:t>
            </a:r>
          </a:p>
        </p:txBody>
      </p:sp>
      <p:sp>
        <p:nvSpPr>
          <p:cNvPr id="222" name="text-61 ......">
            <a:extLst xmlns:a="http://schemas.openxmlformats.org/drawingml/2006/main">
              <a:ext uri="{FF2B5EF4-FFF2-40B4-BE49-F238E27FC236}">
                <a16:creationId xmlns:a16="http://schemas.microsoft.com/office/drawing/2014/main" id="{37699016-CB41-47AB-8DC9-3675688C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3650" y="7602638"/>
            <a:ext cx="343036" cy="28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......</a:t>
            </a:r>
          </a:p>
        </p:txBody>
      </p:sp>
      <p:sp>
        <p:nvSpPr>
          <p:cNvPr id="223" name="text-62 &lt;image-4&gt;">
            <a:extLst xmlns:a="http://schemas.openxmlformats.org/drawingml/2006/main">
              <a:ext uri="{FF2B5EF4-FFF2-40B4-BE49-F238E27FC236}">
                <a16:creationId xmlns:a16="http://schemas.microsoft.com/office/drawing/2014/main" id="{69F7EE9A-0A07-4CEB-AB03-CF1A3A4A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3566" y="7605203"/>
            <a:ext cx="924449" cy="28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&lt;image-4&gt;</a:t>
            </a:r>
          </a:p>
        </p:txBody>
      </p:sp>
      <p:sp>
        <p:nvSpPr>
          <p:cNvPr id="224" name="text-62 depicts">
            <a:extLst xmlns:a="http://schemas.openxmlformats.org/drawingml/2006/main">
              <a:ext uri="{FF2B5EF4-FFF2-40B4-BE49-F238E27FC236}">
                <a16:creationId xmlns:a16="http://schemas.microsoft.com/office/drawing/2014/main" id="{A5122FCA-AE03-4528-9F2D-BA6E2D63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5873" y="7604580"/>
            <a:ext cx="609352" cy="28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depicts</a:t>
            </a:r>
          </a:p>
        </p:txBody>
      </p:sp>
      <p:sp>
        <p:nvSpPr>
          <p:cNvPr id="225" name="text-62 the">
            <a:extLst xmlns:a="http://schemas.openxmlformats.org/drawingml/2006/main">
              <a:ext uri="{FF2B5EF4-FFF2-40B4-BE49-F238E27FC236}">
                <a16:creationId xmlns:a16="http://schemas.microsoft.com/office/drawing/2014/main" id="{8D05FB53-A9E4-40FC-89E0-7396C3F4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758" y="7605902"/>
            <a:ext cx="281713" cy="281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26" name="text-62 Taj">
            <a:extLst xmlns:a="http://schemas.openxmlformats.org/drawingml/2006/main">
              <a:ext uri="{FF2B5EF4-FFF2-40B4-BE49-F238E27FC236}">
                <a16:creationId xmlns:a16="http://schemas.microsoft.com/office/drawing/2014/main" id="{A0022C50-04D8-4890-A52B-4D0C7078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2357" y="7595173"/>
            <a:ext cx="305361" cy="296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Taj</a:t>
            </a:r>
          </a:p>
        </p:txBody>
      </p:sp>
      <p:sp>
        <p:nvSpPr>
          <p:cNvPr id="227" name="text-62 Mahal,">
            <a:extLst xmlns:a="http://schemas.openxmlformats.org/drawingml/2006/main">
              <a:ext uri="{FF2B5EF4-FFF2-40B4-BE49-F238E27FC236}">
                <a16:creationId xmlns:a16="http://schemas.microsoft.com/office/drawing/2014/main" id="{CEEAA105-7CD1-403B-AEE1-08ECAB44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3711" y="7605267"/>
            <a:ext cx="601622" cy="282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Mahal,</a:t>
            </a:r>
          </a:p>
        </p:txBody>
      </p:sp>
      <p:sp>
        <p:nvSpPr>
          <p:cNvPr id="228" name="text-62 a">
            <a:extLst xmlns:a="http://schemas.openxmlformats.org/drawingml/2006/main">
              <a:ext uri="{FF2B5EF4-FFF2-40B4-BE49-F238E27FC236}">
                <a16:creationId xmlns:a16="http://schemas.microsoft.com/office/drawing/2014/main" id="{33DC9580-57E2-4AFA-8D16-6232331F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4663" y="7610120"/>
            <a:ext cx="122749" cy="275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29" name="text-62 mausoleum">
            <a:extLst xmlns:a="http://schemas.openxmlformats.org/drawingml/2006/main">
              <a:ext uri="{FF2B5EF4-FFF2-40B4-BE49-F238E27FC236}">
                <a16:creationId xmlns:a16="http://schemas.microsoft.com/office/drawing/2014/main" id="{41AA364B-4F80-4AF0-9B0B-EEEDE91A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8035" y="7603787"/>
            <a:ext cx="972719" cy="284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mausoleum</a:t>
            </a:r>
          </a:p>
        </p:txBody>
      </p:sp>
      <p:sp>
        <p:nvSpPr>
          <p:cNvPr id="230" name="text-62 built">
            <a:extLst xmlns:a="http://schemas.openxmlformats.org/drawingml/2006/main">
              <a:ext uri="{FF2B5EF4-FFF2-40B4-BE49-F238E27FC236}">
                <a16:creationId xmlns:a16="http://schemas.microsoft.com/office/drawing/2014/main" id="{EAE85ABA-595D-44A7-A5EE-C12B3C24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0772" y="7602287"/>
            <a:ext cx="411858" cy="28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built</a:t>
            </a:r>
          </a:p>
        </p:txBody>
      </p:sp>
      <p:sp>
        <p:nvSpPr>
          <p:cNvPr id="231" name="text-62 in">
            <a:extLst xmlns:a="http://schemas.openxmlformats.org/drawingml/2006/main">
              <a:ext uri="{FF2B5EF4-FFF2-40B4-BE49-F238E27FC236}">
                <a16:creationId xmlns:a16="http://schemas.microsoft.com/office/drawing/2014/main" id="{36FABF8A-06B7-41F6-B2BD-766410A1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1881" y="7605401"/>
            <a:ext cx="192986" cy="28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32" name="text-62 the">
            <a:extLst xmlns:a="http://schemas.openxmlformats.org/drawingml/2006/main">
              <a:ext uri="{FF2B5EF4-FFF2-40B4-BE49-F238E27FC236}">
                <a16:creationId xmlns:a16="http://schemas.microsoft.com/office/drawing/2014/main" id="{420166B7-120C-495A-B0DA-1899BFF3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4469" y="7604282"/>
            <a:ext cx="283983" cy="28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33" name="text-62 17th">
            <a:extLst xmlns:a="http://schemas.openxmlformats.org/drawingml/2006/main">
              <a:ext uri="{FF2B5EF4-FFF2-40B4-BE49-F238E27FC236}">
                <a16:creationId xmlns:a16="http://schemas.microsoft.com/office/drawing/2014/main" id="{1ED94E70-7BE2-410D-8582-EC86ED7B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8025" y="7604106"/>
            <a:ext cx="396908" cy="28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17th</a:t>
            </a:r>
          </a:p>
        </p:txBody>
      </p:sp>
      <p:sp>
        <p:nvSpPr>
          <p:cNvPr id="234" name="text-62 century">
            <a:extLst xmlns:a="http://schemas.openxmlformats.org/drawingml/2006/main">
              <a:ext uri="{FF2B5EF4-FFF2-40B4-BE49-F238E27FC236}">
                <a16:creationId xmlns:a16="http://schemas.microsoft.com/office/drawing/2014/main" id="{0E9368AD-1B2C-4C4E-9B51-FBAD965A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4304" y="7602902"/>
            <a:ext cx="648274" cy="285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century</a:t>
            </a:r>
          </a:p>
        </p:txBody>
      </p:sp>
      <p:sp>
        <p:nvSpPr>
          <p:cNvPr id="235" name="text-62 in">
            <a:extLst xmlns:a="http://schemas.openxmlformats.org/drawingml/2006/main">
              <a:ext uri="{FF2B5EF4-FFF2-40B4-BE49-F238E27FC236}">
                <a16:creationId xmlns:a16="http://schemas.microsoft.com/office/drawing/2014/main" id="{75DC3AF9-26F9-46DC-B006-596FA869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1730" y="7605401"/>
            <a:ext cx="192986" cy="28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36" name="text-62 Agra,">
            <a:extLst xmlns:a="http://schemas.openxmlformats.org/drawingml/2006/main">
              <a:ext uri="{FF2B5EF4-FFF2-40B4-BE49-F238E27FC236}">
                <a16:creationId xmlns:a16="http://schemas.microsoft.com/office/drawing/2014/main" id="{907660A6-23C3-4717-AEC9-565BA77A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4320" y="7603859"/>
            <a:ext cx="493109" cy="284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Agra,</a:t>
            </a:r>
          </a:p>
        </p:txBody>
      </p:sp>
      <p:sp>
        <p:nvSpPr>
          <p:cNvPr id="237" name="text-62 India,">
            <a:extLst xmlns:a="http://schemas.openxmlformats.org/drawingml/2006/main">
              <a:ext uri="{FF2B5EF4-FFF2-40B4-BE49-F238E27FC236}">
                <a16:creationId xmlns:a16="http://schemas.microsoft.com/office/drawing/2014/main" id="{61F25CF1-5869-4F2F-8932-CDF7DE08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6507" y="7602326"/>
            <a:ext cx="508219" cy="286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India,</a:t>
            </a:r>
          </a:p>
        </p:txBody>
      </p:sp>
      <p:sp>
        <p:nvSpPr>
          <p:cNvPr id="238" name="text-62 by">
            <a:extLst xmlns:a="http://schemas.openxmlformats.org/drawingml/2006/main">
              <a:ext uri="{FF2B5EF4-FFF2-40B4-BE49-F238E27FC236}">
                <a16:creationId xmlns:a16="http://schemas.microsoft.com/office/drawing/2014/main" id="{E152D1C5-1DA8-4AC4-BC93-13BE9DFF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3528" y="7606657"/>
            <a:ext cx="236267" cy="28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by</a:t>
            </a:r>
          </a:p>
        </p:txBody>
      </p:sp>
      <p:sp>
        <p:nvSpPr>
          <p:cNvPr id="239" name="text-62 the">
            <a:extLst xmlns:a="http://schemas.openxmlformats.org/drawingml/2006/main">
              <a:ext uri="{FF2B5EF4-FFF2-40B4-BE49-F238E27FC236}">
                <a16:creationId xmlns:a16="http://schemas.microsoft.com/office/drawing/2014/main" id="{ABDCE45D-0EFA-4453-BBBE-147804E4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9623" y="7604282"/>
            <a:ext cx="283983" cy="28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40" name="text-62 Mughal">
            <a:extLst xmlns:a="http://schemas.openxmlformats.org/drawingml/2006/main">
              <a:ext uri="{FF2B5EF4-FFF2-40B4-BE49-F238E27FC236}">
                <a16:creationId xmlns:a16="http://schemas.microsoft.com/office/drawing/2014/main" id="{C8D37E5F-7277-4318-B636-9C58BFC2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3179" y="7604293"/>
            <a:ext cx="666602" cy="283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Mughal</a:t>
            </a:r>
          </a:p>
        </p:txBody>
      </p:sp>
      <p:sp>
        <p:nvSpPr>
          <p:cNvPr id="241" name="text-63 Emperor">
            <a:extLst xmlns:a="http://schemas.openxmlformats.org/drawingml/2006/main">
              <a:ext uri="{FF2B5EF4-FFF2-40B4-BE49-F238E27FC236}">
                <a16:creationId xmlns:a16="http://schemas.microsoft.com/office/drawing/2014/main" id="{EA5E7358-235B-4393-B2DF-B7A942E6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483" y="7844555"/>
            <a:ext cx="734274" cy="279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Emperor</a:t>
            </a:r>
          </a:p>
        </p:txBody>
      </p:sp>
      <p:sp>
        <p:nvSpPr>
          <p:cNvPr id="242" name="text-63 Shah">
            <a:extLst xmlns:a="http://schemas.openxmlformats.org/drawingml/2006/main">
              <a:ext uri="{FF2B5EF4-FFF2-40B4-BE49-F238E27FC236}">
                <a16:creationId xmlns:a16="http://schemas.microsoft.com/office/drawing/2014/main" id="{16DB0BA4-CB1F-4A67-A4B3-84E017D4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965" y="7845152"/>
            <a:ext cx="433807" cy="27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Shah</a:t>
            </a:r>
          </a:p>
        </p:txBody>
      </p:sp>
      <p:sp>
        <p:nvSpPr>
          <p:cNvPr id="243" name="text-63 Jahan">
            <a:extLst xmlns:a="http://schemas.openxmlformats.org/drawingml/2006/main">
              <a:ext uri="{FF2B5EF4-FFF2-40B4-BE49-F238E27FC236}">
                <a16:creationId xmlns:a16="http://schemas.microsoft.com/office/drawing/2014/main" id="{328D79A6-3E11-4A93-832B-BCC9F324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860" y="7844602"/>
            <a:ext cx="490267" cy="279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Jahan</a:t>
            </a:r>
          </a:p>
        </p:txBody>
      </p:sp>
      <p:sp>
        <p:nvSpPr>
          <p:cNvPr id="244" name="text-63 in">
            <a:extLst xmlns:a="http://schemas.openxmlformats.org/drawingml/2006/main">
              <a:ext uri="{FF2B5EF4-FFF2-40B4-BE49-F238E27FC236}">
                <a16:creationId xmlns:a16="http://schemas.microsoft.com/office/drawing/2014/main" id="{E6597E6E-FABA-4F6E-B02B-C304BBE9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4116" y="7845250"/>
            <a:ext cx="190550" cy="27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45" name="text-63 memory">
            <a:extLst xmlns:a="http://schemas.openxmlformats.org/drawingml/2006/main">
              <a:ext uri="{FF2B5EF4-FFF2-40B4-BE49-F238E27FC236}">
                <a16:creationId xmlns:a16="http://schemas.microsoft.com/office/drawing/2014/main" id="{2B026A98-AEFF-4012-8521-D3CE3065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0770" y="7844629"/>
            <a:ext cx="700871" cy="279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</p:txBody>
      </p:sp>
      <p:sp>
        <p:nvSpPr>
          <p:cNvPr id="246" name="text-63 of">
            <a:extLst xmlns:a="http://schemas.openxmlformats.org/drawingml/2006/main">
              <a:ext uri="{FF2B5EF4-FFF2-40B4-BE49-F238E27FC236}">
                <a16:creationId xmlns:a16="http://schemas.microsoft.com/office/drawing/2014/main" id="{AE79C639-7830-4CDB-88B4-875EFD2A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7634" y="7845646"/>
            <a:ext cx="201126" cy="277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247" name="text-63 his">
            <a:extLst xmlns:a="http://schemas.openxmlformats.org/drawingml/2006/main">
              <a:ext uri="{FF2B5EF4-FFF2-40B4-BE49-F238E27FC236}">
                <a16:creationId xmlns:a16="http://schemas.microsoft.com/office/drawing/2014/main" id="{9930B139-60BB-4970-95A6-B4E377F9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5165" y="7844704"/>
            <a:ext cx="268705" cy="279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his</a:t>
            </a:r>
          </a:p>
        </p:txBody>
      </p:sp>
      <p:sp>
        <p:nvSpPr>
          <p:cNvPr id="248" name="text-63 beloved">
            <a:extLst xmlns:a="http://schemas.openxmlformats.org/drawingml/2006/main">
              <a:ext uri="{FF2B5EF4-FFF2-40B4-BE49-F238E27FC236}">
                <a16:creationId xmlns:a16="http://schemas.microsoft.com/office/drawing/2014/main" id="{8FC062CF-CD53-4EBB-97DE-D50AFCDC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9933" y="7844410"/>
            <a:ext cx="668281" cy="279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beloved</a:t>
            </a:r>
          </a:p>
        </p:txBody>
      </p:sp>
      <p:sp>
        <p:nvSpPr>
          <p:cNvPr id="249" name="text-63 wife">
            <a:extLst xmlns:a="http://schemas.openxmlformats.org/drawingml/2006/main">
              <a:ext uri="{FF2B5EF4-FFF2-40B4-BE49-F238E27FC236}">
                <a16:creationId xmlns:a16="http://schemas.microsoft.com/office/drawing/2014/main" id="{6BF4A3D9-719D-477B-A83C-2AA427E7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4167" y="7844739"/>
            <a:ext cx="390203" cy="279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wife</a:t>
            </a:r>
          </a:p>
        </p:txBody>
      </p:sp>
      <p:sp>
        <p:nvSpPr>
          <p:cNvPr id="250" name="text-63 Mumtaz">
            <a:extLst xmlns:a="http://schemas.openxmlformats.org/drawingml/2006/main">
              <a:ext uri="{FF2B5EF4-FFF2-40B4-BE49-F238E27FC236}">
                <a16:creationId xmlns:a16="http://schemas.microsoft.com/office/drawing/2014/main" id="{A2CA1F88-D004-4123-A777-29CA598F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0555" y="7844681"/>
            <a:ext cx="700690" cy="279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Mumtaz</a:t>
            </a:r>
          </a:p>
        </p:txBody>
      </p:sp>
      <p:sp>
        <p:nvSpPr>
          <p:cNvPr id="251" name="text-63 Mahal.">
            <a:extLst xmlns:a="http://schemas.openxmlformats.org/drawingml/2006/main">
              <a:ext uri="{FF2B5EF4-FFF2-40B4-BE49-F238E27FC236}">
                <a16:creationId xmlns:a16="http://schemas.microsoft.com/office/drawing/2014/main" id="{6CD2C429-5EC1-41B0-8325-1917F040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7419" y="7844336"/>
            <a:ext cx="596362" cy="279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Mahal.</a:t>
            </a:r>
          </a:p>
        </p:txBody>
      </p:sp>
      <p:sp>
        <p:nvSpPr>
          <p:cNvPr id="252" name="text-63 The">
            <a:extLst xmlns:a="http://schemas.openxmlformats.org/drawingml/2006/main">
              <a:ext uri="{FF2B5EF4-FFF2-40B4-BE49-F238E27FC236}">
                <a16:creationId xmlns:a16="http://schemas.microsoft.com/office/drawing/2014/main" id="{904D4FCB-3B2F-4721-931D-927BBB8F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9474" y="7845493"/>
            <a:ext cx="344583" cy="278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53" name="text-63 Taj">
            <a:extLst xmlns:a="http://schemas.openxmlformats.org/drawingml/2006/main">
              <a:ext uri="{FF2B5EF4-FFF2-40B4-BE49-F238E27FC236}">
                <a16:creationId xmlns:a16="http://schemas.microsoft.com/office/drawing/2014/main" id="{39CDAAA4-9077-4BB3-A4CE-81C5E551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0377" y="7834046"/>
            <a:ext cx="303101" cy="294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Taj</a:t>
            </a:r>
          </a:p>
        </p:txBody>
      </p:sp>
      <p:sp>
        <p:nvSpPr>
          <p:cNvPr id="254" name="text-63 Mahal">
            <a:extLst xmlns:a="http://schemas.openxmlformats.org/drawingml/2006/main">
              <a:ext uri="{FF2B5EF4-FFF2-40B4-BE49-F238E27FC236}">
                <a16:creationId xmlns:a16="http://schemas.microsoft.com/office/drawing/2014/main" id="{61BFB80C-77C2-4037-AD20-DC3E6833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7775" y="7844716"/>
            <a:ext cx="545408" cy="27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Mahal</a:t>
            </a:r>
          </a:p>
        </p:txBody>
      </p:sp>
      <p:sp>
        <p:nvSpPr>
          <p:cNvPr id="255" name="text-63 is">
            <a:extLst xmlns:a="http://schemas.openxmlformats.org/drawingml/2006/main">
              <a:ext uri="{FF2B5EF4-FFF2-40B4-BE49-F238E27FC236}">
                <a16:creationId xmlns:a16="http://schemas.microsoft.com/office/drawing/2014/main" id="{4AA518B7-6B4E-4181-80D8-F3BC540F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9401" y="7844887"/>
            <a:ext cx="168806" cy="279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256" name="text-63 a">
            <a:extLst xmlns:a="http://schemas.openxmlformats.org/drawingml/2006/main">
              <a:ext uri="{FF2B5EF4-FFF2-40B4-BE49-F238E27FC236}">
                <a16:creationId xmlns:a16="http://schemas.microsoft.com/office/drawing/2014/main" id="{D4EBDC48-7AB5-41BC-969F-DCD0F87F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303" y="7847427"/>
            <a:ext cx="122749" cy="275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57" name="text-63 symbol">
            <a:extLst xmlns:a="http://schemas.openxmlformats.org/drawingml/2006/main">
              <a:ext uri="{FF2B5EF4-FFF2-40B4-BE49-F238E27FC236}">
                <a16:creationId xmlns:a16="http://schemas.microsoft.com/office/drawing/2014/main" id="{9DECB188-A5BC-4A2E-85A4-40400FC2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3721" y="7844617"/>
            <a:ext cx="623539" cy="279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symbol</a:t>
            </a:r>
          </a:p>
        </p:txBody>
      </p:sp>
      <p:sp>
        <p:nvSpPr>
          <p:cNvPr id="258" name="text-63 of">
            <a:extLst xmlns:a="http://schemas.openxmlformats.org/drawingml/2006/main">
              <a:ext uri="{FF2B5EF4-FFF2-40B4-BE49-F238E27FC236}">
                <a16:creationId xmlns:a16="http://schemas.microsoft.com/office/drawing/2014/main" id="{F87AA195-9E21-4A30-91B2-0D5C25FD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3459" y="7845645"/>
            <a:ext cx="201127" cy="277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259" name="text-63 love">
            <a:extLst xmlns:a="http://schemas.openxmlformats.org/drawingml/2006/main">
              <a:ext uri="{FF2B5EF4-FFF2-40B4-BE49-F238E27FC236}">
                <a16:creationId xmlns:a16="http://schemas.microsoft.com/office/drawing/2014/main" id="{C790544A-DB6E-4F6E-8303-E6D92016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0990" y="7844664"/>
            <a:ext cx="379340" cy="279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love</a:t>
            </a:r>
          </a:p>
        </p:txBody>
      </p:sp>
      <p:sp>
        <p:nvSpPr>
          <p:cNvPr id="260" name="text-63 and">
            <a:extLst xmlns:a="http://schemas.openxmlformats.org/drawingml/2006/main">
              <a:ext uri="{FF2B5EF4-FFF2-40B4-BE49-F238E27FC236}">
                <a16:creationId xmlns:a16="http://schemas.microsoft.com/office/drawing/2014/main" id="{30FC6CF7-717F-4BD9-A882-9C12B3DD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6501" y="7845186"/>
            <a:ext cx="323058" cy="278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61" name="text-63 devotion,">
            <a:extLst xmlns:a="http://schemas.openxmlformats.org/drawingml/2006/main">
              <a:ext uri="{FF2B5EF4-FFF2-40B4-BE49-F238E27FC236}">
                <a16:creationId xmlns:a16="http://schemas.microsoft.com/office/drawing/2014/main" id="{37B3B2E1-CB6D-4BE7-B2D0-2C54BC44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5652" y="7844066"/>
            <a:ext cx="786253" cy="28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devotion,</a:t>
            </a:r>
          </a:p>
        </p:txBody>
      </p:sp>
      <p:sp>
        <p:nvSpPr>
          <p:cNvPr id="262" name="text-63 renowned">
            <a:extLst xmlns:a="http://schemas.openxmlformats.org/drawingml/2006/main">
              <a:ext uri="{FF2B5EF4-FFF2-40B4-BE49-F238E27FC236}">
                <a16:creationId xmlns:a16="http://schemas.microsoft.com/office/drawing/2014/main" id="{54E8E3B2-6997-4890-A6B0-25CD3F43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548" y="7844652"/>
            <a:ext cx="822488" cy="27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renowned</a:t>
            </a:r>
          </a:p>
        </p:txBody>
      </p:sp>
      <p:sp>
        <p:nvSpPr>
          <p:cNvPr id="263" name="text-63 for">
            <a:extLst xmlns:a="http://schemas.openxmlformats.org/drawingml/2006/main">
              <a:ext uri="{FF2B5EF4-FFF2-40B4-BE49-F238E27FC236}">
                <a16:creationId xmlns:a16="http://schemas.microsoft.com/office/drawing/2014/main" id="{78E2480D-8F94-4F0E-A06D-F5CAA49C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6032" y="7844686"/>
            <a:ext cx="268537" cy="279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</a:t>
            </a:r>
          </a:p>
        </p:txBody>
      </p:sp>
      <p:sp>
        <p:nvSpPr>
          <p:cNvPr id="264" name="text-63 its">
            <a:extLst xmlns:a="http://schemas.openxmlformats.org/drawingml/2006/main">
              <a:ext uri="{FF2B5EF4-FFF2-40B4-BE49-F238E27FC236}">
                <a16:creationId xmlns:a16="http://schemas.microsoft.com/office/drawing/2014/main" id="{6A4682B7-2794-41DD-9540-566D2D9F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0802" y="7843844"/>
            <a:ext cx="225353" cy="280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its</a:t>
            </a:r>
          </a:p>
        </p:txBody>
      </p:sp>
      <p:sp>
        <p:nvSpPr>
          <p:cNvPr id="265" name="text-63 architectural">
            <a:extLst xmlns:a="http://schemas.openxmlformats.org/drawingml/2006/main">
              <a:ext uri="{FF2B5EF4-FFF2-40B4-BE49-F238E27FC236}">
                <a16:creationId xmlns:a16="http://schemas.microsoft.com/office/drawing/2014/main" id="{952CE7E5-86C0-4781-878D-59C831CA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2063" y="7843436"/>
            <a:ext cx="1039039" cy="281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architectural</a:t>
            </a:r>
          </a:p>
        </p:txBody>
      </p:sp>
      <p:sp>
        <p:nvSpPr>
          <p:cNvPr id="266" name="text-63 beauty">
            <a:extLst xmlns:a="http://schemas.openxmlformats.org/drawingml/2006/main">
              <a:ext uri="{FF2B5EF4-FFF2-40B4-BE49-F238E27FC236}">
                <a16:creationId xmlns:a16="http://schemas.microsoft.com/office/drawing/2014/main" id="{E12F5957-5237-49FC-9482-6FFACB86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088" y="7842916"/>
            <a:ext cx="572638" cy="281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beauty</a:t>
            </a:r>
          </a:p>
        </p:txBody>
      </p:sp>
      <p:sp>
        <p:nvSpPr>
          <p:cNvPr id="267" name="text-64 and">
            <a:extLst xmlns:a="http://schemas.openxmlformats.org/drawingml/2006/main">
              <a:ext uri="{FF2B5EF4-FFF2-40B4-BE49-F238E27FC236}">
                <a16:creationId xmlns:a16="http://schemas.microsoft.com/office/drawing/2014/main" id="{0658DA0A-0999-4A5C-9D50-C54FCB41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483" y="8083863"/>
            <a:ext cx="320834" cy="276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68" name="text-64 elegance.">
            <a:extLst xmlns:a="http://schemas.openxmlformats.org/drawingml/2006/main">
              <a:ext uri="{FF2B5EF4-FFF2-40B4-BE49-F238E27FC236}">
                <a16:creationId xmlns:a16="http://schemas.microsoft.com/office/drawing/2014/main" id="{0C700E18-8B35-4D32-B48A-D3BE848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678" y="8083354"/>
            <a:ext cx="777989" cy="277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elegance.</a:t>
            </a:r>
          </a:p>
        </p:txBody>
      </p:sp>
      <p:sp>
        <p:nvSpPr>
          <p:cNvPr id="269" name="text-65 .....">
            <a:extLst xmlns:a="http://schemas.openxmlformats.org/drawingml/2006/main">
              <a:ext uri="{FF2B5EF4-FFF2-40B4-BE49-F238E27FC236}">
                <a16:creationId xmlns:a16="http://schemas.microsoft.com/office/drawing/2014/main" id="{71552E71-5323-4D92-9A83-C39D5E4C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251" y="8083903"/>
            <a:ext cx="282512" cy="276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</a:t>
            </a:r>
          </a:p>
        </p:txBody>
      </p:sp>
      <p:sp>
        <p:nvSpPr>
          <p:cNvPr id="270" name="native-dialogue-ellipsis-0">
            <a:extLst xmlns:a="http://schemas.openxmlformats.org/drawingml/2006/main">
              <a:ext uri="{FF2B5EF4-FFF2-40B4-BE49-F238E27FC236}">
                <a16:creationId xmlns:a16="http://schemas.microsoft.com/office/drawing/2014/main" id="{FC7C3509-4C10-4AC5-AD58-D2157127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189" y="6546560"/>
            <a:ext cx="117297" cy="112937"/>
          </a:xfrm>
          <a:custGeom xmlns:a="http://schemas.openxmlformats.org/drawingml/2006/main">
            <a:pathLst>
              <a:path w="117297" h="112937">
                <a:moveTo>
                  <a:pt x="26066" y="6643"/>
                </a:moveTo>
                <a:lnTo>
                  <a:pt x="13033" y="19930"/>
                </a:lnTo>
                <a:lnTo>
                  <a:pt x="13033" y="26573"/>
                </a:lnTo>
                <a:lnTo>
                  <a:pt x="6517" y="33217"/>
                </a:lnTo>
                <a:lnTo>
                  <a:pt x="6517" y="39860"/>
                </a:lnTo>
                <a:lnTo>
                  <a:pt x="0" y="46503"/>
                </a:lnTo>
                <a:lnTo>
                  <a:pt x="0" y="73077"/>
                </a:lnTo>
                <a:lnTo>
                  <a:pt x="6517" y="79720"/>
                </a:lnTo>
                <a:lnTo>
                  <a:pt x="6517" y="86364"/>
                </a:lnTo>
                <a:lnTo>
                  <a:pt x="32583" y="112937"/>
                </a:lnTo>
                <a:lnTo>
                  <a:pt x="78198" y="112937"/>
                </a:lnTo>
                <a:lnTo>
                  <a:pt x="84715" y="106294"/>
                </a:lnTo>
                <a:lnTo>
                  <a:pt x="91231" y="106294"/>
                </a:lnTo>
                <a:lnTo>
                  <a:pt x="110781" y="86364"/>
                </a:lnTo>
                <a:lnTo>
                  <a:pt x="110781" y="66433"/>
                </a:lnTo>
                <a:lnTo>
                  <a:pt x="117297" y="59790"/>
                </a:lnTo>
                <a:lnTo>
                  <a:pt x="117297" y="53147"/>
                </a:lnTo>
                <a:lnTo>
                  <a:pt x="110781" y="46503"/>
                </a:lnTo>
                <a:lnTo>
                  <a:pt x="110781" y="33217"/>
                </a:lnTo>
                <a:lnTo>
                  <a:pt x="97748" y="19930"/>
                </a:lnTo>
                <a:lnTo>
                  <a:pt x="97748" y="13287"/>
                </a:lnTo>
                <a:lnTo>
                  <a:pt x="91231" y="13287"/>
                </a:lnTo>
                <a:lnTo>
                  <a:pt x="84715" y="6643"/>
                </a:lnTo>
                <a:lnTo>
                  <a:pt x="78198" y="6643"/>
                </a:lnTo>
                <a:lnTo>
                  <a:pt x="71682" y="0"/>
                </a:lnTo>
                <a:lnTo>
                  <a:pt x="45616" y="0"/>
                </a:lnTo>
                <a:lnTo>
                  <a:pt x="39099" y="6643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native-dialogue-ellipsis-1">
            <a:extLst xmlns:a="http://schemas.openxmlformats.org/drawingml/2006/main">
              <a:ext uri="{FF2B5EF4-FFF2-40B4-BE49-F238E27FC236}">
                <a16:creationId xmlns:a16="http://schemas.microsoft.com/office/drawing/2014/main" id="{836859E8-E1EA-4DBD-97F0-C0E5BBDC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867" y="6546560"/>
            <a:ext cx="110781" cy="112937"/>
          </a:xfrm>
          <a:custGeom xmlns:a="http://schemas.openxmlformats.org/drawingml/2006/main">
            <a:pathLst>
              <a:path w="110781" h="112937">
                <a:moveTo>
                  <a:pt x="39099" y="0"/>
                </a:moveTo>
                <a:lnTo>
                  <a:pt x="32583" y="6643"/>
                </a:lnTo>
                <a:lnTo>
                  <a:pt x="26066" y="6643"/>
                </a:lnTo>
                <a:lnTo>
                  <a:pt x="6517" y="26573"/>
                </a:lnTo>
                <a:lnTo>
                  <a:pt x="6517" y="33217"/>
                </a:lnTo>
                <a:lnTo>
                  <a:pt x="0" y="39860"/>
                </a:lnTo>
                <a:lnTo>
                  <a:pt x="0" y="73077"/>
                </a:lnTo>
                <a:lnTo>
                  <a:pt x="6517" y="79720"/>
                </a:lnTo>
                <a:lnTo>
                  <a:pt x="6517" y="86364"/>
                </a:lnTo>
                <a:lnTo>
                  <a:pt x="13033" y="93007"/>
                </a:lnTo>
                <a:lnTo>
                  <a:pt x="13033" y="99650"/>
                </a:lnTo>
                <a:lnTo>
                  <a:pt x="19550" y="99650"/>
                </a:lnTo>
                <a:lnTo>
                  <a:pt x="32583" y="112937"/>
                </a:lnTo>
                <a:lnTo>
                  <a:pt x="78198" y="112937"/>
                </a:lnTo>
                <a:lnTo>
                  <a:pt x="84715" y="106294"/>
                </a:lnTo>
                <a:lnTo>
                  <a:pt x="91231" y="106294"/>
                </a:lnTo>
                <a:lnTo>
                  <a:pt x="104264" y="93007"/>
                </a:lnTo>
                <a:lnTo>
                  <a:pt x="104264" y="86364"/>
                </a:lnTo>
                <a:lnTo>
                  <a:pt x="110781" y="79720"/>
                </a:lnTo>
                <a:lnTo>
                  <a:pt x="110781" y="33217"/>
                </a:lnTo>
                <a:lnTo>
                  <a:pt x="84715" y="6643"/>
                </a:lnTo>
                <a:lnTo>
                  <a:pt x="78198" y="6643"/>
                </a:lnTo>
                <a:lnTo>
                  <a:pt x="71682" y="0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native-dialogue-ellipsis-2">
            <a:extLst xmlns:a="http://schemas.openxmlformats.org/drawingml/2006/main">
              <a:ext uri="{FF2B5EF4-FFF2-40B4-BE49-F238E27FC236}">
                <a16:creationId xmlns:a16="http://schemas.microsoft.com/office/drawing/2014/main" id="{5D1A7E6B-6705-49C4-97F0-70CE9D8F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62" y="6519986"/>
            <a:ext cx="162913" cy="166084"/>
          </a:xfrm>
          <a:custGeom xmlns:a="http://schemas.openxmlformats.org/drawingml/2006/main">
            <a:pathLst>
              <a:path w="162913" h="166084">
                <a:moveTo>
                  <a:pt x="78198" y="0"/>
                </a:moveTo>
                <a:lnTo>
                  <a:pt x="71682" y="6643"/>
                </a:lnTo>
                <a:lnTo>
                  <a:pt x="52132" y="6643"/>
                </a:lnTo>
                <a:lnTo>
                  <a:pt x="45616" y="13287"/>
                </a:lnTo>
                <a:lnTo>
                  <a:pt x="39099" y="13287"/>
                </a:lnTo>
                <a:lnTo>
                  <a:pt x="13033" y="39860"/>
                </a:lnTo>
                <a:lnTo>
                  <a:pt x="13033" y="46503"/>
                </a:lnTo>
                <a:lnTo>
                  <a:pt x="6517" y="53147"/>
                </a:lnTo>
                <a:lnTo>
                  <a:pt x="6517" y="73077"/>
                </a:lnTo>
                <a:lnTo>
                  <a:pt x="0" y="79720"/>
                </a:lnTo>
                <a:lnTo>
                  <a:pt x="0" y="86364"/>
                </a:lnTo>
                <a:lnTo>
                  <a:pt x="6517" y="93007"/>
                </a:lnTo>
                <a:lnTo>
                  <a:pt x="6517" y="112937"/>
                </a:lnTo>
                <a:lnTo>
                  <a:pt x="13033" y="119580"/>
                </a:lnTo>
                <a:lnTo>
                  <a:pt x="13033" y="126224"/>
                </a:lnTo>
                <a:lnTo>
                  <a:pt x="19550" y="132867"/>
                </a:lnTo>
                <a:lnTo>
                  <a:pt x="19550" y="139510"/>
                </a:lnTo>
                <a:lnTo>
                  <a:pt x="26066" y="146154"/>
                </a:lnTo>
                <a:lnTo>
                  <a:pt x="32583" y="146154"/>
                </a:lnTo>
                <a:lnTo>
                  <a:pt x="45616" y="159440"/>
                </a:lnTo>
                <a:lnTo>
                  <a:pt x="52132" y="159440"/>
                </a:lnTo>
                <a:lnTo>
                  <a:pt x="58649" y="166084"/>
                </a:lnTo>
                <a:lnTo>
                  <a:pt x="104264" y="166084"/>
                </a:lnTo>
                <a:lnTo>
                  <a:pt x="110781" y="159440"/>
                </a:lnTo>
                <a:lnTo>
                  <a:pt x="117297" y="159440"/>
                </a:lnTo>
                <a:lnTo>
                  <a:pt x="123814" y="152797"/>
                </a:lnTo>
                <a:lnTo>
                  <a:pt x="130330" y="152797"/>
                </a:lnTo>
                <a:lnTo>
                  <a:pt x="149880" y="132867"/>
                </a:lnTo>
                <a:lnTo>
                  <a:pt x="149880" y="126224"/>
                </a:lnTo>
                <a:lnTo>
                  <a:pt x="156397" y="119580"/>
                </a:lnTo>
                <a:lnTo>
                  <a:pt x="156397" y="112937"/>
                </a:lnTo>
                <a:lnTo>
                  <a:pt x="162913" y="106294"/>
                </a:lnTo>
                <a:lnTo>
                  <a:pt x="162913" y="59790"/>
                </a:lnTo>
                <a:lnTo>
                  <a:pt x="156397" y="53147"/>
                </a:lnTo>
                <a:lnTo>
                  <a:pt x="156397" y="46503"/>
                </a:lnTo>
                <a:lnTo>
                  <a:pt x="143364" y="33217"/>
                </a:lnTo>
                <a:lnTo>
                  <a:pt x="143364" y="26573"/>
                </a:lnTo>
                <a:lnTo>
                  <a:pt x="136847" y="19930"/>
                </a:lnTo>
                <a:lnTo>
                  <a:pt x="130330" y="19930"/>
                </a:lnTo>
                <a:lnTo>
                  <a:pt x="123814" y="13287"/>
                </a:lnTo>
                <a:lnTo>
                  <a:pt x="117297" y="13287"/>
                </a:lnTo>
                <a:lnTo>
                  <a:pt x="110781" y="6643"/>
                </a:lnTo>
                <a:lnTo>
                  <a:pt x="91231" y="6643"/>
                </a:lnTo>
                <a:lnTo>
                  <a:pt x="84715" y="0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text-69 Average">
            <a:extLst xmlns:a="http://schemas.openxmlformats.org/drawingml/2006/main">
              <a:ext uri="{FF2B5EF4-FFF2-40B4-BE49-F238E27FC236}">
                <a16:creationId xmlns:a16="http://schemas.microsoft.com/office/drawing/2014/main" id="{A0146A47-BB5A-4AEE-8002-561BDA16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2740" y="5358969"/>
            <a:ext cx="792963" cy="276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</a:t>
            </a:r>
          </a:p>
        </p:txBody>
      </p:sp>
      <p:sp>
        <p:nvSpPr>
          <p:cNvPr id="274" name="text-69 Text">
            <a:extLst xmlns:a="http://schemas.openxmlformats.org/drawingml/2006/main">
              <a:ext uri="{FF2B5EF4-FFF2-40B4-BE49-F238E27FC236}">
                <a16:creationId xmlns:a16="http://schemas.microsoft.com/office/drawing/2014/main" id="{A7036889-B0F9-4E7C-AC1D-8C4E7414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0458" y="5358638"/>
            <a:ext cx="488229" cy="276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275" name="text-69 Tokens:">
            <a:extLst xmlns:a="http://schemas.openxmlformats.org/drawingml/2006/main">
              <a:ext uri="{FF2B5EF4-FFF2-40B4-BE49-F238E27FC236}">
                <a16:creationId xmlns:a16="http://schemas.microsoft.com/office/drawing/2014/main" id="{14ECA6CC-BBA0-499B-826D-7B7F120F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2646" y="5358631"/>
            <a:ext cx="747981" cy="27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Tokens:</a:t>
            </a:r>
          </a:p>
        </p:txBody>
      </p:sp>
      <p:sp>
        <p:nvSpPr>
          <p:cNvPr id="276" name="text-69 6.4K">
            <a:extLst xmlns:a="http://schemas.openxmlformats.org/drawingml/2006/main">
              <a:ext uri="{FF2B5EF4-FFF2-40B4-BE49-F238E27FC236}">
                <a16:creationId xmlns:a16="http://schemas.microsoft.com/office/drawing/2014/main" id="{5F783F90-27E9-4D00-A873-EDFBB5EC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4883" y="5358914"/>
            <a:ext cx="446440" cy="276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6.4K</a:t>
            </a:r>
          </a:p>
        </p:txBody>
      </p:sp>
      <p:sp>
        <p:nvSpPr>
          <p:cNvPr id="277" name="text-70 Images">
            <a:extLst xmlns:a="http://schemas.openxmlformats.org/drawingml/2006/main">
              <a:ext uri="{FF2B5EF4-FFF2-40B4-BE49-F238E27FC236}">
                <a16:creationId xmlns:a16="http://schemas.microsoft.com/office/drawing/2014/main" id="{5DBACC6E-18A3-4CC7-98CB-9B430527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2740" y="5596291"/>
            <a:ext cx="706793" cy="276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Images</a:t>
            </a:r>
          </a:p>
        </p:txBody>
      </p:sp>
      <p:sp>
        <p:nvSpPr>
          <p:cNvPr id="278" name="text-70 :">
            <a:extLst xmlns:a="http://schemas.openxmlformats.org/drawingml/2006/main">
              <a:ext uri="{FF2B5EF4-FFF2-40B4-BE49-F238E27FC236}">
                <a16:creationId xmlns:a16="http://schemas.microsoft.com/office/drawing/2014/main" id="{6F2D9D4D-F86E-4A08-9320-4DC2F6AD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3447" y="5596845"/>
            <a:ext cx="94235" cy="27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279" name="text-70 2-20">
            <a:extLst xmlns:a="http://schemas.openxmlformats.org/drawingml/2006/main">
              <a:ext uri="{FF2B5EF4-FFF2-40B4-BE49-F238E27FC236}">
                <a16:creationId xmlns:a16="http://schemas.microsoft.com/office/drawing/2014/main" id="{C104881F-F747-4DA3-922C-9A3A8C26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2101" y="5596419"/>
            <a:ext cx="478939" cy="276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2-20</a:t>
            </a:r>
          </a:p>
        </p:txBody>
      </p:sp>
      <p:sp>
        <p:nvSpPr>
          <p:cNvPr id="280" name="text-71 Average">
            <a:extLst xmlns:a="http://schemas.openxmlformats.org/drawingml/2006/main">
              <a:ext uri="{FF2B5EF4-FFF2-40B4-BE49-F238E27FC236}">
                <a16:creationId xmlns:a16="http://schemas.microsoft.com/office/drawing/2014/main" id="{6304B682-EDB1-444B-9245-371ED35C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2740" y="5833582"/>
            <a:ext cx="792963" cy="276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</a:t>
            </a:r>
          </a:p>
        </p:txBody>
      </p:sp>
      <p:sp>
        <p:nvSpPr>
          <p:cNvPr id="281" name="text-71 15">
            <a:extLst xmlns:a="http://schemas.openxmlformats.org/drawingml/2006/main">
              <a:ext uri="{FF2B5EF4-FFF2-40B4-BE49-F238E27FC236}">
                <a16:creationId xmlns:a16="http://schemas.microsoft.com/office/drawing/2014/main" id="{36803D97-5D03-4F00-9520-DDAB062C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0458" y="5833880"/>
            <a:ext cx="244572" cy="275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15</a:t>
            </a:r>
          </a:p>
        </p:txBody>
      </p:sp>
      <p:sp>
        <p:nvSpPr>
          <p:cNvPr id="282" name="text-71 rounds">
            <a:extLst xmlns:a="http://schemas.openxmlformats.org/drawingml/2006/main">
              <a:ext uri="{FF2B5EF4-FFF2-40B4-BE49-F238E27FC236}">
                <a16:creationId xmlns:a16="http://schemas.microsoft.com/office/drawing/2014/main" id="{E6896BD3-9E9C-4806-9E70-4B5A7CC1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9406" y="5833539"/>
            <a:ext cx="652422" cy="276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rounds</a:t>
            </a:r>
          </a:p>
        </p:txBody>
      </p:sp>
      <p:sp>
        <p:nvSpPr>
          <p:cNvPr id="283" name="text-71 of">
            <a:extLst xmlns:a="http://schemas.openxmlformats.org/drawingml/2006/main">
              <a:ext uri="{FF2B5EF4-FFF2-40B4-BE49-F238E27FC236}">
                <a16:creationId xmlns:a16="http://schemas.microsoft.com/office/drawing/2014/main" id="{043DE3AA-4EEC-432A-9D8B-B43FBB2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5729" y="5833879"/>
            <a:ext cx="239325" cy="275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284" name="text-71 Q&amp;A">
            <a:extLst xmlns:a="http://schemas.openxmlformats.org/drawingml/2006/main">
              <a:ext uri="{FF2B5EF4-FFF2-40B4-BE49-F238E27FC236}">
                <a16:creationId xmlns:a16="http://schemas.microsoft.com/office/drawing/2014/main" id="{138597D5-C9F0-4329-91D3-3B777136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9733" y="5833638"/>
            <a:ext cx="482019" cy="276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Q&amp;A</a:t>
            </a:r>
          </a:p>
        </p:txBody>
      </p:sp>
      <p:sp>
        <p:nvSpPr>
          <p:cNvPr id="285" name="path-72">
            <a:extLst xmlns:a="http://schemas.openxmlformats.org/drawingml/2006/main">
              <a:ext uri="{FF2B5EF4-FFF2-40B4-BE49-F238E27FC236}">
                <a16:creationId xmlns:a16="http://schemas.microsoft.com/office/drawing/2014/main" id="{BBA00A68-FD64-4897-A375-1676D102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85" y="40008"/>
            <a:ext cx="13023207" cy="8672580"/>
          </a:xfrm>
          <a:custGeom xmlns:a="http://schemas.openxmlformats.org/drawingml/2006/main">
            <a:pathLst>
              <a:path w="13023207" h="8672580">
                <a:moveTo>
                  <a:pt x="317" y="235270"/>
                </a:moveTo>
                <a:lnTo>
                  <a:pt x="1266" y="222673"/>
                </a:lnTo>
                <a:lnTo>
                  <a:pt x="2848" y="210274"/>
                </a:lnTo>
                <a:lnTo>
                  <a:pt x="5043" y="198052"/>
                </a:lnTo>
                <a:lnTo>
                  <a:pt x="7812" y="186049"/>
                </a:lnTo>
                <a:lnTo>
                  <a:pt x="11154" y="174262"/>
                </a:lnTo>
                <a:lnTo>
                  <a:pt x="15049" y="162733"/>
                </a:lnTo>
                <a:lnTo>
                  <a:pt x="19499" y="151481"/>
                </a:lnTo>
                <a:lnTo>
                  <a:pt x="24462" y="140486"/>
                </a:lnTo>
                <a:lnTo>
                  <a:pt x="29940" y="129787"/>
                </a:lnTo>
                <a:lnTo>
                  <a:pt x="35913" y="119405"/>
                </a:lnTo>
                <a:lnTo>
                  <a:pt x="42360" y="109339"/>
                </a:lnTo>
                <a:lnTo>
                  <a:pt x="49281" y="99609"/>
                </a:lnTo>
                <a:lnTo>
                  <a:pt x="56638" y="90256"/>
                </a:lnTo>
                <a:lnTo>
                  <a:pt x="64429" y="81258"/>
                </a:lnTo>
                <a:lnTo>
                  <a:pt x="72636" y="72635"/>
                </a:lnTo>
                <a:lnTo>
                  <a:pt x="81258" y="64429"/>
                </a:lnTo>
                <a:lnTo>
                  <a:pt x="90256" y="56637"/>
                </a:lnTo>
                <a:lnTo>
                  <a:pt x="99610" y="49281"/>
                </a:lnTo>
                <a:lnTo>
                  <a:pt x="109339" y="42359"/>
                </a:lnTo>
                <a:lnTo>
                  <a:pt x="119405" y="35912"/>
                </a:lnTo>
                <a:lnTo>
                  <a:pt x="129787" y="29940"/>
                </a:lnTo>
                <a:lnTo>
                  <a:pt x="140486" y="24462"/>
                </a:lnTo>
                <a:lnTo>
                  <a:pt x="151481" y="19499"/>
                </a:lnTo>
                <a:lnTo>
                  <a:pt x="162733" y="15049"/>
                </a:lnTo>
                <a:lnTo>
                  <a:pt x="174263" y="11153"/>
                </a:lnTo>
                <a:lnTo>
                  <a:pt x="186049" y="7811"/>
                </a:lnTo>
                <a:lnTo>
                  <a:pt x="198052" y="5043"/>
                </a:lnTo>
                <a:lnTo>
                  <a:pt x="210274" y="2848"/>
                </a:lnTo>
                <a:lnTo>
                  <a:pt x="222673" y="1266"/>
                </a:lnTo>
                <a:lnTo>
                  <a:pt x="235270" y="316"/>
                </a:lnTo>
                <a:lnTo>
                  <a:pt x="247828" y="0"/>
                </a:lnTo>
                <a:lnTo>
                  <a:pt x="12775379" y="0"/>
                </a:lnTo>
                <a:lnTo>
                  <a:pt x="12787937" y="316"/>
                </a:lnTo>
                <a:lnTo>
                  <a:pt x="12800534" y="1266"/>
                </a:lnTo>
                <a:lnTo>
                  <a:pt x="12812934" y="2848"/>
                </a:lnTo>
                <a:lnTo>
                  <a:pt x="12825154" y="5043"/>
                </a:lnTo>
                <a:lnTo>
                  <a:pt x="12837158" y="7811"/>
                </a:lnTo>
                <a:lnTo>
                  <a:pt x="12848944" y="11153"/>
                </a:lnTo>
                <a:lnTo>
                  <a:pt x="12860473" y="15049"/>
                </a:lnTo>
                <a:lnTo>
                  <a:pt x="12871726" y="19499"/>
                </a:lnTo>
                <a:lnTo>
                  <a:pt x="12882721" y="24462"/>
                </a:lnTo>
                <a:lnTo>
                  <a:pt x="12893420" y="29940"/>
                </a:lnTo>
                <a:lnTo>
                  <a:pt x="12903802" y="35912"/>
                </a:lnTo>
                <a:lnTo>
                  <a:pt x="12913868" y="42359"/>
                </a:lnTo>
                <a:lnTo>
                  <a:pt x="12923598" y="49281"/>
                </a:lnTo>
                <a:lnTo>
                  <a:pt x="12932951" y="56637"/>
                </a:lnTo>
                <a:lnTo>
                  <a:pt x="12941949" y="64429"/>
                </a:lnTo>
                <a:lnTo>
                  <a:pt x="12950571" y="72635"/>
                </a:lnTo>
                <a:lnTo>
                  <a:pt x="12958779" y="81258"/>
                </a:lnTo>
                <a:lnTo>
                  <a:pt x="12966570" y="90256"/>
                </a:lnTo>
                <a:lnTo>
                  <a:pt x="12973926" y="99609"/>
                </a:lnTo>
                <a:lnTo>
                  <a:pt x="12980847" y="109339"/>
                </a:lnTo>
                <a:lnTo>
                  <a:pt x="12987294" y="119405"/>
                </a:lnTo>
                <a:lnTo>
                  <a:pt x="12993266" y="129787"/>
                </a:lnTo>
                <a:lnTo>
                  <a:pt x="12998745" y="140486"/>
                </a:lnTo>
                <a:lnTo>
                  <a:pt x="13003708" y="151481"/>
                </a:lnTo>
                <a:lnTo>
                  <a:pt x="13008158" y="162733"/>
                </a:lnTo>
                <a:lnTo>
                  <a:pt x="13012053" y="174262"/>
                </a:lnTo>
                <a:lnTo>
                  <a:pt x="13015395" y="186049"/>
                </a:lnTo>
                <a:lnTo>
                  <a:pt x="13018164" y="198052"/>
                </a:lnTo>
                <a:lnTo>
                  <a:pt x="13020359" y="210274"/>
                </a:lnTo>
                <a:lnTo>
                  <a:pt x="13021922" y="222673"/>
                </a:lnTo>
                <a:lnTo>
                  <a:pt x="13022891" y="235270"/>
                </a:lnTo>
                <a:lnTo>
                  <a:pt x="13023207" y="247827"/>
                </a:lnTo>
                <a:lnTo>
                  <a:pt x="13023207" y="8424752"/>
                </a:lnTo>
                <a:lnTo>
                  <a:pt x="13022891" y="8437309"/>
                </a:lnTo>
                <a:lnTo>
                  <a:pt x="13021922" y="8449906"/>
                </a:lnTo>
                <a:lnTo>
                  <a:pt x="13020359" y="8462306"/>
                </a:lnTo>
                <a:lnTo>
                  <a:pt x="13018164" y="8474526"/>
                </a:lnTo>
                <a:lnTo>
                  <a:pt x="13015395" y="8486531"/>
                </a:lnTo>
                <a:lnTo>
                  <a:pt x="13012053" y="8498317"/>
                </a:lnTo>
                <a:lnTo>
                  <a:pt x="13008158" y="8509846"/>
                </a:lnTo>
                <a:lnTo>
                  <a:pt x="13003708" y="8521098"/>
                </a:lnTo>
                <a:lnTo>
                  <a:pt x="12998745" y="8532094"/>
                </a:lnTo>
                <a:lnTo>
                  <a:pt x="12993266" y="8542792"/>
                </a:lnTo>
                <a:lnTo>
                  <a:pt x="12987294" y="8553175"/>
                </a:lnTo>
                <a:lnTo>
                  <a:pt x="12980847" y="8563241"/>
                </a:lnTo>
                <a:lnTo>
                  <a:pt x="12973926" y="8572971"/>
                </a:lnTo>
                <a:lnTo>
                  <a:pt x="12966570" y="8582324"/>
                </a:lnTo>
                <a:lnTo>
                  <a:pt x="12958779" y="8591321"/>
                </a:lnTo>
                <a:lnTo>
                  <a:pt x="12950571" y="8599944"/>
                </a:lnTo>
                <a:lnTo>
                  <a:pt x="12941949" y="8608151"/>
                </a:lnTo>
                <a:lnTo>
                  <a:pt x="12932951" y="8615942"/>
                </a:lnTo>
                <a:lnTo>
                  <a:pt x="12923598" y="8623299"/>
                </a:lnTo>
                <a:lnTo>
                  <a:pt x="12913868" y="8630220"/>
                </a:lnTo>
                <a:lnTo>
                  <a:pt x="12903802" y="8636667"/>
                </a:lnTo>
                <a:lnTo>
                  <a:pt x="12893420" y="8642639"/>
                </a:lnTo>
                <a:lnTo>
                  <a:pt x="12882721" y="8648117"/>
                </a:lnTo>
                <a:lnTo>
                  <a:pt x="12871726" y="8653081"/>
                </a:lnTo>
                <a:lnTo>
                  <a:pt x="12860473" y="8657530"/>
                </a:lnTo>
                <a:lnTo>
                  <a:pt x="12848944" y="8661427"/>
                </a:lnTo>
                <a:lnTo>
                  <a:pt x="12837158" y="8664768"/>
                </a:lnTo>
                <a:lnTo>
                  <a:pt x="12825154" y="8667537"/>
                </a:lnTo>
                <a:lnTo>
                  <a:pt x="12812934" y="8669732"/>
                </a:lnTo>
                <a:lnTo>
                  <a:pt x="12800534" y="8671314"/>
                </a:lnTo>
                <a:lnTo>
                  <a:pt x="12787937" y="8672263"/>
                </a:lnTo>
                <a:lnTo>
                  <a:pt x="12775379" y="8672580"/>
                </a:lnTo>
                <a:lnTo>
                  <a:pt x="247828" y="8672580"/>
                </a:lnTo>
                <a:lnTo>
                  <a:pt x="235270" y="8672263"/>
                </a:lnTo>
                <a:lnTo>
                  <a:pt x="222673" y="8671314"/>
                </a:lnTo>
                <a:lnTo>
                  <a:pt x="210274" y="8669732"/>
                </a:lnTo>
                <a:lnTo>
                  <a:pt x="198052" y="8667537"/>
                </a:lnTo>
                <a:lnTo>
                  <a:pt x="186049" y="8664768"/>
                </a:lnTo>
                <a:lnTo>
                  <a:pt x="174263" y="8661427"/>
                </a:lnTo>
                <a:lnTo>
                  <a:pt x="162733" y="8657530"/>
                </a:lnTo>
                <a:lnTo>
                  <a:pt x="151481" y="8653081"/>
                </a:lnTo>
                <a:lnTo>
                  <a:pt x="140486" y="8648117"/>
                </a:lnTo>
                <a:lnTo>
                  <a:pt x="129787" y="8642639"/>
                </a:lnTo>
                <a:lnTo>
                  <a:pt x="119405" y="8636667"/>
                </a:lnTo>
                <a:lnTo>
                  <a:pt x="109339" y="8630220"/>
                </a:lnTo>
                <a:lnTo>
                  <a:pt x="99610" y="8623299"/>
                </a:lnTo>
                <a:lnTo>
                  <a:pt x="90256" y="8615942"/>
                </a:lnTo>
                <a:lnTo>
                  <a:pt x="81258" y="8608151"/>
                </a:lnTo>
                <a:lnTo>
                  <a:pt x="72636" y="8599944"/>
                </a:lnTo>
                <a:lnTo>
                  <a:pt x="64429" y="8591321"/>
                </a:lnTo>
                <a:lnTo>
                  <a:pt x="56638" y="8582324"/>
                </a:lnTo>
                <a:lnTo>
                  <a:pt x="49281" y="8572971"/>
                </a:lnTo>
                <a:lnTo>
                  <a:pt x="42360" y="8563241"/>
                </a:lnTo>
                <a:lnTo>
                  <a:pt x="35913" y="8553175"/>
                </a:lnTo>
                <a:lnTo>
                  <a:pt x="29940" y="8542792"/>
                </a:lnTo>
                <a:lnTo>
                  <a:pt x="24462" y="8532094"/>
                </a:lnTo>
                <a:lnTo>
                  <a:pt x="19499" y="8521098"/>
                </a:lnTo>
                <a:lnTo>
                  <a:pt x="15049" y="8509846"/>
                </a:lnTo>
                <a:lnTo>
                  <a:pt x="11154" y="8498317"/>
                </a:lnTo>
                <a:lnTo>
                  <a:pt x="7812" y="8486531"/>
                </a:lnTo>
                <a:lnTo>
                  <a:pt x="5043" y="8474526"/>
                </a:lnTo>
                <a:lnTo>
                  <a:pt x="2848" y="8462306"/>
                </a:lnTo>
                <a:lnTo>
                  <a:pt x="1266" y="8449906"/>
                </a:lnTo>
                <a:lnTo>
                  <a:pt x="317" y="8437309"/>
                </a:lnTo>
                <a:lnTo>
                  <a:pt x="0" y="8424752"/>
                </a:lnTo>
                <a:lnTo>
                  <a:pt x="0" y="247827"/>
                </a:lnTo>
                <a:lnTo>
                  <a:pt x="317" y="235270"/>
                </a:lnTo>
                <a:moveTo>
                  <a:pt x="29663" y="248401"/>
                </a:moveTo>
                <a:lnTo>
                  <a:pt x="29663" y="248025"/>
                </a:lnTo>
                <a:lnTo>
                  <a:pt x="29663" y="8424555"/>
                </a:lnTo>
                <a:lnTo>
                  <a:pt x="29663" y="8424179"/>
                </a:lnTo>
                <a:lnTo>
                  <a:pt x="29960" y="8436182"/>
                </a:lnTo>
                <a:lnTo>
                  <a:pt x="29920" y="8435431"/>
                </a:lnTo>
                <a:lnTo>
                  <a:pt x="30830" y="8447276"/>
                </a:lnTo>
                <a:lnTo>
                  <a:pt x="30751" y="8446525"/>
                </a:lnTo>
                <a:lnTo>
                  <a:pt x="32234" y="8458212"/>
                </a:lnTo>
                <a:lnTo>
                  <a:pt x="32116" y="8457461"/>
                </a:lnTo>
                <a:lnTo>
                  <a:pt x="34172" y="8468951"/>
                </a:lnTo>
                <a:lnTo>
                  <a:pt x="34014" y="8468218"/>
                </a:lnTo>
                <a:lnTo>
                  <a:pt x="36624" y="8479510"/>
                </a:lnTo>
                <a:lnTo>
                  <a:pt x="36446" y="8478779"/>
                </a:lnTo>
                <a:lnTo>
                  <a:pt x="39591" y="8489853"/>
                </a:lnTo>
                <a:lnTo>
                  <a:pt x="39373" y="8489141"/>
                </a:lnTo>
                <a:lnTo>
                  <a:pt x="43032" y="8499978"/>
                </a:lnTo>
                <a:lnTo>
                  <a:pt x="42775" y="8499306"/>
                </a:lnTo>
                <a:lnTo>
                  <a:pt x="46947" y="8509886"/>
                </a:lnTo>
                <a:lnTo>
                  <a:pt x="46670" y="8509213"/>
                </a:lnTo>
                <a:lnTo>
                  <a:pt x="51337" y="8519556"/>
                </a:lnTo>
                <a:lnTo>
                  <a:pt x="51021" y="8518903"/>
                </a:lnTo>
                <a:lnTo>
                  <a:pt x="56182" y="8528950"/>
                </a:lnTo>
                <a:lnTo>
                  <a:pt x="55827" y="8528316"/>
                </a:lnTo>
                <a:lnTo>
                  <a:pt x="61443" y="8538085"/>
                </a:lnTo>
                <a:lnTo>
                  <a:pt x="61087" y="8537472"/>
                </a:lnTo>
                <a:lnTo>
                  <a:pt x="67138" y="8546925"/>
                </a:lnTo>
                <a:lnTo>
                  <a:pt x="66743" y="8546352"/>
                </a:lnTo>
                <a:lnTo>
                  <a:pt x="73249" y="8555489"/>
                </a:lnTo>
                <a:lnTo>
                  <a:pt x="72814" y="8554914"/>
                </a:lnTo>
                <a:lnTo>
                  <a:pt x="79736" y="8563735"/>
                </a:lnTo>
                <a:lnTo>
                  <a:pt x="79300" y="8563181"/>
                </a:lnTo>
                <a:lnTo>
                  <a:pt x="86617" y="8571645"/>
                </a:lnTo>
                <a:lnTo>
                  <a:pt x="86142" y="8571111"/>
                </a:lnTo>
                <a:lnTo>
                  <a:pt x="93875" y="8579219"/>
                </a:lnTo>
                <a:lnTo>
                  <a:pt x="93361" y="8578705"/>
                </a:lnTo>
                <a:lnTo>
                  <a:pt x="101469" y="8586437"/>
                </a:lnTo>
                <a:lnTo>
                  <a:pt x="100935" y="8585962"/>
                </a:lnTo>
                <a:lnTo>
                  <a:pt x="109399" y="8593279"/>
                </a:lnTo>
                <a:lnTo>
                  <a:pt x="108845" y="8592844"/>
                </a:lnTo>
                <a:lnTo>
                  <a:pt x="117665" y="8599765"/>
                </a:lnTo>
                <a:lnTo>
                  <a:pt x="117091" y="8599331"/>
                </a:lnTo>
                <a:lnTo>
                  <a:pt x="126228" y="8605836"/>
                </a:lnTo>
                <a:lnTo>
                  <a:pt x="125654" y="8605442"/>
                </a:lnTo>
                <a:lnTo>
                  <a:pt x="135107" y="8611493"/>
                </a:lnTo>
                <a:lnTo>
                  <a:pt x="134494" y="8611137"/>
                </a:lnTo>
                <a:lnTo>
                  <a:pt x="144263" y="8616753"/>
                </a:lnTo>
                <a:lnTo>
                  <a:pt x="143630" y="8616397"/>
                </a:lnTo>
                <a:lnTo>
                  <a:pt x="153676" y="8621559"/>
                </a:lnTo>
                <a:lnTo>
                  <a:pt x="153023" y="8621242"/>
                </a:lnTo>
                <a:lnTo>
                  <a:pt x="163366" y="8625909"/>
                </a:lnTo>
                <a:lnTo>
                  <a:pt x="162694" y="8625632"/>
                </a:lnTo>
                <a:lnTo>
                  <a:pt x="173274" y="8629805"/>
                </a:lnTo>
                <a:lnTo>
                  <a:pt x="172602" y="8629548"/>
                </a:lnTo>
                <a:lnTo>
                  <a:pt x="183438" y="8633206"/>
                </a:lnTo>
                <a:lnTo>
                  <a:pt x="182727" y="8632989"/>
                </a:lnTo>
                <a:lnTo>
                  <a:pt x="193801" y="8636133"/>
                </a:lnTo>
                <a:lnTo>
                  <a:pt x="193069" y="8635955"/>
                </a:lnTo>
                <a:lnTo>
                  <a:pt x="204361" y="8638565"/>
                </a:lnTo>
                <a:lnTo>
                  <a:pt x="203629" y="8638407"/>
                </a:lnTo>
                <a:lnTo>
                  <a:pt x="215119" y="8640464"/>
                </a:lnTo>
                <a:lnTo>
                  <a:pt x="214368" y="8640346"/>
                </a:lnTo>
                <a:lnTo>
                  <a:pt x="226055" y="8641828"/>
                </a:lnTo>
                <a:lnTo>
                  <a:pt x="225303" y="8641750"/>
                </a:lnTo>
                <a:lnTo>
                  <a:pt x="237149" y="8642659"/>
                </a:lnTo>
                <a:lnTo>
                  <a:pt x="236398" y="8642619"/>
                </a:lnTo>
                <a:lnTo>
                  <a:pt x="248401" y="8642916"/>
                </a:lnTo>
                <a:lnTo>
                  <a:pt x="248025" y="8642916"/>
                </a:lnTo>
                <a:lnTo>
                  <a:pt x="12775182" y="8642916"/>
                </a:lnTo>
                <a:lnTo>
                  <a:pt x="12774805" y="8642916"/>
                </a:lnTo>
                <a:lnTo>
                  <a:pt x="12786809" y="8642619"/>
                </a:lnTo>
                <a:lnTo>
                  <a:pt x="12786058" y="8642659"/>
                </a:lnTo>
                <a:lnTo>
                  <a:pt x="12797903" y="8641750"/>
                </a:lnTo>
                <a:lnTo>
                  <a:pt x="12797151" y="8641828"/>
                </a:lnTo>
                <a:lnTo>
                  <a:pt x="12808839" y="8640346"/>
                </a:lnTo>
                <a:lnTo>
                  <a:pt x="12808089" y="8640464"/>
                </a:lnTo>
                <a:lnTo>
                  <a:pt x="12819578" y="8638407"/>
                </a:lnTo>
                <a:lnTo>
                  <a:pt x="12818847" y="8638565"/>
                </a:lnTo>
                <a:lnTo>
                  <a:pt x="12830138" y="8635955"/>
                </a:lnTo>
                <a:lnTo>
                  <a:pt x="12829406" y="8636133"/>
                </a:lnTo>
                <a:lnTo>
                  <a:pt x="12840481" y="8632989"/>
                </a:lnTo>
                <a:lnTo>
                  <a:pt x="12839768" y="8633206"/>
                </a:lnTo>
                <a:lnTo>
                  <a:pt x="12850605" y="8629548"/>
                </a:lnTo>
                <a:lnTo>
                  <a:pt x="12849933" y="8629805"/>
                </a:lnTo>
                <a:lnTo>
                  <a:pt x="12860513" y="8625632"/>
                </a:lnTo>
                <a:lnTo>
                  <a:pt x="12859841" y="8625909"/>
                </a:lnTo>
                <a:lnTo>
                  <a:pt x="12870183" y="8621242"/>
                </a:lnTo>
                <a:lnTo>
                  <a:pt x="12869531" y="8621559"/>
                </a:lnTo>
                <a:lnTo>
                  <a:pt x="12879577" y="8616397"/>
                </a:lnTo>
                <a:lnTo>
                  <a:pt x="12878944" y="8616753"/>
                </a:lnTo>
                <a:lnTo>
                  <a:pt x="12888713" y="8611137"/>
                </a:lnTo>
                <a:lnTo>
                  <a:pt x="12888100" y="8611493"/>
                </a:lnTo>
                <a:lnTo>
                  <a:pt x="12897553" y="8605442"/>
                </a:lnTo>
                <a:lnTo>
                  <a:pt x="12896979" y="8605836"/>
                </a:lnTo>
                <a:lnTo>
                  <a:pt x="12906115" y="8599331"/>
                </a:lnTo>
                <a:lnTo>
                  <a:pt x="12905542" y="8599765"/>
                </a:lnTo>
                <a:lnTo>
                  <a:pt x="12914362" y="8592844"/>
                </a:lnTo>
                <a:lnTo>
                  <a:pt x="12913809" y="8593279"/>
                </a:lnTo>
                <a:lnTo>
                  <a:pt x="12922273" y="8585962"/>
                </a:lnTo>
                <a:lnTo>
                  <a:pt x="12921737" y="8586437"/>
                </a:lnTo>
                <a:lnTo>
                  <a:pt x="12929846" y="8578705"/>
                </a:lnTo>
                <a:lnTo>
                  <a:pt x="12929332" y="8579219"/>
                </a:lnTo>
                <a:lnTo>
                  <a:pt x="12937064" y="8571111"/>
                </a:lnTo>
                <a:lnTo>
                  <a:pt x="12936590" y="8571645"/>
                </a:lnTo>
                <a:lnTo>
                  <a:pt x="12943907" y="8563181"/>
                </a:lnTo>
                <a:lnTo>
                  <a:pt x="12943472" y="8563735"/>
                </a:lnTo>
                <a:lnTo>
                  <a:pt x="12950393" y="8554914"/>
                </a:lnTo>
                <a:lnTo>
                  <a:pt x="12949957" y="8555489"/>
                </a:lnTo>
                <a:lnTo>
                  <a:pt x="12956464" y="8546352"/>
                </a:lnTo>
                <a:lnTo>
                  <a:pt x="12956068" y="8546925"/>
                </a:lnTo>
                <a:lnTo>
                  <a:pt x="12962120" y="8537472"/>
                </a:lnTo>
                <a:lnTo>
                  <a:pt x="12961765" y="8538085"/>
                </a:lnTo>
                <a:lnTo>
                  <a:pt x="12967380" y="8528316"/>
                </a:lnTo>
                <a:lnTo>
                  <a:pt x="12967024" y="8528950"/>
                </a:lnTo>
                <a:lnTo>
                  <a:pt x="12972186" y="8518903"/>
                </a:lnTo>
                <a:lnTo>
                  <a:pt x="12971869" y="8519556"/>
                </a:lnTo>
                <a:lnTo>
                  <a:pt x="12976536" y="8509213"/>
                </a:lnTo>
                <a:lnTo>
                  <a:pt x="12976259" y="8509886"/>
                </a:lnTo>
                <a:lnTo>
                  <a:pt x="12980432" y="8499306"/>
                </a:lnTo>
                <a:lnTo>
                  <a:pt x="12980174" y="8499978"/>
                </a:lnTo>
                <a:lnTo>
                  <a:pt x="12983833" y="8489141"/>
                </a:lnTo>
                <a:lnTo>
                  <a:pt x="12983616" y="8489853"/>
                </a:lnTo>
                <a:lnTo>
                  <a:pt x="12986761" y="8478779"/>
                </a:lnTo>
                <a:lnTo>
                  <a:pt x="12986583" y="8479510"/>
                </a:lnTo>
                <a:lnTo>
                  <a:pt x="12989193" y="8468218"/>
                </a:lnTo>
                <a:lnTo>
                  <a:pt x="12989034" y="8468951"/>
                </a:lnTo>
                <a:lnTo>
                  <a:pt x="12991091" y="8457461"/>
                </a:lnTo>
                <a:lnTo>
                  <a:pt x="12990973" y="8458212"/>
                </a:lnTo>
                <a:lnTo>
                  <a:pt x="12992456" y="8446525"/>
                </a:lnTo>
                <a:lnTo>
                  <a:pt x="12992376" y="8447276"/>
                </a:lnTo>
                <a:lnTo>
                  <a:pt x="12993287" y="8435431"/>
                </a:lnTo>
                <a:lnTo>
                  <a:pt x="12993247" y="8436182"/>
                </a:lnTo>
                <a:lnTo>
                  <a:pt x="12993543" y="8424179"/>
                </a:lnTo>
                <a:lnTo>
                  <a:pt x="12993543" y="8424555"/>
                </a:lnTo>
                <a:lnTo>
                  <a:pt x="12993543" y="248025"/>
                </a:lnTo>
                <a:lnTo>
                  <a:pt x="12993543" y="248401"/>
                </a:lnTo>
                <a:lnTo>
                  <a:pt x="12993247" y="236397"/>
                </a:lnTo>
                <a:lnTo>
                  <a:pt x="12993287" y="237149"/>
                </a:lnTo>
                <a:lnTo>
                  <a:pt x="12992376" y="225303"/>
                </a:lnTo>
                <a:lnTo>
                  <a:pt x="12992456" y="226055"/>
                </a:lnTo>
                <a:lnTo>
                  <a:pt x="12990973" y="214367"/>
                </a:lnTo>
                <a:lnTo>
                  <a:pt x="12991091" y="215119"/>
                </a:lnTo>
                <a:lnTo>
                  <a:pt x="12989034" y="203629"/>
                </a:lnTo>
                <a:lnTo>
                  <a:pt x="12989193" y="204361"/>
                </a:lnTo>
                <a:lnTo>
                  <a:pt x="12986583" y="193069"/>
                </a:lnTo>
                <a:lnTo>
                  <a:pt x="12986761" y="193800"/>
                </a:lnTo>
                <a:lnTo>
                  <a:pt x="12983616" y="182726"/>
                </a:lnTo>
                <a:lnTo>
                  <a:pt x="12983833" y="183438"/>
                </a:lnTo>
                <a:lnTo>
                  <a:pt x="12980174" y="172601"/>
                </a:lnTo>
                <a:lnTo>
                  <a:pt x="12980432" y="173274"/>
                </a:lnTo>
                <a:lnTo>
                  <a:pt x="12976259" y="162693"/>
                </a:lnTo>
                <a:lnTo>
                  <a:pt x="12976536" y="163366"/>
                </a:lnTo>
                <a:lnTo>
                  <a:pt x="12971869" y="153023"/>
                </a:lnTo>
                <a:lnTo>
                  <a:pt x="12972186" y="153676"/>
                </a:lnTo>
                <a:lnTo>
                  <a:pt x="12967024" y="143630"/>
                </a:lnTo>
                <a:lnTo>
                  <a:pt x="12967380" y="144263"/>
                </a:lnTo>
                <a:lnTo>
                  <a:pt x="12961765" y="134494"/>
                </a:lnTo>
                <a:lnTo>
                  <a:pt x="12962120" y="135107"/>
                </a:lnTo>
                <a:lnTo>
                  <a:pt x="12956068" y="125654"/>
                </a:lnTo>
                <a:lnTo>
                  <a:pt x="12956464" y="126227"/>
                </a:lnTo>
                <a:lnTo>
                  <a:pt x="12949957" y="117091"/>
                </a:lnTo>
                <a:lnTo>
                  <a:pt x="12950393" y="117665"/>
                </a:lnTo>
                <a:lnTo>
                  <a:pt x="12943472" y="108845"/>
                </a:lnTo>
                <a:lnTo>
                  <a:pt x="12943907" y="109398"/>
                </a:lnTo>
                <a:lnTo>
                  <a:pt x="12936590" y="100934"/>
                </a:lnTo>
                <a:lnTo>
                  <a:pt x="12937064" y="101468"/>
                </a:lnTo>
                <a:lnTo>
                  <a:pt x="12929332" y="93360"/>
                </a:lnTo>
                <a:lnTo>
                  <a:pt x="12929846" y="93874"/>
                </a:lnTo>
                <a:lnTo>
                  <a:pt x="12921737" y="86142"/>
                </a:lnTo>
                <a:lnTo>
                  <a:pt x="12922273" y="86617"/>
                </a:lnTo>
                <a:lnTo>
                  <a:pt x="12913809" y="79300"/>
                </a:lnTo>
                <a:lnTo>
                  <a:pt x="12914362" y="79735"/>
                </a:lnTo>
                <a:lnTo>
                  <a:pt x="12905542" y="72814"/>
                </a:lnTo>
                <a:lnTo>
                  <a:pt x="12906115" y="73249"/>
                </a:lnTo>
                <a:lnTo>
                  <a:pt x="12896979" y="66743"/>
                </a:lnTo>
                <a:lnTo>
                  <a:pt x="12897553" y="67138"/>
                </a:lnTo>
                <a:lnTo>
                  <a:pt x="12888100" y="61067"/>
                </a:lnTo>
                <a:lnTo>
                  <a:pt x="12888713" y="61442"/>
                </a:lnTo>
                <a:lnTo>
                  <a:pt x="12878944" y="55827"/>
                </a:lnTo>
                <a:lnTo>
                  <a:pt x="12879577" y="56182"/>
                </a:lnTo>
                <a:lnTo>
                  <a:pt x="12869531" y="51021"/>
                </a:lnTo>
                <a:lnTo>
                  <a:pt x="12870183" y="51337"/>
                </a:lnTo>
                <a:lnTo>
                  <a:pt x="12859841" y="46670"/>
                </a:lnTo>
                <a:lnTo>
                  <a:pt x="12860513" y="46947"/>
                </a:lnTo>
                <a:lnTo>
                  <a:pt x="12849933" y="42775"/>
                </a:lnTo>
                <a:lnTo>
                  <a:pt x="12850605" y="43032"/>
                </a:lnTo>
                <a:lnTo>
                  <a:pt x="12839768" y="39373"/>
                </a:lnTo>
                <a:lnTo>
                  <a:pt x="12840481" y="39591"/>
                </a:lnTo>
                <a:lnTo>
                  <a:pt x="12829406" y="36446"/>
                </a:lnTo>
                <a:lnTo>
                  <a:pt x="12830138" y="36624"/>
                </a:lnTo>
                <a:lnTo>
                  <a:pt x="12818847" y="34014"/>
                </a:lnTo>
                <a:lnTo>
                  <a:pt x="12819578" y="34172"/>
                </a:lnTo>
                <a:lnTo>
                  <a:pt x="12808089" y="32115"/>
                </a:lnTo>
                <a:lnTo>
                  <a:pt x="12808839" y="32234"/>
                </a:lnTo>
                <a:lnTo>
                  <a:pt x="12797151" y="30751"/>
                </a:lnTo>
                <a:lnTo>
                  <a:pt x="12797903" y="30830"/>
                </a:lnTo>
                <a:lnTo>
                  <a:pt x="12786058" y="29920"/>
                </a:lnTo>
                <a:lnTo>
                  <a:pt x="12786809" y="29960"/>
                </a:lnTo>
                <a:lnTo>
                  <a:pt x="12774805" y="29663"/>
                </a:lnTo>
                <a:lnTo>
                  <a:pt x="12775182" y="29663"/>
                </a:lnTo>
                <a:lnTo>
                  <a:pt x="248025" y="29663"/>
                </a:lnTo>
                <a:lnTo>
                  <a:pt x="248401" y="29663"/>
                </a:lnTo>
                <a:lnTo>
                  <a:pt x="236398" y="29960"/>
                </a:lnTo>
                <a:lnTo>
                  <a:pt x="237149" y="29920"/>
                </a:lnTo>
                <a:lnTo>
                  <a:pt x="225303" y="30830"/>
                </a:lnTo>
                <a:lnTo>
                  <a:pt x="226055" y="30751"/>
                </a:lnTo>
                <a:lnTo>
                  <a:pt x="214368" y="32234"/>
                </a:lnTo>
                <a:lnTo>
                  <a:pt x="215119" y="32115"/>
                </a:lnTo>
                <a:lnTo>
                  <a:pt x="203629" y="34172"/>
                </a:lnTo>
                <a:lnTo>
                  <a:pt x="204361" y="34014"/>
                </a:lnTo>
                <a:lnTo>
                  <a:pt x="193069" y="36624"/>
                </a:lnTo>
                <a:lnTo>
                  <a:pt x="193801" y="36446"/>
                </a:lnTo>
                <a:lnTo>
                  <a:pt x="182727" y="39591"/>
                </a:lnTo>
                <a:lnTo>
                  <a:pt x="183438" y="39373"/>
                </a:lnTo>
                <a:lnTo>
                  <a:pt x="172602" y="43032"/>
                </a:lnTo>
                <a:lnTo>
                  <a:pt x="173274" y="42775"/>
                </a:lnTo>
                <a:lnTo>
                  <a:pt x="162694" y="46947"/>
                </a:lnTo>
                <a:lnTo>
                  <a:pt x="163366" y="46670"/>
                </a:lnTo>
                <a:lnTo>
                  <a:pt x="153023" y="51337"/>
                </a:lnTo>
                <a:lnTo>
                  <a:pt x="153676" y="51021"/>
                </a:lnTo>
                <a:lnTo>
                  <a:pt x="143630" y="56182"/>
                </a:lnTo>
                <a:lnTo>
                  <a:pt x="144263" y="55827"/>
                </a:lnTo>
                <a:lnTo>
                  <a:pt x="134494" y="61442"/>
                </a:lnTo>
                <a:lnTo>
                  <a:pt x="135107" y="61067"/>
                </a:lnTo>
                <a:lnTo>
                  <a:pt x="125654" y="67138"/>
                </a:lnTo>
                <a:lnTo>
                  <a:pt x="126228" y="66743"/>
                </a:lnTo>
                <a:lnTo>
                  <a:pt x="117091" y="73249"/>
                </a:lnTo>
                <a:lnTo>
                  <a:pt x="117665" y="72814"/>
                </a:lnTo>
                <a:lnTo>
                  <a:pt x="108845" y="79735"/>
                </a:lnTo>
                <a:lnTo>
                  <a:pt x="109399" y="79300"/>
                </a:lnTo>
                <a:lnTo>
                  <a:pt x="100935" y="86617"/>
                </a:lnTo>
                <a:lnTo>
                  <a:pt x="101469" y="86142"/>
                </a:lnTo>
                <a:lnTo>
                  <a:pt x="93361" y="93874"/>
                </a:lnTo>
                <a:lnTo>
                  <a:pt x="93875" y="93360"/>
                </a:lnTo>
                <a:lnTo>
                  <a:pt x="86142" y="101468"/>
                </a:lnTo>
                <a:lnTo>
                  <a:pt x="86617" y="100934"/>
                </a:lnTo>
                <a:lnTo>
                  <a:pt x="79300" y="109398"/>
                </a:lnTo>
                <a:lnTo>
                  <a:pt x="79736" y="108845"/>
                </a:lnTo>
                <a:lnTo>
                  <a:pt x="72814" y="117665"/>
                </a:lnTo>
                <a:lnTo>
                  <a:pt x="73249" y="117091"/>
                </a:lnTo>
                <a:lnTo>
                  <a:pt x="66743" y="126227"/>
                </a:lnTo>
                <a:lnTo>
                  <a:pt x="67138" y="125654"/>
                </a:lnTo>
                <a:lnTo>
                  <a:pt x="61087" y="135107"/>
                </a:lnTo>
                <a:lnTo>
                  <a:pt x="61443" y="134494"/>
                </a:lnTo>
                <a:lnTo>
                  <a:pt x="55827" y="144263"/>
                </a:lnTo>
                <a:lnTo>
                  <a:pt x="56182" y="143630"/>
                </a:lnTo>
                <a:lnTo>
                  <a:pt x="51021" y="153676"/>
                </a:lnTo>
                <a:lnTo>
                  <a:pt x="51337" y="153023"/>
                </a:lnTo>
                <a:lnTo>
                  <a:pt x="46670" y="163366"/>
                </a:lnTo>
                <a:lnTo>
                  <a:pt x="46947" y="162693"/>
                </a:lnTo>
                <a:lnTo>
                  <a:pt x="42775" y="173274"/>
                </a:lnTo>
                <a:lnTo>
                  <a:pt x="43032" y="172601"/>
                </a:lnTo>
                <a:lnTo>
                  <a:pt x="39373" y="183438"/>
                </a:lnTo>
                <a:lnTo>
                  <a:pt x="39591" y="182726"/>
                </a:lnTo>
                <a:lnTo>
                  <a:pt x="36446" y="193800"/>
                </a:lnTo>
                <a:lnTo>
                  <a:pt x="36624" y="193069"/>
                </a:lnTo>
                <a:lnTo>
                  <a:pt x="34014" y="204361"/>
                </a:lnTo>
                <a:lnTo>
                  <a:pt x="34172" y="203629"/>
                </a:lnTo>
                <a:lnTo>
                  <a:pt x="32116" y="215119"/>
                </a:lnTo>
                <a:lnTo>
                  <a:pt x="32234" y="214367"/>
                </a:lnTo>
                <a:lnTo>
                  <a:pt x="30751" y="226055"/>
                </a:lnTo>
                <a:lnTo>
                  <a:pt x="30830" y="225303"/>
                </a:lnTo>
                <a:lnTo>
                  <a:pt x="29920" y="237149"/>
                </a:lnTo>
                <a:lnTo>
                  <a:pt x="29960" y="236397"/>
                </a:lnTo>
                <a:lnTo>
                  <a:pt x="29663" y="248401"/>
                </a:lnTo>
              </a:path>
            </a:pathLst>
          </a:custGeom>
          <a:solidFill xmlns:a="http://schemas.openxmlformats.org/drawingml/2006/main">
            <a:srgbClr val="70A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73">
            <a:extLst xmlns:a="http://schemas.openxmlformats.org/drawingml/2006/main">
              <a:ext uri="{FF2B5EF4-FFF2-40B4-BE49-F238E27FC236}">
                <a16:creationId xmlns:a16="http://schemas.microsoft.com/office/drawing/2014/main" id="{CA25BB2C-AABB-4564-9955-F2540CE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40" y="3214977"/>
            <a:ext cx="12473426" cy="29663"/>
          </a:xfrm>
          <a:custGeom xmlns:a="http://schemas.openxmlformats.org/drawingml/2006/main">
            <a:pathLst>
              <a:path w="12473426" h="29663">
                <a:moveTo>
                  <a:pt x="0" y="0"/>
                </a:moveTo>
                <a:lnTo>
                  <a:pt x="88990" y="0"/>
                </a:lnTo>
                <a:lnTo>
                  <a:pt x="88990" y="29663"/>
                </a:lnTo>
                <a:lnTo>
                  <a:pt x="0" y="29663"/>
                </a:lnTo>
                <a:lnTo>
                  <a:pt x="0" y="0"/>
                </a:lnTo>
                <a:moveTo>
                  <a:pt x="118654" y="0"/>
                </a:moveTo>
                <a:lnTo>
                  <a:pt x="207644" y="0"/>
                </a:lnTo>
                <a:lnTo>
                  <a:pt x="207644" y="29663"/>
                </a:lnTo>
                <a:lnTo>
                  <a:pt x="118654" y="29663"/>
                </a:lnTo>
                <a:lnTo>
                  <a:pt x="118654" y="0"/>
                </a:lnTo>
                <a:moveTo>
                  <a:pt x="237307" y="0"/>
                </a:moveTo>
                <a:lnTo>
                  <a:pt x="326297" y="0"/>
                </a:lnTo>
                <a:lnTo>
                  <a:pt x="326297" y="29663"/>
                </a:lnTo>
                <a:lnTo>
                  <a:pt x="237307" y="29663"/>
                </a:lnTo>
                <a:lnTo>
                  <a:pt x="237307" y="0"/>
                </a:lnTo>
                <a:moveTo>
                  <a:pt x="355960" y="0"/>
                </a:moveTo>
                <a:lnTo>
                  <a:pt x="444951" y="0"/>
                </a:lnTo>
                <a:lnTo>
                  <a:pt x="444951" y="29663"/>
                </a:lnTo>
                <a:lnTo>
                  <a:pt x="355960" y="29663"/>
                </a:lnTo>
                <a:lnTo>
                  <a:pt x="355960" y="0"/>
                </a:lnTo>
                <a:moveTo>
                  <a:pt x="474614" y="0"/>
                </a:moveTo>
                <a:lnTo>
                  <a:pt x="563604" y="0"/>
                </a:lnTo>
                <a:lnTo>
                  <a:pt x="563604" y="29663"/>
                </a:lnTo>
                <a:lnTo>
                  <a:pt x="474614" y="29663"/>
                </a:lnTo>
                <a:lnTo>
                  <a:pt x="474614" y="0"/>
                </a:lnTo>
                <a:moveTo>
                  <a:pt x="593268" y="0"/>
                </a:moveTo>
                <a:lnTo>
                  <a:pt x="682257" y="0"/>
                </a:lnTo>
                <a:lnTo>
                  <a:pt x="682257" y="29663"/>
                </a:lnTo>
                <a:lnTo>
                  <a:pt x="593268" y="29663"/>
                </a:lnTo>
                <a:lnTo>
                  <a:pt x="593268" y="0"/>
                </a:lnTo>
                <a:moveTo>
                  <a:pt x="711921" y="0"/>
                </a:moveTo>
                <a:lnTo>
                  <a:pt x="800911" y="0"/>
                </a:lnTo>
                <a:lnTo>
                  <a:pt x="800911" y="29663"/>
                </a:lnTo>
                <a:lnTo>
                  <a:pt x="711921" y="29663"/>
                </a:lnTo>
                <a:lnTo>
                  <a:pt x="711921" y="0"/>
                </a:lnTo>
                <a:moveTo>
                  <a:pt x="830574" y="0"/>
                </a:moveTo>
                <a:lnTo>
                  <a:pt x="919564" y="0"/>
                </a:lnTo>
                <a:lnTo>
                  <a:pt x="919564" y="29663"/>
                </a:lnTo>
                <a:lnTo>
                  <a:pt x="830574" y="29663"/>
                </a:lnTo>
                <a:lnTo>
                  <a:pt x="830574" y="0"/>
                </a:lnTo>
                <a:moveTo>
                  <a:pt x="949228" y="0"/>
                </a:moveTo>
                <a:lnTo>
                  <a:pt x="1038218" y="0"/>
                </a:lnTo>
                <a:lnTo>
                  <a:pt x="1038218" y="29663"/>
                </a:lnTo>
                <a:lnTo>
                  <a:pt x="949228" y="29663"/>
                </a:lnTo>
                <a:lnTo>
                  <a:pt x="949228" y="0"/>
                </a:lnTo>
                <a:moveTo>
                  <a:pt x="1067881" y="0"/>
                </a:moveTo>
                <a:lnTo>
                  <a:pt x="1156871" y="0"/>
                </a:lnTo>
                <a:lnTo>
                  <a:pt x="1156871" y="29663"/>
                </a:lnTo>
                <a:lnTo>
                  <a:pt x="1067881" y="29663"/>
                </a:lnTo>
                <a:lnTo>
                  <a:pt x="1067881" y="0"/>
                </a:lnTo>
                <a:moveTo>
                  <a:pt x="1186535" y="0"/>
                </a:moveTo>
                <a:lnTo>
                  <a:pt x="1275525" y="0"/>
                </a:lnTo>
                <a:lnTo>
                  <a:pt x="1275525" y="29663"/>
                </a:lnTo>
                <a:lnTo>
                  <a:pt x="1186535" y="29663"/>
                </a:lnTo>
                <a:lnTo>
                  <a:pt x="1186535" y="0"/>
                </a:lnTo>
                <a:moveTo>
                  <a:pt x="1305188" y="0"/>
                </a:moveTo>
                <a:lnTo>
                  <a:pt x="1394179" y="0"/>
                </a:lnTo>
                <a:lnTo>
                  <a:pt x="1394179" y="29663"/>
                </a:lnTo>
                <a:lnTo>
                  <a:pt x="1305188" y="29663"/>
                </a:lnTo>
                <a:lnTo>
                  <a:pt x="1305188" y="0"/>
                </a:lnTo>
                <a:moveTo>
                  <a:pt x="1423842" y="0"/>
                </a:moveTo>
                <a:lnTo>
                  <a:pt x="1512832" y="0"/>
                </a:lnTo>
                <a:lnTo>
                  <a:pt x="1512832" y="29663"/>
                </a:lnTo>
                <a:lnTo>
                  <a:pt x="1423842" y="29663"/>
                </a:lnTo>
                <a:lnTo>
                  <a:pt x="1423842" y="0"/>
                </a:lnTo>
                <a:moveTo>
                  <a:pt x="1542495" y="0"/>
                </a:moveTo>
                <a:lnTo>
                  <a:pt x="1631485" y="0"/>
                </a:lnTo>
                <a:lnTo>
                  <a:pt x="1631485" y="29663"/>
                </a:lnTo>
                <a:lnTo>
                  <a:pt x="1542495" y="29663"/>
                </a:lnTo>
                <a:lnTo>
                  <a:pt x="1542495" y="0"/>
                </a:lnTo>
                <a:moveTo>
                  <a:pt x="1661148" y="0"/>
                </a:moveTo>
                <a:lnTo>
                  <a:pt x="1750139" y="0"/>
                </a:lnTo>
                <a:lnTo>
                  <a:pt x="1750139" y="29663"/>
                </a:lnTo>
                <a:lnTo>
                  <a:pt x="1661148" y="29663"/>
                </a:lnTo>
                <a:lnTo>
                  <a:pt x="1661148" y="0"/>
                </a:lnTo>
                <a:moveTo>
                  <a:pt x="1779802" y="0"/>
                </a:moveTo>
                <a:lnTo>
                  <a:pt x="1868792" y="0"/>
                </a:lnTo>
                <a:lnTo>
                  <a:pt x="1868792" y="29663"/>
                </a:lnTo>
                <a:lnTo>
                  <a:pt x="1779802" y="29663"/>
                </a:lnTo>
                <a:lnTo>
                  <a:pt x="1779802" y="0"/>
                </a:lnTo>
                <a:moveTo>
                  <a:pt x="1898456" y="0"/>
                </a:moveTo>
                <a:lnTo>
                  <a:pt x="1987446" y="0"/>
                </a:lnTo>
                <a:lnTo>
                  <a:pt x="1987446" y="29663"/>
                </a:lnTo>
                <a:lnTo>
                  <a:pt x="1898456" y="29663"/>
                </a:lnTo>
                <a:lnTo>
                  <a:pt x="1898456" y="0"/>
                </a:lnTo>
                <a:moveTo>
                  <a:pt x="2017109" y="0"/>
                </a:moveTo>
                <a:lnTo>
                  <a:pt x="2106099" y="0"/>
                </a:lnTo>
                <a:lnTo>
                  <a:pt x="2106099" y="29663"/>
                </a:lnTo>
                <a:lnTo>
                  <a:pt x="2017109" y="29663"/>
                </a:lnTo>
                <a:lnTo>
                  <a:pt x="2017109" y="0"/>
                </a:lnTo>
                <a:moveTo>
                  <a:pt x="2135763" y="0"/>
                </a:moveTo>
                <a:lnTo>
                  <a:pt x="2224753" y="0"/>
                </a:lnTo>
                <a:lnTo>
                  <a:pt x="2224753" y="29663"/>
                </a:lnTo>
                <a:lnTo>
                  <a:pt x="2135763" y="29663"/>
                </a:lnTo>
                <a:lnTo>
                  <a:pt x="2135763" y="0"/>
                </a:lnTo>
                <a:moveTo>
                  <a:pt x="2254416" y="0"/>
                </a:moveTo>
                <a:lnTo>
                  <a:pt x="2343406" y="0"/>
                </a:lnTo>
                <a:lnTo>
                  <a:pt x="2343406" y="29663"/>
                </a:lnTo>
                <a:lnTo>
                  <a:pt x="2254416" y="29663"/>
                </a:lnTo>
                <a:lnTo>
                  <a:pt x="2254416" y="0"/>
                </a:lnTo>
                <a:moveTo>
                  <a:pt x="2373070" y="0"/>
                </a:moveTo>
                <a:lnTo>
                  <a:pt x="2462060" y="0"/>
                </a:lnTo>
                <a:lnTo>
                  <a:pt x="2462060" y="29663"/>
                </a:lnTo>
                <a:lnTo>
                  <a:pt x="2373070" y="29663"/>
                </a:lnTo>
                <a:lnTo>
                  <a:pt x="2373070" y="0"/>
                </a:lnTo>
                <a:moveTo>
                  <a:pt x="2491723" y="0"/>
                </a:moveTo>
                <a:lnTo>
                  <a:pt x="2580713" y="0"/>
                </a:lnTo>
                <a:lnTo>
                  <a:pt x="2580713" y="29663"/>
                </a:lnTo>
                <a:lnTo>
                  <a:pt x="2491723" y="29663"/>
                </a:lnTo>
                <a:lnTo>
                  <a:pt x="2491723" y="0"/>
                </a:lnTo>
                <a:moveTo>
                  <a:pt x="2610377" y="0"/>
                </a:moveTo>
                <a:lnTo>
                  <a:pt x="2699367" y="0"/>
                </a:lnTo>
                <a:lnTo>
                  <a:pt x="2699367" y="29663"/>
                </a:lnTo>
                <a:lnTo>
                  <a:pt x="2610377" y="29663"/>
                </a:lnTo>
                <a:lnTo>
                  <a:pt x="2610377" y="0"/>
                </a:lnTo>
                <a:moveTo>
                  <a:pt x="2729030" y="0"/>
                </a:moveTo>
                <a:lnTo>
                  <a:pt x="2818020" y="0"/>
                </a:lnTo>
                <a:lnTo>
                  <a:pt x="2818020" y="29663"/>
                </a:lnTo>
                <a:lnTo>
                  <a:pt x="2729030" y="29663"/>
                </a:lnTo>
                <a:lnTo>
                  <a:pt x="2729030" y="0"/>
                </a:lnTo>
                <a:moveTo>
                  <a:pt x="2847683" y="0"/>
                </a:moveTo>
                <a:lnTo>
                  <a:pt x="2936674" y="0"/>
                </a:lnTo>
                <a:lnTo>
                  <a:pt x="2936674" y="29663"/>
                </a:lnTo>
                <a:lnTo>
                  <a:pt x="2847683" y="29663"/>
                </a:lnTo>
                <a:lnTo>
                  <a:pt x="2847683" y="0"/>
                </a:lnTo>
                <a:moveTo>
                  <a:pt x="2966337" y="0"/>
                </a:moveTo>
                <a:lnTo>
                  <a:pt x="3055327" y="0"/>
                </a:lnTo>
                <a:lnTo>
                  <a:pt x="3055327" y="29663"/>
                </a:lnTo>
                <a:lnTo>
                  <a:pt x="2966337" y="29663"/>
                </a:lnTo>
                <a:lnTo>
                  <a:pt x="2966337" y="0"/>
                </a:lnTo>
                <a:moveTo>
                  <a:pt x="3084991" y="0"/>
                </a:moveTo>
                <a:lnTo>
                  <a:pt x="3173981" y="0"/>
                </a:lnTo>
                <a:lnTo>
                  <a:pt x="3173981" y="29663"/>
                </a:lnTo>
                <a:lnTo>
                  <a:pt x="3084991" y="29663"/>
                </a:lnTo>
                <a:lnTo>
                  <a:pt x="3084991" y="0"/>
                </a:lnTo>
                <a:moveTo>
                  <a:pt x="3203644" y="0"/>
                </a:moveTo>
                <a:lnTo>
                  <a:pt x="3292634" y="0"/>
                </a:lnTo>
                <a:lnTo>
                  <a:pt x="3292634" y="29663"/>
                </a:lnTo>
                <a:lnTo>
                  <a:pt x="3203644" y="29663"/>
                </a:lnTo>
                <a:lnTo>
                  <a:pt x="3203644" y="0"/>
                </a:lnTo>
                <a:moveTo>
                  <a:pt x="3322297" y="0"/>
                </a:moveTo>
                <a:lnTo>
                  <a:pt x="3411287" y="0"/>
                </a:lnTo>
                <a:lnTo>
                  <a:pt x="3411287" y="29663"/>
                </a:lnTo>
                <a:lnTo>
                  <a:pt x="3322297" y="29663"/>
                </a:lnTo>
                <a:lnTo>
                  <a:pt x="3322297" y="0"/>
                </a:lnTo>
                <a:moveTo>
                  <a:pt x="3440951" y="0"/>
                </a:moveTo>
                <a:lnTo>
                  <a:pt x="3529941" y="0"/>
                </a:lnTo>
                <a:lnTo>
                  <a:pt x="3529941" y="29663"/>
                </a:lnTo>
                <a:lnTo>
                  <a:pt x="3440951" y="29663"/>
                </a:lnTo>
                <a:lnTo>
                  <a:pt x="3440951" y="0"/>
                </a:lnTo>
                <a:moveTo>
                  <a:pt x="3559604" y="0"/>
                </a:moveTo>
                <a:lnTo>
                  <a:pt x="3648595" y="0"/>
                </a:lnTo>
                <a:lnTo>
                  <a:pt x="3648595" y="29663"/>
                </a:lnTo>
                <a:lnTo>
                  <a:pt x="3559604" y="29663"/>
                </a:lnTo>
                <a:lnTo>
                  <a:pt x="3559604" y="0"/>
                </a:lnTo>
                <a:moveTo>
                  <a:pt x="3678258" y="0"/>
                </a:moveTo>
                <a:lnTo>
                  <a:pt x="3767248" y="0"/>
                </a:lnTo>
                <a:lnTo>
                  <a:pt x="3767248" y="29663"/>
                </a:lnTo>
                <a:lnTo>
                  <a:pt x="3678258" y="29663"/>
                </a:lnTo>
                <a:lnTo>
                  <a:pt x="3678258" y="0"/>
                </a:lnTo>
                <a:moveTo>
                  <a:pt x="3796912" y="0"/>
                </a:moveTo>
                <a:lnTo>
                  <a:pt x="3885902" y="0"/>
                </a:lnTo>
                <a:lnTo>
                  <a:pt x="3885902" y="29663"/>
                </a:lnTo>
                <a:lnTo>
                  <a:pt x="3796912" y="29663"/>
                </a:lnTo>
                <a:lnTo>
                  <a:pt x="3796912" y="0"/>
                </a:lnTo>
                <a:moveTo>
                  <a:pt x="3915565" y="0"/>
                </a:moveTo>
                <a:lnTo>
                  <a:pt x="4004555" y="0"/>
                </a:lnTo>
                <a:lnTo>
                  <a:pt x="4004555" y="29663"/>
                </a:lnTo>
                <a:lnTo>
                  <a:pt x="3915565" y="29663"/>
                </a:lnTo>
                <a:lnTo>
                  <a:pt x="3915565" y="0"/>
                </a:lnTo>
                <a:moveTo>
                  <a:pt x="4034218" y="0"/>
                </a:moveTo>
                <a:lnTo>
                  <a:pt x="4123208" y="0"/>
                </a:lnTo>
                <a:lnTo>
                  <a:pt x="4123208" y="29663"/>
                </a:lnTo>
                <a:lnTo>
                  <a:pt x="4034218" y="29663"/>
                </a:lnTo>
                <a:lnTo>
                  <a:pt x="4034218" y="0"/>
                </a:lnTo>
                <a:moveTo>
                  <a:pt x="4152872" y="0"/>
                </a:moveTo>
                <a:lnTo>
                  <a:pt x="4241862" y="0"/>
                </a:lnTo>
                <a:lnTo>
                  <a:pt x="4241862" y="29663"/>
                </a:lnTo>
                <a:lnTo>
                  <a:pt x="4152872" y="29663"/>
                </a:lnTo>
                <a:lnTo>
                  <a:pt x="4152872" y="0"/>
                </a:lnTo>
                <a:moveTo>
                  <a:pt x="4271525" y="0"/>
                </a:moveTo>
                <a:lnTo>
                  <a:pt x="4360515" y="0"/>
                </a:lnTo>
                <a:lnTo>
                  <a:pt x="4360515" y="29663"/>
                </a:lnTo>
                <a:lnTo>
                  <a:pt x="4271525" y="29663"/>
                </a:lnTo>
                <a:lnTo>
                  <a:pt x="4271525" y="0"/>
                </a:lnTo>
                <a:moveTo>
                  <a:pt x="4390179" y="0"/>
                </a:moveTo>
                <a:lnTo>
                  <a:pt x="4479169" y="0"/>
                </a:lnTo>
                <a:lnTo>
                  <a:pt x="4479169" y="29663"/>
                </a:lnTo>
                <a:lnTo>
                  <a:pt x="4390179" y="29663"/>
                </a:lnTo>
                <a:lnTo>
                  <a:pt x="4390179" y="0"/>
                </a:lnTo>
                <a:moveTo>
                  <a:pt x="4508832" y="0"/>
                </a:moveTo>
                <a:lnTo>
                  <a:pt x="4597822" y="0"/>
                </a:lnTo>
                <a:lnTo>
                  <a:pt x="4597822" y="29663"/>
                </a:lnTo>
                <a:lnTo>
                  <a:pt x="4508832" y="29663"/>
                </a:lnTo>
                <a:lnTo>
                  <a:pt x="4508832" y="0"/>
                </a:lnTo>
                <a:moveTo>
                  <a:pt x="4627486" y="0"/>
                </a:moveTo>
                <a:lnTo>
                  <a:pt x="4716475" y="0"/>
                </a:lnTo>
                <a:lnTo>
                  <a:pt x="4716475" y="29663"/>
                </a:lnTo>
                <a:lnTo>
                  <a:pt x="4627486" y="29663"/>
                </a:lnTo>
                <a:lnTo>
                  <a:pt x="4627486" y="0"/>
                </a:lnTo>
                <a:moveTo>
                  <a:pt x="4746139" y="0"/>
                </a:moveTo>
                <a:lnTo>
                  <a:pt x="4835130" y="0"/>
                </a:lnTo>
                <a:lnTo>
                  <a:pt x="4835130" y="29663"/>
                </a:lnTo>
                <a:lnTo>
                  <a:pt x="4746139" y="29663"/>
                </a:lnTo>
                <a:lnTo>
                  <a:pt x="4746139" y="0"/>
                </a:lnTo>
                <a:moveTo>
                  <a:pt x="4864792" y="0"/>
                </a:moveTo>
                <a:lnTo>
                  <a:pt x="4953782" y="0"/>
                </a:lnTo>
                <a:lnTo>
                  <a:pt x="4953782" y="29663"/>
                </a:lnTo>
                <a:lnTo>
                  <a:pt x="4864792" y="29663"/>
                </a:lnTo>
                <a:lnTo>
                  <a:pt x="4864792" y="0"/>
                </a:lnTo>
                <a:moveTo>
                  <a:pt x="4983446" y="0"/>
                </a:moveTo>
                <a:lnTo>
                  <a:pt x="5072436" y="0"/>
                </a:lnTo>
                <a:lnTo>
                  <a:pt x="5072436" y="29663"/>
                </a:lnTo>
                <a:lnTo>
                  <a:pt x="4983446" y="29663"/>
                </a:lnTo>
                <a:lnTo>
                  <a:pt x="4983446" y="0"/>
                </a:lnTo>
                <a:moveTo>
                  <a:pt x="5102099" y="0"/>
                </a:moveTo>
                <a:lnTo>
                  <a:pt x="5191090" y="0"/>
                </a:lnTo>
                <a:lnTo>
                  <a:pt x="5191090" y="29663"/>
                </a:lnTo>
                <a:lnTo>
                  <a:pt x="5102099" y="29663"/>
                </a:lnTo>
                <a:lnTo>
                  <a:pt x="5102099" y="0"/>
                </a:lnTo>
                <a:moveTo>
                  <a:pt x="5220753" y="0"/>
                </a:moveTo>
                <a:lnTo>
                  <a:pt x="5309743" y="0"/>
                </a:lnTo>
                <a:lnTo>
                  <a:pt x="5309743" y="29663"/>
                </a:lnTo>
                <a:lnTo>
                  <a:pt x="5220753" y="29663"/>
                </a:lnTo>
                <a:lnTo>
                  <a:pt x="5220753" y="0"/>
                </a:lnTo>
                <a:moveTo>
                  <a:pt x="5339406" y="0"/>
                </a:moveTo>
                <a:lnTo>
                  <a:pt x="5428397" y="0"/>
                </a:lnTo>
                <a:lnTo>
                  <a:pt x="5428397" y="29663"/>
                </a:lnTo>
                <a:lnTo>
                  <a:pt x="5339406" y="29663"/>
                </a:lnTo>
                <a:lnTo>
                  <a:pt x="5339406" y="0"/>
                </a:lnTo>
                <a:moveTo>
                  <a:pt x="5458060" y="0"/>
                </a:moveTo>
                <a:lnTo>
                  <a:pt x="5547049" y="0"/>
                </a:lnTo>
                <a:lnTo>
                  <a:pt x="5547049" y="29663"/>
                </a:lnTo>
                <a:lnTo>
                  <a:pt x="5458060" y="29663"/>
                </a:lnTo>
                <a:lnTo>
                  <a:pt x="5458060" y="0"/>
                </a:lnTo>
                <a:moveTo>
                  <a:pt x="5576714" y="0"/>
                </a:moveTo>
                <a:lnTo>
                  <a:pt x="5665703" y="0"/>
                </a:lnTo>
                <a:lnTo>
                  <a:pt x="5665703" y="29663"/>
                </a:lnTo>
                <a:lnTo>
                  <a:pt x="5576714" y="29663"/>
                </a:lnTo>
                <a:lnTo>
                  <a:pt x="5576714" y="0"/>
                </a:lnTo>
                <a:moveTo>
                  <a:pt x="5695366" y="0"/>
                </a:moveTo>
                <a:lnTo>
                  <a:pt x="5784357" y="0"/>
                </a:lnTo>
                <a:lnTo>
                  <a:pt x="5784357" y="29663"/>
                </a:lnTo>
                <a:lnTo>
                  <a:pt x="5695366" y="29663"/>
                </a:lnTo>
                <a:lnTo>
                  <a:pt x="5695366" y="0"/>
                </a:lnTo>
                <a:moveTo>
                  <a:pt x="5814020" y="0"/>
                </a:moveTo>
                <a:lnTo>
                  <a:pt x="5903010" y="0"/>
                </a:lnTo>
                <a:lnTo>
                  <a:pt x="5903010" y="29663"/>
                </a:lnTo>
                <a:lnTo>
                  <a:pt x="5814020" y="29663"/>
                </a:lnTo>
                <a:lnTo>
                  <a:pt x="5814020" y="0"/>
                </a:lnTo>
                <a:moveTo>
                  <a:pt x="5932674" y="0"/>
                </a:moveTo>
                <a:lnTo>
                  <a:pt x="6021664" y="0"/>
                </a:lnTo>
                <a:lnTo>
                  <a:pt x="6021664" y="29663"/>
                </a:lnTo>
                <a:lnTo>
                  <a:pt x="5932674" y="29663"/>
                </a:lnTo>
                <a:lnTo>
                  <a:pt x="5932674" y="0"/>
                </a:lnTo>
                <a:moveTo>
                  <a:pt x="6051327" y="0"/>
                </a:moveTo>
                <a:lnTo>
                  <a:pt x="6140318" y="0"/>
                </a:lnTo>
                <a:lnTo>
                  <a:pt x="6140318" y="29663"/>
                </a:lnTo>
                <a:lnTo>
                  <a:pt x="6051327" y="29663"/>
                </a:lnTo>
                <a:lnTo>
                  <a:pt x="6051327" y="0"/>
                </a:lnTo>
                <a:moveTo>
                  <a:pt x="6169981" y="0"/>
                </a:moveTo>
                <a:lnTo>
                  <a:pt x="6258970" y="0"/>
                </a:lnTo>
                <a:lnTo>
                  <a:pt x="6258970" y="29663"/>
                </a:lnTo>
                <a:lnTo>
                  <a:pt x="6169981" y="29663"/>
                </a:lnTo>
                <a:lnTo>
                  <a:pt x="6169981" y="0"/>
                </a:lnTo>
                <a:moveTo>
                  <a:pt x="6288634" y="0"/>
                </a:moveTo>
                <a:lnTo>
                  <a:pt x="6377624" y="0"/>
                </a:lnTo>
                <a:lnTo>
                  <a:pt x="6377624" y="29663"/>
                </a:lnTo>
                <a:lnTo>
                  <a:pt x="6288634" y="29663"/>
                </a:lnTo>
                <a:lnTo>
                  <a:pt x="6288634" y="0"/>
                </a:lnTo>
                <a:moveTo>
                  <a:pt x="6407287" y="0"/>
                </a:moveTo>
                <a:lnTo>
                  <a:pt x="6496278" y="0"/>
                </a:lnTo>
                <a:lnTo>
                  <a:pt x="6496278" y="29663"/>
                </a:lnTo>
                <a:lnTo>
                  <a:pt x="6407287" y="29663"/>
                </a:lnTo>
                <a:lnTo>
                  <a:pt x="6407287" y="0"/>
                </a:lnTo>
                <a:moveTo>
                  <a:pt x="6525941" y="0"/>
                </a:moveTo>
                <a:lnTo>
                  <a:pt x="6614931" y="0"/>
                </a:lnTo>
                <a:lnTo>
                  <a:pt x="6614931" y="29663"/>
                </a:lnTo>
                <a:lnTo>
                  <a:pt x="6525941" y="29663"/>
                </a:lnTo>
                <a:lnTo>
                  <a:pt x="6525941" y="0"/>
                </a:lnTo>
                <a:moveTo>
                  <a:pt x="6644594" y="0"/>
                </a:moveTo>
                <a:lnTo>
                  <a:pt x="6733585" y="0"/>
                </a:lnTo>
                <a:lnTo>
                  <a:pt x="6733585" y="29663"/>
                </a:lnTo>
                <a:lnTo>
                  <a:pt x="6644594" y="29663"/>
                </a:lnTo>
                <a:lnTo>
                  <a:pt x="6644594" y="0"/>
                </a:lnTo>
                <a:moveTo>
                  <a:pt x="6763248" y="0"/>
                </a:moveTo>
                <a:lnTo>
                  <a:pt x="6852239" y="0"/>
                </a:lnTo>
                <a:lnTo>
                  <a:pt x="6852239" y="29663"/>
                </a:lnTo>
                <a:lnTo>
                  <a:pt x="6763248" y="29663"/>
                </a:lnTo>
                <a:lnTo>
                  <a:pt x="6763248" y="0"/>
                </a:lnTo>
                <a:moveTo>
                  <a:pt x="6881902" y="0"/>
                </a:moveTo>
                <a:lnTo>
                  <a:pt x="6970891" y="0"/>
                </a:lnTo>
                <a:lnTo>
                  <a:pt x="6970891" y="29663"/>
                </a:lnTo>
                <a:lnTo>
                  <a:pt x="6881902" y="29663"/>
                </a:lnTo>
                <a:lnTo>
                  <a:pt x="6881902" y="0"/>
                </a:lnTo>
                <a:moveTo>
                  <a:pt x="7000554" y="0"/>
                </a:moveTo>
                <a:lnTo>
                  <a:pt x="7089545" y="0"/>
                </a:lnTo>
                <a:lnTo>
                  <a:pt x="7089545" y="29663"/>
                </a:lnTo>
                <a:lnTo>
                  <a:pt x="7000554" y="29663"/>
                </a:lnTo>
                <a:lnTo>
                  <a:pt x="7000554" y="0"/>
                </a:lnTo>
                <a:moveTo>
                  <a:pt x="7119208" y="0"/>
                </a:moveTo>
                <a:lnTo>
                  <a:pt x="7208197" y="0"/>
                </a:lnTo>
                <a:lnTo>
                  <a:pt x="7208197" y="29663"/>
                </a:lnTo>
                <a:lnTo>
                  <a:pt x="7119208" y="29663"/>
                </a:lnTo>
                <a:lnTo>
                  <a:pt x="7119208" y="0"/>
                </a:lnTo>
                <a:moveTo>
                  <a:pt x="7237862" y="0"/>
                </a:moveTo>
                <a:lnTo>
                  <a:pt x="7326851" y="0"/>
                </a:lnTo>
                <a:lnTo>
                  <a:pt x="7326851" y="29663"/>
                </a:lnTo>
                <a:lnTo>
                  <a:pt x="7237862" y="29663"/>
                </a:lnTo>
                <a:lnTo>
                  <a:pt x="7237862" y="0"/>
                </a:lnTo>
                <a:moveTo>
                  <a:pt x="7356514" y="0"/>
                </a:moveTo>
                <a:lnTo>
                  <a:pt x="7445505" y="0"/>
                </a:lnTo>
                <a:lnTo>
                  <a:pt x="7445505" y="29663"/>
                </a:lnTo>
                <a:lnTo>
                  <a:pt x="7356514" y="29663"/>
                </a:lnTo>
                <a:lnTo>
                  <a:pt x="7356514" y="0"/>
                </a:lnTo>
                <a:moveTo>
                  <a:pt x="7475168" y="0"/>
                </a:moveTo>
                <a:lnTo>
                  <a:pt x="7564158" y="0"/>
                </a:lnTo>
                <a:lnTo>
                  <a:pt x="7564158" y="29663"/>
                </a:lnTo>
                <a:lnTo>
                  <a:pt x="7475168" y="29663"/>
                </a:lnTo>
                <a:lnTo>
                  <a:pt x="7475168" y="0"/>
                </a:lnTo>
                <a:moveTo>
                  <a:pt x="7593822" y="0"/>
                </a:moveTo>
                <a:lnTo>
                  <a:pt x="7682812" y="0"/>
                </a:lnTo>
                <a:lnTo>
                  <a:pt x="7682812" y="29663"/>
                </a:lnTo>
                <a:lnTo>
                  <a:pt x="7593822" y="29663"/>
                </a:lnTo>
                <a:lnTo>
                  <a:pt x="7593822" y="0"/>
                </a:lnTo>
                <a:moveTo>
                  <a:pt x="7712475" y="0"/>
                </a:moveTo>
                <a:lnTo>
                  <a:pt x="7801466" y="0"/>
                </a:lnTo>
                <a:lnTo>
                  <a:pt x="7801466" y="29663"/>
                </a:lnTo>
                <a:lnTo>
                  <a:pt x="7712475" y="29663"/>
                </a:lnTo>
                <a:lnTo>
                  <a:pt x="7712475" y="0"/>
                </a:lnTo>
                <a:moveTo>
                  <a:pt x="7831129" y="0"/>
                </a:moveTo>
                <a:lnTo>
                  <a:pt x="7920118" y="0"/>
                </a:lnTo>
                <a:lnTo>
                  <a:pt x="7920118" y="29663"/>
                </a:lnTo>
                <a:lnTo>
                  <a:pt x="7831129" y="29663"/>
                </a:lnTo>
                <a:lnTo>
                  <a:pt x="7831129" y="0"/>
                </a:lnTo>
                <a:moveTo>
                  <a:pt x="7949782" y="0"/>
                </a:moveTo>
                <a:lnTo>
                  <a:pt x="8038772" y="0"/>
                </a:lnTo>
                <a:lnTo>
                  <a:pt x="8038772" y="29663"/>
                </a:lnTo>
                <a:lnTo>
                  <a:pt x="7949782" y="29663"/>
                </a:lnTo>
                <a:lnTo>
                  <a:pt x="7949782" y="0"/>
                </a:lnTo>
                <a:moveTo>
                  <a:pt x="8068435" y="0"/>
                </a:moveTo>
                <a:lnTo>
                  <a:pt x="8157426" y="0"/>
                </a:lnTo>
                <a:lnTo>
                  <a:pt x="8157426" y="29663"/>
                </a:lnTo>
                <a:lnTo>
                  <a:pt x="8068435" y="29663"/>
                </a:lnTo>
                <a:lnTo>
                  <a:pt x="8068435" y="0"/>
                </a:lnTo>
                <a:moveTo>
                  <a:pt x="8187089" y="0"/>
                </a:moveTo>
                <a:lnTo>
                  <a:pt x="8276079" y="0"/>
                </a:lnTo>
                <a:lnTo>
                  <a:pt x="8276079" y="29663"/>
                </a:lnTo>
                <a:lnTo>
                  <a:pt x="8187089" y="29663"/>
                </a:lnTo>
                <a:lnTo>
                  <a:pt x="8187089" y="0"/>
                </a:lnTo>
                <a:moveTo>
                  <a:pt x="8305742" y="0"/>
                </a:moveTo>
                <a:lnTo>
                  <a:pt x="8394733" y="0"/>
                </a:lnTo>
                <a:lnTo>
                  <a:pt x="8394733" y="29663"/>
                </a:lnTo>
                <a:lnTo>
                  <a:pt x="8305742" y="29663"/>
                </a:lnTo>
                <a:lnTo>
                  <a:pt x="8305742" y="0"/>
                </a:lnTo>
                <a:moveTo>
                  <a:pt x="8424396" y="0"/>
                </a:moveTo>
                <a:lnTo>
                  <a:pt x="8513385" y="0"/>
                </a:lnTo>
                <a:lnTo>
                  <a:pt x="8513385" y="29663"/>
                </a:lnTo>
                <a:lnTo>
                  <a:pt x="8424396" y="29663"/>
                </a:lnTo>
                <a:lnTo>
                  <a:pt x="8424396" y="0"/>
                </a:lnTo>
                <a:moveTo>
                  <a:pt x="8543050" y="0"/>
                </a:moveTo>
                <a:lnTo>
                  <a:pt x="8632039" y="0"/>
                </a:lnTo>
                <a:lnTo>
                  <a:pt x="8632039" y="29663"/>
                </a:lnTo>
                <a:lnTo>
                  <a:pt x="8543050" y="29663"/>
                </a:lnTo>
                <a:lnTo>
                  <a:pt x="8543050" y="0"/>
                </a:lnTo>
                <a:moveTo>
                  <a:pt x="8661702" y="0"/>
                </a:moveTo>
                <a:lnTo>
                  <a:pt x="8750693" y="0"/>
                </a:lnTo>
                <a:lnTo>
                  <a:pt x="8750693" y="29663"/>
                </a:lnTo>
                <a:lnTo>
                  <a:pt x="8661702" y="29663"/>
                </a:lnTo>
                <a:lnTo>
                  <a:pt x="8661702" y="0"/>
                </a:lnTo>
                <a:moveTo>
                  <a:pt x="8780356" y="0"/>
                </a:moveTo>
                <a:lnTo>
                  <a:pt x="8869346" y="0"/>
                </a:lnTo>
                <a:lnTo>
                  <a:pt x="8869346" y="29663"/>
                </a:lnTo>
                <a:lnTo>
                  <a:pt x="8780356" y="29663"/>
                </a:lnTo>
                <a:lnTo>
                  <a:pt x="8780356" y="0"/>
                </a:lnTo>
                <a:moveTo>
                  <a:pt x="8899010" y="0"/>
                </a:moveTo>
                <a:lnTo>
                  <a:pt x="8988000" y="0"/>
                </a:lnTo>
                <a:lnTo>
                  <a:pt x="8988000" y="29663"/>
                </a:lnTo>
                <a:lnTo>
                  <a:pt x="8899010" y="29663"/>
                </a:lnTo>
                <a:lnTo>
                  <a:pt x="8899010" y="0"/>
                </a:lnTo>
                <a:moveTo>
                  <a:pt x="9017663" y="0"/>
                </a:moveTo>
                <a:lnTo>
                  <a:pt x="9106654" y="0"/>
                </a:lnTo>
                <a:lnTo>
                  <a:pt x="9106654" y="29663"/>
                </a:lnTo>
                <a:lnTo>
                  <a:pt x="9017663" y="29663"/>
                </a:lnTo>
                <a:lnTo>
                  <a:pt x="9017663" y="0"/>
                </a:lnTo>
                <a:moveTo>
                  <a:pt x="9136317" y="0"/>
                </a:moveTo>
                <a:lnTo>
                  <a:pt x="9225306" y="0"/>
                </a:lnTo>
                <a:lnTo>
                  <a:pt x="9225306" y="29663"/>
                </a:lnTo>
                <a:lnTo>
                  <a:pt x="9136317" y="29663"/>
                </a:lnTo>
                <a:lnTo>
                  <a:pt x="9136317" y="0"/>
                </a:lnTo>
                <a:moveTo>
                  <a:pt x="9254971" y="0"/>
                </a:moveTo>
                <a:lnTo>
                  <a:pt x="9343960" y="0"/>
                </a:lnTo>
                <a:lnTo>
                  <a:pt x="9343960" y="29663"/>
                </a:lnTo>
                <a:lnTo>
                  <a:pt x="9254971" y="29663"/>
                </a:lnTo>
                <a:lnTo>
                  <a:pt x="9254971" y="0"/>
                </a:lnTo>
                <a:moveTo>
                  <a:pt x="9373623" y="0"/>
                </a:moveTo>
                <a:lnTo>
                  <a:pt x="9462614" y="0"/>
                </a:lnTo>
                <a:lnTo>
                  <a:pt x="9462614" y="29663"/>
                </a:lnTo>
                <a:lnTo>
                  <a:pt x="9373623" y="29663"/>
                </a:lnTo>
                <a:lnTo>
                  <a:pt x="9373623" y="0"/>
                </a:lnTo>
                <a:moveTo>
                  <a:pt x="9492277" y="0"/>
                </a:moveTo>
                <a:lnTo>
                  <a:pt x="9581267" y="0"/>
                </a:lnTo>
                <a:lnTo>
                  <a:pt x="9581267" y="29663"/>
                </a:lnTo>
                <a:lnTo>
                  <a:pt x="9492277" y="29663"/>
                </a:lnTo>
                <a:lnTo>
                  <a:pt x="9492277" y="0"/>
                </a:lnTo>
                <a:moveTo>
                  <a:pt x="9610930" y="0"/>
                </a:moveTo>
                <a:lnTo>
                  <a:pt x="9699921" y="0"/>
                </a:lnTo>
                <a:lnTo>
                  <a:pt x="9699921" y="29663"/>
                </a:lnTo>
                <a:lnTo>
                  <a:pt x="9610930" y="29663"/>
                </a:lnTo>
                <a:lnTo>
                  <a:pt x="9610930" y="0"/>
                </a:lnTo>
                <a:moveTo>
                  <a:pt x="9729584" y="0"/>
                </a:moveTo>
                <a:lnTo>
                  <a:pt x="9818575" y="0"/>
                </a:lnTo>
                <a:lnTo>
                  <a:pt x="9818575" y="29663"/>
                </a:lnTo>
                <a:lnTo>
                  <a:pt x="9729584" y="29663"/>
                </a:lnTo>
                <a:lnTo>
                  <a:pt x="9729584" y="0"/>
                </a:lnTo>
                <a:moveTo>
                  <a:pt x="9848238" y="0"/>
                </a:moveTo>
                <a:lnTo>
                  <a:pt x="9937227" y="0"/>
                </a:lnTo>
                <a:lnTo>
                  <a:pt x="9937227" y="29663"/>
                </a:lnTo>
                <a:lnTo>
                  <a:pt x="9848238" y="29663"/>
                </a:lnTo>
                <a:lnTo>
                  <a:pt x="9848238" y="0"/>
                </a:lnTo>
                <a:moveTo>
                  <a:pt x="9966891" y="0"/>
                </a:moveTo>
                <a:lnTo>
                  <a:pt x="10055881" y="0"/>
                </a:lnTo>
                <a:lnTo>
                  <a:pt x="10055881" y="29663"/>
                </a:lnTo>
                <a:lnTo>
                  <a:pt x="9966891" y="29663"/>
                </a:lnTo>
                <a:lnTo>
                  <a:pt x="9966891" y="0"/>
                </a:lnTo>
                <a:moveTo>
                  <a:pt x="10085544" y="0"/>
                </a:moveTo>
                <a:lnTo>
                  <a:pt x="10174515" y="0"/>
                </a:lnTo>
                <a:lnTo>
                  <a:pt x="10174515" y="29663"/>
                </a:lnTo>
                <a:lnTo>
                  <a:pt x="10085544" y="29663"/>
                </a:lnTo>
                <a:lnTo>
                  <a:pt x="10085544" y="0"/>
                </a:lnTo>
                <a:moveTo>
                  <a:pt x="10204178" y="0"/>
                </a:moveTo>
                <a:lnTo>
                  <a:pt x="10293169" y="0"/>
                </a:lnTo>
                <a:lnTo>
                  <a:pt x="10293169" y="29663"/>
                </a:lnTo>
                <a:lnTo>
                  <a:pt x="10204178" y="29663"/>
                </a:lnTo>
                <a:lnTo>
                  <a:pt x="10204178" y="0"/>
                </a:lnTo>
                <a:moveTo>
                  <a:pt x="10322832" y="0"/>
                </a:moveTo>
                <a:lnTo>
                  <a:pt x="10411822" y="0"/>
                </a:lnTo>
                <a:lnTo>
                  <a:pt x="10411822" y="29663"/>
                </a:lnTo>
                <a:lnTo>
                  <a:pt x="10322832" y="29663"/>
                </a:lnTo>
                <a:lnTo>
                  <a:pt x="10322832" y="0"/>
                </a:lnTo>
                <a:moveTo>
                  <a:pt x="10441485" y="0"/>
                </a:moveTo>
                <a:lnTo>
                  <a:pt x="10530476" y="0"/>
                </a:lnTo>
                <a:lnTo>
                  <a:pt x="10530476" y="29663"/>
                </a:lnTo>
                <a:lnTo>
                  <a:pt x="10441485" y="29663"/>
                </a:lnTo>
                <a:lnTo>
                  <a:pt x="10441485" y="0"/>
                </a:lnTo>
                <a:moveTo>
                  <a:pt x="10560139" y="0"/>
                </a:moveTo>
                <a:lnTo>
                  <a:pt x="10649129" y="0"/>
                </a:lnTo>
                <a:lnTo>
                  <a:pt x="10649129" y="29663"/>
                </a:lnTo>
                <a:lnTo>
                  <a:pt x="10560139" y="29663"/>
                </a:lnTo>
                <a:lnTo>
                  <a:pt x="10560139" y="0"/>
                </a:lnTo>
                <a:moveTo>
                  <a:pt x="10678793" y="0"/>
                </a:moveTo>
                <a:lnTo>
                  <a:pt x="10767782" y="0"/>
                </a:lnTo>
                <a:lnTo>
                  <a:pt x="10767782" y="29663"/>
                </a:lnTo>
                <a:lnTo>
                  <a:pt x="10678793" y="29663"/>
                </a:lnTo>
                <a:lnTo>
                  <a:pt x="10678793" y="0"/>
                </a:lnTo>
                <a:moveTo>
                  <a:pt x="10797445" y="0"/>
                </a:moveTo>
                <a:lnTo>
                  <a:pt x="10886436" y="0"/>
                </a:lnTo>
                <a:lnTo>
                  <a:pt x="10886436" y="29663"/>
                </a:lnTo>
                <a:lnTo>
                  <a:pt x="10797445" y="29663"/>
                </a:lnTo>
                <a:lnTo>
                  <a:pt x="10797445" y="0"/>
                </a:lnTo>
                <a:moveTo>
                  <a:pt x="10916099" y="0"/>
                </a:moveTo>
                <a:lnTo>
                  <a:pt x="11005090" y="0"/>
                </a:lnTo>
                <a:lnTo>
                  <a:pt x="11005090" y="29663"/>
                </a:lnTo>
                <a:lnTo>
                  <a:pt x="10916099" y="29663"/>
                </a:lnTo>
                <a:lnTo>
                  <a:pt x="10916099" y="0"/>
                </a:lnTo>
                <a:moveTo>
                  <a:pt x="11034753" y="0"/>
                </a:moveTo>
                <a:lnTo>
                  <a:pt x="11123743" y="0"/>
                </a:lnTo>
                <a:lnTo>
                  <a:pt x="11123743" y="29663"/>
                </a:lnTo>
                <a:lnTo>
                  <a:pt x="11034753" y="29663"/>
                </a:lnTo>
                <a:lnTo>
                  <a:pt x="11034753" y="0"/>
                </a:lnTo>
                <a:moveTo>
                  <a:pt x="11153406" y="0"/>
                </a:moveTo>
                <a:lnTo>
                  <a:pt x="11242397" y="0"/>
                </a:lnTo>
                <a:lnTo>
                  <a:pt x="11242397" y="29663"/>
                </a:lnTo>
                <a:lnTo>
                  <a:pt x="11153406" y="29663"/>
                </a:lnTo>
                <a:lnTo>
                  <a:pt x="11153406" y="0"/>
                </a:lnTo>
                <a:moveTo>
                  <a:pt x="11272060" y="0"/>
                </a:moveTo>
                <a:lnTo>
                  <a:pt x="11361049" y="0"/>
                </a:lnTo>
                <a:lnTo>
                  <a:pt x="11361049" y="29663"/>
                </a:lnTo>
                <a:lnTo>
                  <a:pt x="11272060" y="29663"/>
                </a:lnTo>
                <a:lnTo>
                  <a:pt x="11272060" y="0"/>
                </a:lnTo>
                <a:moveTo>
                  <a:pt x="11390714" y="0"/>
                </a:moveTo>
                <a:lnTo>
                  <a:pt x="11479703" y="0"/>
                </a:lnTo>
                <a:lnTo>
                  <a:pt x="11479703" y="29663"/>
                </a:lnTo>
                <a:lnTo>
                  <a:pt x="11390714" y="29663"/>
                </a:lnTo>
                <a:lnTo>
                  <a:pt x="11390714" y="0"/>
                </a:lnTo>
                <a:moveTo>
                  <a:pt x="11509366" y="0"/>
                </a:moveTo>
                <a:lnTo>
                  <a:pt x="11598357" y="0"/>
                </a:lnTo>
                <a:lnTo>
                  <a:pt x="11598357" y="29663"/>
                </a:lnTo>
                <a:lnTo>
                  <a:pt x="11509366" y="29663"/>
                </a:lnTo>
                <a:lnTo>
                  <a:pt x="11509366" y="0"/>
                </a:lnTo>
                <a:moveTo>
                  <a:pt x="11628020" y="0"/>
                </a:moveTo>
                <a:lnTo>
                  <a:pt x="11717010" y="0"/>
                </a:lnTo>
                <a:lnTo>
                  <a:pt x="11717010" y="29663"/>
                </a:lnTo>
                <a:lnTo>
                  <a:pt x="11628020" y="29663"/>
                </a:lnTo>
                <a:lnTo>
                  <a:pt x="11628020" y="0"/>
                </a:lnTo>
                <a:moveTo>
                  <a:pt x="11746674" y="0"/>
                </a:moveTo>
                <a:lnTo>
                  <a:pt x="11835664" y="0"/>
                </a:lnTo>
                <a:lnTo>
                  <a:pt x="11835664" y="29663"/>
                </a:lnTo>
                <a:lnTo>
                  <a:pt x="11746674" y="29663"/>
                </a:lnTo>
                <a:lnTo>
                  <a:pt x="11746674" y="0"/>
                </a:lnTo>
                <a:moveTo>
                  <a:pt x="11865327" y="0"/>
                </a:moveTo>
                <a:lnTo>
                  <a:pt x="11954317" y="0"/>
                </a:lnTo>
                <a:lnTo>
                  <a:pt x="11954317" y="29663"/>
                </a:lnTo>
                <a:lnTo>
                  <a:pt x="11865327" y="29663"/>
                </a:lnTo>
                <a:lnTo>
                  <a:pt x="11865327" y="0"/>
                </a:lnTo>
                <a:moveTo>
                  <a:pt x="11983981" y="0"/>
                </a:moveTo>
                <a:lnTo>
                  <a:pt x="12072970" y="0"/>
                </a:lnTo>
                <a:lnTo>
                  <a:pt x="12072970" y="29663"/>
                </a:lnTo>
                <a:lnTo>
                  <a:pt x="11983981" y="29663"/>
                </a:lnTo>
                <a:lnTo>
                  <a:pt x="11983981" y="0"/>
                </a:lnTo>
                <a:moveTo>
                  <a:pt x="12102633" y="0"/>
                </a:moveTo>
                <a:lnTo>
                  <a:pt x="12191624" y="0"/>
                </a:lnTo>
                <a:lnTo>
                  <a:pt x="12191624" y="29663"/>
                </a:lnTo>
                <a:lnTo>
                  <a:pt x="12102633" y="29663"/>
                </a:lnTo>
                <a:lnTo>
                  <a:pt x="12102633" y="0"/>
                </a:lnTo>
                <a:moveTo>
                  <a:pt x="12221287" y="0"/>
                </a:moveTo>
                <a:lnTo>
                  <a:pt x="12310278" y="0"/>
                </a:lnTo>
                <a:lnTo>
                  <a:pt x="12310278" y="29663"/>
                </a:lnTo>
                <a:lnTo>
                  <a:pt x="12221287" y="29663"/>
                </a:lnTo>
                <a:lnTo>
                  <a:pt x="12221287" y="0"/>
                </a:lnTo>
                <a:moveTo>
                  <a:pt x="12339941" y="0"/>
                </a:moveTo>
                <a:lnTo>
                  <a:pt x="12428931" y="0"/>
                </a:lnTo>
                <a:lnTo>
                  <a:pt x="12428931" y="29663"/>
                </a:lnTo>
                <a:lnTo>
                  <a:pt x="12339941" y="29663"/>
                </a:lnTo>
                <a:lnTo>
                  <a:pt x="12339941" y="0"/>
                </a:lnTo>
                <a:moveTo>
                  <a:pt x="12458594" y="0"/>
                </a:moveTo>
                <a:lnTo>
                  <a:pt x="12473426" y="0"/>
                </a:lnTo>
                <a:lnTo>
                  <a:pt x="12473426" y="29663"/>
                </a:lnTo>
                <a:lnTo>
                  <a:pt x="12458594" y="29663"/>
                </a:lnTo>
                <a:lnTo>
                  <a:pt x="12458594" y="0"/>
                </a:lnTo>
              </a:path>
            </a:pathLst>
          </a:custGeom>
          <a:solidFill xmlns:a="http://schemas.openxmlformats.org/drawingml/2006/main">
            <a:srgbClr val="70A7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2C87B52-39DC-476D-8C2D-0312C741A8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cf97c84084ed0"/>
          <a:stretch xmlns:a="http://schemas.openxmlformats.org/drawingml/2006/main"/>
        </p:blipFill>
        <p:spPr>
          <a:xfrm xmlns:a="http://schemas.openxmlformats.org/drawingml/2006/main">
            <a:off x="12350382" y="6298977"/>
            <a:ext cx="633808" cy="633808"/>
          </a:xfrm>
          <a:prstGeom xmlns:a="http://schemas.openxmlformats.org/drawingml/2006/main" prst="rect">
            <a:avLst/>
          </a:prstGeom>
        </p:spPr>
      </p:pic>
      <p:sp>
        <p:nvSpPr>
          <p:cNvPr id="288" name="text-75 (iii)">
            <a:extLst xmlns:a="http://schemas.openxmlformats.org/drawingml/2006/main">
              <a:ext uri="{FF2B5EF4-FFF2-40B4-BE49-F238E27FC236}">
                <a16:creationId xmlns:a16="http://schemas.microsoft.com/office/drawing/2014/main" id="{4E9D9A67-ECD9-4363-B4BA-FB562BDB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7621" y="2635597"/>
            <a:ext cx="333654" cy="278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(iii)</a:t>
            </a:r>
          </a:p>
        </p:txBody>
      </p:sp>
      <p:sp>
        <p:nvSpPr>
          <p:cNvPr id="289" name="text-75 ConvBench">
            <a:extLst xmlns:a="http://schemas.openxmlformats.org/drawingml/2006/main">
              <a:ext uri="{FF2B5EF4-FFF2-40B4-BE49-F238E27FC236}">
                <a16:creationId xmlns:a16="http://schemas.microsoft.com/office/drawing/2014/main" id="{D2750876-639E-417E-BBEF-66CF72AE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5671" y="2636695"/>
            <a:ext cx="968482" cy="276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ConvBench</a:t>
            </a:r>
          </a:p>
        </p:txBody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0602D598-DA98-4175-ADBF-17475CCB42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5f8a059ce4ca9"/>
          <a:stretch xmlns:a="http://schemas.openxmlformats.org/drawingml/2006/main"/>
        </p:blipFill>
        <p:spPr>
          <a:xfrm xmlns:a="http://schemas.openxmlformats.org/drawingml/2006/main">
            <a:off x="2956411" y="678144"/>
            <a:ext cx="1419225" cy="1905000"/>
          </a:xfrm>
          <a:prstGeom xmlns:a="http://schemas.openxmlformats.org/drawingml/2006/main" prst="rect">
            <a:avLst/>
          </a:prstGeom>
        </p:spPr>
      </p:pic>
      <p:sp>
        <p:nvSpPr>
          <p:cNvPr id="291" name="text-77 Q1:">
            <a:extLst xmlns:a="http://schemas.openxmlformats.org/drawingml/2006/main">
              <a:ext uri="{FF2B5EF4-FFF2-40B4-BE49-F238E27FC236}">
                <a16:creationId xmlns:a16="http://schemas.microsoft.com/office/drawing/2014/main" id="{32401210-F8FF-488D-88B7-728FE5A6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363" y="697824"/>
            <a:ext cx="420997" cy="280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Q1:</a:t>
            </a:r>
          </a:p>
        </p:txBody>
      </p:sp>
      <p:sp>
        <p:nvSpPr>
          <p:cNvPr id="292" name="text-78 What">
            <a:extLst xmlns:a="http://schemas.openxmlformats.org/drawingml/2006/main">
              <a:ext uri="{FF2B5EF4-FFF2-40B4-BE49-F238E27FC236}">
                <a16:creationId xmlns:a16="http://schemas.microsoft.com/office/drawing/2014/main" id="{23F1979D-543A-46BA-BE31-597AF906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953" y="696295"/>
            <a:ext cx="473680" cy="28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</a:t>
            </a:r>
          </a:p>
        </p:txBody>
      </p:sp>
      <p:sp>
        <p:nvSpPr>
          <p:cNvPr id="293" name="text-78 furniture">
            <a:extLst xmlns:a="http://schemas.openxmlformats.org/drawingml/2006/main">
              <a:ext uri="{FF2B5EF4-FFF2-40B4-BE49-F238E27FC236}">
                <a16:creationId xmlns:a16="http://schemas.microsoft.com/office/drawing/2014/main" id="{43C4C7FF-92C7-498A-A93E-F4BA4940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0354" y="692134"/>
            <a:ext cx="758246" cy="28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furniture</a:t>
            </a:r>
          </a:p>
        </p:txBody>
      </p:sp>
      <p:sp>
        <p:nvSpPr>
          <p:cNvPr id="294" name="text-78 are">
            <a:extLst xmlns:a="http://schemas.openxmlformats.org/drawingml/2006/main">
              <a:ext uri="{FF2B5EF4-FFF2-40B4-BE49-F238E27FC236}">
                <a16:creationId xmlns:a16="http://schemas.microsoft.com/office/drawing/2014/main" id="{BEEB2ED5-B194-4E92-B90E-AF4BE09C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9512" y="693905"/>
            <a:ext cx="286279" cy="286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are</a:t>
            </a:r>
          </a:p>
        </p:txBody>
      </p:sp>
      <p:sp>
        <p:nvSpPr>
          <p:cNvPr id="295" name="text-79 there">
            <a:extLst xmlns:a="http://schemas.openxmlformats.org/drawingml/2006/main">
              <a:ext uri="{FF2B5EF4-FFF2-40B4-BE49-F238E27FC236}">
                <a16:creationId xmlns:a16="http://schemas.microsoft.com/office/drawing/2014/main" id="{A732DFBA-C276-4E8F-B2A8-62F58E2F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363" y="896921"/>
            <a:ext cx="491849" cy="316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there</a:t>
            </a:r>
          </a:p>
        </p:txBody>
      </p:sp>
      <p:sp>
        <p:nvSpPr>
          <p:cNvPr id="296" name="text-79 in">
            <a:extLst xmlns:a="http://schemas.openxmlformats.org/drawingml/2006/main">
              <a:ext uri="{FF2B5EF4-FFF2-40B4-BE49-F238E27FC236}">
                <a16:creationId xmlns:a16="http://schemas.microsoft.com/office/drawing/2014/main" id="{041E3297-4FF7-4742-BDBC-541DA141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7360" y="907273"/>
            <a:ext cx="206379" cy="301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97" name="text-79 the">
            <a:extLst xmlns:a="http://schemas.openxmlformats.org/drawingml/2006/main">
              <a:ext uri="{FF2B5EF4-FFF2-40B4-BE49-F238E27FC236}">
                <a16:creationId xmlns:a16="http://schemas.microsoft.com/office/drawing/2014/main" id="{8FFB8AF0-65A2-4468-B88D-891F8864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578" y="902333"/>
            <a:ext cx="308941" cy="308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98" name="text-79 bedroom">
            <a:extLst xmlns:a="http://schemas.openxmlformats.org/drawingml/2006/main">
              <a:ext uri="{FF2B5EF4-FFF2-40B4-BE49-F238E27FC236}">
                <a16:creationId xmlns:a16="http://schemas.microsoft.com/office/drawing/2014/main" id="{743A7FD5-D053-466D-964D-1BBBD59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9639" y="900798"/>
            <a:ext cx="828783" cy="31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bedroom</a:t>
            </a:r>
          </a:p>
        </p:txBody>
      </p:sp>
      <p:sp>
        <p:nvSpPr>
          <p:cNvPr id="299" name="text-80 shown">
            <a:extLst xmlns:a="http://schemas.openxmlformats.org/drawingml/2006/main">
              <a:ext uri="{FF2B5EF4-FFF2-40B4-BE49-F238E27FC236}">
                <a16:creationId xmlns:a16="http://schemas.microsoft.com/office/drawing/2014/main" id="{3BC83E72-B4D6-47DF-B695-703FCEEA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363" y="1162544"/>
            <a:ext cx="551197" cy="276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shown</a:t>
            </a:r>
          </a:p>
        </p:txBody>
      </p:sp>
      <p:sp>
        <p:nvSpPr>
          <p:cNvPr id="300" name="text-80 in">
            <a:extLst xmlns:a="http://schemas.openxmlformats.org/drawingml/2006/main">
              <a:ext uri="{FF2B5EF4-FFF2-40B4-BE49-F238E27FC236}">
                <a16:creationId xmlns:a16="http://schemas.microsoft.com/office/drawing/2014/main" id="{E4DE668B-375F-4C95-BD7E-81F00BBB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3945" y="1162376"/>
            <a:ext cx="189332" cy="276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301" name="text-80 the">
            <a:extLst xmlns:a="http://schemas.openxmlformats.org/drawingml/2006/main">
              <a:ext uri="{FF2B5EF4-FFF2-40B4-BE49-F238E27FC236}">
                <a16:creationId xmlns:a16="http://schemas.microsoft.com/office/drawing/2014/main" id="{E7F7C9D8-166D-4FE4-94ED-DE712862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7634" y="1162301"/>
            <a:ext cx="277174" cy="276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02" name="text-80 image?">
            <a:extLst xmlns:a="http://schemas.openxmlformats.org/drawingml/2006/main">
              <a:ext uri="{FF2B5EF4-FFF2-40B4-BE49-F238E27FC236}">
                <a16:creationId xmlns:a16="http://schemas.microsoft.com/office/drawing/2014/main" id="{0226F8E4-67D8-4138-BD68-08C67AE9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9323" y="1161956"/>
            <a:ext cx="607488" cy="277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image?</a:t>
            </a:r>
          </a:p>
        </p:txBody>
      </p:sp>
      <p:sp>
        <p:nvSpPr>
          <p:cNvPr id="303" name="text-81 Q2:">
            <a:extLst xmlns:a="http://schemas.openxmlformats.org/drawingml/2006/main">
              <a:ext uri="{FF2B5EF4-FFF2-40B4-BE49-F238E27FC236}">
                <a16:creationId xmlns:a16="http://schemas.microsoft.com/office/drawing/2014/main" id="{CDE79CB1-2D32-4FDC-933B-F95FBAD8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363" y="1408715"/>
            <a:ext cx="423160" cy="282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Q2:</a:t>
            </a:r>
          </a:p>
        </p:txBody>
      </p:sp>
      <p:sp>
        <p:nvSpPr>
          <p:cNvPr id="304" name="text-82 Please">
            <a:extLst xmlns:a="http://schemas.openxmlformats.org/drawingml/2006/main">
              <a:ext uri="{FF2B5EF4-FFF2-40B4-BE49-F238E27FC236}">
                <a16:creationId xmlns:a16="http://schemas.microsoft.com/office/drawing/2014/main" id="{B7366699-F9A0-42F5-B6A2-4EA56C2B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9919" y="1404524"/>
            <a:ext cx="562384" cy="287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Please</a:t>
            </a:r>
          </a:p>
        </p:txBody>
      </p:sp>
      <p:sp>
        <p:nvSpPr>
          <p:cNvPr id="305" name="text-82 analyze">
            <a:extLst xmlns:a="http://schemas.openxmlformats.org/drawingml/2006/main">
              <a:ext uri="{FF2B5EF4-FFF2-40B4-BE49-F238E27FC236}">
                <a16:creationId xmlns:a16="http://schemas.microsoft.com/office/drawing/2014/main" id="{6E6347B9-F807-4096-B2D3-B24DB259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3298" y="1404429"/>
            <a:ext cx="665234" cy="288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analyze</a:t>
            </a:r>
          </a:p>
        </p:txBody>
      </p:sp>
      <p:sp>
        <p:nvSpPr>
          <p:cNvPr id="306" name="text-82 the">
            <a:extLst xmlns:a="http://schemas.openxmlformats.org/drawingml/2006/main">
              <a:ext uri="{FF2B5EF4-FFF2-40B4-BE49-F238E27FC236}">
                <a16:creationId xmlns:a16="http://schemas.microsoft.com/office/drawing/2014/main" id="{E876D77F-EB20-4AA3-8B8A-6F30F8B4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9512" y="1405987"/>
            <a:ext cx="286251" cy="28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07" name="text-83 identity">
            <a:extLst xmlns:a="http://schemas.openxmlformats.org/drawingml/2006/main">
              <a:ext uri="{FF2B5EF4-FFF2-40B4-BE49-F238E27FC236}">
                <a16:creationId xmlns:a16="http://schemas.microsoft.com/office/drawing/2014/main" id="{F0EA9411-A06B-420B-8792-07CAD86E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363" y="1636400"/>
            <a:ext cx="641311" cy="277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identity</a:t>
            </a:r>
          </a:p>
        </p:txBody>
      </p:sp>
      <p:sp>
        <p:nvSpPr>
          <p:cNvPr id="308" name="text-83 of">
            <a:extLst xmlns:a="http://schemas.openxmlformats.org/drawingml/2006/main">
              <a:ext uri="{FF2B5EF4-FFF2-40B4-BE49-F238E27FC236}">
                <a16:creationId xmlns:a16="http://schemas.microsoft.com/office/drawing/2014/main" id="{E4BB6820-D8A6-43D2-A636-AE109C24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3923" y="1637301"/>
            <a:ext cx="199924" cy="276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309" name="text-83 the">
            <a:extLst xmlns:a="http://schemas.openxmlformats.org/drawingml/2006/main">
              <a:ext uri="{FF2B5EF4-FFF2-40B4-BE49-F238E27FC236}">
                <a16:creationId xmlns:a16="http://schemas.microsoft.com/office/drawing/2014/main" id="{72DE438B-37C3-48F7-A83A-77BA81E4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8488" y="1636915"/>
            <a:ext cx="277174" cy="276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10" name="text-83 owner">
            <a:extLst xmlns:a="http://schemas.openxmlformats.org/drawingml/2006/main">
              <a:ext uri="{FF2B5EF4-FFF2-40B4-BE49-F238E27FC236}">
                <a16:creationId xmlns:a16="http://schemas.microsoft.com/office/drawing/2014/main" id="{F230EB12-2A2E-429E-A03F-1DF605E7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0178" y="1637080"/>
            <a:ext cx="529227" cy="276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owner</a:t>
            </a:r>
          </a:p>
        </p:txBody>
      </p:sp>
      <p:sp>
        <p:nvSpPr>
          <p:cNvPr id="311" name="text-83 of">
            <a:extLst xmlns:a="http://schemas.openxmlformats.org/drawingml/2006/main">
              <a:ext uri="{FF2B5EF4-FFF2-40B4-BE49-F238E27FC236}">
                <a16:creationId xmlns:a16="http://schemas.microsoft.com/office/drawing/2014/main" id="{B771BE6E-22E7-4F91-94C2-A0565272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4007" y="1637301"/>
            <a:ext cx="199924" cy="276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312" name="text-84 the">
            <a:extLst xmlns:a="http://schemas.openxmlformats.org/drawingml/2006/main">
              <a:ext uri="{FF2B5EF4-FFF2-40B4-BE49-F238E27FC236}">
                <a16:creationId xmlns:a16="http://schemas.microsoft.com/office/drawing/2014/main" id="{EE993631-B7AE-4050-BEC9-C09EB910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363" y="1861273"/>
            <a:ext cx="295326" cy="294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13" name="text-84 room">
            <a:extLst xmlns:a="http://schemas.openxmlformats.org/drawingml/2006/main">
              <a:ext uri="{FF2B5EF4-FFF2-40B4-BE49-F238E27FC236}">
                <a16:creationId xmlns:a16="http://schemas.microsoft.com/office/drawing/2014/main" id="{A58FDF65-8705-416A-B902-2DF94B5F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694" y="1863101"/>
            <a:ext cx="478379" cy="292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room</a:t>
            </a:r>
          </a:p>
        </p:txBody>
      </p:sp>
      <p:sp>
        <p:nvSpPr>
          <p:cNvPr id="314" name="text-84 based">
            <a:extLst xmlns:a="http://schemas.openxmlformats.org/drawingml/2006/main">
              <a:ext uri="{FF2B5EF4-FFF2-40B4-BE49-F238E27FC236}">
                <a16:creationId xmlns:a16="http://schemas.microsoft.com/office/drawing/2014/main" id="{F3A32928-F164-44F4-A903-47BD846B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8937" y="1860216"/>
            <a:ext cx="520142" cy="29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based</a:t>
            </a:r>
          </a:p>
        </p:txBody>
      </p:sp>
      <p:sp>
        <p:nvSpPr>
          <p:cNvPr id="315" name="text-84 on">
            <a:extLst xmlns:a="http://schemas.openxmlformats.org/drawingml/2006/main">
              <a:ext uri="{FF2B5EF4-FFF2-40B4-BE49-F238E27FC236}">
                <a16:creationId xmlns:a16="http://schemas.microsoft.com/office/drawing/2014/main" id="{ED832865-5332-40D6-8DD9-ACE6FC43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6720" y="1866797"/>
            <a:ext cx="242099" cy="287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316" name="text-84 the">
            <a:extLst xmlns:a="http://schemas.openxmlformats.org/drawingml/2006/main">
              <a:ext uri="{FF2B5EF4-FFF2-40B4-BE49-F238E27FC236}">
                <a16:creationId xmlns:a16="http://schemas.microsoft.com/office/drawing/2014/main" id="{8F92246C-CEFE-461E-9075-793BA433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9624" y="1859654"/>
            <a:ext cx="297596" cy="297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17" name="text-85 content">
            <a:extLst xmlns:a="http://schemas.openxmlformats.org/drawingml/2006/main">
              <a:ext uri="{FF2B5EF4-FFF2-40B4-BE49-F238E27FC236}">
                <a16:creationId xmlns:a16="http://schemas.microsoft.com/office/drawing/2014/main" id="{5623C841-F949-48B9-A843-65E2F756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363" y="2111279"/>
            <a:ext cx="618313" cy="277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content</a:t>
            </a:r>
          </a:p>
        </p:txBody>
      </p:sp>
      <p:sp>
        <p:nvSpPr>
          <p:cNvPr id="318" name="text-85 of">
            <a:extLst xmlns:a="http://schemas.openxmlformats.org/drawingml/2006/main">
              <a:ext uri="{FF2B5EF4-FFF2-40B4-BE49-F238E27FC236}">
                <a16:creationId xmlns:a16="http://schemas.microsoft.com/office/drawing/2014/main" id="{C7F3206E-ED3C-446C-AAB1-E4822F05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1181" y="2111913"/>
            <a:ext cx="199925" cy="276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319" name="text-85 this">
            <a:extLst xmlns:a="http://schemas.openxmlformats.org/drawingml/2006/main">
              <a:ext uri="{FF2B5EF4-FFF2-40B4-BE49-F238E27FC236}">
                <a16:creationId xmlns:a16="http://schemas.microsoft.com/office/drawing/2014/main" id="{F1E22B97-85A7-47D8-9711-9D479C34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5747" y="2111125"/>
            <a:ext cx="321858" cy="277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</a:t>
            </a:r>
          </a:p>
        </p:txBody>
      </p:sp>
      <p:sp>
        <p:nvSpPr>
          <p:cNvPr id="320" name="text-85 photo.">
            <a:extLst xmlns:a="http://schemas.openxmlformats.org/drawingml/2006/main">
              <a:ext uri="{FF2B5EF4-FFF2-40B4-BE49-F238E27FC236}">
                <a16:creationId xmlns:a16="http://schemas.microsoft.com/office/drawing/2014/main" id="{8F3FCBC3-4383-44D7-B185-8A4429E6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1931" y="2111428"/>
            <a:ext cx="535685" cy="276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photo.</a:t>
            </a:r>
          </a:p>
        </p:txBody>
      </p:sp>
      <p:sp>
        <p:nvSpPr>
          <p:cNvPr id="321" name="text-86 Q3:">
            <a:extLst xmlns:a="http://schemas.openxmlformats.org/drawingml/2006/main">
              <a:ext uri="{FF2B5EF4-FFF2-40B4-BE49-F238E27FC236}">
                <a16:creationId xmlns:a16="http://schemas.microsoft.com/office/drawing/2014/main" id="{B7781E82-731D-4560-B915-4CC172AE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363" y="2360003"/>
            <a:ext cx="418834" cy="27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Q3:</a:t>
            </a:r>
          </a:p>
        </p:txBody>
      </p:sp>
      <p:sp>
        <p:nvSpPr>
          <p:cNvPr id="322" name="text-87 How">
            <a:extLst xmlns:a="http://schemas.openxmlformats.org/drawingml/2006/main">
              <a:ext uri="{FF2B5EF4-FFF2-40B4-BE49-F238E27FC236}">
                <a16:creationId xmlns:a16="http://schemas.microsoft.com/office/drawing/2014/main" id="{62DC574F-BFE7-4273-9E63-4A75D9B0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3987" y="2360185"/>
            <a:ext cx="423177" cy="278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</a:t>
            </a:r>
          </a:p>
        </p:txBody>
      </p:sp>
      <p:sp>
        <p:nvSpPr>
          <p:cNvPr id="323" name="text-87 to">
            <a:extLst xmlns:a="http://schemas.openxmlformats.org/drawingml/2006/main">
              <a:ext uri="{FF2B5EF4-FFF2-40B4-BE49-F238E27FC236}">
                <a16:creationId xmlns:a16="http://schemas.microsoft.com/office/drawing/2014/main" id="{D13987D2-E6E8-4202-9E0C-70A138C6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4981" y="2357950"/>
            <a:ext cx="192987" cy="282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324" name="text-87 renovate">
            <a:extLst xmlns:a="http://schemas.openxmlformats.org/drawingml/2006/main">
              <a:ext uri="{FF2B5EF4-FFF2-40B4-BE49-F238E27FC236}">
                <a16:creationId xmlns:a16="http://schemas.microsoft.com/office/drawing/2014/main" id="{F340612C-3C38-45E5-B5C8-3A3F580E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7569" y="2355377"/>
            <a:ext cx="739084" cy="285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renovate</a:t>
            </a:r>
          </a:p>
        </p:txBody>
      </p:sp>
      <p:sp>
        <p:nvSpPr>
          <p:cNvPr id="325" name="text-87 it">
            <a:extLst xmlns:a="http://schemas.openxmlformats.org/drawingml/2006/main">
              <a:ext uri="{FF2B5EF4-FFF2-40B4-BE49-F238E27FC236}">
                <a16:creationId xmlns:a16="http://schemas.microsoft.com/office/drawing/2014/main" id="{9470703E-1030-46E3-9CA5-6907CB6D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5963" y="2356064"/>
            <a:ext cx="149610" cy="284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</a:t>
            </a:r>
          </a:p>
        </p:txBody>
      </p:sp>
      <p:sp>
        <p:nvSpPr>
          <p:cNvPr id="326" name="text-88 to">
            <a:extLst xmlns:a="http://schemas.openxmlformats.org/drawingml/2006/main">
              <a:ext uri="{FF2B5EF4-FFF2-40B4-BE49-F238E27FC236}">
                <a16:creationId xmlns:a16="http://schemas.microsoft.com/office/drawing/2014/main" id="{F33C2FC1-C31F-4961-A54B-A7D71EC6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363" y="2586218"/>
            <a:ext cx="189332" cy="276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327" name="text-88 be">
            <a:extLst xmlns:a="http://schemas.openxmlformats.org/drawingml/2006/main">
              <a:ext uri="{FF2B5EF4-FFF2-40B4-BE49-F238E27FC236}">
                <a16:creationId xmlns:a16="http://schemas.microsoft.com/office/drawing/2014/main" id="{86561E20-97C6-4CCD-9322-2761B142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2051" y="2586599"/>
            <a:ext cx="221721" cy="276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</a:t>
            </a:r>
          </a:p>
        </p:txBody>
      </p:sp>
      <p:sp>
        <p:nvSpPr>
          <p:cNvPr id="328" name="text-88 more">
            <a:extLst xmlns:a="http://schemas.openxmlformats.org/drawingml/2006/main">
              <a:ext uri="{FF2B5EF4-FFF2-40B4-BE49-F238E27FC236}">
                <a16:creationId xmlns:a16="http://schemas.microsoft.com/office/drawing/2014/main" id="{247EA398-1A66-4512-B8B2-BA6A9835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8370" y="2585900"/>
            <a:ext cx="442345" cy="277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more</a:t>
            </a:r>
          </a:p>
        </p:txBody>
      </p:sp>
      <p:sp>
        <p:nvSpPr>
          <p:cNvPr id="329" name="text-88 childlike">
            <a:extLst xmlns:a="http://schemas.openxmlformats.org/drawingml/2006/main">
              <a:ext uri="{FF2B5EF4-FFF2-40B4-BE49-F238E27FC236}">
                <a16:creationId xmlns:a16="http://schemas.microsoft.com/office/drawing/2014/main" id="{32F9FC61-C9DF-4110-AD6F-924D5E66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5185" y="2585677"/>
            <a:ext cx="729131" cy="277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childlike</a:t>
            </a:r>
          </a:p>
        </p:txBody>
      </p:sp>
      <p:sp>
        <p:nvSpPr>
          <p:cNvPr id="330" name="text-88 ?">
            <a:extLst xmlns:a="http://schemas.openxmlformats.org/drawingml/2006/main">
              <a:ext uri="{FF2B5EF4-FFF2-40B4-BE49-F238E27FC236}">
                <a16:creationId xmlns:a16="http://schemas.microsoft.com/office/drawing/2014/main" id="{2C5B79B9-073F-4BA4-B42B-CA4A8E14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8746" y="2587123"/>
            <a:ext cx="122749" cy="275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331" name="text-89 Q:">
            <a:extLst xmlns:a="http://schemas.openxmlformats.org/drawingml/2006/main">
              <a:ext uri="{FF2B5EF4-FFF2-40B4-BE49-F238E27FC236}">
                <a16:creationId xmlns:a16="http://schemas.microsoft.com/office/drawing/2014/main" id="{9A851F3C-2EB2-4961-ACFF-46E70F0B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400" y="790028"/>
            <a:ext cx="293855" cy="276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Q:</a:t>
            </a:r>
          </a:p>
        </p:txBody>
      </p:sp>
      <p:sp>
        <p:nvSpPr>
          <p:cNvPr id="332" name="text-90 Is">
            <a:extLst xmlns:a="http://schemas.openxmlformats.org/drawingml/2006/main">
              <a:ext uri="{FF2B5EF4-FFF2-40B4-BE49-F238E27FC236}">
                <a16:creationId xmlns:a16="http://schemas.microsoft.com/office/drawing/2014/main" id="{41BB02B7-FD9B-4480-8F32-AA7BE4A4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8484" y="789509"/>
            <a:ext cx="178417" cy="276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333" name="text-90 the">
            <a:extLst xmlns:a="http://schemas.openxmlformats.org/drawingml/2006/main">
              <a:ext uri="{FF2B5EF4-FFF2-40B4-BE49-F238E27FC236}">
                <a16:creationId xmlns:a16="http://schemas.microsoft.com/office/drawing/2014/main" id="{27DDCB72-7735-40E5-8288-CDE883F7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1296" y="789531"/>
            <a:ext cx="277175" cy="276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34" name="text-91 boy">
            <a:extLst xmlns:a="http://schemas.openxmlformats.org/drawingml/2006/main">
              <a:ext uri="{FF2B5EF4-FFF2-40B4-BE49-F238E27FC236}">
                <a16:creationId xmlns:a16="http://schemas.microsoft.com/office/drawing/2014/main" id="{9C2C2D80-BB5E-4E73-8405-45D8068E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400" y="1014240"/>
            <a:ext cx="331684" cy="27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boy</a:t>
            </a:r>
          </a:p>
        </p:txBody>
      </p:sp>
      <p:sp>
        <p:nvSpPr>
          <p:cNvPr id="335" name="text-91 happy?">
            <a:extLst xmlns:a="http://schemas.openxmlformats.org/drawingml/2006/main">
              <a:ext uri="{FF2B5EF4-FFF2-40B4-BE49-F238E27FC236}">
                <a16:creationId xmlns:a16="http://schemas.microsoft.com/office/drawing/2014/main" id="{1F086AC6-64EA-4A25-96C5-A4DACFBD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9473" y="1014015"/>
            <a:ext cx="606433" cy="276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happy?</a:t>
            </a:r>
          </a:p>
        </p:txBody>
      </p:sp>
      <p:sp>
        <p:nvSpPr>
          <p:cNvPr id="336" name="text-92 (i)">
            <a:extLst xmlns:a="http://schemas.openxmlformats.org/drawingml/2006/main">
              <a:ext uri="{FF2B5EF4-FFF2-40B4-BE49-F238E27FC236}">
                <a16:creationId xmlns:a16="http://schemas.microsoft.com/office/drawing/2014/main" id="{9A8492B8-B8B0-4F95-A1B0-5020DFE2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236" y="1477190"/>
            <a:ext cx="222831" cy="27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(i)</a:t>
            </a:r>
          </a:p>
        </p:txBody>
      </p:sp>
      <p:sp>
        <p:nvSpPr>
          <p:cNvPr id="337" name="text-92 MMVet">
            <a:extLst xmlns:a="http://schemas.openxmlformats.org/drawingml/2006/main">
              <a:ext uri="{FF2B5EF4-FFF2-40B4-BE49-F238E27FC236}">
                <a16:creationId xmlns:a16="http://schemas.microsoft.com/office/drawing/2014/main" id="{06469B4B-6B81-472C-8C1B-2C4A3C27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543" y="1470681"/>
            <a:ext cx="673917" cy="286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MMVet</a:t>
            </a:r>
          </a:p>
        </p:txBody>
      </p:sp>
      <p:pic>
        <p:nvPic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27B3A25F-751D-4140-8576-7B9F017A68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79585479349b0"/>
          <a:stretch xmlns:a="http://schemas.openxmlformats.org/drawingml/2006/main"/>
        </p:blipFill>
        <p:spPr>
          <a:xfrm xmlns:a="http://schemas.openxmlformats.org/drawingml/2006/main">
            <a:off x="479911" y="544794"/>
            <a:ext cx="1162050" cy="876300"/>
          </a:xfrm>
          <a:prstGeom xmlns:a="http://schemas.openxmlformats.org/drawingml/2006/main" prst="rect">
            <a:avLst/>
          </a:prstGeom>
        </p:spPr>
      </p:pic>
      <p:sp>
        <p:nvSpPr>
          <p:cNvPr id="339" name="text-94 Q:">
            <a:extLst xmlns:a="http://schemas.openxmlformats.org/drawingml/2006/main">
              <a:ext uri="{FF2B5EF4-FFF2-40B4-BE49-F238E27FC236}">
                <a16:creationId xmlns:a16="http://schemas.microsoft.com/office/drawing/2014/main" id="{EEEB7B84-EB83-4B79-A34C-763DF1EE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44" y="1749143"/>
            <a:ext cx="293855" cy="276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Q:</a:t>
            </a:r>
          </a:p>
        </p:txBody>
      </p:sp>
      <p:sp>
        <p:nvSpPr>
          <p:cNvPr id="340" name="text-95 Which">
            <a:extLst xmlns:a="http://schemas.openxmlformats.org/drawingml/2006/main">
              <a:ext uri="{FF2B5EF4-FFF2-40B4-BE49-F238E27FC236}">
                <a16:creationId xmlns:a16="http://schemas.microsoft.com/office/drawing/2014/main" id="{065086EF-B0ED-4339-B566-0FB3CEFB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428" y="1748456"/>
            <a:ext cx="563139" cy="277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</a:t>
            </a:r>
          </a:p>
        </p:txBody>
      </p:sp>
      <p:sp>
        <p:nvSpPr>
          <p:cNvPr id="341" name="text-96 image">
            <a:extLst xmlns:a="http://schemas.openxmlformats.org/drawingml/2006/main">
              <a:ext uri="{FF2B5EF4-FFF2-40B4-BE49-F238E27FC236}">
                <a16:creationId xmlns:a16="http://schemas.microsoft.com/office/drawing/2014/main" id="{932FFBA6-8D8C-4031-B5C8-8DB2E827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44" y="1972787"/>
            <a:ext cx="519482" cy="277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342" name="text-96 is">
            <a:extLst xmlns:a="http://schemas.openxmlformats.org/drawingml/2006/main">
              <a:ext uri="{FF2B5EF4-FFF2-40B4-BE49-F238E27FC236}">
                <a16:creationId xmlns:a16="http://schemas.microsoft.com/office/drawing/2014/main" id="{D6B2C64E-2EF1-4485-8EB6-EDD68DDC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2285" y="1973024"/>
            <a:ext cx="167550" cy="2769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343" name="text-97 most">
            <a:extLst xmlns:a="http://schemas.openxmlformats.org/drawingml/2006/main">
              <a:ext uri="{FF2B5EF4-FFF2-40B4-BE49-F238E27FC236}">
                <a16:creationId xmlns:a16="http://schemas.microsoft.com/office/drawing/2014/main" id="{F7992A27-9E4F-464F-A9AB-3A4E6080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44" y="2210183"/>
            <a:ext cx="420552" cy="277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most</a:t>
            </a:r>
          </a:p>
        </p:txBody>
      </p:sp>
      <p:sp>
        <p:nvSpPr>
          <p:cNvPr id="344" name="text-97 likely">
            <a:extLst xmlns:a="http://schemas.openxmlformats.org/drawingml/2006/main">
              <a:ext uri="{FF2B5EF4-FFF2-40B4-BE49-F238E27FC236}">
                <a16:creationId xmlns:a16="http://schemas.microsoft.com/office/drawing/2014/main" id="{862656D9-D6B5-43B4-8006-12A7FFB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407" y="2209908"/>
            <a:ext cx="487058" cy="277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likely</a:t>
            </a:r>
          </a:p>
        </p:txBody>
      </p:sp>
      <p:sp>
        <p:nvSpPr>
          <p:cNvPr id="345" name="text-98 to">
            <a:extLst xmlns:a="http://schemas.openxmlformats.org/drawingml/2006/main">
              <a:ext uri="{FF2B5EF4-FFF2-40B4-BE49-F238E27FC236}">
                <a16:creationId xmlns:a16="http://schemas.microsoft.com/office/drawing/2014/main" id="{893A80AC-7BD3-416D-9893-53F3914A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44" y="2447788"/>
            <a:ext cx="189332" cy="276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346" name="text-98 be">
            <a:extLst xmlns:a="http://schemas.openxmlformats.org/drawingml/2006/main">
              <a:ext uri="{FF2B5EF4-FFF2-40B4-BE49-F238E27FC236}">
                <a16:creationId xmlns:a16="http://schemas.microsoft.com/office/drawing/2014/main" id="{A2C43505-44C5-4426-B10E-BC952050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2033" y="2448170"/>
            <a:ext cx="221721" cy="276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</a:t>
            </a:r>
          </a:p>
        </p:txBody>
      </p:sp>
      <p:sp>
        <p:nvSpPr>
          <p:cNvPr id="347" name="text-98 a">
            <a:extLst xmlns:a="http://schemas.openxmlformats.org/drawingml/2006/main">
              <a:ext uri="{FF2B5EF4-FFF2-40B4-BE49-F238E27FC236}">
                <a16:creationId xmlns:a16="http://schemas.microsoft.com/office/drawing/2014/main" id="{73D791B9-0FDC-48CE-B83F-FF3BE26E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351" y="2448695"/>
            <a:ext cx="122749" cy="275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48" name="text-98 real">
            <a:extLst xmlns:a="http://schemas.openxmlformats.org/drawingml/2006/main">
              <a:ext uri="{FF2B5EF4-FFF2-40B4-BE49-F238E27FC236}">
                <a16:creationId xmlns:a16="http://schemas.microsoft.com/office/drawing/2014/main" id="{41B4760F-875C-48C8-AE45-71E259FA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5791" y="2447257"/>
            <a:ext cx="332593" cy="277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</a:t>
            </a:r>
          </a:p>
        </p:txBody>
      </p:sp>
      <p:sp>
        <p:nvSpPr>
          <p:cNvPr id="349" name="text-99 photograph?">
            <a:extLst xmlns:a="http://schemas.openxmlformats.org/drawingml/2006/main">
              <a:ext uri="{FF2B5EF4-FFF2-40B4-BE49-F238E27FC236}">
                <a16:creationId xmlns:a16="http://schemas.microsoft.com/office/drawing/2014/main" id="{01D550E7-B922-4DDF-803E-AE4A6B33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44" y="2684850"/>
            <a:ext cx="1024723" cy="277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photograph?</a:t>
            </a:r>
          </a:p>
        </p:txBody>
      </p:sp>
      <p:pic>
        <p:nvPic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42919C76-F8A5-4897-80FA-9652F3812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27cb5d5294223"/>
          <a:stretch xmlns:a="http://schemas.openxmlformats.org/drawingml/2006/main"/>
        </p:blipFill>
        <p:spPr>
          <a:xfrm xmlns:a="http://schemas.openxmlformats.org/drawingml/2006/main">
            <a:off x="489436" y="2345019"/>
            <a:ext cx="571500" cy="495300"/>
          </a:xfrm>
          <a:prstGeom xmlns:a="http://schemas.openxmlformats.org/drawingml/2006/main" prst="rect">
            <a:avLst/>
          </a:prstGeom>
        </p:spPr>
      </p:pic>
      <p:pic>
        <p:nvPic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D767A694-6E7E-447D-BC64-7BA8421FDB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17f1ebffb41b4"/>
          <a:stretch xmlns:a="http://schemas.openxmlformats.org/drawingml/2006/main"/>
        </p:blipFill>
        <p:spPr>
          <a:xfrm xmlns:a="http://schemas.openxmlformats.org/drawingml/2006/main">
            <a:off x="1070461" y="2345019"/>
            <a:ext cx="571500" cy="495300"/>
          </a:xfrm>
          <a:prstGeom xmlns:a="http://schemas.openxmlformats.org/drawingml/2006/main" prst="rect">
            <a:avLst/>
          </a:prstGeom>
        </p:spPr>
      </p:pic>
      <p:pic>
        <p:nvPic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56A87945-253B-49F4-8D83-3EEDDB954E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9bc34a051416c"/>
          <a:stretch xmlns:a="http://schemas.openxmlformats.org/drawingml/2006/main"/>
        </p:blipFill>
        <p:spPr>
          <a:xfrm xmlns:a="http://schemas.openxmlformats.org/drawingml/2006/main">
            <a:off x="1070461" y="1830669"/>
            <a:ext cx="571500" cy="495300"/>
          </a:xfrm>
          <a:prstGeom xmlns:a="http://schemas.openxmlformats.org/drawingml/2006/main" prst="rect">
            <a:avLst/>
          </a:prstGeom>
        </p:spPr>
      </p:pic>
      <p:pic>
        <p:nvPic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42691FB1-3AAD-4E0C-9443-F21FBF9889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789d47ff94a7e"/>
          <a:stretch xmlns:a="http://schemas.openxmlformats.org/drawingml/2006/main"/>
        </p:blipFill>
        <p:spPr>
          <a:xfrm xmlns:a="http://schemas.openxmlformats.org/drawingml/2006/main">
            <a:off x="489436" y="1830669"/>
            <a:ext cx="571500" cy="495300"/>
          </a:xfrm>
          <a:prstGeom xmlns:a="http://schemas.openxmlformats.org/drawingml/2006/main" prst="rect">
            <a:avLst/>
          </a:prstGeom>
        </p:spPr>
      </p:pic>
      <p:sp>
        <p:nvSpPr>
          <p:cNvPr id="354" name="text-104 (ii)">
            <a:extLst xmlns:a="http://schemas.openxmlformats.org/drawingml/2006/main">
              <a:ext uri="{FF2B5EF4-FFF2-40B4-BE49-F238E27FC236}">
                <a16:creationId xmlns:a16="http://schemas.microsoft.com/office/drawing/2014/main" id="{038C263B-2D45-470D-A920-95634B8D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438" y="2895856"/>
            <a:ext cx="278244" cy="277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(ii)</a:t>
            </a:r>
          </a:p>
        </p:txBody>
      </p:sp>
      <p:sp>
        <p:nvSpPr>
          <p:cNvPr id="355" name="text-104 BLINK">
            <a:extLst xmlns:a="http://schemas.openxmlformats.org/drawingml/2006/main">
              <a:ext uri="{FF2B5EF4-FFF2-40B4-BE49-F238E27FC236}">
                <a16:creationId xmlns:a16="http://schemas.microsoft.com/office/drawing/2014/main" id="{9A4CC64E-8D4C-490B-953A-4CE8C9C1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17" y="2897007"/>
            <a:ext cx="638391" cy="2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BLINK</a:t>
            </a:r>
          </a:p>
        </p:txBody>
      </p:sp>
      <p:sp>
        <p:nvSpPr>
          <p:cNvPr id="356" name="path-105">
            <a:extLst xmlns:a="http://schemas.openxmlformats.org/drawingml/2006/main">
              <a:ext uri="{FF2B5EF4-FFF2-40B4-BE49-F238E27FC236}">
                <a16:creationId xmlns:a16="http://schemas.microsoft.com/office/drawing/2014/main" id="{73032B2E-C4EF-4FB1-A8C4-68B2D883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225" y="252556"/>
            <a:ext cx="35595" cy="2778548"/>
          </a:xfrm>
          <a:custGeom xmlns:a="http://schemas.openxmlformats.org/drawingml/2006/main">
            <a:pathLst>
              <a:path w="35595" h="2778548">
                <a:moveTo>
                  <a:pt x="29663" y="0"/>
                </a:moveTo>
                <a:lnTo>
                  <a:pt x="29860" y="88990"/>
                </a:lnTo>
                <a:lnTo>
                  <a:pt x="197" y="89069"/>
                </a:lnTo>
                <a:lnTo>
                  <a:pt x="0" y="79"/>
                </a:lnTo>
                <a:lnTo>
                  <a:pt x="29663" y="0"/>
                </a:lnTo>
                <a:moveTo>
                  <a:pt x="29921" y="118653"/>
                </a:moveTo>
                <a:lnTo>
                  <a:pt x="30097" y="207643"/>
                </a:lnTo>
                <a:lnTo>
                  <a:pt x="434" y="207723"/>
                </a:lnTo>
                <a:lnTo>
                  <a:pt x="257" y="118733"/>
                </a:lnTo>
                <a:lnTo>
                  <a:pt x="29921" y="118653"/>
                </a:lnTo>
                <a:moveTo>
                  <a:pt x="30177" y="237307"/>
                </a:moveTo>
                <a:lnTo>
                  <a:pt x="30355" y="326297"/>
                </a:lnTo>
                <a:lnTo>
                  <a:pt x="692" y="326376"/>
                </a:lnTo>
                <a:lnTo>
                  <a:pt x="514" y="237386"/>
                </a:lnTo>
                <a:lnTo>
                  <a:pt x="30177" y="237307"/>
                </a:lnTo>
                <a:moveTo>
                  <a:pt x="30414" y="355960"/>
                </a:moveTo>
                <a:lnTo>
                  <a:pt x="30611" y="444951"/>
                </a:lnTo>
                <a:lnTo>
                  <a:pt x="948" y="445030"/>
                </a:lnTo>
                <a:lnTo>
                  <a:pt x="751" y="356040"/>
                </a:lnTo>
                <a:lnTo>
                  <a:pt x="30414" y="355960"/>
                </a:lnTo>
                <a:moveTo>
                  <a:pt x="30672" y="474614"/>
                </a:moveTo>
                <a:lnTo>
                  <a:pt x="30869" y="563604"/>
                </a:lnTo>
                <a:lnTo>
                  <a:pt x="1206" y="563683"/>
                </a:lnTo>
                <a:lnTo>
                  <a:pt x="1009" y="474693"/>
                </a:lnTo>
                <a:lnTo>
                  <a:pt x="30672" y="474614"/>
                </a:lnTo>
                <a:moveTo>
                  <a:pt x="30929" y="593267"/>
                </a:moveTo>
                <a:lnTo>
                  <a:pt x="31127" y="682257"/>
                </a:lnTo>
                <a:lnTo>
                  <a:pt x="1462" y="682337"/>
                </a:lnTo>
                <a:lnTo>
                  <a:pt x="1265" y="593347"/>
                </a:lnTo>
                <a:lnTo>
                  <a:pt x="30929" y="593267"/>
                </a:lnTo>
                <a:moveTo>
                  <a:pt x="31186" y="711921"/>
                </a:moveTo>
                <a:lnTo>
                  <a:pt x="31364" y="800911"/>
                </a:lnTo>
                <a:lnTo>
                  <a:pt x="1700" y="800990"/>
                </a:lnTo>
                <a:lnTo>
                  <a:pt x="1523" y="712000"/>
                </a:lnTo>
                <a:lnTo>
                  <a:pt x="31186" y="711921"/>
                </a:lnTo>
                <a:moveTo>
                  <a:pt x="31443" y="830574"/>
                </a:moveTo>
                <a:lnTo>
                  <a:pt x="31621" y="919564"/>
                </a:lnTo>
                <a:lnTo>
                  <a:pt x="1958" y="919624"/>
                </a:lnTo>
                <a:lnTo>
                  <a:pt x="1779" y="830634"/>
                </a:lnTo>
                <a:lnTo>
                  <a:pt x="31443" y="830574"/>
                </a:lnTo>
                <a:moveTo>
                  <a:pt x="31680" y="949228"/>
                </a:moveTo>
                <a:lnTo>
                  <a:pt x="31878" y="1038218"/>
                </a:lnTo>
                <a:lnTo>
                  <a:pt x="2214" y="1038277"/>
                </a:lnTo>
                <a:lnTo>
                  <a:pt x="2017" y="949287"/>
                </a:lnTo>
                <a:lnTo>
                  <a:pt x="31680" y="949228"/>
                </a:lnTo>
                <a:moveTo>
                  <a:pt x="31937" y="1067881"/>
                </a:moveTo>
                <a:lnTo>
                  <a:pt x="32135" y="1156871"/>
                </a:lnTo>
                <a:lnTo>
                  <a:pt x="2472" y="1156931"/>
                </a:lnTo>
                <a:lnTo>
                  <a:pt x="2274" y="1067941"/>
                </a:lnTo>
                <a:lnTo>
                  <a:pt x="31937" y="1067881"/>
                </a:lnTo>
                <a:moveTo>
                  <a:pt x="32194" y="1186535"/>
                </a:moveTo>
                <a:lnTo>
                  <a:pt x="32393" y="1275525"/>
                </a:lnTo>
                <a:lnTo>
                  <a:pt x="2729" y="1275584"/>
                </a:lnTo>
                <a:lnTo>
                  <a:pt x="2531" y="1186594"/>
                </a:lnTo>
                <a:lnTo>
                  <a:pt x="32194" y="1186535"/>
                </a:lnTo>
                <a:moveTo>
                  <a:pt x="32452" y="1305188"/>
                </a:moveTo>
                <a:lnTo>
                  <a:pt x="32649" y="1394178"/>
                </a:lnTo>
                <a:lnTo>
                  <a:pt x="2986" y="1394238"/>
                </a:lnTo>
                <a:lnTo>
                  <a:pt x="2788" y="1305248"/>
                </a:lnTo>
                <a:lnTo>
                  <a:pt x="32452" y="1305188"/>
                </a:lnTo>
                <a:moveTo>
                  <a:pt x="32708" y="1423842"/>
                </a:moveTo>
                <a:lnTo>
                  <a:pt x="32886" y="1512831"/>
                </a:lnTo>
                <a:lnTo>
                  <a:pt x="3223" y="1512891"/>
                </a:lnTo>
                <a:lnTo>
                  <a:pt x="3045" y="1423901"/>
                </a:lnTo>
                <a:lnTo>
                  <a:pt x="32708" y="1423842"/>
                </a:lnTo>
                <a:moveTo>
                  <a:pt x="32966" y="1542495"/>
                </a:moveTo>
                <a:lnTo>
                  <a:pt x="33144" y="1631485"/>
                </a:lnTo>
                <a:lnTo>
                  <a:pt x="3481" y="1631544"/>
                </a:lnTo>
                <a:lnTo>
                  <a:pt x="3302" y="1542554"/>
                </a:lnTo>
                <a:lnTo>
                  <a:pt x="32966" y="1542495"/>
                </a:lnTo>
                <a:moveTo>
                  <a:pt x="33203" y="1661148"/>
                </a:moveTo>
                <a:lnTo>
                  <a:pt x="33400" y="1750139"/>
                </a:lnTo>
                <a:lnTo>
                  <a:pt x="3737" y="1750198"/>
                </a:lnTo>
                <a:lnTo>
                  <a:pt x="3540" y="1661208"/>
                </a:lnTo>
                <a:lnTo>
                  <a:pt x="33203" y="1661148"/>
                </a:lnTo>
                <a:moveTo>
                  <a:pt x="33460" y="1779802"/>
                </a:moveTo>
                <a:lnTo>
                  <a:pt x="33658" y="1868792"/>
                </a:lnTo>
                <a:lnTo>
                  <a:pt x="3995" y="1868852"/>
                </a:lnTo>
                <a:lnTo>
                  <a:pt x="3796" y="1779861"/>
                </a:lnTo>
                <a:lnTo>
                  <a:pt x="33460" y="1779802"/>
                </a:lnTo>
                <a:moveTo>
                  <a:pt x="33717" y="1898456"/>
                </a:moveTo>
                <a:lnTo>
                  <a:pt x="33915" y="1987445"/>
                </a:lnTo>
                <a:lnTo>
                  <a:pt x="4251" y="1987505"/>
                </a:lnTo>
                <a:lnTo>
                  <a:pt x="4054" y="1898515"/>
                </a:lnTo>
                <a:lnTo>
                  <a:pt x="33717" y="1898456"/>
                </a:lnTo>
                <a:moveTo>
                  <a:pt x="33974" y="2017109"/>
                </a:moveTo>
                <a:lnTo>
                  <a:pt x="34152" y="2106099"/>
                </a:lnTo>
                <a:lnTo>
                  <a:pt x="4488" y="2106158"/>
                </a:lnTo>
                <a:lnTo>
                  <a:pt x="4310" y="2017168"/>
                </a:lnTo>
                <a:lnTo>
                  <a:pt x="33974" y="2017109"/>
                </a:lnTo>
                <a:moveTo>
                  <a:pt x="34231" y="2135762"/>
                </a:moveTo>
                <a:lnTo>
                  <a:pt x="34409" y="2224752"/>
                </a:lnTo>
                <a:lnTo>
                  <a:pt x="4746" y="2224812"/>
                </a:lnTo>
                <a:lnTo>
                  <a:pt x="4568" y="2135822"/>
                </a:lnTo>
                <a:lnTo>
                  <a:pt x="34231" y="2135762"/>
                </a:lnTo>
                <a:moveTo>
                  <a:pt x="34468" y="2254416"/>
                </a:moveTo>
                <a:lnTo>
                  <a:pt x="34666" y="2343406"/>
                </a:lnTo>
                <a:lnTo>
                  <a:pt x="5003" y="2343465"/>
                </a:lnTo>
                <a:lnTo>
                  <a:pt x="4805" y="2254475"/>
                </a:lnTo>
                <a:lnTo>
                  <a:pt x="34468" y="2254416"/>
                </a:lnTo>
                <a:moveTo>
                  <a:pt x="34726" y="2373069"/>
                </a:moveTo>
                <a:lnTo>
                  <a:pt x="34923" y="2462060"/>
                </a:lnTo>
                <a:lnTo>
                  <a:pt x="5260" y="2462119"/>
                </a:lnTo>
                <a:lnTo>
                  <a:pt x="5063" y="2373129"/>
                </a:lnTo>
                <a:lnTo>
                  <a:pt x="34726" y="2373069"/>
                </a:lnTo>
                <a:moveTo>
                  <a:pt x="34982" y="2491723"/>
                </a:moveTo>
                <a:lnTo>
                  <a:pt x="35180" y="2580713"/>
                </a:lnTo>
                <a:lnTo>
                  <a:pt x="5517" y="2580772"/>
                </a:lnTo>
                <a:lnTo>
                  <a:pt x="5319" y="2491782"/>
                </a:lnTo>
                <a:lnTo>
                  <a:pt x="34982" y="2491723"/>
                </a:lnTo>
                <a:moveTo>
                  <a:pt x="35240" y="2610376"/>
                </a:moveTo>
                <a:lnTo>
                  <a:pt x="35418" y="2699366"/>
                </a:lnTo>
                <a:lnTo>
                  <a:pt x="5754" y="2699426"/>
                </a:lnTo>
                <a:lnTo>
                  <a:pt x="5577" y="2610436"/>
                </a:lnTo>
                <a:lnTo>
                  <a:pt x="35240" y="2610376"/>
                </a:lnTo>
                <a:moveTo>
                  <a:pt x="35496" y="2729030"/>
                </a:moveTo>
                <a:lnTo>
                  <a:pt x="35595" y="2778468"/>
                </a:lnTo>
                <a:lnTo>
                  <a:pt x="5932" y="2778548"/>
                </a:lnTo>
                <a:lnTo>
                  <a:pt x="5833" y="2729089"/>
                </a:lnTo>
                <a:lnTo>
                  <a:pt x="35496" y="2729030"/>
                </a:lnTo>
              </a:path>
            </a:pathLst>
          </a:custGeom>
          <a:solidFill xmlns:a="http://schemas.openxmlformats.org/drawingml/2006/main">
            <a:srgbClr val="70A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native-plot-average-text-token-length-y-axis">
            <a:extLst xmlns:a="http://schemas.openxmlformats.org/drawingml/2006/main">
              <a:ext uri="{FF2B5EF4-FFF2-40B4-BE49-F238E27FC236}">
                <a16:creationId xmlns:a16="http://schemas.microsoft.com/office/drawing/2014/main" id="{B8CAAAE9-3679-4A2D-994F-8E01AC16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135" y="1047532"/>
            <a:ext cx="191" cy="1631237"/>
          </a:xfrm>
          <a:custGeom xmlns:a="http://schemas.openxmlformats.org/drawingml/2006/main">
            <a:pathLst>
              <a:path w="191" h="1631237">
                <a:moveTo>
                  <a:pt x="0" y="0"/>
                </a:moveTo>
                <a:lnTo>
                  <a:pt x="0" y="1631237"/>
                </a:lnTo>
              </a:path>
            </a:pathLst>
          </a:custGeom>
          <a:noFill xmlns:a="http://schemas.openxmlformats.org/drawingml/2006/main"/>
          <a:ln xmlns:a="http://schemas.openxmlformats.org/drawingml/2006/main" w="5825">
            <a:solidFill>
              <a:srgbClr val="555555"/>
            </a:solidFill>
            <a:prstDash val="solid"/>
          </a:ln>
        </p:spPr>
      </p:sp>
      <p:sp>
        <p:nvSpPr>
          <p:cNvPr id="358" name="native-plot-average-text-token-length-x-axis">
            <a:extLst xmlns:a="http://schemas.openxmlformats.org/drawingml/2006/main">
              <a:ext uri="{FF2B5EF4-FFF2-40B4-BE49-F238E27FC236}">
                <a16:creationId xmlns:a16="http://schemas.microsoft.com/office/drawing/2014/main" id="{BFBF4650-A00F-4EC9-893B-CEE81B2C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135" y="2678769"/>
            <a:ext cx="2595517" cy="191"/>
          </a:xfrm>
          <a:custGeom xmlns:a="http://schemas.openxmlformats.org/drawingml/2006/main">
            <a:pathLst>
              <a:path w="2595517" h="191">
                <a:moveTo>
                  <a:pt x="0" y="0"/>
                </a:moveTo>
                <a:lnTo>
                  <a:pt x="25955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25">
            <a:solidFill>
              <a:srgbClr val="555555"/>
            </a:solidFill>
            <a:prstDash val="solid"/>
          </a:ln>
        </p:spPr>
      </p:sp>
      <p:sp>
        <p:nvSpPr>
          <p:cNvPr id="359" name="native-plot-average-text-token-length-bar-0">
            <a:extLst xmlns:a="http://schemas.openxmlformats.org/drawingml/2006/main">
              <a:ext uri="{FF2B5EF4-FFF2-40B4-BE49-F238E27FC236}">
                <a16:creationId xmlns:a16="http://schemas.microsoft.com/office/drawing/2014/main" id="{395F8D0E-6A35-4318-AF53-869629A9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115" y="2594618"/>
            <a:ext cx="297740" cy="84151"/>
          </a:xfrm>
          <a:custGeom xmlns:a="http://schemas.openxmlformats.org/drawingml/2006/main">
            <a:pathLst>
              <a:path w="297740" h="84151">
                <a:moveTo>
                  <a:pt x="0" y="0"/>
                </a:moveTo>
                <a:lnTo>
                  <a:pt x="297740" y="0"/>
                </a:lnTo>
                <a:lnTo>
                  <a:pt x="297740" y="84151"/>
                </a:lnTo>
                <a:lnTo>
                  <a:pt x="0" y="84151"/>
                </a:lnTo>
                <a:close/>
              </a:path>
            </a:pathLst>
          </a:custGeom>
          <a:solidFill xmlns:a="http://schemas.openxmlformats.org/drawingml/2006/main">
            <a:srgbClr val="BB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native-plot-average-text-token-length-bar-1">
            <a:extLst xmlns:a="http://schemas.openxmlformats.org/drawingml/2006/main">
              <a:ext uri="{FF2B5EF4-FFF2-40B4-BE49-F238E27FC236}">
                <a16:creationId xmlns:a16="http://schemas.microsoft.com/office/drawing/2014/main" id="{3805C197-E135-467C-BC1C-56B36D44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7047" y="2549306"/>
            <a:ext cx="297740" cy="129463"/>
          </a:xfrm>
          <a:custGeom xmlns:a="http://schemas.openxmlformats.org/drawingml/2006/main">
            <a:pathLst>
              <a:path w="297740" h="129463">
                <a:moveTo>
                  <a:pt x="0" y="0"/>
                </a:moveTo>
                <a:lnTo>
                  <a:pt x="297740" y="0"/>
                </a:lnTo>
                <a:lnTo>
                  <a:pt x="297740" y="129463"/>
                </a:lnTo>
                <a:lnTo>
                  <a:pt x="0" y="129463"/>
                </a:lnTo>
                <a:close/>
              </a:path>
            </a:pathLst>
          </a:custGeom>
          <a:solidFill xmlns:a="http://schemas.openxmlformats.org/drawingml/2006/main">
            <a:srgbClr val="F6E7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native-plot-average-text-token-length-bar-2">
            <a:extLst xmlns:a="http://schemas.openxmlformats.org/drawingml/2006/main">
              <a:ext uri="{FF2B5EF4-FFF2-40B4-BE49-F238E27FC236}">
                <a16:creationId xmlns:a16="http://schemas.microsoft.com/office/drawing/2014/main" id="{5762C6C6-090C-4A1B-80B6-3F8C9F76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452" y="2128550"/>
            <a:ext cx="284795" cy="550219"/>
          </a:xfrm>
          <a:custGeom xmlns:a="http://schemas.openxmlformats.org/drawingml/2006/main">
            <a:pathLst>
              <a:path w="284795" h="550219">
                <a:moveTo>
                  <a:pt x="0" y="0"/>
                </a:moveTo>
                <a:lnTo>
                  <a:pt x="284795" y="0"/>
                </a:lnTo>
                <a:lnTo>
                  <a:pt x="284795" y="550219"/>
                </a:lnTo>
                <a:lnTo>
                  <a:pt x="0" y="550219"/>
                </a:lnTo>
                <a:close/>
              </a:path>
            </a:pathLst>
          </a:custGeom>
          <a:solidFill xmlns:a="http://schemas.openxmlformats.org/drawingml/2006/main">
            <a:srgbClr val="CDEA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native-plot-average-text-token-length-bar-3">
            <a:extLst xmlns:a="http://schemas.openxmlformats.org/drawingml/2006/main">
              <a:ext uri="{FF2B5EF4-FFF2-40B4-BE49-F238E27FC236}">
                <a16:creationId xmlns:a16="http://schemas.microsoft.com/office/drawing/2014/main" id="{E53D2C69-7A62-4530-AAB4-A10390EC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3385" y="1312932"/>
            <a:ext cx="284795" cy="1365837"/>
          </a:xfrm>
          <a:custGeom xmlns:a="http://schemas.openxmlformats.org/drawingml/2006/main">
            <a:pathLst>
              <a:path w="284795" h="1365837">
                <a:moveTo>
                  <a:pt x="0" y="0"/>
                </a:moveTo>
                <a:lnTo>
                  <a:pt x="284795" y="0"/>
                </a:lnTo>
                <a:lnTo>
                  <a:pt x="284795" y="1365837"/>
                </a:lnTo>
                <a:lnTo>
                  <a:pt x="0" y="1365837"/>
                </a:lnTo>
                <a:close/>
              </a:path>
            </a:pathLst>
          </a:custGeom>
          <a:solidFill xmlns:a="http://schemas.openxmlformats.org/drawingml/2006/main">
            <a:srgbClr val="F3C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native-plot-average-text-token-length-dashed-trend-0-0">
            <a:extLst xmlns:a="http://schemas.openxmlformats.org/drawingml/2006/main">
              <a:ext uri="{FF2B5EF4-FFF2-40B4-BE49-F238E27FC236}">
                <a16:creationId xmlns:a16="http://schemas.microsoft.com/office/drawing/2014/main" id="{46F047CA-33E9-4DC0-B494-DE32BDD5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512" y="2593018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64" name="native-plot-average-text-token-length-dashed-trend-0-1">
            <a:extLst xmlns:a="http://schemas.openxmlformats.org/drawingml/2006/main">
              <a:ext uri="{FF2B5EF4-FFF2-40B4-BE49-F238E27FC236}">
                <a16:creationId xmlns:a16="http://schemas.microsoft.com/office/drawing/2014/main" id="{750F5F7C-93F8-42BC-8733-F7172CCC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3251" y="2590275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65" name="native-plot-average-text-token-length-dashed-trend-0-2">
            <a:extLst xmlns:a="http://schemas.openxmlformats.org/drawingml/2006/main">
              <a:ext uri="{FF2B5EF4-FFF2-40B4-BE49-F238E27FC236}">
                <a16:creationId xmlns:a16="http://schemas.microsoft.com/office/drawing/2014/main" id="{D0618570-4EAB-46CF-8D38-059A56A3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990" y="2587532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66" name="native-plot-average-text-token-length-dashed-trend-0-3">
            <a:extLst xmlns:a="http://schemas.openxmlformats.org/drawingml/2006/main">
              <a:ext uri="{FF2B5EF4-FFF2-40B4-BE49-F238E27FC236}">
                <a16:creationId xmlns:a16="http://schemas.microsoft.com/office/drawing/2014/main" id="{99ED464E-9451-4797-8684-DE2DF461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728" y="2584790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67" name="native-plot-average-text-token-length-dashed-trend-0-4">
            <a:extLst xmlns:a="http://schemas.openxmlformats.org/drawingml/2006/main">
              <a:ext uri="{FF2B5EF4-FFF2-40B4-BE49-F238E27FC236}">
                <a16:creationId xmlns:a16="http://schemas.microsoft.com/office/drawing/2014/main" id="{4D6DC18D-9DE8-4AFE-B93B-A4454233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467" y="2582047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68" name="native-plot-average-text-token-length-dashed-trend-0-5">
            <a:extLst xmlns:a="http://schemas.openxmlformats.org/drawingml/2006/main">
              <a:ext uri="{FF2B5EF4-FFF2-40B4-BE49-F238E27FC236}">
                <a16:creationId xmlns:a16="http://schemas.microsoft.com/office/drawing/2014/main" id="{5363AD22-97AA-4226-992F-4E7C037A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206" y="2579304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69" name="native-plot-average-text-token-length-dashed-trend-0-6">
            <a:extLst xmlns:a="http://schemas.openxmlformats.org/drawingml/2006/main">
              <a:ext uri="{FF2B5EF4-FFF2-40B4-BE49-F238E27FC236}">
                <a16:creationId xmlns:a16="http://schemas.microsoft.com/office/drawing/2014/main" id="{1C44BCD5-931D-4E6D-AF45-9F2FEF99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945" y="2576561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70" name="native-plot-average-text-token-length-dashed-trend-0-7">
            <a:extLst xmlns:a="http://schemas.openxmlformats.org/drawingml/2006/main">
              <a:ext uri="{FF2B5EF4-FFF2-40B4-BE49-F238E27FC236}">
                <a16:creationId xmlns:a16="http://schemas.microsoft.com/office/drawing/2014/main" id="{D2A2A073-E11C-4627-9F60-7C54E582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683" y="2573818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71" name="native-plot-average-text-token-length-dashed-trend-0-8">
            <a:extLst xmlns:a="http://schemas.openxmlformats.org/drawingml/2006/main">
              <a:ext uri="{FF2B5EF4-FFF2-40B4-BE49-F238E27FC236}">
                <a16:creationId xmlns:a16="http://schemas.microsoft.com/office/drawing/2014/main" id="{EC95A3BE-BE57-4E72-B554-2D5642FD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422" y="2571076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72" name="native-plot-average-text-token-length-dashed-trend-0-9">
            <a:extLst xmlns:a="http://schemas.openxmlformats.org/drawingml/2006/main">
              <a:ext uri="{FF2B5EF4-FFF2-40B4-BE49-F238E27FC236}">
                <a16:creationId xmlns:a16="http://schemas.microsoft.com/office/drawing/2014/main" id="{E928EAF8-FB9A-46D5-B938-9BCE1634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161" y="2568333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73" name="native-plot-average-text-token-length-dashed-trend-0-10">
            <a:extLst xmlns:a="http://schemas.openxmlformats.org/drawingml/2006/main">
              <a:ext uri="{FF2B5EF4-FFF2-40B4-BE49-F238E27FC236}">
                <a16:creationId xmlns:a16="http://schemas.microsoft.com/office/drawing/2014/main" id="{CBDAB79D-80BC-4D2F-975F-5F8BF194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99" y="2565590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74" name="native-plot-average-text-token-length-dashed-trend-0-11">
            <a:extLst xmlns:a="http://schemas.openxmlformats.org/drawingml/2006/main">
              <a:ext uri="{FF2B5EF4-FFF2-40B4-BE49-F238E27FC236}">
                <a16:creationId xmlns:a16="http://schemas.microsoft.com/office/drawing/2014/main" id="{B3A22797-2925-44A0-917E-C7A9A74F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638" y="2562847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75" name="native-plot-average-text-token-length-dashed-trend-0-12">
            <a:extLst xmlns:a="http://schemas.openxmlformats.org/drawingml/2006/main">
              <a:ext uri="{FF2B5EF4-FFF2-40B4-BE49-F238E27FC236}">
                <a16:creationId xmlns:a16="http://schemas.microsoft.com/office/drawing/2014/main" id="{3348B31F-DC55-4707-9A06-4CC4E5EC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9377" y="2560104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76" name="native-plot-average-text-token-length-dashed-trend-0-13">
            <a:extLst xmlns:a="http://schemas.openxmlformats.org/drawingml/2006/main">
              <a:ext uri="{FF2B5EF4-FFF2-40B4-BE49-F238E27FC236}">
                <a16:creationId xmlns:a16="http://schemas.microsoft.com/office/drawing/2014/main" id="{74E262C8-4A20-4B38-8095-5693337C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115" y="2557362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77" name="native-plot-average-text-token-length-dashed-trend-0-14">
            <a:extLst xmlns:a="http://schemas.openxmlformats.org/drawingml/2006/main">
              <a:ext uri="{FF2B5EF4-FFF2-40B4-BE49-F238E27FC236}">
                <a16:creationId xmlns:a16="http://schemas.microsoft.com/office/drawing/2014/main" id="{F321B3CB-8360-4AB7-954A-14B9994A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854" y="2554619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78" name="native-plot-average-text-token-length-dashed-trend-0-15">
            <a:extLst xmlns:a="http://schemas.openxmlformats.org/drawingml/2006/main">
              <a:ext uri="{FF2B5EF4-FFF2-40B4-BE49-F238E27FC236}">
                <a16:creationId xmlns:a16="http://schemas.microsoft.com/office/drawing/2014/main" id="{FDBCC8F3-C607-4253-A9D7-E6C3E92E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5593" y="2551876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79" name="native-plot-average-text-token-length-dashed-trend-0-16">
            <a:extLst xmlns:a="http://schemas.openxmlformats.org/drawingml/2006/main">
              <a:ext uri="{FF2B5EF4-FFF2-40B4-BE49-F238E27FC236}">
                <a16:creationId xmlns:a16="http://schemas.microsoft.com/office/drawing/2014/main" id="{749D5A05-DB14-4CA9-BDD5-B06BA507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332" y="2549133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80" name="native-plot-average-text-token-length-dashed-trend-0-17">
            <a:extLst xmlns:a="http://schemas.openxmlformats.org/drawingml/2006/main">
              <a:ext uri="{FF2B5EF4-FFF2-40B4-BE49-F238E27FC236}">
                <a16:creationId xmlns:a16="http://schemas.microsoft.com/office/drawing/2014/main" id="{BD9CCE2D-A051-4D35-A54C-37C53C9D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070" y="2546390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81" name="native-plot-average-text-token-length-dashed-trend-0-18">
            <a:extLst xmlns:a="http://schemas.openxmlformats.org/drawingml/2006/main">
              <a:ext uri="{FF2B5EF4-FFF2-40B4-BE49-F238E27FC236}">
                <a16:creationId xmlns:a16="http://schemas.microsoft.com/office/drawing/2014/main" id="{3CF90801-F848-4155-8579-62A43904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809" y="2543648"/>
            <a:ext cx="22598" cy="1600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82" name="native-plot-average-text-token-length-dashed-trend-1-0">
            <a:extLst xmlns:a="http://schemas.openxmlformats.org/drawingml/2006/main">
              <a:ext uri="{FF2B5EF4-FFF2-40B4-BE49-F238E27FC236}">
                <a16:creationId xmlns:a16="http://schemas.microsoft.com/office/drawing/2014/main" id="{41984D9D-3FFB-4F04-82A0-5E11B619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917" y="2531460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83" name="native-plot-average-text-token-length-dashed-trend-1-1">
            <a:extLst xmlns:a="http://schemas.openxmlformats.org/drawingml/2006/main">
              <a:ext uri="{FF2B5EF4-FFF2-40B4-BE49-F238E27FC236}">
                <a16:creationId xmlns:a16="http://schemas.microsoft.com/office/drawing/2014/main" id="{BA6B1C96-79B5-4E24-A98B-9849E61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506" y="2511965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84" name="native-plot-average-text-token-length-dashed-trend-1-2">
            <a:extLst xmlns:a="http://schemas.openxmlformats.org/drawingml/2006/main">
              <a:ext uri="{FF2B5EF4-FFF2-40B4-BE49-F238E27FC236}">
                <a16:creationId xmlns:a16="http://schemas.microsoft.com/office/drawing/2014/main" id="{ABEBE52E-AB4E-4AA0-B6A7-B01C28A6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095" y="2492470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85" name="native-plot-average-text-token-length-dashed-trend-1-3">
            <a:extLst xmlns:a="http://schemas.openxmlformats.org/drawingml/2006/main">
              <a:ext uri="{FF2B5EF4-FFF2-40B4-BE49-F238E27FC236}">
                <a16:creationId xmlns:a16="http://schemas.microsoft.com/office/drawing/2014/main" id="{CA0257E6-6982-46A0-B46B-28BCB346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684" y="2472975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86" name="native-plot-average-text-token-length-dashed-trend-1-4">
            <a:extLst xmlns:a="http://schemas.openxmlformats.org/drawingml/2006/main">
              <a:ext uri="{FF2B5EF4-FFF2-40B4-BE49-F238E27FC236}">
                <a16:creationId xmlns:a16="http://schemas.microsoft.com/office/drawing/2014/main" id="{E8226A5B-437F-4AC4-B654-827BE1F7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0273" y="2453480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87" name="native-plot-average-text-token-length-dashed-trend-1-5">
            <a:extLst xmlns:a="http://schemas.openxmlformats.org/drawingml/2006/main">
              <a:ext uri="{FF2B5EF4-FFF2-40B4-BE49-F238E27FC236}">
                <a16:creationId xmlns:a16="http://schemas.microsoft.com/office/drawing/2014/main" id="{6083655A-478D-4212-ABB4-B8222DEF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862" y="2433984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88" name="native-plot-average-text-token-length-dashed-trend-1-6">
            <a:extLst xmlns:a="http://schemas.openxmlformats.org/drawingml/2006/main">
              <a:ext uri="{FF2B5EF4-FFF2-40B4-BE49-F238E27FC236}">
                <a16:creationId xmlns:a16="http://schemas.microsoft.com/office/drawing/2014/main" id="{12623B04-B002-4A09-8386-EB498579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451" y="2414489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89" name="native-plot-average-text-token-length-dashed-trend-1-7">
            <a:extLst xmlns:a="http://schemas.openxmlformats.org/drawingml/2006/main">
              <a:ext uri="{FF2B5EF4-FFF2-40B4-BE49-F238E27FC236}">
                <a16:creationId xmlns:a16="http://schemas.microsoft.com/office/drawing/2014/main" id="{4A7B3733-F5FC-413D-B358-B619CF48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1039" y="2394994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90" name="native-plot-average-text-token-length-dashed-trend-1-8">
            <a:extLst xmlns:a="http://schemas.openxmlformats.org/drawingml/2006/main">
              <a:ext uri="{FF2B5EF4-FFF2-40B4-BE49-F238E27FC236}">
                <a16:creationId xmlns:a16="http://schemas.microsoft.com/office/drawing/2014/main" id="{0F2E83DF-37A5-401E-B9BE-CC520ACE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628" y="2375499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91" name="native-plot-average-text-token-length-dashed-trend-1-9">
            <a:extLst xmlns:a="http://schemas.openxmlformats.org/drawingml/2006/main">
              <a:ext uri="{FF2B5EF4-FFF2-40B4-BE49-F238E27FC236}">
                <a16:creationId xmlns:a16="http://schemas.microsoft.com/office/drawing/2014/main" id="{4E8B5FE4-10DF-4AD2-B0F8-51A49E69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217" y="2356004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92" name="native-plot-average-text-token-length-dashed-trend-1-10">
            <a:extLst xmlns:a="http://schemas.openxmlformats.org/drawingml/2006/main">
              <a:ext uri="{FF2B5EF4-FFF2-40B4-BE49-F238E27FC236}">
                <a16:creationId xmlns:a16="http://schemas.microsoft.com/office/drawing/2014/main" id="{E5BB7399-7046-48D6-9F8A-F84D3D58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806" y="2336508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93" name="native-plot-average-text-token-length-dashed-trend-1-11">
            <a:extLst xmlns:a="http://schemas.openxmlformats.org/drawingml/2006/main">
              <a:ext uri="{FF2B5EF4-FFF2-40B4-BE49-F238E27FC236}">
                <a16:creationId xmlns:a16="http://schemas.microsoft.com/office/drawing/2014/main" id="{42821CDB-F405-4CA4-86AA-1279A22E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395" y="2317013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94" name="native-plot-average-text-token-length-dashed-trend-1-12">
            <a:extLst xmlns:a="http://schemas.openxmlformats.org/drawingml/2006/main">
              <a:ext uri="{FF2B5EF4-FFF2-40B4-BE49-F238E27FC236}">
                <a16:creationId xmlns:a16="http://schemas.microsoft.com/office/drawing/2014/main" id="{20BCA069-8ECB-47D2-BB6B-255508A9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984" y="2297518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95" name="native-plot-average-text-token-length-dashed-trend-1-13">
            <a:extLst xmlns:a="http://schemas.openxmlformats.org/drawingml/2006/main">
              <a:ext uri="{FF2B5EF4-FFF2-40B4-BE49-F238E27FC236}">
                <a16:creationId xmlns:a16="http://schemas.microsoft.com/office/drawing/2014/main" id="{E24CADA7-EB99-4FB8-9A66-D25AB7BB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573" y="2278023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96" name="native-plot-average-text-token-length-dashed-trend-1-14">
            <a:extLst xmlns:a="http://schemas.openxmlformats.org/drawingml/2006/main">
              <a:ext uri="{FF2B5EF4-FFF2-40B4-BE49-F238E27FC236}">
                <a16:creationId xmlns:a16="http://schemas.microsoft.com/office/drawing/2014/main" id="{C0E5585B-8B06-4AC0-B6D7-7C4EF15F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161" y="2258528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97" name="native-plot-average-text-token-length-dashed-trend-1-15">
            <a:extLst xmlns:a="http://schemas.openxmlformats.org/drawingml/2006/main">
              <a:ext uri="{FF2B5EF4-FFF2-40B4-BE49-F238E27FC236}">
                <a16:creationId xmlns:a16="http://schemas.microsoft.com/office/drawing/2014/main" id="{B7D5ACD4-2B32-4C73-BE27-1315B510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750" y="2239033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98" name="native-plot-average-text-token-length-dashed-trend-1-16">
            <a:extLst xmlns:a="http://schemas.openxmlformats.org/drawingml/2006/main">
              <a:ext uri="{FF2B5EF4-FFF2-40B4-BE49-F238E27FC236}">
                <a16:creationId xmlns:a16="http://schemas.microsoft.com/office/drawing/2014/main" id="{EC48264C-16D5-41C1-BC72-8930DF26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39" y="2219537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399" name="native-plot-average-text-token-length-dashed-trend-1-17">
            <a:extLst xmlns:a="http://schemas.openxmlformats.org/drawingml/2006/main">
              <a:ext uri="{FF2B5EF4-FFF2-40B4-BE49-F238E27FC236}">
                <a16:creationId xmlns:a16="http://schemas.microsoft.com/office/drawing/2014/main" id="{FBA29CA6-3FDD-41EA-8444-2338FB7F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928" y="2200042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00" name="native-plot-average-text-token-length-dashed-trend-1-18">
            <a:extLst xmlns:a="http://schemas.openxmlformats.org/drawingml/2006/main">
              <a:ext uri="{FF2B5EF4-FFF2-40B4-BE49-F238E27FC236}">
                <a16:creationId xmlns:a16="http://schemas.microsoft.com/office/drawing/2014/main" id="{5A0609F3-0BBD-40CA-8AD0-7808B45A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0517" y="2180547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01" name="native-plot-average-text-token-length-dashed-trend-1-19">
            <a:extLst xmlns:a="http://schemas.openxmlformats.org/drawingml/2006/main">
              <a:ext uri="{FF2B5EF4-FFF2-40B4-BE49-F238E27FC236}">
                <a16:creationId xmlns:a16="http://schemas.microsoft.com/office/drawing/2014/main" id="{8FA600EF-3C5D-415D-A082-1CD23455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4106" y="2161052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02" name="native-plot-average-text-token-length-dashed-trend-1-20">
            <a:extLst xmlns:a="http://schemas.openxmlformats.org/drawingml/2006/main">
              <a:ext uri="{FF2B5EF4-FFF2-40B4-BE49-F238E27FC236}">
                <a16:creationId xmlns:a16="http://schemas.microsoft.com/office/drawing/2014/main" id="{55029F0B-853B-4B61-A40D-7B2C1288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7695" y="2141557"/>
            <a:ext cx="19594" cy="11372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03" name="native-plot-average-text-token-length-dashed-trend-1-21">
            <a:extLst xmlns:a="http://schemas.openxmlformats.org/drawingml/2006/main">
              <a:ext uri="{FF2B5EF4-FFF2-40B4-BE49-F238E27FC236}">
                <a16:creationId xmlns:a16="http://schemas.microsoft.com/office/drawing/2014/main" id="{2A5F63AA-C05A-4F78-8760-D557B5F5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1283" y="2122077"/>
            <a:ext cx="19566" cy="11357"/>
          </a:xfrm>
          <a:custGeom xmlns:a="http://schemas.openxmlformats.org/drawingml/2006/main">
            <a:pathLst>
              <a:path w="19566" h="11357">
                <a:moveTo>
                  <a:pt x="0" y="11357"/>
                </a:moveTo>
                <a:lnTo>
                  <a:pt x="195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04" name="native-plot-average-text-token-length-dashed-trend-2-0">
            <a:extLst xmlns:a="http://schemas.openxmlformats.org/drawingml/2006/main">
              <a:ext uri="{FF2B5EF4-FFF2-40B4-BE49-F238E27FC236}">
                <a16:creationId xmlns:a16="http://schemas.microsoft.com/office/drawing/2014/main" id="{B10203CA-B764-42A2-B4C4-3871FB71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0850" y="2105144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05" name="native-plot-average-text-token-length-dashed-trend-2-1">
            <a:extLst xmlns:a="http://schemas.openxmlformats.org/drawingml/2006/main">
              <a:ext uri="{FF2B5EF4-FFF2-40B4-BE49-F238E27FC236}">
                <a16:creationId xmlns:a16="http://schemas.microsoft.com/office/drawing/2014/main" id="{CECB6C9B-16B0-4946-A56B-AC4D8C39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651" y="2076115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06" name="native-plot-average-text-token-length-dashed-trend-2-2">
            <a:extLst xmlns:a="http://schemas.openxmlformats.org/drawingml/2006/main">
              <a:ext uri="{FF2B5EF4-FFF2-40B4-BE49-F238E27FC236}">
                <a16:creationId xmlns:a16="http://schemas.microsoft.com/office/drawing/2014/main" id="{8545EA63-FAB7-4F23-97F6-CD544C1B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452" y="2047086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07" name="native-plot-average-text-token-length-dashed-trend-2-3">
            <a:extLst xmlns:a="http://schemas.openxmlformats.org/drawingml/2006/main">
              <a:ext uri="{FF2B5EF4-FFF2-40B4-BE49-F238E27FC236}">
                <a16:creationId xmlns:a16="http://schemas.microsoft.com/office/drawing/2014/main" id="{6D70EC44-4EF3-4B67-947E-0CFA4392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253" y="2018058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08" name="native-plot-average-text-token-length-dashed-trend-2-4">
            <a:extLst xmlns:a="http://schemas.openxmlformats.org/drawingml/2006/main">
              <a:ext uri="{FF2B5EF4-FFF2-40B4-BE49-F238E27FC236}">
                <a16:creationId xmlns:a16="http://schemas.microsoft.com/office/drawing/2014/main" id="{57BFAE3F-E001-4D58-8EEB-B0E761E7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4054" y="1989029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09" name="native-plot-average-text-token-length-dashed-trend-2-5">
            <a:extLst xmlns:a="http://schemas.openxmlformats.org/drawingml/2006/main">
              <a:ext uri="{FF2B5EF4-FFF2-40B4-BE49-F238E27FC236}">
                <a16:creationId xmlns:a16="http://schemas.microsoft.com/office/drawing/2014/main" id="{59B5706C-687B-49B3-BE5E-DFC9C22B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9855" y="1960001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10" name="native-plot-average-text-token-length-dashed-trend-2-6">
            <a:extLst xmlns:a="http://schemas.openxmlformats.org/drawingml/2006/main">
              <a:ext uri="{FF2B5EF4-FFF2-40B4-BE49-F238E27FC236}">
                <a16:creationId xmlns:a16="http://schemas.microsoft.com/office/drawing/2014/main" id="{733DB880-B7F9-41BC-88CA-BEF760C6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656" y="1930972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11" name="native-plot-average-text-token-length-dashed-trend-2-7">
            <a:extLst xmlns:a="http://schemas.openxmlformats.org/drawingml/2006/main">
              <a:ext uri="{FF2B5EF4-FFF2-40B4-BE49-F238E27FC236}">
                <a16:creationId xmlns:a16="http://schemas.microsoft.com/office/drawing/2014/main" id="{5C26ACE1-F1A7-4A2E-B906-50F1F373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457" y="1901943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12" name="native-plot-average-text-token-length-dashed-trend-2-8">
            <a:extLst xmlns:a="http://schemas.openxmlformats.org/drawingml/2006/main">
              <a:ext uri="{FF2B5EF4-FFF2-40B4-BE49-F238E27FC236}">
                <a16:creationId xmlns:a16="http://schemas.microsoft.com/office/drawing/2014/main" id="{406FAB52-9737-48ED-8E83-56985CE5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7258" y="1872915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13" name="native-plot-average-text-token-length-dashed-trend-2-9">
            <a:extLst xmlns:a="http://schemas.openxmlformats.org/drawingml/2006/main">
              <a:ext uri="{FF2B5EF4-FFF2-40B4-BE49-F238E27FC236}">
                <a16:creationId xmlns:a16="http://schemas.microsoft.com/office/drawing/2014/main" id="{59DFBDED-8BBE-43A6-B930-34B68E1B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3059" y="1843886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14" name="native-plot-average-text-token-length-dashed-trend-2-10">
            <a:extLst xmlns:a="http://schemas.openxmlformats.org/drawingml/2006/main">
              <a:ext uri="{FF2B5EF4-FFF2-40B4-BE49-F238E27FC236}">
                <a16:creationId xmlns:a16="http://schemas.microsoft.com/office/drawing/2014/main" id="{AD53A92B-0AF5-4ADA-8821-C23CE6E7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8860" y="1814857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15" name="native-plot-average-text-token-length-dashed-trend-2-11">
            <a:extLst xmlns:a="http://schemas.openxmlformats.org/drawingml/2006/main">
              <a:ext uri="{FF2B5EF4-FFF2-40B4-BE49-F238E27FC236}">
                <a16:creationId xmlns:a16="http://schemas.microsoft.com/office/drawing/2014/main" id="{4CA6D9A0-3851-40AC-B824-B646EBFB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661" y="1785829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16" name="native-plot-average-text-token-length-dashed-trend-2-12">
            <a:extLst xmlns:a="http://schemas.openxmlformats.org/drawingml/2006/main">
              <a:ext uri="{FF2B5EF4-FFF2-40B4-BE49-F238E27FC236}">
                <a16:creationId xmlns:a16="http://schemas.microsoft.com/office/drawing/2014/main" id="{0A941ECD-8209-463F-B318-43BF972D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0462" y="1756800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17" name="native-plot-average-text-token-length-dashed-trend-2-13">
            <a:extLst xmlns:a="http://schemas.openxmlformats.org/drawingml/2006/main">
              <a:ext uri="{FF2B5EF4-FFF2-40B4-BE49-F238E27FC236}">
                <a16:creationId xmlns:a16="http://schemas.microsoft.com/office/drawing/2014/main" id="{86AFC91D-B15E-4152-9E88-3F54B560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6263" y="1727772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18" name="native-plot-average-text-token-length-dashed-trend-2-14">
            <a:extLst xmlns:a="http://schemas.openxmlformats.org/drawingml/2006/main">
              <a:ext uri="{FF2B5EF4-FFF2-40B4-BE49-F238E27FC236}">
                <a16:creationId xmlns:a16="http://schemas.microsoft.com/office/drawing/2014/main" id="{1EDCD5D8-9896-47FC-82E9-A9F569BA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064" y="1698743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19" name="native-plot-average-text-token-length-dashed-trend-2-15">
            <a:extLst xmlns:a="http://schemas.openxmlformats.org/drawingml/2006/main">
              <a:ext uri="{FF2B5EF4-FFF2-40B4-BE49-F238E27FC236}">
                <a16:creationId xmlns:a16="http://schemas.microsoft.com/office/drawing/2014/main" id="{6913AE8B-52FA-4533-B357-7F331F9D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865" y="1669714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20" name="native-plot-average-text-token-length-dashed-trend-2-16">
            <a:extLst xmlns:a="http://schemas.openxmlformats.org/drawingml/2006/main">
              <a:ext uri="{FF2B5EF4-FFF2-40B4-BE49-F238E27FC236}">
                <a16:creationId xmlns:a16="http://schemas.microsoft.com/office/drawing/2014/main" id="{FAD60A87-88F1-4A13-8F3F-12C4D79D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666" y="1640686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21" name="native-plot-average-text-token-length-dashed-trend-2-17">
            <a:extLst xmlns:a="http://schemas.openxmlformats.org/drawingml/2006/main">
              <a:ext uri="{FF2B5EF4-FFF2-40B4-BE49-F238E27FC236}">
                <a16:creationId xmlns:a16="http://schemas.microsoft.com/office/drawing/2014/main" id="{DFC36C42-47BF-4730-B091-BA09C304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9467" y="1611657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22" name="native-plot-average-text-token-length-dashed-trend-2-18">
            <a:extLst xmlns:a="http://schemas.openxmlformats.org/drawingml/2006/main">
              <a:ext uri="{FF2B5EF4-FFF2-40B4-BE49-F238E27FC236}">
                <a16:creationId xmlns:a16="http://schemas.microsoft.com/office/drawing/2014/main" id="{2D55C121-65EE-4EB6-AC43-1396C96E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268" y="1582629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23" name="native-plot-average-text-token-length-dashed-trend-2-19">
            <a:extLst xmlns:a="http://schemas.openxmlformats.org/drawingml/2006/main">
              <a:ext uri="{FF2B5EF4-FFF2-40B4-BE49-F238E27FC236}">
                <a16:creationId xmlns:a16="http://schemas.microsoft.com/office/drawing/2014/main" id="{F2D0925D-AF7D-46B7-9A7E-AD804FB4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1069" y="1553600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24" name="native-plot-average-text-token-length-dashed-trend-2-20">
            <a:extLst xmlns:a="http://schemas.openxmlformats.org/drawingml/2006/main">
              <a:ext uri="{FF2B5EF4-FFF2-40B4-BE49-F238E27FC236}">
                <a16:creationId xmlns:a16="http://schemas.microsoft.com/office/drawing/2014/main" id="{CABF151B-8310-42AA-A750-7A3D5B64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870" y="1524571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25" name="native-plot-average-text-token-length-dashed-trend-2-21">
            <a:extLst xmlns:a="http://schemas.openxmlformats.org/drawingml/2006/main">
              <a:ext uri="{FF2B5EF4-FFF2-40B4-BE49-F238E27FC236}">
                <a16:creationId xmlns:a16="http://schemas.microsoft.com/office/drawing/2014/main" id="{20D1FC87-E57F-487D-8EA2-229622EC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671" y="1495543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26" name="native-plot-average-text-token-length-dashed-trend-2-22">
            <a:extLst xmlns:a="http://schemas.openxmlformats.org/drawingml/2006/main">
              <a:ext uri="{FF2B5EF4-FFF2-40B4-BE49-F238E27FC236}">
                <a16:creationId xmlns:a16="http://schemas.microsoft.com/office/drawing/2014/main" id="{17E5CB28-9E00-4D56-96C4-2ECE328A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472" y="1466514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27" name="native-plot-average-text-token-length-dashed-trend-2-23">
            <a:extLst xmlns:a="http://schemas.openxmlformats.org/drawingml/2006/main">
              <a:ext uri="{FF2B5EF4-FFF2-40B4-BE49-F238E27FC236}">
                <a16:creationId xmlns:a16="http://schemas.microsoft.com/office/drawing/2014/main" id="{309095CB-6AE5-4E46-A2B4-088807DB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4273" y="1437485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28" name="native-plot-average-text-token-length-dashed-trend-2-24">
            <a:extLst xmlns:a="http://schemas.openxmlformats.org/drawingml/2006/main">
              <a:ext uri="{FF2B5EF4-FFF2-40B4-BE49-F238E27FC236}">
                <a16:creationId xmlns:a16="http://schemas.microsoft.com/office/drawing/2014/main" id="{47DF747D-E56F-4872-BA42-A5CD31AA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0074" y="1408457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29" name="native-plot-average-text-token-length-dashed-trend-2-25">
            <a:extLst xmlns:a="http://schemas.openxmlformats.org/drawingml/2006/main">
              <a:ext uri="{FF2B5EF4-FFF2-40B4-BE49-F238E27FC236}">
                <a16:creationId xmlns:a16="http://schemas.microsoft.com/office/drawing/2014/main" id="{AF44626F-62E9-489C-B411-3ED84163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5875" y="1379428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30" name="native-plot-average-text-token-length-dashed-trend-2-26">
            <a:extLst xmlns:a="http://schemas.openxmlformats.org/drawingml/2006/main">
              <a:ext uri="{FF2B5EF4-FFF2-40B4-BE49-F238E27FC236}">
                <a16:creationId xmlns:a16="http://schemas.microsoft.com/office/drawing/2014/main" id="{D0E9042E-C0F7-40C6-B685-A5E3532F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1676" y="1350400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31" name="native-plot-average-text-token-length-dashed-trend-2-27">
            <a:extLst xmlns:a="http://schemas.openxmlformats.org/drawingml/2006/main">
              <a:ext uri="{FF2B5EF4-FFF2-40B4-BE49-F238E27FC236}">
                <a16:creationId xmlns:a16="http://schemas.microsoft.com/office/drawing/2014/main" id="{8E658FB9-FAAD-4F96-869B-0B67578E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7477" y="1321371"/>
            <a:ext cx="15051" cy="16933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32" name="native-plot-average-text-token-length-dashed-trend-2-28">
            <a:extLst xmlns:a="http://schemas.openxmlformats.org/drawingml/2006/main">
              <a:ext uri="{FF2B5EF4-FFF2-40B4-BE49-F238E27FC236}">
                <a16:creationId xmlns:a16="http://schemas.microsoft.com/office/drawing/2014/main" id="{449F1A19-9B38-45D1-AFD8-8DF675FD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3278" y="1306458"/>
            <a:ext cx="2504" cy="2817"/>
          </a:xfrm>
          <a:custGeom xmlns:a="http://schemas.openxmlformats.org/drawingml/2006/main">
            <a:pathLst>
              <a:path w="2504" h="2817">
                <a:moveTo>
                  <a:pt x="0" y="2817"/>
                </a:moveTo>
                <a:lnTo>
                  <a:pt x="25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3">
            <a:solidFill>
              <a:srgbClr val="E4AB59"/>
            </a:solidFill>
            <a:prstDash val="solid"/>
          </a:ln>
        </p:spPr>
      </p:sp>
      <p:sp>
        <p:nvSpPr>
          <p:cNvPr id="433" name="native-plot-average-text-token-length-trend-marker-0">
            <a:extLst xmlns:a="http://schemas.openxmlformats.org/drawingml/2006/main">
              <a:ext uri="{FF2B5EF4-FFF2-40B4-BE49-F238E27FC236}">
                <a16:creationId xmlns:a16="http://schemas.microsoft.com/office/drawing/2014/main" id="{E0FC35E9-F77D-4AB5-B89B-4105E858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331" y="2578435"/>
            <a:ext cx="32363" cy="32366"/>
          </a:xfrm>
          <a:custGeom xmlns:a="http://schemas.openxmlformats.org/drawingml/2006/main">
            <a:pathLst>
              <a:path w="32363" h="32366">
                <a:moveTo>
                  <a:pt x="32363" y="16183"/>
                </a:moveTo>
                <a:cubicBezTo>
                  <a:pt x="32363" y="25120"/>
                  <a:pt x="25118" y="32366"/>
                  <a:pt x="16182" y="32366"/>
                </a:cubicBezTo>
                <a:cubicBezTo>
                  <a:pt x="7245" y="32366"/>
                  <a:pt x="0" y="25120"/>
                  <a:pt x="0" y="16183"/>
                </a:cubicBezTo>
                <a:cubicBezTo>
                  <a:pt x="0" y="7245"/>
                  <a:pt x="7245" y="0"/>
                  <a:pt x="16182" y="0"/>
                </a:cubicBezTo>
                <a:cubicBezTo>
                  <a:pt x="25118" y="0"/>
                  <a:pt x="32363" y="7245"/>
                  <a:pt x="32363" y="16183"/>
                </a:cubicBezTo>
                <a:close/>
              </a:path>
            </a:pathLst>
          </a:custGeom>
          <a:solidFill xmlns:a="http://schemas.openxmlformats.org/drawingml/2006/main">
            <a:srgbClr val="EC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native-plot-average-text-token-length-trend-marker-1">
            <a:extLst xmlns:a="http://schemas.openxmlformats.org/drawingml/2006/main">
              <a:ext uri="{FF2B5EF4-FFF2-40B4-BE49-F238E27FC236}">
                <a16:creationId xmlns:a16="http://schemas.microsoft.com/office/drawing/2014/main" id="{FD92AE75-FF8B-4617-9CEC-ACA43F69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736" y="2526650"/>
            <a:ext cx="32363" cy="32366"/>
          </a:xfrm>
          <a:custGeom xmlns:a="http://schemas.openxmlformats.org/drawingml/2006/main">
            <a:pathLst>
              <a:path w="32363" h="32366">
                <a:moveTo>
                  <a:pt x="32363" y="16183"/>
                </a:moveTo>
                <a:cubicBezTo>
                  <a:pt x="32363" y="25120"/>
                  <a:pt x="25118" y="32366"/>
                  <a:pt x="16182" y="32366"/>
                </a:cubicBezTo>
                <a:cubicBezTo>
                  <a:pt x="7245" y="32366"/>
                  <a:pt x="0" y="25120"/>
                  <a:pt x="0" y="16183"/>
                </a:cubicBezTo>
                <a:cubicBezTo>
                  <a:pt x="0" y="7245"/>
                  <a:pt x="7245" y="0"/>
                  <a:pt x="16182" y="0"/>
                </a:cubicBezTo>
                <a:cubicBezTo>
                  <a:pt x="25118" y="0"/>
                  <a:pt x="32363" y="7245"/>
                  <a:pt x="32363" y="16183"/>
                </a:cubicBezTo>
                <a:close/>
              </a:path>
            </a:pathLst>
          </a:custGeom>
          <a:solidFill xmlns:a="http://schemas.openxmlformats.org/drawingml/2006/main">
            <a:srgbClr val="EC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native-plot-average-text-token-length-trend-marker-2">
            <a:extLst xmlns:a="http://schemas.openxmlformats.org/drawingml/2006/main">
              <a:ext uri="{FF2B5EF4-FFF2-40B4-BE49-F238E27FC236}">
                <a16:creationId xmlns:a16="http://schemas.microsoft.com/office/drawing/2014/main" id="{339D3EE5-0C9A-4AB9-8B85-504529B8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668" y="2105894"/>
            <a:ext cx="32363" cy="32366"/>
          </a:xfrm>
          <a:custGeom xmlns:a="http://schemas.openxmlformats.org/drawingml/2006/main">
            <a:pathLst>
              <a:path w="32363" h="32366">
                <a:moveTo>
                  <a:pt x="32363" y="16183"/>
                </a:moveTo>
                <a:cubicBezTo>
                  <a:pt x="32363" y="25120"/>
                  <a:pt x="25118" y="32366"/>
                  <a:pt x="16182" y="32366"/>
                </a:cubicBezTo>
                <a:cubicBezTo>
                  <a:pt x="7245" y="32366"/>
                  <a:pt x="0" y="25120"/>
                  <a:pt x="0" y="16183"/>
                </a:cubicBezTo>
                <a:cubicBezTo>
                  <a:pt x="0" y="7245"/>
                  <a:pt x="7245" y="0"/>
                  <a:pt x="16182" y="0"/>
                </a:cubicBezTo>
                <a:cubicBezTo>
                  <a:pt x="25118" y="0"/>
                  <a:pt x="32363" y="7245"/>
                  <a:pt x="32363" y="16183"/>
                </a:cubicBezTo>
                <a:close/>
              </a:path>
            </a:pathLst>
          </a:custGeom>
          <a:solidFill xmlns:a="http://schemas.openxmlformats.org/drawingml/2006/main">
            <a:srgbClr val="EC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native-plot-average-text-token-length-trend-marker-3">
            <a:extLst xmlns:a="http://schemas.openxmlformats.org/drawingml/2006/main">
              <a:ext uri="{FF2B5EF4-FFF2-40B4-BE49-F238E27FC236}">
                <a16:creationId xmlns:a16="http://schemas.microsoft.com/office/drawing/2014/main" id="{AC121D5B-BECF-4CAB-9F4B-83B56086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9601" y="1290276"/>
            <a:ext cx="32363" cy="32366"/>
          </a:xfrm>
          <a:custGeom xmlns:a="http://schemas.openxmlformats.org/drawingml/2006/main">
            <a:pathLst>
              <a:path w="32363" h="32366">
                <a:moveTo>
                  <a:pt x="32363" y="16183"/>
                </a:moveTo>
                <a:cubicBezTo>
                  <a:pt x="32363" y="25120"/>
                  <a:pt x="25118" y="32366"/>
                  <a:pt x="16182" y="32366"/>
                </a:cubicBezTo>
                <a:cubicBezTo>
                  <a:pt x="7245" y="32366"/>
                  <a:pt x="0" y="25120"/>
                  <a:pt x="0" y="16183"/>
                </a:cubicBezTo>
                <a:cubicBezTo>
                  <a:pt x="0" y="7245"/>
                  <a:pt x="7245" y="0"/>
                  <a:pt x="16182" y="0"/>
                </a:cubicBezTo>
                <a:cubicBezTo>
                  <a:pt x="25118" y="0"/>
                  <a:pt x="32363" y="7245"/>
                  <a:pt x="32363" y="16183"/>
                </a:cubicBezTo>
                <a:close/>
              </a:path>
            </a:pathLst>
          </a:custGeom>
          <a:solidFill xmlns:a="http://schemas.openxmlformats.org/drawingml/2006/main">
            <a:srgbClr val="EC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native-plot-dataset-statistic-vertical-grid-0">
            <a:extLst xmlns:a="http://schemas.openxmlformats.org/drawingml/2006/main">
              <a:ext uri="{FF2B5EF4-FFF2-40B4-BE49-F238E27FC236}">
                <a16:creationId xmlns:a16="http://schemas.microsoft.com/office/drawing/2014/main" id="{9828D329-3BCA-48D2-A634-73233AFD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745" y="966724"/>
            <a:ext cx="191" cy="1652998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38" name="native-plot-dataset-statistic-vertical-grid-1">
            <a:extLst xmlns:a="http://schemas.openxmlformats.org/drawingml/2006/main">
              <a:ext uri="{FF2B5EF4-FFF2-40B4-BE49-F238E27FC236}">
                <a16:creationId xmlns:a16="http://schemas.microsoft.com/office/drawing/2014/main" id="{28DD84D5-93C0-494C-8118-D7AC8C49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518" y="966724"/>
            <a:ext cx="191" cy="1652998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39" name="native-plot-dataset-statistic-vertical-grid-2">
            <a:extLst xmlns:a="http://schemas.openxmlformats.org/drawingml/2006/main">
              <a:ext uri="{FF2B5EF4-FFF2-40B4-BE49-F238E27FC236}">
                <a16:creationId xmlns:a16="http://schemas.microsoft.com/office/drawing/2014/main" id="{56EEB3D2-81F0-4DBA-8F07-F634B174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785" y="966724"/>
            <a:ext cx="191" cy="1652998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40" name="native-plot-dataset-statistic-vertical-grid-3">
            <a:extLst xmlns:a="http://schemas.openxmlformats.org/drawingml/2006/main">
              <a:ext uri="{FF2B5EF4-FFF2-40B4-BE49-F238E27FC236}">
                <a16:creationId xmlns:a16="http://schemas.microsoft.com/office/drawing/2014/main" id="{64B72C7A-D2FD-4FDB-990C-86F7C4AA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760" y="966724"/>
            <a:ext cx="191" cy="1652998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41" name="native-plot-dataset-statistic-vertical-grid-4">
            <a:extLst xmlns:a="http://schemas.openxmlformats.org/drawingml/2006/main">
              <a:ext uri="{FF2B5EF4-FFF2-40B4-BE49-F238E27FC236}">
                <a16:creationId xmlns:a16="http://schemas.microsoft.com/office/drawing/2014/main" id="{5C0C75BD-70CD-44B7-815A-BD3414CE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905" y="966724"/>
            <a:ext cx="191" cy="1652998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42" name="native-plot-dataset-statistic-vertical-grid-5">
            <a:extLst xmlns:a="http://schemas.openxmlformats.org/drawingml/2006/main">
              <a:ext uri="{FF2B5EF4-FFF2-40B4-BE49-F238E27FC236}">
                <a16:creationId xmlns:a16="http://schemas.microsoft.com/office/drawing/2014/main" id="{2EC1BE79-25CF-44C3-BE25-FDCA7D6B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564" y="966724"/>
            <a:ext cx="191" cy="1652998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43" name="native-plot-dataset-statistic-vertical-grid-6">
            <a:extLst xmlns:a="http://schemas.openxmlformats.org/drawingml/2006/main">
              <a:ext uri="{FF2B5EF4-FFF2-40B4-BE49-F238E27FC236}">
                <a16:creationId xmlns:a16="http://schemas.microsoft.com/office/drawing/2014/main" id="{889D377E-AC1D-48DA-8B4C-6F2EA592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346" y="966724"/>
            <a:ext cx="191" cy="1652998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44" name="native-plot-dataset-statistic-horizontal-grid-0">
            <a:extLst xmlns:a="http://schemas.openxmlformats.org/drawingml/2006/main">
              <a:ext uri="{FF2B5EF4-FFF2-40B4-BE49-F238E27FC236}">
                <a16:creationId xmlns:a16="http://schemas.microsoft.com/office/drawing/2014/main" id="{1C3C3421-97EE-4975-9ACB-E663D750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745" y="966724"/>
            <a:ext cx="2341375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45" name="native-plot-dataset-statistic-horizontal-grid-1">
            <a:extLst xmlns:a="http://schemas.openxmlformats.org/drawingml/2006/main">
              <a:ext uri="{FF2B5EF4-FFF2-40B4-BE49-F238E27FC236}">
                <a16:creationId xmlns:a16="http://schemas.microsoft.com/office/drawing/2014/main" id="{4A60812E-5526-47DC-BE14-B185BA87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745" y="1491794"/>
            <a:ext cx="2341375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46" name="native-plot-dataset-statistic-horizontal-grid-2">
            <a:extLst xmlns:a="http://schemas.openxmlformats.org/drawingml/2006/main">
              <a:ext uri="{FF2B5EF4-FFF2-40B4-BE49-F238E27FC236}">
                <a16:creationId xmlns:a16="http://schemas.microsoft.com/office/drawing/2014/main" id="{41FCABEB-E028-4E64-9DEB-565609DA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745" y="1913147"/>
            <a:ext cx="2341375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47" name="native-plot-dataset-statistic-horizontal-grid-3">
            <a:extLst xmlns:a="http://schemas.openxmlformats.org/drawingml/2006/main">
              <a:ext uri="{FF2B5EF4-FFF2-40B4-BE49-F238E27FC236}">
                <a16:creationId xmlns:a16="http://schemas.microsoft.com/office/drawing/2014/main" id="{D90853B2-A24A-4358-B3F5-147B0487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745" y="2055758"/>
            <a:ext cx="2341375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48" name="native-plot-dataset-statistic-horizontal-grid-4">
            <a:extLst xmlns:a="http://schemas.openxmlformats.org/drawingml/2006/main">
              <a:ext uri="{FF2B5EF4-FFF2-40B4-BE49-F238E27FC236}">
                <a16:creationId xmlns:a16="http://schemas.microsoft.com/office/drawing/2014/main" id="{3FF9F912-CB25-4302-80A4-881312C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745" y="2269676"/>
            <a:ext cx="2341375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49" name="native-plot-dataset-statistic-horizontal-grid-5">
            <a:extLst xmlns:a="http://schemas.openxmlformats.org/drawingml/2006/main">
              <a:ext uri="{FF2B5EF4-FFF2-40B4-BE49-F238E27FC236}">
                <a16:creationId xmlns:a16="http://schemas.microsoft.com/office/drawing/2014/main" id="{E2E41B27-51AE-4F2A-986E-CB10BFB2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745" y="2587311"/>
            <a:ext cx="2341375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14">
            <a:solidFill>
              <a:srgbClr val="DEDEDE"/>
            </a:solidFill>
            <a:prstDash val="solid"/>
          </a:ln>
        </p:spPr>
      </p:sp>
      <p:sp>
        <p:nvSpPr>
          <p:cNvPr id="450" name="native-plot-dataset-statistic-y-axis">
            <a:extLst xmlns:a="http://schemas.openxmlformats.org/drawingml/2006/main">
              <a:ext uri="{FF2B5EF4-FFF2-40B4-BE49-F238E27FC236}">
                <a16:creationId xmlns:a16="http://schemas.microsoft.com/office/drawing/2014/main" id="{68E73807-AADB-40E0-8912-23B313CD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745" y="966724"/>
            <a:ext cx="191" cy="1652998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5186">
            <a:solidFill>
              <a:srgbClr val="7A7A7A"/>
            </a:solidFill>
            <a:prstDash val="solid"/>
          </a:ln>
        </p:spPr>
      </p:sp>
      <p:sp>
        <p:nvSpPr>
          <p:cNvPr id="451" name="native-plot-dataset-statistic-x-axis">
            <a:extLst xmlns:a="http://schemas.openxmlformats.org/drawingml/2006/main">
              <a:ext uri="{FF2B5EF4-FFF2-40B4-BE49-F238E27FC236}">
                <a16:creationId xmlns:a16="http://schemas.microsoft.com/office/drawing/2014/main" id="{E2AD3918-B8D8-44A9-8107-D7B3A901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745" y="2619722"/>
            <a:ext cx="2341375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86">
            <a:solidFill>
              <a:srgbClr val="7A7A7A"/>
            </a:solidFill>
            <a:prstDash val="solid"/>
          </a:ln>
        </p:spPr>
      </p:sp>
      <p:sp>
        <p:nvSpPr>
          <p:cNvPr id="452" name="native-plot-dataset-statistic-marker-0">
            <a:extLst xmlns:a="http://schemas.openxmlformats.org/drawingml/2006/main">
              <a:ext uri="{FF2B5EF4-FFF2-40B4-BE49-F238E27FC236}">
                <a16:creationId xmlns:a16="http://schemas.microsoft.com/office/drawing/2014/main" id="{CF18924F-A386-48CB-BDDA-6ED53622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688" y="2503040"/>
            <a:ext cx="155659" cy="155576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F1E1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native-plot-dataset-statistic-marker-1">
            <a:extLst xmlns:a="http://schemas.openxmlformats.org/drawingml/2006/main">
              <a:ext uri="{FF2B5EF4-FFF2-40B4-BE49-F238E27FC236}">
                <a16:creationId xmlns:a16="http://schemas.microsoft.com/office/drawing/2014/main" id="{E64B3D93-319F-44FB-896F-7C440381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688" y="1977970"/>
            <a:ext cx="155659" cy="155576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F6C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native-plot-dataset-statistic-marker-2">
            <a:extLst xmlns:a="http://schemas.openxmlformats.org/drawingml/2006/main">
              <a:ext uri="{FF2B5EF4-FFF2-40B4-BE49-F238E27FC236}">
                <a16:creationId xmlns:a16="http://schemas.microsoft.com/office/drawing/2014/main" id="{B740F4E6-763B-407F-8F5A-AC2BBF40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956" y="2509522"/>
            <a:ext cx="155659" cy="155576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8FB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native-plot-dataset-statistic-marker-3">
            <a:extLst xmlns:a="http://schemas.openxmlformats.org/drawingml/2006/main">
              <a:ext uri="{FF2B5EF4-FFF2-40B4-BE49-F238E27FC236}">
                <a16:creationId xmlns:a16="http://schemas.microsoft.com/office/drawing/2014/main" id="{5CFB6E54-D4FE-483D-B100-E8AE129E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956" y="2191887"/>
            <a:ext cx="155659" cy="155576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8D9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native-plot-dataset-statistic-marker-4">
            <a:extLst xmlns:a="http://schemas.openxmlformats.org/drawingml/2006/main">
              <a:ext uri="{FF2B5EF4-FFF2-40B4-BE49-F238E27FC236}">
                <a16:creationId xmlns:a16="http://schemas.microsoft.com/office/drawing/2014/main" id="{5FC66981-4624-4850-8DCD-CE83029E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442" y="1841841"/>
            <a:ext cx="142688" cy="128350"/>
          </a:xfrm>
          <a:custGeom xmlns:a="http://schemas.openxmlformats.org/drawingml/2006/main">
            <a:pathLst>
              <a:path w="142688" h="128350">
                <a:moveTo>
                  <a:pt x="71344" y="0"/>
                </a:moveTo>
                <a:lnTo>
                  <a:pt x="142688" y="128350"/>
                </a:lnTo>
                <a:lnTo>
                  <a:pt x="0" y="128350"/>
                </a:lnTo>
                <a:close/>
              </a:path>
            </a:pathLst>
          </a:custGeom>
          <a:solidFill xmlns:a="http://schemas.openxmlformats.org/drawingml/2006/main">
            <a:srgbClr val="ABB1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native-plot-dataset-statistic-marker-5">
            <a:extLst xmlns:a="http://schemas.openxmlformats.org/drawingml/2006/main">
              <a:ext uri="{FF2B5EF4-FFF2-40B4-BE49-F238E27FC236}">
                <a16:creationId xmlns:a16="http://schemas.microsoft.com/office/drawing/2014/main" id="{BD820B73-9F74-4944-8BA6-E4E24B77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930" y="2509522"/>
            <a:ext cx="155659" cy="155576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BBB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native-plot-dataset-statistic-marker-6">
            <a:extLst xmlns:a="http://schemas.openxmlformats.org/drawingml/2006/main">
              <a:ext uri="{FF2B5EF4-FFF2-40B4-BE49-F238E27FC236}">
                <a16:creationId xmlns:a16="http://schemas.microsoft.com/office/drawing/2014/main" id="{2223FE69-13B6-4EEB-96D4-AA508E05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930" y="2191887"/>
            <a:ext cx="155659" cy="155576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BC8A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native-plot-dataset-statistic-marker-7">
            <a:extLst xmlns:a="http://schemas.openxmlformats.org/drawingml/2006/main">
              <a:ext uri="{FF2B5EF4-FFF2-40B4-BE49-F238E27FC236}">
                <a16:creationId xmlns:a16="http://schemas.microsoft.com/office/drawing/2014/main" id="{37B6B36E-9DA8-431A-B3B7-DE08A291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76" y="2509522"/>
            <a:ext cx="155659" cy="155576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EAC6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native-plot-dataset-statistic-marker-8">
            <a:extLst xmlns:a="http://schemas.openxmlformats.org/drawingml/2006/main">
              <a:ext uri="{FF2B5EF4-FFF2-40B4-BE49-F238E27FC236}">
                <a16:creationId xmlns:a16="http://schemas.microsoft.com/office/drawing/2014/main" id="{EC4A5F53-8C50-4965-825C-3D9C2C8F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76" y="1414006"/>
            <a:ext cx="155659" cy="140019"/>
          </a:xfrm>
          <a:custGeom xmlns:a="http://schemas.openxmlformats.org/drawingml/2006/main">
            <a:pathLst>
              <a:path w="155659" h="140019">
                <a:moveTo>
                  <a:pt x="77830" y="0"/>
                </a:moveTo>
                <a:lnTo>
                  <a:pt x="155659" y="140019"/>
                </a:lnTo>
                <a:lnTo>
                  <a:pt x="0" y="140019"/>
                </a:lnTo>
                <a:close/>
              </a:path>
            </a:pathLst>
          </a:custGeom>
          <a:solidFill xmlns:a="http://schemas.openxmlformats.org/drawingml/2006/main">
            <a:srgbClr val="BEBC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native-plot-dataset-statistic-marker-9">
            <a:extLst xmlns:a="http://schemas.openxmlformats.org/drawingml/2006/main">
              <a:ext uri="{FF2B5EF4-FFF2-40B4-BE49-F238E27FC236}">
                <a16:creationId xmlns:a16="http://schemas.microsoft.com/office/drawing/2014/main" id="{8F688E1A-0EA2-4F81-88C6-26EB36EB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221" y="2204852"/>
            <a:ext cx="142688" cy="128350"/>
          </a:xfrm>
          <a:custGeom xmlns:a="http://schemas.openxmlformats.org/drawingml/2006/main">
            <a:pathLst>
              <a:path w="142688" h="128350">
                <a:moveTo>
                  <a:pt x="71344" y="0"/>
                </a:moveTo>
                <a:lnTo>
                  <a:pt x="142688" y="128350"/>
                </a:lnTo>
                <a:lnTo>
                  <a:pt x="0" y="128350"/>
                </a:lnTo>
                <a:close/>
              </a:path>
            </a:pathLst>
          </a:custGeom>
          <a:solidFill xmlns:a="http://schemas.openxmlformats.org/drawingml/2006/main">
            <a:srgbClr val="BFD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native-plot-dataset-statistic-marker-10">
            <a:extLst xmlns:a="http://schemas.openxmlformats.org/drawingml/2006/main">
              <a:ext uri="{FF2B5EF4-FFF2-40B4-BE49-F238E27FC236}">
                <a16:creationId xmlns:a16="http://schemas.microsoft.com/office/drawing/2014/main" id="{63CFC8DE-03FB-41D5-9F52-08065252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158" y="908383"/>
            <a:ext cx="160377" cy="152447"/>
          </a:xfrm>
          <a:custGeom xmlns:a="http://schemas.openxmlformats.org/drawingml/2006/main">
            <a:pathLst>
              <a:path w="160377" h="152447">
                <a:moveTo>
                  <a:pt x="80189" y="0"/>
                </a:moveTo>
                <a:lnTo>
                  <a:pt x="101499" y="54955"/>
                </a:lnTo>
                <a:lnTo>
                  <a:pt x="160377" y="58229"/>
                </a:lnTo>
                <a:lnTo>
                  <a:pt x="114670" y="95468"/>
                </a:lnTo>
                <a:lnTo>
                  <a:pt x="129748" y="152447"/>
                </a:lnTo>
                <a:lnTo>
                  <a:pt x="80189" y="120507"/>
                </a:lnTo>
                <a:lnTo>
                  <a:pt x="30629" y="152447"/>
                </a:lnTo>
                <a:lnTo>
                  <a:pt x="45708" y="95468"/>
                </a:lnTo>
                <a:lnTo>
                  <a:pt x="0" y="58229"/>
                </a:lnTo>
                <a:lnTo>
                  <a:pt x="58878" y="54955"/>
                </a:lnTo>
                <a:close/>
              </a:path>
            </a:pathLst>
          </a:custGeom>
          <a:solidFill xmlns:a="http://schemas.openxmlformats.org/drawingml/2006/main">
            <a:srgbClr val="ED8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ath-212">
            <a:extLst xmlns:a="http://schemas.openxmlformats.org/drawingml/2006/main">
              <a:ext uri="{FF2B5EF4-FFF2-40B4-BE49-F238E27FC236}">
                <a16:creationId xmlns:a16="http://schemas.microsoft.com/office/drawing/2014/main" id="{10E660C5-0AE4-4C92-987E-D440132E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775" y="840325"/>
            <a:ext cx="261038" cy="1888964"/>
          </a:xfrm>
          <a:custGeom xmlns:a="http://schemas.openxmlformats.org/drawingml/2006/main">
            <a:pathLst>
              <a:path w="261038" h="1888964">
                <a:moveTo>
                  <a:pt x="0" y="0"/>
                </a:moveTo>
                <a:lnTo>
                  <a:pt x="0" y="1888964"/>
                </a:lnTo>
                <a:lnTo>
                  <a:pt x="261038" y="1888964"/>
                </a:lnTo>
                <a:lnTo>
                  <a:pt x="26103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213">
            <a:extLst xmlns:a="http://schemas.openxmlformats.org/drawingml/2006/main">
              <a:ext uri="{FF2B5EF4-FFF2-40B4-BE49-F238E27FC236}">
                <a16:creationId xmlns:a16="http://schemas.microsoft.com/office/drawing/2014/main" id="{30F1B2E5-9967-4270-ABE0-B7069CEF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691" y="830042"/>
            <a:ext cx="281802" cy="1908343"/>
          </a:xfrm>
          <a:custGeom xmlns:a="http://schemas.openxmlformats.org/drawingml/2006/main">
            <a:pathLst>
              <a:path w="281802" h="1908343">
                <a:moveTo>
                  <a:pt x="281802" y="0"/>
                </a:moveTo>
                <a:lnTo>
                  <a:pt x="281802" y="1908343"/>
                </a:lnTo>
                <a:lnTo>
                  <a:pt x="0" y="1908343"/>
                </a:lnTo>
                <a:lnTo>
                  <a:pt x="0" y="0"/>
                </a:lnTo>
                <a:lnTo>
                  <a:pt x="281802" y="0"/>
                </a:lnTo>
                <a:moveTo>
                  <a:pt x="9887" y="19776"/>
                </a:moveTo>
                <a:lnTo>
                  <a:pt x="19775" y="9888"/>
                </a:lnTo>
                <a:lnTo>
                  <a:pt x="19775" y="1898455"/>
                </a:lnTo>
                <a:lnTo>
                  <a:pt x="9887" y="1888568"/>
                </a:lnTo>
                <a:lnTo>
                  <a:pt x="271913" y="1888568"/>
                </a:lnTo>
                <a:lnTo>
                  <a:pt x="262026" y="1898455"/>
                </a:lnTo>
                <a:lnTo>
                  <a:pt x="262026" y="9888"/>
                </a:lnTo>
                <a:lnTo>
                  <a:pt x="271913" y="19776"/>
                </a:lnTo>
                <a:lnTo>
                  <a:pt x="9887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path-214">
            <a:extLst xmlns:a="http://schemas.openxmlformats.org/drawingml/2006/main">
              <a:ext uri="{FF2B5EF4-FFF2-40B4-BE49-F238E27FC236}">
                <a16:creationId xmlns:a16="http://schemas.microsoft.com/office/drawing/2014/main" id="{2B49317C-D45E-4F0A-A6C7-5B7417DC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425" y="2712677"/>
            <a:ext cx="2401547" cy="185099"/>
          </a:xfrm>
          <a:custGeom xmlns:a="http://schemas.openxmlformats.org/drawingml/2006/main">
            <a:pathLst>
              <a:path w="2401547" h="185099">
                <a:moveTo>
                  <a:pt x="0" y="0"/>
                </a:moveTo>
                <a:lnTo>
                  <a:pt x="0" y="185099"/>
                </a:lnTo>
                <a:lnTo>
                  <a:pt x="2401547" y="185099"/>
                </a:lnTo>
                <a:lnTo>
                  <a:pt x="240154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path-215">
            <a:extLst xmlns:a="http://schemas.openxmlformats.org/drawingml/2006/main">
              <a:ext uri="{FF2B5EF4-FFF2-40B4-BE49-F238E27FC236}">
                <a16:creationId xmlns:a16="http://schemas.microsoft.com/office/drawing/2014/main" id="{6DC96071-B219-459E-8CD3-62951622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5548" y="2701800"/>
            <a:ext cx="2422508" cy="206655"/>
          </a:xfrm>
          <a:custGeom xmlns:a="http://schemas.openxmlformats.org/drawingml/2006/main">
            <a:pathLst>
              <a:path w="2422508" h="206655">
                <a:moveTo>
                  <a:pt x="2422508" y="0"/>
                </a:moveTo>
                <a:lnTo>
                  <a:pt x="2422508" y="206655"/>
                </a:lnTo>
                <a:lnTo>
                  <a:pt x="0" y="206655"/>
                </a:lnTo>
                <a:lnTo>
                  <a:pt x="0" y="0"/>
                </a:lnTo>
                <a:lnTo>
                  <a:pt x="2422508" y="0"/>
                </a:lnTo>
                <a:moveTo>
                  <a:pt x="9888" y="19776"/>
                </a:moveTo>
                <a:lnTo>
                  <a:pt x="19776" y="9888"/>
                </a:lnTo>
                <a:lnTo>
                  <a:pt x="19776" y="196767"/>
                </a:lnTo>
                <a:lnTo>
                  <a:pt x="9888" y="186879"/>
                </a:lnTo>
                <a:lnTo>
                  <a:pt x="2412621" y="186879"/>
                </a:lnTo>
                <a:lnTo>
                  <a:pt x="2402733" y="196767"/>
                </a:lnTo>
                <a:lnTo>
                  <a:pt x="2402733" y="9888"/>
                </a:lnTo>
                <a:lnTo>
                  <a:pt x="2412621" y="19776"/>
                </a:lnTo>
                <a:lnTo>
                  <a:pt x="9888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text-216 1">
            <a:extLst xmlns:a="http://schemas.openxmlformats.org/drawingml/2006/main">
              <a:ext uri="{FF2B5EF4-FFF2-40B4-BE49-F238E27FC236}">
                <a16:creationId xmlns:a16="http://schemas.microsoft.com/office/drawing/2014/main" id="{E8A2CB95-650E-45A5-976C-FA7D89E7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5190" y="2680086"/>
            <a:ext cx="74768" cy="166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68" name="text-217 2">
            <a:extLst xmlns:a="http://schemas.openxmlformats.org/drawingml/2006/main">
              <a:ext uri="{FF2B5EF4-FFF2-40B4-BE49-F238E27FC236}">
                <a16:creationId xmlns:a16="http://schemas.microsoft.com/office/drawing/2014/main" id="{C062281C-3EC4-4D5F-8CB5-596D9A78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17" y="2679998"/>
            <a:ext cx="93787" cy="166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69" name="text-218 2.4">
            <a:extLst xmlns:a="http://schemas.openxmlformats.org/drawingml/2006/main">
              <a:ext uri="{FF2B5EF4-FFF2-40B4-BE49-F238E27FC236}">
                <a16:creationId xmlns:a16="http://schemas.microsoft.com/office/drawing/2014/main" id="{92714D3C-7572-4E59-AD09-870035C5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3654" y="2680076"/>
            <a:ext cx="195618" cy="16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2.4</a:t>
            </a:r>
          </a:p>
        </p:txBody>
      </p:sp>
      <p:sp>
        <p:nvSpPr>
          <p:cNvPr id="470" name="text-219 2.7">
            <a:extLst xmlns:a="http://schemas.openxmlformats.org/drawingml/2006/main">
              <a:ext uri="{FF2B5EF4-FFF2-40B4-BE49-F238E27FC236}">
                <a16:creationId xmlns:a16="http://schemas.microsoft.com/office/drawing/2014/main" id="{E1C958ED-CB4A-4A64-AA2E-9F51099E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9095" y="2681065"/>
            <a:ext cx="195618" cy="16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2.7</a:t>
            </a:r>
          </a:p>
        </p:txBody>
      </p:sp>
      <p:sp>
        <p:nvSpPr>
          <p:cNvPr id="471" name="text-220 3">
            <a:extLst xmlns:a="http://schemas.openxmlformats.org/drawingml/2006/main">
              <a:ext uri="{FF2B5EF4-FFF2-40B4-BE49-F238E27FC236}">
                <a16:creationId xmlns:a16="http://schemas.microsoft.com/office/drawing/2014/main" id="{334E2035-645E-4F14-8272-2C52A206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7728" y="2676043"/>
            <a:ext cx="93787" cy="166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472" name="text-221 3.8">
            <a:extLst xmlns:a="http://schemas.openxmlformats.org/drawingml/2006/main">
              <a:ext uri="{FF2B5EF4-FFF2-40B4-BE49-F238E27FC236}">
                <a16:creationId xmlns:a16="http://schemas.microsoft.com/office/drawing/2014/main" id="{A36A7793-1DE2-4C2C-BB7E-D4AAF48A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2615" y="2682054"/>
            <a:ext cx="195618" cy="16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3.8</a:t>
            </a:r>
          </a:p>
        </p:txBody>
      </p:sp>
      <p:sp>
        <p:nvSpPr>
          <p:cNvPr id="473" name="text-222 Average">
            <a:extLst xmlns:a="http://schemas.openxmlformats.org/drawingml/2006/main">
              <a:ext uri="{FF2B5EF4-FFF2-40B4-BE49-F238E27FC236}">
                <a16:creationId xmlns:a16="http://schemas.microsoft.com/office/drawing/2014/main" id="{1F376A32-6DA4-4281-BBB7-7377A131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3760" y="2838829"/>
            <a:ext cx="715963" cy="249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</a:t>
            </a:r>
          </a:p>
        </p:txBody>
      </p:sp>
      <p:sp>
        <p:nvSpPr>
          <p:cNvPr id="474" name="text-222 Images">
            <a:extLst xmlns:a="http://schemas.openxmlformats.org/drawingml/2006/main">
              <a:ext uri="{FF2B5EF4-FFF2-40B4-BE49-F238E27FC236}">
                <a16:creationId xmlns:a16="http://schemas.microsoft.com/office/drawing/2014/main" id="{E8B0F641-EEE5-4611-A363-2A2BBC85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389" y="2838943"/>
            <a:ext cx="637843" cy="24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Images</a:t>
            </a:r>
          </a:p>
        </p:txBody>
      </p:sp>
      <p:sp>
        <p:nvSpPr>
          <p:cNvPr id="475" name="text-223 Average">
            <a:extLst xmlns:a="http://schemas.openxmlformats.org/drawingml/2006/main">
              <a:ext uri="{FF2B5EF4-FFF2-40B4-BE49-F238E27FC236}">
                <a16:creationId xmlns:a16="http://schemas.microsoft.com/office/drawing/2014/main" id="{656ADB9D-0B2E-4FCA-93A9-0B945BCE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584807" y="1955187"/>
            <a:ext cx="545550" cy="19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</a:t>
            </a:r>
          </a:p>
        </p:txBody>
      </p:sp>
      <p:sp>
        <p:nvSpPr>
          <p:cNvPr id="476" name="text-223 Turns">
            <a:extLst xmlns:a="http://schemas.openxmlformats.org/drawingml/2006/main">
              <a:ext uri="{FF2B5EF4-FFF2-40B4-BE49-F238E27FC236}">
                <a16:creationId xmlns:a16="http://schemas.microsoft.com/office/drawing/2014/main" id="{77FC57E5-15DB-41E3-998B-E2E1A3D7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673209" y="1390470"/>
            <a:ext cx="372405" cy="18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Turns</a:t>
            </a:r>
          </a:p>
        </p:txBody>
      </p:sp>
      <p:sp>
        <p:nvSpPr>
          <p:cNvPr id="477" name="text-224 1">
            <a:extLst xmlns:a="http://schemas.openxmlformats.org/drawingml/2006/main">
              <a:ext uri="{FF2B5EF4-FFF2-40B4-BE49-F238E27FC236}">
                <a16:creationId xmlns:a16="http://schemas.microsoft.com/office/drawing/2014/main" id="{D028C29F-53A7-4895-8DE4-33B75477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1502" y="2503095"/>
            <a:ext cx="74768" cy="166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78" name="text-225 2">
            <a:extLst xmlns:a="http://schemas.openxmlformats.org/drawingml/2006/main">
              <a:ext uri="{FF2B5EF4-FFF2-40B4-BE49-F238E27FC236}">
                <a16:creationId xmlns:a16="http://schemas.microsoft.com/office/drawing/2014/main" id="{9F5EDA4D-0504-4456-815F-C03E25FE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1615" y="2208351"/>
            <a:ext cx="93787" cy="166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79" name="text-226 3">
            <a:extLst xmlns:a="http://schemas.openxmlformats.org/drawingml/2006/main">
              <a:ext uri="{FF2B5EF4-FFF2-40B4-BE49-F238E27FC236}">
                <a16:creationId xmlns:a16="http://schemas.microsoft.com/office/drawing/2014/main" id="{1AADF7CE-B7A3-46E5-A13C-6638C34D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1615" y="1985875"/>
            <a:ext cx="93787" cy="166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480" name="text-227 4">
            <a:extLst xmlns:a="http://schemas.openxmlformats.org/drawingml/2006/main">
              <a:ext uri="{FF2B5EF4-FFF2-40B4-BE49-F238E27FC236}">
                <a16:creationId xmlns:a16="http://schemas.microsoft.com/office/drawing/2014/main" id="{9998419B-5B61-4A5A-846E-4709C7C3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1615" y="1800974"/>
            <a:ext cx="93787" cy="166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</a:t>
            </a:r>
          </a:p>
        </p:txBody>
      </p:sp>
      <p:sp>
        <p:nvSpPr>
          <p:cNvPr id="481" name="text-228 7.5">
            <a:extLst xmlns:a="http://schemas.openxmlformats.org/drawingml/2006/main">
              <a:ext uri="{FF2B5EF4-FFF2-40B4-BE49-F238E27FC236}">
                <a16:creationId xmlns:a16="http://schemas.microsoft.com/office/drawing/2014/main" id="{B6F550EC-F86E-4FF4-821D-2D388DBC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1635" y="1399608"/>
            <a:ext cx="195617" cy="166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7.5</a:t>
            </a:r>
          </a:p>
        </p:txBody>
      </p:sp>
      <p:sp>
        <p:nvSpPr>
          <p:cNvPr id="482" name="text-229 15">
            <a:extLst xmlns:a="http://schemas.openxmlformats.org/drawingml/2006/main">
              <a:ext uri="{FF2B5EF4-FFF2-40B4-BE49-F238E27FC236}">
                <a16:creationId xmlns:a16="http://schemas.microsoft.com/office/drawing/2014/main" id="{574931CC-FC86-4747-815A-1691B70D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6354" y="912120"/>
            <a:ext cx="147171" cy="166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15</a:t>
            </a:r>
          </a:p>
        </p:txBody>
      </p:sp>
      <p:sp>
        <p:nvSpPr>
          <p:cNvPr id="483" name="path-230">
            <a:extLst xmlns:a="http://schemas.openxmlformats.org/drawingml/2006/main">
              <a:ext uri="{FF2B5EF4-FFF2-40B4-BE49-F238E27FC236}">
                <a16:creationId xmlns:a16="http://schemas.microsoft.com/office/drawing/2014/main" id="{BA522E9D-AD57-4BC7-82C4-04302138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884" y="700314"/>
            <a:ext cx="1008554" cy="182726"/>
          </a:xfrm>
          <a:custGeom xmlns:a="http://schemas.openxmlformats.org/drawingml/2006/main">
            <a:pathLst>
              <a:path w="1008554" h="182726">
                <a:moveTo>
                  <a:pt x="0" y="0"/>
                </a:moveTo>
                <a:lnTo>
                  <a:pt x="0" y="182726"/>
                </a:lnTo>
                <a:lnTo>
                  <a:pt x="1008554" y="182726"/>
                </a:lnTo>
                <a:lnTo>
                  <a:pt x="10085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path-231">
            <a:extLst xmlns:a="http://schemas.openxmlformats.org/drawingml/2006/main">
              <a:ext uri="{FF2B5EF4-FFF2-40B4-BE49-F238E27FC236}">
                <a16:creationId xmlns:a16="http://schemas.microsoft.com/office/drawing/2014/main" id="{5FE72049-E003-4FAC-8DB4-56663CF6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996" y="689635"/>
            <a:ext cx="1028331" cy="202700"/>
          </a:xfrm>
          <a:custGeom xmlns:a="http://schemas.openxmlformats.org/drawingml/2006/main">
            <a:pathLst>
              <a:path w="1028331" h="202700">
                <a:moveTo>
                  <a:pt x="1028331" y="0"/>
                </a:moveTo>
                <a:lnTo>
                  <a:pt x="1028331" y="202700"/>
                </a:lnTo>
                <a:lnTo>
                  <a:pt x="0" y="202700"/>
                </a:lnTo>
                <a:lnTo>
                  <a:pt x="0" y="0"/>
                </a:lnTo>
                <a:lnTo>
                  <a:pt x="1028331" y="0"/>
                </a:lnTo>
                <a:moveTo>
                  <a:pt x="9888" y="19776"/>
                </a:moveTo>
                <a:lnTo>
                  <a:pt x="19776" y="9888"/>
                </a:lnTo>
                <a:lnTo>
                  <a:pt x="19776" y="192812"/>
                </a:lnTo>
                <a:lnTo>
                  <a:pt x="9888" y="182924"/>
                </a:lnTo>
                <a:lnTo>
                  <a:pt x="1018443" y="182924"/>
                </a:lnTo>
                <a:lnTo>
                  <a:pt x="1008554" y="192812"/>
                </a:lnTo>
                <a:lnTo>
                  <a:pt x="1008554" y="9888"/>
                </a:lnTo>
                <a:lnTo>
                  <a:pt x="1018443" y="19776"/>
                </a:lnTo>
                <a:lnTo>
                  <a:pt x="9888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text-232 Dataset">
            <a:extLst xmlns:a="http://schemas.openxmlformats.org/drawingml/2006/main">
              <a:ext uri="{FF2B5EF4-FFF2-40B4-BE49-F238E27FC236}">
                <a16:creationId xmlns:a16="http://schemas.microsoft.com/office/drawing/2014/main" id="{44A25ECB-63B9-4FDD-9890-CC9AE4C7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9174" y="709848"/>
            <a:ext cx="769949" cy="276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Dataset</a:t>
            </a:r>
          </a:p>
        </p:txBody>
      </p:sp>
      <p:sp>
        <p:nvSpPr>
          <p:cNvPr id="486" name="text-232 Statistic">
            <a:extLst xmlns:a="http://schemas.openxmlformats.org/drawingml/2006/main">
              <a:ext uri="{FF2B5EF4-FFF2-40B4-BE49-F238E27FC236}">
                <a16:creationId xmlns:a16="http://schemas.microsoft.com/office/drawing/2014/main" id="{23CA4488-481E-466E-8548-9A510F8F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3163" y="709809"/>
            <a:ext cx="860383" cy="276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Statistic</a:t>
            </a:r>
          </a:p>
        </p:txBody>
      </p:sp>
      <p:sp>
        <p:nvSpPr>
          <p:cNvPr id="487" name="path-233">
            <a:extLst xmlns:a="http://schemas.openxmlformats.org/drawingml/2006/main">
              <a:ext uri="{FF2B5EF4-FFF2-40B4-BE49-F238E27FC236}">
                <a16:creationId xmlns:a16="http://schemas.microsoft.com/office/drawing/2014/main" id="{73DE42F8-8C09-4562-963A-8AB64C2D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736" y="925756"/>
            <a:ext cx="830573" cy="116280"/>
          </a:xfrm>
          <a:custGeom xmlns:a="http://schemas.openxmlformats.org/drawingml/2006/main">
            <a:pathLst>
              <a:path w="830573" h="116280">
                <a:moveTo>
                  <a:pt x="0" y="0"/>
                </a:moveTo>
                <a:lnTo>
                  <a:pt x="0" y="116280"/>
                </a:lnTo>
                <a:lnTo>
                  <a:pt x="830573" y="116280"/>
                </a:lnTo>
                <a:lnTo>
                  <a:pt x="83057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234">
            <a:extLst xmlns:a="http://schemas.openxmlformats.org/drawingml/2006/main">
              <a:ext uri="{FF2B5EF4-FFF2-40B4-BE49-F238E27FC236}">
                <a16:creationId xmlns:a16="http://schemas.microsoft.com/office/drawing/2014/main" id="{E3478C06-9D7C-4EA0-816B-D157993C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046" y="915077"/>
            <a:ext cx="850350" cy="137441"/>
          </a:xfrm>
          <a:custGeom xmlns:a="http://schemas.openxmlformats.org/drawingml/2006/main">
            <a:pathLst>
              <a:path w="850350" h="137441">
                <a:moveTo>
                  <a:pt x="850350" y="0"/>
                </a:moveTo>
                <a:lnTo>
                  <a:pt x="850350" y="137441"/>
                </a:lnTo>
                <a:lnTo>
                  <a:pt x="0" y="137441"/>
                </a:lnTo>
                <a:lnTo>
                  <a:pt x="0" y="0"/>
                </a:lnTo>
                <a:lnTo>
                  <a:pt x="850350" y="0"/>
                </a:lnTo>
                <a:moveTo>
                  <a:pt x="9887" y="19776"/>
                </a:moveTo>
                <a:lnTo>
                  <a:pt x="19775" y="9888"/>
                </a:lnTo>
                <a:lnTo>
                  <a:pt x="19775" y="127553"/>
                </a:lnTo>
                <a:lnTo>
                  <a:pt x="9887" y="117665"/>
                </a:lnTo>
                <a:lnTo>
                  <a:pt x="840462" y="117665"/>
                </a:lnTo>
                <a:lnTo>
                  <a:pt x="830573" y="127553"/>
                </a:lnTo>
                <a:lnTo>
                  <a:pt x="830573" y="9888"/>
                </a:lnTo>
                <a:lnTo>
                  <a:pt x="840462" y="19776"/>
                </a:lnTo>
                <a:lnTo>
                  <a:pt x="9887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" name="path-235">
            <a:extLst xmlns:a="http://schemas.openxmlformats.org/drawingml/2006/main">
              <a:ext uri="{FF2B5EF4-FFF2-40B4-BE49-F238E27FC236}">
                <a16:creationId xmlns:a16="http://schemas.microsoft.com/office/drawing/2014/main" id="{4E86A039-9307-4829-BAAE-5D9570B8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342" y="2712677"/>
            <a:ext cx="2733776" cy="118654"/>
          </a:xfrm>
          <a:custGeom xmlns:a="http://schemas.openxmlformats.org/drawingml/2006/main">
            <a:pathLst>
              <a:path w="2733776" h="118654">
                <a:moveTo>
                  <a:pt x="0" y="0"/>
                </a:moveTo>
                <a:lnTo>
                  <a:pt x="0" y="118654"/>
                </a:lnTo>
                <a:lnTo>
                  <a:pt x="2733776" y="118654"/>
                </a:lnTo>
                <a:lnTo>
                  <a:pt x="273377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path-236">
            <a:extLst xmlns:a="http://schemas.openxmlformats.org/drawingml/2006/main">
              <a:ext uri="{FF2B5EF4-FFF2-40B4-BE49-F238E27FC236}">
                <a16:creationId xmlns:a16="http://schemas.microsoft.com/office/drawing/2014/main" id="{8E0C3567-57BE-402E-8A81-5AC83B0A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257" y="2701800"/>
            <a:ext cx="2753749" cy="138429"/>
          </a:xfrm>
          <a:custGeom xmlns:a="http://schemas.openxmlformats.org/drawingml/2006/main">
            <a:pathLst>
              <a:path w="2753749" h="138429">
                <a:moveTo>
                  <a:pt x="2753749" y="0"/>
                </a:moveTo>
                <a:lnTo>
                  <a:pt x="2753749" y="138429"/>
                </a:lnTo>
                <a:lnTo>
                  <a:pt x="0" y="138429"/>
                </a:lnTo>
                <a:lnTo>
                  <a:pt x="0" y="0"/>
                </a:lnTo>
                <a:lnTo>
                  <a:pt x="2753749" y="0"/>
                </a:lnTo>
                <a:moveTo>
                  <a:pt x="9887" y="19776"/>
                </a:moveTo>
                <a:lnTo>
                  <a:pt x="19775" y="9888"/>
                </a:lnTo>
                <a:lnTo>
                  <a:pt x="19775" y="128542"/>
                </a:lnTo>
                <a:lnTo>
                  <a:pt x="9887" y="118654"/>
                </a:lnTo>
                <a:lnTo>
                  <a:pt x="2743861" y="118654"/>
                </a:lnTo>
                <a:lnTo>
                  <a:pt x="2733973" y="128542"/>
                </a:lnTo>
                <a:lnTo>
                  <a:pt x="2733973" y="9888"/>
                </a:lnTo>
                <a:lnTo>
                  <a:pt x="2743861" y="19776"/>
                </a:lnTo>
                <a:lnTo>
                  <a:pt x="9887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" name="path-237">
            <a:extLst xmlns:a="http://schemas.openxmlformats.org/drawingml/2006/main">
              <a:ext uri="{FF2B5EF4-FFF2-40B4-BE49-F238E27FC236}">
                <a16:creationId xmlns:a16="http://schemas.microsoft.com/office/drawing/2014/main" id="{289A69C8-729F-48BF-A221-BBEB03C7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7320" y="1101363"/>
            <a:ext cx="218323" cy="1597076"/>
          </a:xfrm>
          <a:custGeom xmlns:a="http://schemas.openxmlformats.org/drawingml/2006/main">
            <a:pathLst>
              <a:path w="218323" h="1597076">
                <a:moveTo>
                  <a:pt x="218323" y="0"/>
                </a:moveTo>
                <a:lnTo>
                  <a:pt x="218323" y="1597076"/>
                </a:lnTo>
                <a:lnTo>
                  <a:pt x="0" y="1597076"/>
                </a:lnTo>
                <a:lnTo>
                  <a:pt x="0" y="0"/>
                </a:lnTo>
                <a:lnTo>
                  <a:pt x="218323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path-238">
            <a:extLst xmlns:a="http://schemas.openxmlformats.org/drawingml/2006/main">
              <a:ext uri="{FF2B5EF4-FFF2-40B4-BE49-F238E27FC236}">
                <a16:creationId xmlns:a16="http://schemas.microsoft.com/office/drawing/2014/main" id="{11AF170F-9420-48DE-BE4B-9C5099DB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444" y="1091080"/>
            <a:ext cx="239285" cy="1617642"/>
          </a:xfrm>
          <a:custGeom xmlns:a="http://schemas.openxmlformats.org/drawingml/2006/main">
            <a:pathLst>
              <a:path w="239285" h="1617642">
                <a:moveTo>
                  <a:pt x="239285" y="1617642"/>
                </a:moveTo>
                <a:lnTo>
                  <a:pt x="0" y="1617642"/>
                </a:lnTo>
                <a:lnTo>
                  <a:pt x="0" y="0"/>
                </a:lnTo>
                <a:lnTo>
                  <a:pt x="239285" y="0"/>
                </a:lnTo>
                <a:lnTo>
                  <a:pt x="239285" y="1617642"/>
                </a:lnTo>
                <a:moveTo>
                  <a:pt x="219510" y="9888"/>
                </a:moveTo>
                <a:lnTo>
                  <a:pt x="229397" y="19776"/>
                </a:lnTo>
                <a:lnTo>
                  <a:pt x="9887" y="19776"/>
                </a:lnTo>
                <a:lnTo>
                  <a:pt x="19775" y="9888"/>
                </a:lnTo>
                <a:lnTo>
                  <a:pt x="19775" y="1607754"/>
                </a:lnTo>
                <a:lnTo>
                  <a:pt x="9887" y="1597867"/>
                </a:lnTo>
                <a:lnTo>
                  <a:pt x="229397" y="1597867"/>
                </a:lnTo>
                <a:lnTo>
                  <a:pt x="219510" y="1607754"/>
                </a:lnTo>
                <a:lnTo>
                  <a:pt x="219510" y="988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text-239 MMVet">
            <a:extLst xmlns:a="http://schemas.openxmlformats.org/drawingml/2006/main">
              <a:ext uri="{FF2B5EF4-FFF2-40B4-BE49-F238E27FC236}">
                <a16:creationId xmlns:a16="http://schemas.microsoft.com/office/drawing/2014/main" id="{D658ED52-847B-41BA-B38E-E228FBEE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3505" y="2705601"/>
            <a:ext cx="429298" cy="166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MMVet</a:t>
            </a:r>
          </a:p>
        </p:txBody>
      </p:sp>
      <p:sp>
        <p:nvSpPr>
          <p:cNvPr id="494" name="text-240 BLINK">
            <a:extLst xmlns:a="http://schemas.openxmlformats.org/drawingml/2006/main">
              <a:ext uri="{FF2B5EF4-FFF2-40B4-BE49-F238E27FC236}">
                <a16:creationId xmlns:a16="http://schemas.microsoft.com/office/drawing/2014/main" id="{A51E3FE5-7151-43B9-A89C-B5B63F7E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1247" y="2710313"/>
            <a:ext cx="394493" cy="166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BLINK</a:t>
            </a:r>
          </a:p>
        </p:txBody>
      </p:sp>
      <p:sp>
        <p:nvSpPr>
          <p:cNvPr id="495" name="text-241 Convbench">
            <a:extLst xmlns:a="http://schemas.openxmlformats.org/drawingml/2006/main">
              <a:ext uri="{FF2B5EF4-FFF2-40B4-BE49-F238E27FC236}">
                <a16:creationId xmlns:a16="http://schemas.microsoft.com/office/drawing/2014/main" id="{9E8A029C-090E-4015-A697-668FDEE2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3187" y="2709674"/>
            <a:ext cx="602091" cy="166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Convbench</a:t>
            </a:r>
          </a:p>
        </p:txBody>
      </p:sp>
      <p:sp>
        <p:nvSpPr>
          <p:cNvPr id="496" name="text-242 MMDU(Ours)">
            <a:extLst xmlns:a="http://schemas.openxmlformats.org/drawingml/2006/main">
              <a:ext uri="{FF2B5EF4-FFF2-40B4-BE49-F238E27FC236}">
                <a16:creationId xmlns:a16="http://schemas.microsoft.com/office/drawing/2014/main" id="{7603242E-A062-440D-A3ED-0A34879D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78299" y="2709685"/>
            <a:ext cx="761903" cy="166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MMDU(Ours)</a:t>
            </a:r>
          </a:p>
        </p:txBody>
      </p:sp>
      <p:sp>
        <p:nvSpPr>
          <p:cNvPr id="497" name="text-243 Datasets">
            <a:extLst xmlns:a="http://schemas.openxmlformats.org/drawingml/2006/main">
              <a:ext uri="{FF2B5EF4-FFF2-40B4-BE49-F238E27FC236}">
                <a16:creationId xmlns:a16="http://schemas.microsoft.com/office/drawing/2014/main" id="{FC4982BE-DDF8-4A2F-BBD5-CAA8FD31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4283" y="2865380"/>
            <a:ext cx="865969" cy="27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Datasets</a:t>
            </a:r>
          </a:p>
        </p:txBody>
      </p:sp>
      <p:sp>
        <p:nvSpPr>
          <p:cNvPr id="498" name="text-244 Average">
            <a:extLst xmlns:a="http://schemas.openxmlformats.org/drawingml/2006/main">
              <a:ext uri="{FF2B5EF4-FFF2-40B4-BE49-F238E27FC236}">
                <a16:creationId xmlns:a16="http://schemas.microsoft.com/office/drawing/2014/main" id="{9C9A0B08-93A2-484F-8C9F-26C55873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9475995" y="2019456"/>
            <a:ext cx="545551" cy="190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</a:t>
            </a:r>
          </a:p>
        </p:txBody>
      </p:sp>
      <p:sp>
        <p:nvSpPr>
          <p:cNvPr id="499" name="text-244 Tokens">
            <a:extLst xmlns:a="http://schemas.openxmlformats.org/drawingml/2006/main">
              <a:ext uri="{FF2B5EF4-FFF2-40B4-BE49-F238E27FC236}">
                <a16:creationId xmlns:a16="http://schemas.microsoft.com/office/drawing/2014/main" id="{0063EF12-A1EA-4090-9DC3-0D1C525A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9513897" y="1402135"/>
            <a:ext cx="470251" cy="18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Tokens</a:t>
            </a:r>
          </a:p>
        </p:txBody>
      </p:sp>
      <p:sp>
        <p:nvSpPr>
          <p:cNvPr id="500" name="text-245 0">
            <a:extLst xmlns:a="http://schemas.openxmlformats.org/drawingml/2006/main">
              <a:ext uri="{FF2B5EF4-FFF2-40B4-BE49-F238E27FC236}">
                <a16:creationId xmlns:a16="http://schemas.microsoft.com/office/drawing/2014/main" id="{34F55081-2254-4E89-9566-B24B0B04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4108" y="2621719"/>
            <a:ext cx="78929" cy="1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501" name="text-246 20^2">
            <a:extLst xmlns:a="http://schemas.openxmlformats.org/drawingml/2006/main">
              <a:ext uri="{FF2B5EF4-FFF2-40B4-BE49-F238E27FC236}">
                <a16:creationId xmlns:a16="http://schemas.microsoft.com/office/drawing/2014/main" id="{55819E42-F381-42BB-910F-44CBA3B3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0623" y="2269525"/>
            <a:ext cx="256764" cy="13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20^2</a:t>
            </a:r>
          </a:p>
        </p:txBody>
      </p:sp>
      <p:sp>
        <p:nvSpPr>
          <p:cNvPr id="502" name="text-247 40^2">
            <a:extLst xmlns:a="http://schemas.openxmlformats.org/drawingml/2006/main">
              <a:ext uri="{FF2B5EF4-FFF2-40B4-BE49-F238E27FC236}">
                <a16:creationId xmlns:a16="http://schemas.microsoft.com/office/drawing/2014/main" id="{0E987239-A57F-40E3-BB3F-0988B0F4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0623" y="1925430"/>
            <a:ext cx="256764" cy="13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40^2</a:t>
            </a:r>
          </a:p>
        </p:txBody>
      </p:sp>
      <p:sp>
        <p:nvSpPr>
          <p:cNvPr id="503" name="text-248 60^2">
            <a:extLst xmlns:a="http://schemas.openxmlformats.org/drawingml/2006/main">
              <a:ext uri="{FF2B5EF4-FFF2-40B4-BE49-F238E27FC236}">
                <a16:creationId xmlns:a16="http://schemas.microsoft.com/office/drawing/2014/main" id="{DF9302D5-7818-46C2-86B2-DEDB0459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0623" y="1584301"/>
            <a:ext cx="256764" cy="13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60^2</a:t>
            </a:r>
          </a:p>
        </p:txBody>
      </p:sp>
      <p:sp>
        <p:nvSpPr>
          <p:cNvPr id="504" name="text-249 Average">
            <a:extLst xmlns:a="http://schemas.openxmlformats.org/drawingml/2006/main">
              <a:ext uri="{FF2B5EF4-FFF2-40B4-BE49-F238E27FC236}">
                <a16:creationId xmlns:a16="http://schemas.microsoft.com/office/drawing/2014/main" id="{D985B884-ABF3-4D32-B729-C2B42EC0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6044" y="709730"/>
            <a:ext cx="792963" cy="276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</a:t>
            </a:r>
          </a:p>
        </p:txBody>
      </p:sp>
      <p:sp>
        <p:nvSpPr>
          <p:cNvPr id="505" name="text-249 Text">
            <a:extLst xmlns:a="http://schemas.openxmlformats.org/drawingml/2006/main">
              <a:ext uri="{FF2B5EF4-FFF2-40B4-BE49-F238E27FC236}">
                <a16:creationId xmlns:a16="http://schemas.microsoft.com/office/drawing/2014/main" id="{00BD3C50-47DF-4FA9-9D4F-504967AD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3762" y="709400"/>
            <a:ext cx="488229" cy="276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506" name="text-249 Token">
            <a:extLst xmlns:a="http://schemas.openxmlformats.org/drawingml/2006/main">
              <a:ext uri="{FF2B5EF4-FFF2-40B4-BE49-F238E27FC236}">
                <a16:creationId xmlns:a16="http://schemas.microsoft.com/office/drawing/2014/main" id="{38D2BE14-05BB-4B5C-808E-A86AFBEE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5950" y="709482"/>
            <a:ext cx="592427" cy="276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Token</a:t>
            </a:r>
          </a:p>
        </p:txBody>
      </p:sp>
      <p:sp>
        <p:nvSpPr>
          <p:cNvPr id="507" name="text-249 Length">
            <a:extLst xmlns:a="http://schemas.openxmlformats.org/drawingml/2006/main">
              <a:ext uri="{FF2B5EF4-FFF2-40B4-BE49-F238E27FC236}">
                <a16:creationId xmlns:a16="http://schemas.microsoft.com/office/drawing/2014/main" id="{24B79125-36DA-466B-8A73-A3C6417C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2948" y="709500"/>
            <a:ext cx="668348" cy="276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Length</a:t>
            </a:r>
          </a:p>
        </p:txBody>
      </p:sp>
      <p:sp>
        <p:nvSpPr>
          <p:cNvPr id="508" name="native-gain-arrow-blue-0">
            <a:extLst xmlns:a="http://schemas.openxmlformats.org/drawingml/2006/main">
              <a:ext uri="{FF2B5EF4-FFF2-40B4-BE49-F238E27FC236}">
                <a16:creationId xmlns:a16="http://schemas.microsoft.com/office/drawing/2014/main" id="{3C55CE10-4D03-4830-A414-7A68660B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508" y="2277342"/>
            <a:ext cx="325267" cy="144365"/>
          </a:xfrm>
          <a:custGeom xmlns:a="http://schemas.openxmlformats.org/drawingml/2006/main">
            <a:pathLst>
              <a:path w="325267" h="144365">
                <a:moveTo>
                  <a:pt x="325267" y="59059"/>
                </a:moveTo>
                <a:lnTo>
                  <a:pt x="305751" y="39372"/>
                </a:lnTo>
                <a:lnTo>
                  <a:pt x="299245" y="39372"/>
                </a:lnTo>
                <a:lnTo>
                  <a:pt x="279729" y="19686"/>
                </a:lnTo>
                <a:lnTo>
                  <a:pt x="273224" y="19686"/>
                </a:lnTo>
                <a:lnTo>
                  <a:pt x="253708" y="0"/>
                </a:lnTo>
                <a:lnTo>
                  <a:pt x="247203" y="0"/>
                </a:lnTo>
                <a:lnTo>
                  <a:pt x="247203" y="19686"/>
                </a:lnTo>
                <a:lnTo>
                  <a:pt x="240697" y="26248"/>
                </a:lnTo>
                <a:lnTo>
                  <a:pt x="156128" y="26248"/>
                </a:lnTo>
                <a:lnTo>
                  <a:pt x="149623" y="32810"/>
                </a:lnTo>
                <a:lnTo>
                  <a:pt x="130107" y="32810"/>
                </a:lnTo>
                <a:lnTo>
                  <a:pt x="123601" y="39372"/>
                </a:lnTo>
                <a:lnTo>
                  <a:pt x="110591" y="39372"/>
                </a:lnTo>
                <a:lnTo>
                  <a:pt x="104085" y="45934"/>
                </a:lnTo>
                <a:lnTo>
                  <a:pt x="97580" y="45934"/>
                </a:lnTo>
                <a:lnTo>
                  <a:pt x="91075" y="52496"/>
                </a:lnTo>
                <a:lnTo>
                  <a:pt x="84569" y="52496"/>
                </a:lnTo>
                <a:lnTo>
                  <a:pt x="78064" y="59059"/>
                </a:lnTo>
                <a:lnTo>
                  <a:pt x="71559" y="59059"/>
                </a:lnTo>
                <a:lnTo>
                  <a:pt x="58548" y="72183"/>
                </a:lnTo>
                <a:lnTo>
                  <a:pt x="52043" y="72183"/>
                </a:lnTo>
                <a:lnTo>
                  <a:pt x="19516" y="104993"/>
                </a:lnTo>
                <a:lnTo>
                  <a:pt x="19516" y="111555"/>
                </a:lnTo>
                <a:lnTo>
                  <a:pt x="6505" y="124679"/>
                </a:lnTo>
                <a:lnTo>
                  <a:pt x="6505" y="131241"/>
                </a:lnTo>
                <a:lnTo>
                  <a:pt x="0" y="137803"/>
                </a:lnTo>
                <a:lnTo>
                  <a:pt x="6505" y="144365"/>
                </a:lnTo>
                <a:lnTo>
                  <a:pt x="13011" y="144365"/>
                </a:lnTo>
                <a:lnTo>
                  <a:pt x="19516" y="137803"/>
                </a:lnTo>
                <a:lnTo>
                  <a:pt x="19516" y="131241"/>
                </a:lnTo>
                <a:lnTo>
                  <a:pt x="78064" y="72183"/>
                </a:lnTo>
                <a:lnTo>
                  <a:pt x="84569" y="72183"/>
                </a:lnTo>
                <a:lnTo>
                  <a:pt x="91075" y="65621"/>
                </a:lnTo>
                <a:lnTo>
                  <a:pt x="97580" y="65621"/>
                </a:lnTo>
                <a:lnTo>
                  <a:pt x="104085" y="59059"/>
                </a:lnTo>
                <a:lnTo>
                  <a:pt x="110591" y="59059"/>
                </a:lnTo>
                <a:lnTo>
                  <a:pt x="117096" y="52496"/>
                </a:lnTo>
                <a:lnTo>
                  <a:pt x="130107" y="52496"/>
                </a:lnTo>
                <a:lnTo>
                  <a:pt x="136612" y="45934"/>
                </a:lnTo>
                <a:lnTo>
                  <a:pt x="156128" y="45934"/>
                </a:lnTo>
                <a:lnTo>
                  <a:pt x="162633" y="39372"/>
                </a:lnTo>
                <a:lnTo>
                  <a:pt x="234192" y="39372"/>
                </a:lnTo>
                <a:lnTo>
                  <a:pt x="240697" y="45934"/>
                </a:lnTo>
                <a:lnTo>
                  <a:pt x="240697" y="52496"/>
                </a:lnTo>
                <a:lnTo>
                  <a:pt x="227687" y="65621"/>
                </a:lnTo>
                <a:lnTo>
                  <a:pt x="227687" y="72183"/>
                </a:lnTo>
                <a:lnTo>
                  <a:pt x="234192" y="65621"/>
                </a:lnTo>
                <a:lnTo>
                  <a:pt x="286235" y="65621"/>
                </a:lnTo>
                <a:lnTo>
                  <a:pt x="292740" y="59059"/>
                </a:lnTo>
                <a:close/>
              </a:path>
            </a:pathLst>
          </a:custGeom>
          <a:solidFill xmlns:a="http://schemas.openxmlformats.org/drawingml/2006/main">
            <a:srgbClr val="77A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native-gain-arrow-yellow-0">
            <a:extLst xmlns:a="http://schemas.openxmlformats.org/drawingml/2006/main">
              <a:ext uri="{FF2B5EF4-FFF2-40B4-BE49-F238E27FC236}">
                <a16:creationId xmlns:a16="http://schemas.microsoft.com/office/drawing/2014/main" id="{BC616E56-CB80-4E67-83BF-C45162A7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608" y="2051590"/>
            <a:ext cx="344582" cy="233396"/>
          </a:xfrm>
          <a:custGeom xmlns:a="http://schemas.openxmlformats.org/drawingml/2006/main">
            <a:pathLst>
              <a:path w="344582" h="233396">
                <a:moveTo>
                  <a:pt x="344582" y="45383"/>
                </a:moveTo>
                <a:lnTo>
                  <a:pt x="338081" y="38899"/>
                </a:lnTo>
                <a:lnTo>
                  <a:pt x="325078" y="38899"/>
                </a:lnTo>
                <a:lnTo>
                  <a:pt x="318576" y="32416"/>
                </a:lnTo>
                <a:lnTo>
                  <a:pt x="305573" y="32416"/>
                </a:lnTo>
                <a:lnTo>
                  <a:pt x="299072" y="25933"/>
                </a:lnTo>
                <a:lnTo>
                  <a:pt x="292570" y="25933"/>
                </a:lnTo>
                <a:lnTo>
                  <a:pt x="286068" y="19450"/>
                </a:lnTo>
                <a:lnTo>
                  <a:pt x="273065" y="19450"/>
                </a:lnTo>
                <a:lnTo>
                  <a:pt x="266564" y="12966"/>
                </a:lnTo>
                <a:lnTo>
                  <a:pt x="260062" y="12966"/>
                </a:lnTo>
                <a:lnTo>
                  <a:pt x="253561" y="6483"/>
                </a:lnTo>
                <a:lnTo>
                  <a:pt x="240558" y="6483"/>
                </a:lnTo>
                <a:lnTo>
                  <a:pt x="234056" y="0"/>
                </a:lnTo>
                <a:lnTo>
                  <a:pt x="234056" y="12966"/>
                </a:lnTo>
                <a:lnTo>
                  <a:pt x="240558" y="19450"/>
                </a:lnTo>
                <a:lnTo>
                  <a:pt x="240558" y="25933"/>
                </a:lnTo>
                <a:lnTo>
                  <a:pt x="247059" y="32416"/>
                </a:lnTo>
                <a:lnTo>
                  <a:pt x="240558" y="38899"/>
                </a:lnTo>
                <a:lnTo>
                  <a:pt x="214551" y="38899"/>
                </a:lnTo>
                <a:lnTo>
                  <a:pt x="208050" y="45383"/>
                </a:lnTo>
                <a:lnTo>
                  <a:pt x="188545" y="45383"/>
                </a:lnTo>
                <a:lnTo>
                  <a:pt x="182044" y="51866"/>
                </a:lnTo>
                <a:lnTo>
                  <a:pt x="169040" y="51866"/>
                </a:lnTo>
                <a:lnTo>
                  <a:pt x="162539" y="58349"/>
                </a:lnTo>
                <a:lnTo>
                  <a:pt x="149536" y="58349"/>
                </a:lnTo>
                <a:lnTo>
                  <a:pt x="143034" y="64832"/>
                </a:lnTo>
                <a:lnTo>
                  <a:pt x="136533" y="64832"/>
                </a:lnTo>
                <a:lnTo>
                  <a:pt x="130031" y="71316"/>
                </a:lnTo>
                <a:lnTo>
                  <a:pt x="123530" y="71316"/>
                </a:lnTo>
                <a:lnTo>
                  <a:pt x="117028" y="77799"/>
                </a:lnTo>
                <a:lnTo>
                  <a:pt x="110526" y="77799"/>
                </a:lnTo>
                <a:lnTo>
                  <a:pt x="97523" y="90765"/>
                </a:lnTo>
                <a:lnTo>
                  <a:pt x="91022" y="90765"/>
                </a:lnTo>
                <a:lnTo>
                  <a:pt x="39009" y="142631"/>
                </a:lnTo>
                <a:lnTo>
                  <a:pt x="39009" y="149114"/>
                </a:lnTo>
                <a:lnTo>
                  <a:pt x="26006" y="162081"/>
                </a:lnTo>
                <a:lnTo>
                  <a:pt x="26006" y="168564"/>
                </a:lnTo>
                <a:lnTo>
                  <a:pt x="19505" y="175047"/>
                </a:lnTo>
                <a:lnTo>
                  <a:pt x="19505" y="181531"/>
                </a:lnTo>
                <a:lnTo>
                  <a:pt x="13003" y="188014"/>
                </a:lnTo>
                <a:lnTo>
                  <a:pt x="13003" y="200980"/>
                </a:lnTo>
                <a:lnTo>
                  <a:pt x="6502" y="207464"/>
                </a:lnTo>
                <a:lnTo>
                  <a:pt x="6502" y="220430"/>
                </a:lnTo>
                <a:lnTo>
                  <a:pt x="0" y="226913"/>
                </a:lnTo>
                <a:lnTo>
                  <a:pt x="0" y="233396"/>
                </a:lnTo>
                <a:lnTo>
                  <a:pt x="19505" y="233396"/>
                </a:lnTo>
                <a:lnTo>
                  <a:pt x="19505" y="226913"/>
                </a:lnTo>
                <a:lnTo>
                  <a:pt x="26006" y="220430"/>
                </a:lnTo>
                <a:lnTo>
                  <a:pt x="26006" y="207464"/>
                </a:lnTo>
                <a:lnTo>
                  <a:pt x="32508" y="200980"/>
                </a:lnTo>
                <a:lnTo>
                  <a:pt x="32508" y="194497"/>
                </a:lnTo>
                <a:lnTo>
                  <a:pt x="39009" y="188014"/>
                </a:lnTo>
                <a:lnTo>
                  <a:pt x="39009" y="181531"/>
                </a:lnTo>
                <a:lnTo>
                  <a:pt x="45511" y="175047"/>
                </a:lnTo>
                <a:lnTo>
                  <a:pt x="45511" y="168564"/>
                </a:lnTo>
                <a:lnTo>
                  <a:pt x="52012" y="162081"/>
                </a:lnTo>
                <a:lnTo>
                  <a:pt x="52012" y="155598"/>
                </a:lnTo>
                <a:lnTo>
                  <a:pt x="104025" y="103732"/>
                </a:lnTo>
                <a:lnTo>
                  <a:pt x="110526" y="103732"/>
                </a:lnTo>
                <a:lnTo>
                  <a:pt x="123530" y="90765"/>
                </a:lnTo>
                <a:lnTo>
                  <a:pt x="130031" y="90765"/>
                </a:lnTo>
                <a:lnTo>
                  <a:pt x="136533" y="84282"/>
                </a:lnTo>
                <a:lnTo>
                  <a:pt x="143034" y="84282"/>
                </a:lnTo>
                <a:lnTo>
                  <a:pt x="149536" y="77799"/>
                </a:lnTo>
                <a:lnTo>
                  <a:pt x="156037" y="77799"/>
                </a:lnTo>
                <a:lnTo>
                  <a:pt x="162539" y="71316"/>
                </a:lnTo>
                <a:lnTo>
                  <a:pt x="175542" y="71316"/>
                </a:lnTo>
                <a:lnTo>
                  <a:pt x="182044" y="64832"/>
                </a:lnTo>
                <a:lnTo>
                  <a:pt x="201548" y="64832"/>
                </a:lnTo>
                <a:lnTo>
                  <a:pt x="208050" y="58349"/>
                </a:lnTo>
                <a:lnTo>
                  <a:pt x="234056" y="58349"/>
                </a:lnTo>
                <a:lnTo>
                  <a:pt x="240558" y="51866"/>
                </a:lnTo>
                <a:lnTo>
                  <a:pt x="247059" y="58349"/>
                </a:lnTo>
                <a:lnTo>
                  <a:pt x="247059" y="64832"/>
                </a:lnTo>
                <a:lnTo>
                  <a:pt x="240558" y="71316"/>
                </a:lnTo>
                <a:lnTo>
                  <a:pt x="240558" y="77799"/>
                </a:lnTo>
                <a:lnTo>
                  <a:pt x="234056" y="84282"/>
                </a:lnTo>
                <a:lnTo>
                  <a:pt x="247059" y="84282"/>
                </a:lnTo>
                <a:lnTo>
                  <a:pt x="253561" y="77799"/>
                </a:lnTo>
                <a:lnTo>
                  <a:pt x="266564" y="77799"/>
                </a:lnTo>
                <a:lnTo>
                  <a:pt x="273065" y="71316"/>
                </a:lnTo>
                <a:lnTo>
                  <a:pt x="279567" y="71316"/>
                </a:lnTo>
                <a:lnTo>
                  <a:pt x="286068" y="64832"/>
                </a:lnTo>
                <a:lnTo>
                  <a:pt x="299072" y="64832"/>
                </a:lnTo>
                <a:lnTo>
                  <a:pt x="305573" y="58349"/>
                </a:lnTo>
                <a:lnTo>
                  <a:pt x="312075" y="58349"/>
                </a:lnTo>
                <a:lnTo>
                  <a:pt x="318576" y="51866"/>
                </a:lnTo>
                <a:lnTo>
                  <a:pt x="331579" y="51866"/>
                </a:lnTo>
                <a:lnTo>
                  <a:pt x="338081" y="45383"/>
                </a:lnTo>
                <a:close/>
              </a:path>
            </a:pathLst>
          </a:custGeom>
          <a:solidFill xmlns:a="http://schemas.openxmlformats.org/drawingml/2006/main">
            <a:srgbClr val="DFC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native-gain-arrow-green-0">
            <a:extLst xmlns:a="http://schemas.openxmlformats.org/drawingml/2006/main">
              <a:ext uri="{FF2B5EF4-FFF2-40B4-BE49-F238E27FC236}">
                <a16:creationId xmlns:a16="http://schemas.microsoft.com/office/drawing/2014/main" id="{471B7A7D-EDF4-451C-BCB4-7AFBCBAC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0201" y="1412271"/>
            <a:ext cx="408701" cy="372287"/>
          </a:xfrm>
          <a:custGeom xmlns:a="http://schemas.openxmlformats.org/drawingml/2006/main">
            <a:pathLst>
              <a:path w="408701" h="372287">
                <a:moveTo>
                  <a:pt x="408701" y="58782"/>
                </a:moveTo>
                <a:lnTo>
                  <a:pt x="402214" y="52251"/>
                </a:lnTo>
                <a:lnTo>
                  <a:pt x="389239" y="52251"/>
                </a:lnTo>
                <a:lnTo>
                  <a:pt x="382752" y="45719"/>
                </a:lnTo>
                <a:lnTo>
                  <a:pt x="376264" y="45719"/>
                </a:lnTo>
                <a:lnTo>
                  <a:pt x="369777" y="39188"/>
                </a:lnTo>
                <a:lnTo>
                  <a:pt x="363290" y="39188"/>
                </a:lnTo>
                <a:lnTo>
                  <a:pt x="356802" y="32657"/>
                </a:lnTo>
                <a:lnTo>
                  <a:pt x="343828" y="32657"/>
                </a:lnTo>
                <a:lnTo>
                  <a:pt x="337340" y="26125"/>
                </a:lnTo>
                <a:lnTo>
                  <a:pt x="330853" y="26125"/>
                </a:lnTo>
                <a:lnTo>
                  <a:pt x="324366" y="19594"/>
                </a:lnTo>
                <a:lnTo>
                  <a:pt x="311391" y="19594"/>
                </a:lnTo>
                <a:lnTo>
                  <a:pt x="304904" y="13063"/>
                </a:lnTo>
                <a:lnTo>
                  <a:pt x="298416" y="13063"/>
                </a:lnTo>
                <a:lnTo>
                  <a:pt x="291929" y="6531"/>
                </a:lnTo>
                <a:lnTo>
                  <a:pt x="285442" y="6531"/>
                </a:lnTo>
                <a:lnTo>
                  <a:pt x="278955" y="0"/>
                </a:lnTo>
                <a:lnTo>
                  <a:pt x="272467" y="0"/>
                </a:lnTo>
                <a:lnTo>
                  <a:pt x="278955" y="6531"/>
                </a:lnTo>
                <a:lnTo>
                  <a:pt x="278955" y="19594"/>
                </a:lnTo>
                <a:lnTo>
                  <a:pt x="285442" y="26125"/>
                </a:lnTo>
                <a:lnTo>
                  <a:pt x="285442" y="39188"/>
                </a:lnTo>
                <a:lnTo>
                  <a:pt x="291929" y="45719"/>
                </a:lnTo>
                <a:lnTo>
                  <a:pt x="278955" y="58782"/>
                </a:lnTo>
                <a:lnTo>
                  <a:pt x="259493" y="58782"/>
                </a:lnTo>
                <a:lnTo>
                  <a:pt x="253005" y="65314"/>
                </a:lnTo>
                <a:lnTo>
                  <a:pt x="240031" y="65314"/>
                </a:lnTo>
                <a:lnTo>
                  <a:pt x="233543" y="71845"/>
                </a:lnTo>
                <a:lnTo>
                  <a:pt x="227056" y="71845"/>
                </a:lnTo>
                <a:lnTo>
                  <a:pt x="220569" y="78376"/>
                </a:lnTo>
                <a:lnTo>
                  <a:pt x="207594" y="78376"/>
                </a:lnTo>
                <a:lnTo>
                  <a:pt x="194619" y="91439"/>
                </a:lnTo>
                <a:lnTo>
                  <a:pt x="188132" y="91439"/>
                </a:lnTo>
                <a:lnTo>
                  <a:pt x="181645" y="97970"/>
                </a:lnTo>
                <a:lnTo>
                  <a:pt x="175158" y="97970"/>
                </a:lnTo>
                <a:lnTo>
                  <a:pt x="168670" y="104502"/>
                </a:lnTo>
                <a:lnTo>
                  <a:pt x="162183" y="104502"/>
                </a:lnTo>
                <a:lnTo>
                  <a:pt x="142721" y="124096"/>
                </a:lnTo>
                <a:lnTo>
                  <a:pt x="136234" y="124096"/>
                </a:lnTo>
                <a:lnTo>
                  <a:pt x="84335" y="176347"/>
                </a:lnTo>
                <a:lnTo>
                  <a:pt x="84335" y="182878"/>
                </a:lnTo>
                <a:lnTo>
                  <a:pt x="64873" y="202472"/>
                </a:lnTo>
                <a:lnTo>
                  <a:pt x="64873" y="209003"/>
                </a:lnTo>
                <a:lnTo>
                  <a:pt x="58386" y="215535"/>
                </a:lnTo>
                <a:lnTo>
                  <a:pt x="58386" y="222066"/>
                </a:lnTo>
                <a:lnTo>
                  <a:pt x="45411" y="235129"/>
                </a:lnTo>
                <a:lnTo>
                  <a:pt x="45411" y="241660"/>
                </a:lnTo>
                <a:lnTo>
                  <a:pt x="38924" y="248191"/>
                </a:lnTo>
                <a:lnTo>
                  <a:pt x="38924" y="254723"/>
                </a:lnTo>
                <a:lnTo>
                  <a:pt x="32437" y="261254"/>
                </a:lnTo>
                <a:lnTo>
                  <a:pt x="32437" y="274317"/>
                </a:lnTo>
                <a:lnTo>
                  <a:pt x="25949" y="280848"/>
                </a:lnTo>
                <a:lnTo>
                  <a:pt x="25949" y="287380"/>
                </a:lnTo>
                <a:lnTo>
                  <a:pt x="19462" y="293911"/>
                </a:lnTo>
                <a:lnTo>
                  <a:pt x="19462" y="306974"/>
                </a:lnTo>
                <a:lnTo>
                  <a:pt x="12975" y="313505"/>
                </a:lnTo>
                <a:lnTo>
                  <a:pt x="12975" y="326568"/>
                </a:lnTo>
                <a:lnTo>
                  <a:pt x="6487" y="333099"/>
                </a:lnTo>
                <a:lnTo>
                  <a:pt x="6487" y="352693"/>
                </a:lnTo>
                <a:lnTo>
                  <a:pt x="0" y="359224"/>
                </a:lnTo>
                <a:lnTo>
                  <a:pt x="0" y="372287"/>
                </a:lnTo>
                <a:lnTo>
                  <a:pt x="19462" y="372287"/>
                </a:lnTo>
                <a:lnTo>
                  <a:pt x="25949" y="365756"/>
                </a:lnTo>
                <a:lnTo>
                  <a:pt x="25949" y="346162"/>
                </a:lnTo>
                <a:lnTo>
                  <a:pt x="32437" y="339630"/>
                </a:lnTo>
                <a:lnTo>
                  <a:pt x="32437" y="326568"/>
                </a:lnTo>
                <a:lnTo>
                  <a:pt x="38924" y="320036"/>
                </a:lnTo>
                <a:lnTo>
                  <a:pt x="38924" y="306974"/>
                </a:lnTo>
                <a:lnTo>
                  <a:pt x="45411" y="300442"/>
                </a:lnTo>
                <a:lnTo>
                  <a:pt x="45411" y="287380"/>
                </a:lnTo>
                <a:lnTo>
                  <a:pt x="51899" y="280848"/>
                </a:lnTo>
                <a:lnTo>
                  <a:pt x="51899" y="274317"/>
                </a:lnTo>
                <a:lnTo>
                  <a:pt x="58386" y="267785"/>
                </a:lnTo>
                <a:lnTo>
                  <a:pt x="58386" y="261254"/>
                </a:lnTo>
                <a:lnTo>
                  <a:pt x="64873" y="254723"/>
                </a:lnTo>
                <a:lnTo>
                  <a:pt x="64873" y="248191"/>
                </a:lnTo>
                <a:lnTo>
                  <a:pt x="77848" y="235129"/>
                </a:lnTo>
                <a:lnTo>
                  <a:pt x="77848" y="228597"/>
                </a:lnTo>
                <a:lnTo>
                  <a:pt x="84335" y="222066"/>
                </a:lnTo>
                <a:lnTo>
                  <a:pt x="84335" y="215535"/>
                </a:lnTo>
                <a:lnTo>
                  <a:pt x="110284" y="189409"/>
                </a:lnTo>
                <a:lnTo>
                  <a:pt x="110284" y="182878"/>
                </a:lnTo>
                <a:lnTo>
                  <a:pt x="136234" y="156752"/>
                </a:lnTo>
                <a:lnTo>
                  <a:pt x="142721" y="156752"/>
                </a:lnTo>
                <a:lnTo>
                  <a:pt x="168670" y="130627"/>
                </a:lnTo>
                <a:lnTo>
                  <a:pt x="175158" y="130627"/>
                </a:lnTo>
                <a:lnTo>
                  <a:pt x="181645" y="124096"/>
                </a:lnTo>
                <a:lnTo>
                  <a:pt x="188132" y="124096"/>
                </a:lnTo>
                <a:lnTo>
                  <a:pt x="201107" y="111033"/>
                </a:lnTo>
                <a:lnTo>
                  <a:pt x="207594" y="111033"/>
                </a:lnTo>
                <a:lnTo>
                  <a:pt x="214081" y="104502"/>
                </a:lnTo>
                <a:lnTo>
                  <a:pt x="227056" y="104502"/>
                </a:lnTo>
                <a:lnTo>
                  <a:pt x="233543" y="97970"/>
                </a:lnTo>
                <a:lnTo>
                  <a:pt x="240031" y="97970"/>
                </a:lnTo>
                <a:lnTo>
                  <a:pt x="246518" y="91439"/>
                </a:lnTo>
                <a:lnTo>
                  <a:pt x="259493" y="91439"/>
                </a:lnTo>
                <a:lnTo>
                  <a:pt x="265980" y="84908"/>
                </a:lnTo>
                <a:lnTo>
                  <a:pt x="285442" y="84908"/>
                </a:lnTo>
                <a:lnTo>
                  <a:pt x="291929" y="91439"/>
                </a:lnTo>
                <a:lnTo>
                  <a:pt x="285442" y="97970"/>
                </a:lnTo>
                <a:lnTo>
                  <a:pt x="285442" y="111033"/>
                </a:lnTo>
                <a:lnTo>
                  <a:pt x="278955" y="117564"/>
                </a:lnTo>
                <a:lnTo>
                  <a:pt x="278955" y="130627"/>
                </a:lnTo>
                <a:lnTo>
                  <a:pt x="285442" y="124096"/>
                </a:lnTo>
                <a:lnTo>
                  <a:pt x="291929" y="124096"/>
                </a:lnTo>
                <a:lnTo>
                  <a:pt x="298416" y="117564"/>
                </a:lnTo>
                <a:lnTo>
                  <a:pt x="304904" y="117564"/>
                </a:lnTo>
                <a:lnTo>
                  <a:pt x="311391" y="111033"/>
                </a:lnTo>
                <a:lnTo>
                  <a:pt x="317878" y="111033"/>
                </a:lnTo>
                <a:lnTo>
                  <a:pt x="330853" y="97970"/>
                </a:lnTo>
                <a:lnTo>
                  <a:pt x="337340" y="97970"/>
                </a:lnTo>
                <a:lnTo>
                  <a:pt x="343828" y="91439"/>
                </a:lnTo>
                <a:lnTo>
                  <a:pt x="350315" y="91439"/>
                </a:lnTo>
                <a:lnTo>
                  <a:pt x="356802" y="84908"/>
                </a:lnTo>
                <a:lnTo>
                  <a:pt x="363290" y="84908"/>
                </a:lnTo>
                <a:lnTo>
                  <a:pt x="376264" y="71845"/>
                </a:lnTo>
                <a:lnTo>
                  <a:pt x="382752" y="71845"/>
                </a:lnTo>
                <a:lnTo>
                  <a:pt x="389239" y="65314"/>
                </a:lnTo>
                <a:lnTo>
                  <a:pt x="395726" y="65314"/>
                </a:lnTo>
                <a:lnTo>
                  <a:pt x="402214" y="58782"/>
                </a:lnTo>
                <a:close/>
              </a:path>
            </a:pathLst>
          </a:custGeom>
          <a:solidFill xmlns:a="http://schemas.openxmlformats.org/drawingml/2006/main">
            <a:srgbClr val="82B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text-253 +65">
            <a:extLst xmlns:a="http://schemas.openxmlformats.org/drawingml/2006/main">
              <a:ext uri="{FF2B5EF4-FFF2-40B4-BE49-F238E27FC236}">
                <a16:creationId xmlns:a16="http://schemas.microsoft.com/office/drawing/2014/main" id="{186B48DF-4578-4F1A-AFDF-517CA681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3105" y="2119648"/>
            <a:ext cx="298812" cy="22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+65</a:t>
            </a:r>
          </a:p>
        </p:txBody>
      </p:sp>
      <p:sp>
        <p:nvSpPr>
          <p:cNvPr id="512" name="text-254 +910">
            <a:extLst xmlns:a="http://schemas.openxmlformats.org/drawingml/2006/main">
              <a:ext uri="{FF2B5EF4-FFF2-40B4-BE49-F238E27FC236}">
                <a16:creationId xmlns:a16="http://schemas.microsoft.com/office/drawing/2014/main" id="{E2A8F8C7-F5DA-4F48-82F0-555ECBAC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0328" y="1891393"/>
            <a:ext cx="369976" cy="222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+910</a:t>
            </a:r>
          </a:p>
        </p:txBody>
      </p:sp>
      <p:sp>
        <p:nvSpPr>
          <p:cNvPr id="513" name="text-255 +5.4k">
            <a:extLst xmlns:a="http://schemas.openxmlformats.org/drawingml/2006/main">
              <a:ext uri="{FF2B5EF4-FFF2-40B4-BE49-F238E27FC236}">
                <a16:creationId xmlns:a16="http://schemas.microsoft.com/office/drawing/2014/main" id="{146E07A4-6B4C-49CB-8322-20FE5704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1076" y="1312058"/>
            <a:ext cx="473468" cy="222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+5.4k</a:t>
            </a:r>
          </a:p>
        </p:txBody>
      </p:sp>
      <p:sp>
        <p:nvSpPr>
          <p:cNvPr id="514" name="text-256 MMVet">
            <a:extLst xmlns:a="http://schemas.openxmlformats.org/drawingml/2006/main">
              <a:ext uri="{FF2B5EF4-FFF2-40B4-BE49-F238E27FC236}">
                <a16:creationId xmlns:a16="http://schemas.microsoft.com/office/drawing/2014/main" id="{0148193D-5FA3-455E-B5A6-B18B1D84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6607" y="2376453"/>
            <a:ext cx="357540" cy="138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MMVet</a:t>
            </a:r>
          </a:p>
        </p:txBody>
      </p:sp>
      <p:sp>
        <p:nvSpPr>
          <p:cNvPr id="515" name="text-257 Convbench">
            <a:extLst xmlns:a="http://schemas.openxmlformats.org/drawingml/2006/main">
              <a:ext uri="{FF2B5EF4-FFF2-40B4-BE49-F238E27FC236}">
                <a16:creationId xmlns:a16="http://schemas.microsoft.com/office/drawing/2014/main" id="{C216BAFE-4F48-4A30-A06D-81F36D78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7484" y="1839593"/>
            <a:ext cx="501647" cy="13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Convbench</a:t>
            </a:r>
          </a:p>
        </p:txBody>
      </p:sp>
      <p:sp>
        <p:nvSpPr>
          <p:cNvPr id="516" name="text-258 MMDU(Ours)">
            <a:extLst xmlns:a="http://schemas.openxmlformats.org/drawingml/2006/main">
              <a:ext uri="{FF2B5EF4-FFF2-40B4-BE49-F238E27FC236}">
                <a16:creationId xmlns:a16="http://schemas.microsoft.com/office/drawing/2014/main" id="{E221781D-C0D8-4567-AD4F-A7403030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2608" y="1094020"/>
            <a:ext cx="761903" cy="166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MMDU(Ours)</a:t>
            </a:r>
          </a:p>
        </p:txBody>
      </p:sp>
      <p:sp>
        <p:nvSpPr>
          <p:cNvPr id="517" name="text-259 NLVR2">
            <a:extLst xmlns:a="http://schemas.openxmlformats.org/drawingml/2006/main">
              <a:ext uri="{FF2B5EF4-FFF2-40B4-BE49-F238E27FC236}">
                <a16:creationId xmlns:a16="http://schemas.microsoft.com/office/drawing/2014/main" id="{18C2713C-3BAA-4DCB-B80F-32470D00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9742" y="2365300"/>
            <a:ext cx="338858" cy="138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NLVR2</a:t>
            </a:r>
          </a:p>
        </p:txBody>
      </p:sp>
      <p:sp>
        <p:nvSpPr>
          <p:cNvPr id="518" name="text-260 Coinstruct">
            <a:extLst xmlns:a="http://schemas.openxmlformats.org/drawingml/2006/main">
              <a:ext uri="{FF2B5EF4-FFF2-40B4-BE49-F238E27FC236}">
                <a16:creationId xmlns:a16="http://schemas.microsoft.com/office/drawing/2014/main" id="{FB48B67C-42F9-4984-85FD-EAE6081F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9902" y="1563711"/>
            <a:ext cx="499917" cy="13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Coinstruct</a:t>
            </a:r>
          </a:p>
        </p:txBody>
      </p:sp>
      <p:sp>
        <p:nvSpPr>
          <p:cNvPr id="519" name="text-261 Dreamsim">
            <a:extLst xmlns:a="http://schemas.openxmlformats.org/drawingml/2006/main">
              <a:ext uri="{FF2B5EF4-FFF2-40B4-BE49-F238E27FC236}">
                <a16:creationId xmlns:a16="http://schemas.microsoft.com/office/drawing/2014/main" id="{FA7A5CEE-3DA2-4B53-98D6-D12D277C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2314" y="2208126"/>
            <a:ext cx="472156" cy="138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Dreamsim</a:t>
            </a:r>
          </a:p>
        </p:txBody>
      </p:sp>
      <p:sp>
        <p:nvSpPr>
          <p:cNvPr id="520" name="text-262 SEEDbench2">
            <a:extLst xmlns:a="http://schemas.openxmlformats.org/drawingml/2006/main">
              <a:ext uri="{FF2B5EF4-FFF2-40B4-BE49-F238E27FC236}">
                <a16:creationId xmlns:a16="http://schemas.microsoft.com/office/drawing/2014/main" id="{0F3E52A6-1F41-41FB-B9E9-2A4AF209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8065" y="2508218"/>
            <a:ext cx="612652" cy="138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SEEDbench2</a:t>
            </a:r>
          </a:p>
        </p:txBody>
      </p:sp>
      <p:sp>
        <p:nvSpPr>
          <p:cNvPr id="521" name="text-263 Spot-the-Diff">
            <a:extLst xmlns:a="http://schemas.openxmlformats.org/drawingml/2006/main">
              <a:ext uri="{FF2B5EF4-FFF2-40B4-BE49-F238E27FC236}">
                <a16:creationId xmlns:a16="http://schemas.microsoft.com/office/drawing/2014/main" id="{6F14AFF2-809A-4C18-9CEB-1A82FE04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4144" y="1966992"/>
            <a:ext cx="678663" cy="13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Spot-the-Diff</a:t>
            </a:r>
          </a:p>
        </p:txBody>
      </p:sp>
      <p:sp>
        <p:nvSpPr>
          <p:cNvPr id="522" name="text-264 1k">
            <a:extLst xmlns:a="http://schemas.openxmlformats.org/drawingml/2006/main">
              <a:ext uri="{FF2B5EF4-FFF2-40B4-BE49-F238E27FC236}">
                <a16:creationId xmlns:a16="http://schemas.microsoft.com/office/drawing/2014/main" id="{D6187030-0937-4478-A904-4F5AECC3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9079" y="1908196"/>
            <a:ext cx="185748" cy="222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25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1k</a:t>
            </a:r>
          </a:p>
        </p:txBody>
      </p:sp>
      <p:sp>
        <p:nvSpPr>
          <p:cNvPr id="523" name="text-265 80^2">
            <a:extLst xmlns:a="http://schemas.openxmlformats.org/drawingml/2006/main">
              <a:ext uri="{FF2B5EF4-FFF2-40B4-BE49-F238E27FC236}">
                <a16:creationId xmlns:a16="http://schemas.microsoft.com/office/drawing/2014/main" id="{C1C57DC2-FE46-48EF-8F33-18E7D603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0623" y="1229330"/>
            <a:ext cx="256764" cy="13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80^2</a:t>
            </a:r>
          </a:p>
        </p:txBody>
      </p:sp>
      <p:sp>
        <p:nvSpPr>
          <p:cNvPr id="524" name="text-266 6.4k">
            <a:extLst xmlns:a="http://schemas.openxmlformats.org/drawingml/2006/main">
              <a:ext uri="{FF2B5EF4-FFF2-40B4-BE49-F238E27FC236}">
                <a16:creationId xmlns:a16="http://schemas.microsoft.com/office/drawing/2014/main" id="{9E79CED0-64F8-44AC-91F5-01139E4F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4415" y="1118980"/>
            <a:ext cx="347939" cy="222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2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2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defRPr>
            </a:pPr>
            <a:r>
              <a:rPr sz="1252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rPr>
              <a:t>6.4k</a:t>
            </a:r>
          </a:p>
        </p:txBody>
      </p:sp>
      <p:sp>
        <p:nvSpPr>
          <p:cNvPr id="525" name="text-267 25">
            <a:extLst xmlns:a="http://schemas.openxmlformats.org/drawingml/2006/main">
              <a:ext uri="{FF2B5EF4-FFF2-40B4-BE49-F238E27FC236}">
                <a16:creationId xmlns:a16="http://schemas.microsoft.com/office/drawing/2014/main" id="{74E6FAA1-2FAE-4C54-885D-2346C828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3596" y="2384525"/>
            <a:ext cx="222698" cy="222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1253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25</a:t>
            </a:r>
          </a:p>
        </p:txBody>
      </p:sp>
      <p:sp>
        <p:nvSpPr>
          <p:cNvPr id="526" name="text-268 90">
            <a:extLst xmlns:a="http://schemas.openxmlformats.org/drawingml/2006/main">
              <a:ext uri="{FF2B5EF4-FFF2-40B4-BE49-F238E27FC236}">
                <a16:creationId xmlns:a16="http://schemas.microsoft.com/office/drawing/2014/main" id="{53C6BD27-4005-4621-9290-82DA5A73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7495" y="2315311"/>
            <a:ext cx="222696" cy="222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B68C0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B68C02"/>
                </a:solidFill>
                <a:latin typeface="Comic Sans MS"/>
                <a:ea typeface="Comic Sans MS"/>
                <a:cs typeface="Comic Sans MS"/>
              </a:defRPr>
            </a:pPr>
            <a:r>
              <a:rPr sz="1253" b="0" i="0">
                <a:solidFill>
                  <a:srgbClr val="B68C02"/>
                </a:solidFill>
                <a:latin typeface="Comic Sans MS"/>
                <a:ea typeface="Comic Sans MS"/>
                <a:cs typeface="Comic Sans MS"/>
              </a:rPr>
              <a:t>90</a:t>
            </a:r>
          </a:p>
        </p:txBody>
      </p:sp>
      <p:sp>
        <p:nvSpPr>
          <p:cNvPr id="527" name="text-269 We">
            <a:extLst xmlns:a="http://schemas.openxmlformats.org/drawingml/2006/main">
              <a:ext uri="{FF2B5EF4-FFF2-40B4-BE49-F238E27FC236}">
                <a16:creationId xmlns:a16="http://schemas.microsoft.com/office/drawing/2014/main" id="{D3274680-36CC-4F7C-9A05-2C16FB1D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0271" y="1187796"/>
            <a:ext cx="209993" cy="166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6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6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pPr>
            <a:r>
              <a:rPr sz="936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rPr>
              <a:t>We</a:t>
            </a:r>
          </a:p>
        </p:txBody>
      </p:sp>
      <p:sp>
        <p:nvSpPr>
          <p:cNvPr id="528" name="text-269 have">
            <a:extLst xmlns:a="http://schemas.openxmlformats.org/drawingml/2006/main">
              <a:ext uri="{FF2B5EF4-FFF2-40B4-BE49-F238E27FC236}">
                <a16:creationId xmlns:a16="http://schemas.microsoft.com/office/drawing/2014/main" id="{D0592C0A-9E37-4B9B-BB00-7F93D1EC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4724" y="1188426"/>
            <a:ext cx="272172" cy="165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1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1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pPr>
            <a:r>
              <a:rPr sz="931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rPr>
              <a:t>have</a:t>
            </a:r>
          </a:p>
        </p:txBody>
      </p:sp>
      <p:sp>
        <p:nvSpPr>
          <p:cNvPr id="529" name="text-269 the">
            <a:extLst xmlns:a="http://schemas.openxmlformats.org/drawingml/2006/main">
              <a:ext uri="{FF2B5EF4-FFF2-40B4-BE49-F238E27FC236}">
                <a16:creationId xmlns:a16="http://schemas.microsoft.com/office/drawing/2014/main" id="{188172B6-9818-423D-BB52-A7ED5D3E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1470" y="1187834"/>
            <a:ext cx="210974" cy="166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30" name="text-269 longest">
            <a:extLst xmlns:a="http://schemas.openxmlformats.org/drawingml/2006/main">
              <a:ext uri="{FF2B5EF4-FFF2-40B4-BE49-F238E27FC236}">
                <a16:creationId xmlns:a16="http://schemas.microsoft.com/office/drawing/2014/main" id="{E097CAB7-685D-4318-8E9E-25A3D5E3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6910" y="1187834"/>
            <a:ext cx="420400" cy="166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rPr>
              <a:t>longest</a:t>
            </a:r>
          </a:p>
        </p:txBody>
      </p:sp>
      <p:sp>
        <p:nvSpPr>
          <p:cNvPr id="531" name="text-270 context">
            <a:extLst xmlns:a="http://schemas.openxmlformats.org/drawingml/2006/main">
              <a:ext uri="{FF2B5EF4-FFF2-40B4-BE49-F238E27FC236}">
                <a16:creationId xmlns:a16="http://schemas.microsoft.com/office/drawing/2014/main" id="{754FCC93-8ED1-42E3-BE33-DF931773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632" y="1329960"/>
            <a:ext cx="455052" cy="16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7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7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pPr>
            <a:r>
              <a:rPr sz="937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rPr>
              <a:t>context</a:t>
            </a:r>
          </a:p>
        </p:txBody>
      </p:sp>
      <p:sp>
        <p:nvSpPr>
          <p:cNvPr id="532" name="text-270 length.">
            <a:extLst xmlns:a="http://schemas.openxmlformats.org/drawingml/2006/main">
              <a:ext uri="{FF2B5EF4-FFF2-40B4-BE49-F238E27FC236}">
                <a16:creationId xmlns:a16="http://schemas.microsoft.com/office/drawing/2014/main" id="{76284A34-AC6C-42F0-882E-BDA829FA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4302" y="1329995"/>
            <a:ext cx="399022" cy="1666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7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7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pPr>
            <a:r>
              <a:rPr sz="937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rPr>
              <a:t>length.</a:t>
            </a:r>
          </a:p>
        </p:txBody>
      </p:sp>
      <p:pic>
        <p:nvPic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ED42869C-65EE-47BE-8BA6-B85C2163FF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fa821e0674fc1"/>
          <a:stretch xmlns:a="http://schemas.openxmlformats.org/drawingml/2006/main"/>
        </p:blipFill>
        <p:spPr>
          <a:xfrm xmlns:a="http://schemas.openxmlformats.org/drawingml/2006/main">
            <a:off x="10190988" y="1228520"/>
            <a:ext cx="251150" cy="251150"/>
          </a:xfrm>
          <a:prstGeom xmlns:a="http://schemas.openxmlformats.org/drawingml/2006/main" prst="rect">
            <a:avLst/>
          </a:prstGeom>
        </p:spPr>
      </p:pic>
      <p:sp>
        <p:nvSpPr>
          <p:cNvPr id="534" name="native-plot-token-length-distribution-area-fill">
            <a:extLst xmlns:a="http://schemas.openxmlformats.org/drawingml/2006/main">
              <a:ext uri="{FF2B5EF4-FFF2-40B4-BE49-F238E27FC236}">
                <a16:creationId xmlns:a16="http://schemas.microsoft.com/office/drawing/2014/main" id="{B047D5E5-09C1-422E-8B73-F5245E0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884" y="3723257"/>
            <a:ext cx="3315456" cy="1035743"/>
          </a:xfrm>
          <a:custGeom xmlns:a="http://schemas.openxmlformats.org/drawingml/2006/main">
            <a:pathLst>
              <a:path w="3315456" h="1035743">
                <a:moveTo>
                  <a:pt x="0" y="951545"/>
                </a:moveTo>
                <a:lnTo>
                  <a:pt x="103608" y="954003"/>
                </a:lnTo>
                <a:lnTo>
                  <a:pt x="207216" y="764662"/>
                </a:lnTo>
                <a:lnTo>
                  <a:pt x="310824" y="954003"/>
                </a:lnTo>
                <a:lnTo>
                  <a:pt x="414432" y="679202"/>
                </a:lnTo>
                <a:lnTo>
                  <a:pt x="518040" y="741832"/>
                </a:lnTo>
                <a:lnTo>
                  <a:pt x="621648" y="744290"/>
                </a:lnTo>
                <a:lnTo>
                  <a:pt x="725256" y="530557"/>
                </a:lnTo>
                <a:lnTo>
                  <a:pt x="828864" y="531027"/>
                </a:lnTo>
                <a:lnTo>
                  <a:pt x="932472" y="0"/>
                </a:lnTo>
                <a:lnTo>
                  <a:pt x="1036080" y="248464"/>
                </a:lnTo>
                <a:lnTo>
                  <a:pt x="1139688" y="873355"/>
                </a:lnTo>
                <a:lnTo>
                  <a:pt x="1243296" y="748757"/>
                </a:lnTo>
                <a:lnTo>
                  <a:pt x="1346904" y="873318"/>
                </a:lnTo>
                <a:lnTo>
                  <a:pt x="1450512" y="740411"/>
                </a:lnTo>
                <a:lnTo>
                  <a:pt x="1554120" y="483925"/>
                </a:lnTo>
                <a:lnTo>
                  <a:pt x="1657728" y="804888"/>
                </a:lnTo>
                <a:lnTo>
                  <a:pt x="1761336" y="736897"/>
                </a:lnTo>
                <a:lnTo>
                  <a:pt x="1864944" y="669807"/>
                </a:lnTo>
                <a:lnTo>
                  <a:pt x="1968552" y="945424"/>
                </a:lnTo>
                <a:lnTo>
                  <a:pt x="2072160" y="808141"/>
                </a:lnTo>
                <a:lnTo>
                  <a:pt x="2175768" y="605424"/>
                </a:lnTo>
                <a:lnTo>
                  <a:pt x="2279376" y="950832"/>
                </a:lnTo>
                <a:lnTo>
                  <a:pt x="2382984" y="948307"/>
                </a:lnTo>
                <a:lnTo>
                  <a:pt x="2486592" y="889450"/>
                </a:lnTo>
                <a:lnTo>
                  <a:pt x="2590200" y="906208"/>
                </a:lnTo>
                <a:lnTo>
                  <a:pt x="2693808" y="935353"/>
                </a:lnTo>
                <a:lnTo>
                  <a:pt x="2797416" y="952515"/>
                </a:lnTo>
                <a:lnTo>
                  <a:pt x="2901024" y="950832"/>
                </a:lnTo>
                <a:lnTo>
                  <a:pt x="3004632" y="948307"/>
                </a:lnTo>
                <a:lnTo>
                  <a:pt x="3108240" y="948307"/>
                </a:lnTo>
                <a:lnTo>
                  <a:pt x="3211848" y="951545"/>
                </a:lnTo>
                <a:lnTo>
                  <a:pt x="3315456" y="950487"/>
                </a:lnTo>
                <a:lnTo>
                  <a:pt x="3315456" y="1035743"/>
                </a:lnTo>
                <a:lnTo>
                  <a:pt x="0" y="1035743"/>
                </a:lnTo>
                <a:close/>
              </a:path>
            </a:pathLst>
          </a:custGeom>
          <a:solidFill xmlns:a="http://schemas.openxmlformats.org/drawingml/2006/main">
            <a:srgbClr val="DC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native-plot-token-length-distribution-curve">
            <a:extLst xmlns:a="http://schemas.openxmlformats.org/drawingml/2006/main">
              <a:ext uri="{FF2B5EF4-FFF2-40B4-BE49-F238E27FC236}">
                <a16:creationId xmlns:a16="http://schemas.microsoft.com/office/drawing/2014/main" id="{013EDCB6-D44F-492C-BFE0-E3E1E65C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884" y="3723257"/>
            <a:ext cx="3315456" cy="954003"/>
          </a:xfrm>
          <a:custGeom xmlns:a="http://schemas.openxmlformats.org/drawingml/2006/main">
            <a:pathLst>
              <a:path w="3315456" h="954003">
                <a:moveTo>
                  <a:pt x="0" y="951545"/>
                </a:moveTo>
                <a:lnTo>
                  <a:pt x="103608" y="954003"/>
                </a:lnTo>
                <a:lnTo>
                  <a:pt x="207216" y="764662"/>
                </a:lnTo>
                <a:lnTo>
                  <a:pt x="310824" y="954003"/>
                </a:lnTo>
                <a:lnTo>
                  <a:pt x="414432" y="679202"/>
                </a:lnTo>
                <a:lnTo>
                  <a:pt x="518040" y="741832"/>
                </a:lnTo>
                <a:lnTo>
                  <a:pt x="621648" y="744290"/>
                </a:lnTo>
                <a:lnTo>
                  <a:pt x="725256" y="530557"/>
                </a:lnTo>
                <a:lnTo>
                  <a:pt x="828864" y="531027"/>
                </a:lnTo>
                <a:lnTo>
                  <a:pt x="932472" y="0"/>
                </a:lnTo>
                <a:lnTo>
                  <a:pt x="1036080" y="248464"/>
                </a:lnTo>
                <a:lnTo>
                  <a:pt x="1139688" y="873355"/>
                </a:lnTo>
                <a:lnTo>
                  <a:pt x="1243296" y="748757"/>
                </a:lnTo>
                <a:lnTo>
                  <a:pt x="1346904" y="873318"/>
                </a:lnTo>
                <a:lnTo>
                  <a:pt x="1450512" y="740411"/>
                </a:lnTo>
                <a:lnTo>
                  <a:pt x="1554120" y="483925"/>
                </a:lnTo>
                <a:lnTo>
                  <a:pt x="1657728" y="804888"/>
                </a:lnTo>
                <a:lnTo>
                  <a:pt x="1761336" y="736897"/>
                </a:lnTo>
                <a:lnTo>
                  <a:pt x="1864944" y="669807"/>
                </a:lnTo>
                <a:lnTo>
                  <a:pt x="1968552" y="945424"/>
                </a:lnTo>
                <a:lnTo>
                  <a:pt x="2072160" y="808141"/>
                </a:lnTo>
                <a:lnTo>
                  <a:pt x="2175768" y="605424"/>
                </a:lnTo>
                <a:lnTo>
                  <a:pt x="2279376" y="950832"/>
                </a:lnTo>
                <a:lnTo>
                  <a:pt x="2382984" y="948307"/>
                </a:lnTo>
                <a:lnTo>
                  <a:pt x="2486592" y="889450"/>
                </a:lnTo>
                <a:lnTo>
                  <a:pt x="2590200" y="906208"/>
                </a:lnTo>
                <a:lnTo>
                  <a:pt x="2693808" y="935353"/>
                </a:lnTo>
                <a:lnTo>
                  <a:pt x="2797416" y="952515"/>
                </a:lnTo>
                <a:lnTo>
                  <a:pt x="2901024" y="950832"/>
                </a:lnTo>
                <a:lnTo>
                  <a:pt x="3004632" y="948307"/>
                </a:lnTo>
                <a:lnTo>
                  <a:pt x="3108240" y="948307"/>
                </a:lnTo>
                <a:lnTo>
                  <a:pt x="3211848" y="951545"/>
                </a:lnTo>
                <a:lnTo>
                  <a:pt x="3315456" y="950487"/>
                </a:lnTo>
              </a:path>
            </a:pathLst>
          </a:custGeom>
          <a:noFill xmlns:a="http://schemas.openxmlformats.org/drawingml/2006/main"/>
          <a:ln xmlns:a="http://schemas.openxmlformats.org/drawingml/2006/main" w="8418">
            <a:solidFill>
              <a:srgbClr val="96D1E3"/>
            </a:solidFill>
            <a:prstDash val="solid"/>
          </a:ln>
        </p:spPr>
      </p:sp>
      <p:sp>
        <p:nvSpPr>
          <p:cNvPr id="536" name="native-plot-token-length-distribution-curve-marker-0">
            <a:extLst xmlns:a="http://schemas.openxmlformats.org/drawingml/2006/main">
              <a:ext uri="{FF2B5EF4-FFF2-40B4-BE49-F238E27FC236}">
                <a16:creationId xmlns:a16="http://schemas.microsoft.com/office/drawing/2014/main" id="{CD0D614D-4F93-4165-94E0-929A3F12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400" y="4657315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native-plot-token-length-distribution-curve-marker-1">
            <a:extLst xmlns:a="http://schemas.openxmlformats.org/drawingml/2006/main">
              <a:ext uri="{FF2B5EF4-FFF2-40B4-BE49-F238E27FC236}">
                <a16:creationId xmlns:a16="http://schemas.microsoft.com/office/drawing/2014/main" id="{189CC2A9-3BC6-4299-AE3D-BCBC42B3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008" y="4659772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native-plot-token-length-distribution-curve-marker-2">
            <a:extLst xmlns:a="http://schemas.openxmlformats.org/drawingml/2006/main">
              <a:ext uri="{FF2B5EF4-FFF2-40B4-BE49-F238E27FC236}">
                <a16:creationId xmlns:a16="http://schemas.microsoft.com/office/drawing/2014/main" id="{3ABC4B6E-EB64-4C9F-8B66-5698418B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616" y="4470431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" name="native-plot-token-length-distribution-curve-marker-3">
            <a:extLst xmlns:a="http://schemas.openxmlformats.org/drawingml/2006/main">
              <a:ext uri="{FF2B5EF4-FFF2-40B4-BE49-F238E27FC236}">
                <a16:creationId xmlns:a16="http://schemas.microsoft.com/office/drawing/2014/main" id="{3A4D6B51-D33C-475F-A13A-C7D1E402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224" y="4659772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native-plot-token-length-distribution-curve-marker-4">
            <a:extLst xmlns:a="http://schemas.openxmlformats.org/drawingml/2006/main">
              <a:ext uri="{FF2B5EF4-FFF2-40B4-BE49-F238E27FC236}">
                <a16:creationId xmlns:a16="http://schemas.microsoft.com/office/drawing/2014/main" id="{A6C658A8-198A-4095-A893-FB76C182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832" y="4384971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native-plot-token-length-distribution-curve-marker-5">
            <a:extLst xmlns:a="http://schemas.openxmlformats.org/drawingml/2006/main">
              <a:ext uri="{FF2B5EF4-FFF2-40B4-BE49-F238E27FC236}">
                <a16:creationId xmlns:a16="http://schemas.microsoft.com/office/drawing/2014/main" id="{7DE0CF92-86CC-47AA-81CC-4AB2F2B2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440" y="4447602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native-plot-token-length-distribution-curve-marker-6">
            <a:extLst xmlns:a="http://schemas.openxmlformats.org/drawingml/2006/main">
              <a:ext uri="{FF2B5EF4-FFF2-40B4-BE49-F238E27FC236}">
                <a16:creationId xmlns:a16="http://schemas.microsoft.com/office/drawing/2014/main" id="{6F199E70-735C-44A9-ABB9-05800E4D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8048" y="4450059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native-plot-token-length-distribution-curve-marker-7">
            <a:extLst xmlns:a="http://schemas.openxmlformats.org/drawingml/2006/main">
              <a:ext uri="{FF2B5EF4-FFF2-40B4-BE49-F238E27FC236}">
                <a16:creationId xmlns:a16="http://schemas.microsoft.com/office/drawing/2014/main" id="{D5ED72CF-A41C-4890-B44C-48D81E64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656" y="4236327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native-plot-token-length-distribution-curve-marker-8">
            <a:extLst xmlns:a="http://schemas.openxmlformats.org/drawingml/2006/main">
              <a:ext uri="{FF2B5EF4-FFF2-40B4-BE49-F238E27FC236}">
                <a16:creationId xmlns:a16="http://schemas.microsoft.com/office/drawing/2014/main" id="{AA5AD38E-FAA9-4051-A16F-BDC3BCF4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264" y="4236796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native-plot-token-length-distribution-curve-marker-9">
            <a:extLst xmlns:a="http://schemas.openxmlformats.org/drawingml/2006/main">
              <a:ext uri="{FF2B5EF4-FFF2-40B4-BE49-F238E27FC236}">
                <a16:creationId xmlns:a16="http://schemas.microsoft.com/office/drawing/2014/main" id="{D36CAA5F-8B87-428D-B88C-EECE2047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872" y="3705770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native-plot-token-length-distribution-curve-marker-10">
            <a:extLst xmlns:a="http://schemas.openxmlformats.org/drawingml/2006/main">
              <a:ext uri="{FF2B5EF4-FFF2-40B4-BE49-F238E27FC236}">
                <a16:creationId xmlns:a16="http://schemas.microsoft.com/office/drawing/2014/main" id="{662C3802-F9BB-4271-B9A4-E6A813B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480" y="3954234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native-plot-token-length-distribution-curve-marker-11">
            <a:extLst xmlns:a="http://schemas.openxmlformats.org/drawingml/2006/main">
              <a:ext uri="{FF2B5EF4-FFF2-40B4-BE49-F238E27FC236}">
                <a16:creationId xmlns:a16="http://schemas.microsoft.com/office/drawing/2014/main" id="{AE98FB5B-DAC0-4A5C-9EED-A93D3575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088" y="4579124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native-plot-token-length-distribution-curve-marker-12">
            <a:extLst xmlns:a="http://schemas.openxmlformats.org/drawingml/2006/main">
              <a:ext uri="{FF2B5EF4-FFF2-40B4-BE49-F238E27FC236}">
                <a16:creationId xmlns:a16="http://schemas.microsoft.com/office/drawing/2014/main" id="{EDFEDAA0-48C4-4B9E-A293-0EF8F424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9696" y="4454526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native-plot-token-length-distribution-curve-marker-13">
            <a:extLst xmlns:a="http://schemas.openxmlformats.org/drawingml/2006/main">
              <a:ext uri="{FF2B5EF4-FFF2-40B4-BE49-F238E27FC236}">
                <a16:creationId xmlns:a16="http://schemas.microsoft.com/office/drawing/2014/main" id="{877970C4-FB38-42C1-8CB3-5BCC320D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3304" y="4579088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native-plot-token-length-distribution-curve-marker-14">
            <a:extLst xmlns:a="http://schemas.openxmlformats.org/drawingml/2006/main">
              <a:ext uri="{FF2B5EF4-FFF2-40B4-BE49-F238E27FC236}">
                <a16:creationId xmlns:a16="http://schemas.microsoft.com/office/drawing/2014/main" id="{6AD73FC3-6A27-4E44-A519-E29381D1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912" y="4446181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native-plot-token-length-distribution-curve-marker-15">
            <a:extLst xmlns:a="http://schemas.openxmlformats.org/drawingml/2006/main">
              <a:ext uri="{FF2B5EF4-FFF2-40B4-BE49-F238E27FC236}">
                <a16:creationId xmlns:a16="http://schemas.microsoft.com/office/drawing/2014/main" id="{16321D0E-2908-4838-B0D8-95337727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520" y="4189694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native-plot-token-length-distribution-curve-marker-16">
            <a:extLst xmlns:a="http://schemas.openxmlformats.org/drawingml/2006/main">
              <a:ext uri="{FF2B5EF4-FFF2-40B4-BE49-F238E27FC236}">
                <a16:creationId xmlns:a16="http://schemas.microsoft.com/office/drawing/2014/main" id="{26DE7768-7774-4E9D-B36B-B809276C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4128" y="4510657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native-plot-token-length-distribution-curve-marker-17">
            <a:extLst xmlns:a="http://schemas.openxmlformats.org/drawingml/2006/main">
              <a:ext uri="{FF2B5EF4-FFF2-40B4-BE49-F238E27FC236}">
                <a16:creationId xmlns:a16="http://schemas.microsoft.com/office/drawing/2014/main" id="{BE2AC565-8D16-4635-A1D2-D722392C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7736" y="4442667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native-plot-token-length-distribution-curve-marker-18">
            <a:extLst xmlns:a="http://schemas.openxmlformats.org/drawingml/2006/main">
              <a:ext uri="{FF2B5EF4-FFF2-40B4-BE49-F238E27FC236}">
                <a16:creationId xmlns:a16="http://schemas.microsoft.com/office/drawing/2014/main" id="{FEED123C-7463-4238-A3EF-C0E4EB94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344" y="4375577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native-plot-token-length-distribution-curve-marker-19">
            <a:extLst xmlns:a="http://schemas.openxmlformats.org/drawingml/2006/main">
              <a:ext uri="{FF2B5EF4-FFF2-40B4-BE49-F238E27FC236}">
                <a16:creationId xmlns:a16="http://schemas.microsoft.com/office/drawing/2014/main" id="{7DA8635B-0D9D-40F0-866B-3A785574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952" y="4651194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native-plot-token-length-distribution-curve-marker-20">
            <a:extLst xmlns:a="http://schemas.openxmlformats.org/drawingml/2006/main">
              <a:ext uri="{FF2B5EF4-FFF2-40B4-BE49-F238E27FC236}">
                <a16:creationId xmlns:a16="http://schemas.microsoft.com/office/drawing/2014/main" id="{A1522307-C799-4F0D-9876-449141EB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560" y="4513911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native-plot-token-length-distribution-curve-marker-21">
            <a:extLst xmlns:a="http://schemas.openxmlformats.org/drawingml/2006/main">
              <a:ext uri="{FF2B5EF4-FFF2-40B4-BE49-F238E27FC236}">
                <a16:creationId xmlns:a16="http://schemas.microsoft.com/office/drawing/2014/main" id="{D0672E32-8667-4BB6-957C-611684E9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168" y="4311194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native-plot-token-length-distribution-curve-marker-22">
            <a:extLst xmlns:a="http://schemas.openxmlformats.org/drawingml/2006/main">
              <a:ext uri="{FF2B5EF4-FFF2-40B4-BE49-F238E27FC236}">
                <a16:creationId xmlns:a16="http://schemas.microsoft.com/office/drawing/2014/main" id="{320E9DD9-5A9B-447F-90EF-D37ABB2A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776" y="4656601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native-plot-token-length-distribution-curve-marker-23">
            <a:extLst xmlns:a="http://schemas.openxmlformats.org/drawingml/2006/main">
              <a:ext uri="{FF2B5EF4-FFF2-40B4-BE49-F238E27FC236}">
                <a16:creationId xmlns:a16="http://schemas.microsoft.com/office/drawing/2014/main" id="{4A5A4932-0807-4F57-ACAA-1261BDC5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9384" y="4654076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native-plot-token-length-distribution-curve-marker-24">
            <a:extLst xmlns:a="http://schemas.openxmlformats.org/drawingml/2006/main">
              <a:ext uri="{FF2B5EF4-FFF2-40B4-BE49-F238E27FC236}">
                <a16:creationId xmlns:a16="http://schemas.microsoft.com/office/drawing/2014/main" id="{C079F4BC-2759-40B9-B05E-6CB436D7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92" y="4595220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native-plot-token-length-distribution-curve-marker-25">
            <a:extLst xmlns:a="http://schemas.openxmlformats.org/drawingml/2006/main">
              <a:ext uri="{FF2B5EF4-FFF2-40B4-BE49-F238E27FC236}">
                <a16:creationId xmlns:a16="http://schemas.microsoft.com/office/drawing/2014/main" id="{9AD87A89-7959-473C-AF79-C60414F0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6600" y="4611978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native-plot-token-length-distribution-curve-marker-26">
            <a:extLst xmlns:a="http://schemas.openxmlformats.org/drawingml/2006/main">
              <a:ext uri="{FF2B5EF4-FFF2-40B4-BE49-F238E27FC236}">
                <a16:creationId xmlns:a16="http://schemas.microsoft.com/office/drawing/2014/main" id="{4DB1A0D7-8BE6-41C8-AAFD-D86D3DD1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0208" y="4641123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native-plot-token-length-distribution-curve-marker-27">
            <a:extLst xmlns:a="http://schemas.openxmlformats.org/drawingml/2006/main">
              <a:ext uri="{FF2B5EF4-FFF2-40B4-BE49-F238E27FC236}">
                <a16:creationId xmlns:a16="http://schemas.microsoft.com/office/drawing/2014/main" id="{25A41E4F-11C2-4710-AA77-6819610C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816" y="4658285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native-plot-token-length-distribution-curve-marker-28">
            <a:extLst xmlns:a="http://schemas.openxmlformats.org/drawingml/2006/main">
              <a:ext uri="{FF2B5EF4-FFF2-40B4-BE49-F238E27FC236}">
                <a16:creationId xmlns:a16="http://schemas.microsoft.com/office/drawing/2014/main" id="{D98EED28-F8CE-4687-B8AD-B023F444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7424" y="4656601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native-plot-token-length-distribution-curve-marker-29">
            <a:extLst xmlns:a="http://schemas.openxmlformats.org/drawingml/2006/main">
              <a:ext uri="{FF2B5EF4-FFF2-40B4-BE49-F238E27FC236}">
                <a16:creationId xmlns:a16="http://schemas.microsoft.com/office/drawing/2014/main" id="{4E5FB2C1-1BE8-4656-98FF-7C15D1BE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1032" y="4654076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native-plot-token-length-distribution-curve-marker-30">
            <a:extLst xmlns:a="http://schemas.openxmlformats.org/drawingml/2006/main">
              <a:ext uri="{FF2B5EF4-FFF2-40B4-BE49-F238E27FC236}">
                <a16:creationId xmlns:a16="http://schemas.microsoft.com/office/drawing/2014/main" id="{55459491-582D-4D62-984F-1CC7FA2D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4640" y="4654076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native-plot-token-length-distribution-curve-marker-31">
            <a:extLst xmlns:a="http://schemas.openxmlformats.org/drawingml/2006/main">
              <a:ext uri="{FF2B5EF4-FFF2-40B4-BE49-F238E27FC236}">
                <a16:creationId xmlns:a16="http://schemas.microsoft.com/office/drawing/2014/main" id="{8C6C5E7F-9489-477F-B2EB-38B2E95F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248" y="4657315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native-plot-token-length-distribution-curve-marker-32">
            <a:extLst xmlns:a="http://schemas.openxmlformats.org/drawingml/2006/main">
              <a:ext uri="{FF2B5EF4-FFF2-40B4-BE49-F238E27FC236}">
                <a16:creationId xmlns:a16="http://schemas.microsoft.com/office/drawing/2014/main" id="{E80BC698-0E9F-4F5D-81BF-3B7D475E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1856" y="4656257"/>
            <a:ext cx="34968" cy="34974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native-plot-token-length-distribution-y-axis">
            <a:extLst xmlns:a="http://schemas.openxmlformats.org/drawingml/2006/main">
              <a:ext uri="{FF2B5EF4-FFF2-40B4-BE49-F238E27FC236}">
                <a16:creationId xmlns:a16="http://schemas.microsoft.com/office/drawing/2014/main" id="{90A3749B-EE38-4C9D-9DF9-79B10485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521" y="3664431"/>
            <a:ext cx="191" cy="1094569"/>
          </a:xfrm>
          <a:custGeom xmlns:a="http://schemas.openxmlformats.org/drawingml/2006/main">
            <a:pathLst>
              <a:path w="191" h="1094569">
                <a:moveTo>
                  <a:pt x="0" y="0"/>
                </a:moveTo>
                <a:lnTo>
                  <a:pt x="0" y="1094569"/>
                </a:lnTo>
              </a:path>
            </a:pathLst>
          </a:custGeom>
          <a:noFill xmlns:a="http://schemas.openxmlformats.org/drawingml/2006/main"/>
          <a:ln xmlns:a="http://schemas.openxmlformats.org/drawingml/2006/main" w="5180">
            <a:solidFill>
              <a:srgbClr val="777777"/>
            </a:solidFill>
            <a:prstDash val="solid"/>
          </a:ln>
        </p:spPr>
      </p:sp>
      <p:sp>
        <p:nvSpPr>
          <p:cNvPr id="570" name="native-plot-token-length-distribution-x-axis">
            <a:extLst xmlns:a="http://schemas.openxmlformats.org/drawingml/2006/main">
              <a:ext uri="{FF2B5EF4-FFF2-40B4-BE49-F238E27FC236}">
                <a16:creationId xmlns:a16="http://schemas.microsoft.com/office/drawing/2014/main" id="{94A79AD8-F7FB-4CF4-9F84-400FCA70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521" y="4759000"/>
            <a:ext cx="3490295" cy="191"/>
          </a:xfrm>
          <a:custGeom xmlns:a="http://schemas.openxmlformats.org/drawingml/2006/main">
            <a:pathLst>
              <a:path w="3490295" h="191">
                <a:moveTo>
                  <a:pt x="0" y="0"/>
                </a:moveTo>
                <a:lnTo>
                  <a:pt x="3490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80">
            <a:solidFill>
              <a:srgbClr val="777777"/>
            </a:solidFill>
            <a:prstDash val="solid"/>
          </a:ln>
        </p:spPr>
      </p:sp>
      <p:sp>
        <p:nvSpPr>
          <p:cNvPr id="571" name="path-309">
            <a:extLst xmlns:a="http://schemas.openxmlformats.org/drawingml/2006/main">
              <a:ext uri="{FF2B5EF4-FFF2-40B4-BE49-F238E27FC236}">
                <a16:creationId xmlns:a16="http://schemas.microsoft.com/office/drawing/2014/main" id="{7F4C97AA-4F48-40F2-B907-147DB5FF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177" y="3507655"/>
            <a:ext cx="1739460" cy="118654"/>
          </a:xfrm>
          <a:custGeom xmlns:a="http://schemas.openxmlformats.org/drawingml/2006/main">
            <a:pathLst>
              <a:path w="1739460" h="118654">
                <a:moveTo>
                  <a:pt x="0" y="0"/>
                </a:moveTo>
                <a:lnTo>
                  <a:pt x="0" y="118654"/>
                </a:lnTo>
                <a:lnTo>
                  <a:pt x="1739460" y="118654"/>
                </a:lnTo>
                <a:lnTo>
                  <a:pt x="173946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path-310">
            <a:extLst xmlns:a="http://schemas.openxmlformats.org/drawingml/2006/main">
              <a:ext uri="{FF2B5EF4-FFF2-40B4-BE49-F238E27FC236}">
                <a16:creationId xmlns:a16="http://schemas.microsoft.com/office/drawing/2014/main" id="{647FBEBB-5ED0-4942-93CA-9AD303E1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4" y="3497768"/>
            <a:ext cx="1758049" cy="137440"/>
          </a:xfrm>
          <a:custGeom xmlns:a="http://schemas.openxmlformats.org/drawingml/2006/main">
            <a:pathLst>
              <a:path w="1758049" h="137440">
                <a:moveTo>
                  <a:pt x="1758049" y="0"/>
                </a:moveTo>
                <a:lnTo>
                  <a:pt x="1758049" y="137440"/>
                </a:lnTo>
                <a:lnTo>
                  <a:pt x="0" y="137440"/>
                </a:lnTo>
                <a:lnTo>
                  <a:pt x="0" y="0"/>
                </a:lnTo>
                <a:lnTo>
                  <a:pt x="1758049" y="0"/>
                </a:lnTo>
                <a:moveTo>
                  <a:pt x="9887" y="19776"/>
                </a:moveTo>
                <a:lnTo>
                  <a:pt x="19775" y="9888"/>
                </a:lnTo>
                <a:lnTo>
                  <a:pt x="19775" y="127552"/>
                </a:lnTo>
                <a:lnTo>
                  <a:pt x="9887" y="117664"/>
                </a:lnTo>
                <a:lnTo>
                  <a:pt x="1748161" y="117664"/>
                </a:lnTo>
                <a:lnTo>
                  <a:pt x="1738273" y="127552"/>
                </a:lnTo>
                <a:lnTo>
                  <a:pt x="1738273" y="9888"/>
                </a:lnTo>
                <a:lnTo>
                  <a:pt x="1748161" y="19776"/>
                </a:lnTo>
                <a:lnTo>
                  <a:pt x="9887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text-311 MMDU">
            <a:extLst xmlns:a="http://schemas.openxmlformats.org/drawingml/2006/main">
              <a:ext uri="{FF2B5EF4-FFF2-40B4-BE49-F238E27FC236}">
                <a16:creationId xmlns:a16="http://schemas.microsoft.com/office/drawing/2014/main" id="{92C4B206-5E84-4346-8DED-8FE3E765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26" y="3366227"/>
            <a:ext cx="538324" cy="221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MMDU</a:t>
            </a:r>
          </a:p>
        </p:txBody>
      </p:sp>
      <p:sp>
        <p:nvSpPr>
          <p:cNvPr id="574" name="text-311 BenchmarkTokens">
            <a:extLst xmlns:a="http://schemas.openxmlformats.org/drawingml/2006/main">
              <a:ext uri="{FF2B5EF4-FFF2-40B4-BE49-F238E27FC236}">
                <a16:creationId xmlns:a16="http://schemas.microsoft.com/office/drawing/2014/main" id="{0B534F8C-C1A0-420C-88CB-1139937A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1310" y="3366108"/>
            <a:ext cx="1358784" cy="221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BenchmarkTokens</a:t>
            </a:r>
          </a:p>
        </p:txBody>
      </p:sp>
      <p:sp>
        <p:nvSpPr>
          <p:cNvPr id="575" name="text-312 Statistic">
            <a:extLst xmlns:a="http://schemas.openxmlformats.org/drawingml/2006/main">
              <a:ext uri="{FF2B5EF4-FFF2-40B4-BE49-F238E27FC236}">
                <a16:creationId xmlns:a16="http://schemas.microsoft.com/office/drawing/2014/main" id="{635D904F-7F9E-451E-A8CC-8E6FB943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7669" y="3556013"/>
            <a:ext cx="689691" cy="221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Statistic</a:t>
            </a:r>
          </a:p>
        </p:txBody>
      </p:sp>
      <p:sp>
        <p:nvSpPr>
          <p:cNvPr id="576" name="path-313">
            <a:extLst xmlns:a="http://schemas.openxmlformats.org/drawingml/2006/main">
              <a:ext uri="{FF2B5EF4-FFF2-40B4-BE49-F238E27FC236}">
                <a16:creationId xmlns:a16="http://schemas.microsoft.com/office/drawing/2014/main" id="{2C35F542-8543-44C5-A304-DFE7E90D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9118" y="3661905"/>
            <a:ext cx="194592" cy="1103477"/>
          </a:xfrm>
          <a:custGeom xmlns:a="http://schemas.openxmlformats.org/drawingml/2006/main">
            <a:pathLst>
              <a:path w="194592" h="1103477">
                <a:moveTo>
                  <a:pt x="0" y="0"/>
                </a:moveTo>
                <a:lnTo>
                  <a:pt x="0" y="1103477"/>
                </a:lnTo>
                <a:lnTo>
                  <a:pt x="194592" y="1103477"/>
                </a:lnTo>
                <a:lnTo>
                  <a:pt x="19459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path-314">
            <a:extLst xmlns:a="http://schemas.openxmlformats.org/drawingml/2006/main">
              <a:ext uri="{FF2B5EF4-FFF2-40B4-BE49-F238E27FC236}">
                <a16:creationId xmlns:a16="http://schemas.microsoft.com/office/drawing/2014/main" id="{F1FED6CB-F11D-498A-94F8-0F0CA262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836" y="3651028"/>
            <a:ext cx="215553" cy="1125230"/>
          </a:xfrm>
          <a:custGeom xmlns:a="http://schemas.openxmlformats.org/drawingml/2006/main">
            <a:pathLst>
              <a:path w="215553" h="1125230">
                <a:moveTo>
                  <a:pt x="215553" y="0"/>
                </a:moveTo>
                <a:lnTo>
                  <a:pt x="215553" y="1125230"/>
                </a:lnTo>
                <a:lnTo>
                  <a:pt x="0" y="1125230"/>
                </a:lnTo>
                <a:lnTo>
                  <a:pt x="0" y="0"/>
                </a:lnTo>
                <a:lnTo>
                  <a:pt x="215553" y="0"/>
                </a:lnTo>
                <a:moveTo>
                  <a:pt x="9888" y="19775"/>
                </a:moveTo>
                <a:lnTo>
                  <a:pt x="19775" y="9888"/>
                </a:lnTo>
                <a:lnTo>
                  <a:pt x="19775" y="1115343"/>
                </a:lnTo>
                <a:lnTo>
                  <a:pt x="9888" y="1105455"/>
                </a:lnTo>
                <a:lnTo>
                  <a:pt x="205666" y="1105455"/>
                </a:lnTo>
                <a:lnTo>
                  <a:pt x="195778" y="1115343"/>
                </a:lnTo>
                <a:lnTo>
                  <a:pt x="195778" y="9888"/>
                </a:lnTo>
                <a:lnTo>
                  <a:pt x="205666" y="19775"/>
                </a:lnTo>
                <a:lnTo>
                  <a:pt x="9888" y="1977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text-315 Numbers">
            <a:extLst xmlns:a="http://schemas.openxmlformats.org/drawingml/2006/main">
              <a:ext uri="{FF2B5EF4-FFF2-40B4-BE49-F238E27FC236}">
                <a16:creationId xmlns:a16="http://schemas.microsoft.com/office/drawing/2014/main" id="{86135F02-5EFD-4BCE-8851-1B0B1451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685320" y="4135109"/>
            <a:ext cx="613540" cy="196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Numbers</a:t>
            </a:r>
          </a:p>
        </p:txBody>
      </p:sp>
      <p:sp>
        <p:nvSpPr>
          <p:cNvPr id="579" name="text-316 0">
            <a:extLst xmlns:a="http://schemas.openxmlformats.org/drawingml/2006/main">
              <a:ext uri="{FF2B5EF4-FFF2-40B4-BE49-F238E27FC236}">
                <a16:creationId xmlns:a16="http://schemas.microsoft.com/office/drawing/2014/main" id="{5874C2B5-7B3A-4D90-91DE-A0C98076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859" y="4668432"/>
            <a:ext cx="93787" cy="166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580" name="text-317 2">
            <a:extLst xmlns:a="http://schemas.openxmlformats.org/drawingml/2006/main">
              <a:ext uri="{FF2B5EF4-FFF2-40B4-BE49-F238E27FC236}">
                <a16:creationId xmlns:a16="http://schemas.microsoft.com/office/drawing/2014/main" id="{B2542CD8-8701-4430-9E85-58DF5C27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3870" y="4527037"/>
            <a:ext cx="93787" cy="166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581" name="text-318 4">
            <a:extLst xmlns:a="http://schemas.openxmlformats.org/drawingml/2006/main">
              <a:ext uri="{FF2B5EF4-FFF2-40B4-BE49-F238E27FC236}">
                <a16:creationId xmlns:a16="http://schemas.microsoft.com/office/drawing/2014/main" id="{2DBBD789-B5BF-4702-91CF-0BA7E215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859" y="4383664"/>
            <a:ext cx="93787" cy="166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</a:t>
            </a:r>
          </a:p>
        </p:txBody>
      </p:sp>
      <p:sp>
        <p:nvSpPr>
          <p:cNvPr id="582" name="text-319 6">
            <a:extLst xmlns:a="http://schemas.openxmlformats.org/drawingml/2006/main">
              <a:ext uri="{FF2B5EF4-FFF2-40B4-BE49-F238E27FC236}">
                <a16:creationId xmlns:a16="http://schemas.microsoft.com/office/drawing/2014/main" id="{2595EB3B-DB34-4CE9-B76C-BFD719C1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859" y="4245235"/>
            <a:ext cx="93787" cy="166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</a:t>
            </a:r>
          </a:p>
        </p:txBody>
      </p:sp>
      <p:sp>
        <p:nvSpPr>
          <p:cNvPr id="583" name="text-320 8">
            <a:extLst xmlns:a="http://schemas.openxmlformats.org/drawingml/2006/main">
              <a:ext uri="{FF2B5EF4-FFF2-40B4-BE49-F238E27FC236}">
                <a16:creationId xmlns:a16="http://schemas.microsoft.com/office/drawing/2014/main" id="{99C748D4-780F-4213-9C56-E1F19A6A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3870" y="4108784"/>
            <a:ext cx="93787" cy="166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</a:t>
            </a:r>
          </a:p>
        </p:txBody>
      </p:sp>
      <p:sp>
        <p:nvSpPr>
          <p:cNvPr id="584" name="text-321 10">
            <a:extLst xmlns:a="http://schemas.openxmlformats.org/drawingml/2006/main">
              <a:ext uri="{FF2B5EF4-FFF2-40B4-BE49-F238E27FC236}">
                <a16:creationId xmlns:a16="http://schemas.microsoft.com/office/drawing/2014/main" id="{BF38B716-C0C4-4C67-9067-231DF625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8162" y="3960525"/>
            <a:ext cx="147171" cy="166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</a:t>
            </a:r>
          </a:p>
        </p:txBody>
      </p:sp>
      <p:sp>
        <p:nvSpPr>
          <p:cNvPr id="585" name="text-322 12">
            <a:extLst xmlns:a="http://schemas.openxmlformats.org/drawingml/2006/main">
              <a:ext uri="{FF2B5EF4-FFF2-40B4-BE49-F238E27FC236}">
                <a16:creationId xmlns:a16="http://schemas.microsoft.com/office/drawing/2014/main" id="{AB45F5A2-0DD6-4526-BB2D-92287C76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8162" y="3805287"/>
            <a:ext cx="147171" cy="166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12</a:t>
            </a:r>
          </a:p>
        </p:txBody>
      </p:sp>
      <p:sp>
        <p:nvSpPr>
          <p:cNvPr id="586" name="text-323 14">
            <a:extLst xmlns:a="http://schemas.openxmlformats.org/drawingml/2006/main">
              <a:ext uri="{FF2B5EF4-FFF2-40B4-BE49-F238E27FC236}">
                <a16:creationId xmlns:a16="http://schemas.microsoft.com/office/drawing/2014/main" id="{693A4C29-AD93-4EF4-84F0-E671B2C0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8162" y="3674768"/>
            <a:ext cx="147171" cy="166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14</a:t>
            </a:r>
          </a:p>
        </p:txBody>
      </p:sp>
      <p:sp>
        <p:nvSpPr>
          <p:cNvPr id="587" name="path-324">
            <a:extLst xmlns:a="http://schemas.openxmlformats.org/drawingml/2006/main">
              <a:ext uri="{FF2B5EF4-FFF2-40B4-BE49-F238E27FC236}">
                <a16:creationId xmlns:a16="http://schemas.microsoft.com/office/drawing/2014/main" id="{85680CF7-A9F2-434E-A47E-F4D2A508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664" y="4815217"/>
            <a:ext cx="3628423" cy="118654"/>
          </a:xfrm>
          <a:custGeom xmlns:a="http://schemas.openxmlformats.org/drawingml/2006/main">
            <a:pathLst>
              <a:path w="3628423" h="118654">
                <a:moveTo>
                  <a:pt x="0" y="0"/>
                </a:moveTo>
                <a:lnTo>
                  <a:pt x="0" y="118654"/>
                </a:lnTo>
                <a:lnTo>
                  <a:pt x="3628423" y="118654"/>
                </a:lnTo>
                <a:lnTo>
                  <a:pt x="362842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path-325">
            <a:extLst xmlns:a="http://schemas.openxmlformats.org/drawingml/2006/main">
              <a:ext uri="{FF2B5EF4-FFF2-40B4-BE49-F238E27FC236}">
                <a16:creationId xmlns:a16="http://schemas.microsoft.com/office/drawing/2014/main" id="{68E00928-836D-4A69-8C6D-D12588C4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986" y="4805922"/>
            <a:ext cx="3649583" cy="138429"/>
          </a:xfrm>
          <a:custGeom xmlns:a="http://schemas.openxmlformats.org/drawingml/2006/main">
            <a:pathLst>
              <a:path w="3649583" h="138429">
                <a:moveTo>
                  <a:pt x="3649583" y="0"/>
                </a:moveTo>
                <a:lnTo>
                  <a:pt x="3649583" y="138429"/>
                </a:lnTo>
                <a:lnTo>
                  <a:pt x="0" y="138429"/>
                </a:lnTo>
                <a:lnTo>
                  <a:pt x="0" y="0"/>
                </a:lnTo>
                <a:lnTo>
                  <a:pt x="3649583" y="0"/>
                </a:lnTo>
                <a:moveTo>
                  <a:pt x="9888" y="19776"/>
                </a:moveTo>
                <a:lnTo>
                  <a:pt x="19775" y="9888"/>
                </a:lnTo>
                <a:lnTo>
                  <a:pt x="19775" y="128541"/>
                </a:lnTo>
                <a:lnTo>
                  <a:pt x="9888" y="118653"/>
                </a:lnTo>
                <a:lnTo>
                  <a:pt x="3639695" y="118653"/>
                </a:lnTo>
                <a:lnTo>
                  <a:pt x="3629807" y="128541"/>
                </a:lnTo>
                <a:lnTo>
                  <a:pt x="3629807" y="9888"/>
                </a:lnTo>
                <a:lnTo>
                  <a:pt x="3639695" y="19776"/>
                </a:lnTo>
                <a:lnTo>
                  <a:pt x="9888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text-326 2k">
            <a:extLst xmlns:a="http://schemas.openxmlformats.org/drawingml/2006/main">
              <a:ext uri="{FF2B5EF4-FFF2-40B4-BE49-F238E27FC236}">
                <a16:creationId xmlns:a16="http://schemas.microsoft.com/office/drawing/2014/main" id="{E8F4F5BE-707F-4C43-9207-DE5DF438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0076" y="4801183"/>
            <a:ext cx="157579" cy="165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2k</a:t>
            </a:r>
          </a:p>
        </p:txBody>
      </p:sp>
      <p:sp>
        <p:nvSpPr>
          <p:cNvPr id="590" name="text-327 4k">
            <a:extLst xmlns:a="http://schemas.openxmlformats.org/drawingml/2006/main">
              <a:ext uri="{FF2B5EF4-FFF2-40B4-BE49-F238E27FC236}">
                <a16:creationId xmlns:a16="http://schemas.microsoft.com/office/drawing/2014/main" id="{04B80B99-D9B0-4027-988C-B54071C2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6577" y="4801183"/>
            <a:ext cx="157579" cy="165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4k</a:t>
            </a:r>
          </a:p>
        </p:txBody>
      </p:sp>
      <p:sp>
        <p:nvSpPr>
          <p:cNvPr id="591" name="text-328 6k">
            <a:extLst xmlns:a="http://schemas.openxmlformats.org/drawingml/2006/main">
              <a:ext uri="{FF2B5EF4-FFF2-40B4-BE49-F238E27FC236}">
                <a16:creationId xmlns:a16="http://schemas.microsoft.com/office/drawing/2014/main" id="{09FACEFC-ED00-4181-B2E7-12623457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3953" y="4801183"/>
            <a:ext cx="157579" cy="165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6k</a:t>
            </a:r>
          </a:p>
        </p:txBody>
      </p:sp>
      <p:sp>
        <p:nvSpPr>
          <p:cNvPr id="592" name="text-329 8k">
            <a:extLst xmlns:a="http://schemas.openxmlformats.org/drawingml/2006/main">
              <a:ext uri="{FF2B5EF4-FFF2-40B4-BE49-F238E27FC236}">
                <a16:creationId xmlns:a16="http://schemas.microsoft.com/office/drawing/2014/main" id="{13C199BA-8C52-4C3B-A346-77F6BEBE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5938" y="4801183"/>
            <a:ext cx="157579" cy="165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8k</a:t>
            </a:r>
          </a:p>
        </p:txBody>
      </p:sp>
      <p:sp>
        <p:nvSpPr>
          <p:cNvPr id="593" name="text-330 10k">
            <a:extLst xmlns:a="http://schemas.openxmlformats.org/drawingml/2006/main">
              <a:ext uri="{FF2B5EF4-FFF2-40B4-BE49-F238E27FC236}">
                <a16:creationId xmlns:a16="http://schemas.microsoft.com/office/drawing/2014/main" id="{4B8D5925-B687-40E3-94F7-67A60928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4864" y="4801091"/>
            <a:ext cx="210991" cy="165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10k</a:t>
            </a:r>
          </a:p>
        </p:txBody>
      </p:sp>
      <p:sp>
        <p:nvSpPr>
          <p:cNvPr id="594" name="text-331 12k">
            <a:extLst xmlns:a="http://schemas.openxmlformats.org/drawingml/2006/main">
              <a:ext uri="{FF2B5EF4-FFF2-40B4-BE49-F238E27FC236}">
                <a16:creationId xmlns:a16="http://schemas.microsoft.com/office/drawing/2014/main" id="{B2A9C4DB-7B41-4CC1-961C-949F6109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1141" y="4801092"/>
            <a:ext cx="210990" cy="165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12k</a:t>
            </a:r>
          </a:p>
        </p:txBody>
      </p:sp>
      <p:sp>
        <p:nvSpPr>
          <p:cNvPr id="595" name="text-332 14k">
            <a:extLst xmlns:a="http://schemas.openxmlformats.org/drawingml/2006/main">
              <a:ext uri="{FF2B5EF4-FFF2-40B4-BE49-F238E27FC236}">
                <a16:creationId xmlns:a16="http://schemas.microsoft.com/office/drawing/2014/main" id="{939268B3-93F5-445D-8E26-26D0BC2D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7641" y="4801091"/>
            <a:ext cx="210991" cy="165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14k</a:t>
            </a:r>
          </a:p>
        </p:txBody>
      </p:sp>
      <p:sp>
        <p:nvSpPr>
          <p:cNvPr id="596" name="text-333 16k">
            <a:extLst xmlns:a="http://schemas.openxmlformats.org/drawingml/2006/main">
              <a:ext uri="{FF2B5EF4-FFF2-40B4-BE49-F238E27FC236}">
                <a16:creationId xmlns:a16="http://schemas.microsoft.com/office/drawing/2014/main" id="{05686575-832A-452D-99C8-51DA8153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8748" y="4801091"/>
            <a:ext cx="210991" cy="165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16k</a:t>
            </a:r>
          </a:p>
        </p:txBody>
      </p:sp>
      <p:sp>
        <p:nvSpPr>
          <p:cNvPr id="597" name="text-334 18k">
            <a:extLst xmlns:a="http://schemas.openxmlformats.org/drawingml/2006/main">
              <a:ext uri="{FF2B5EF4-FFF2-40B4-BE49-F238E27FC236}">
                <a16:creationId xmlns:a16="http://schemas.microsoft.com/office/drawing/2014/main" id="{92A437F8-385C-4AEC-8004-43314ED8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4147" y="4801091"/>
            <a:ext cx="210991" cy="165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18k</a:t>
            </a:r>
          </a:p>
        </p:txBody>
      </p:sp>
      <p:sp>
        <p:nvSpPr>
          <p:cNvPr id="598" name="text-335 Tokens">
            <a:extLst xmlns:a="http://schemas.openxmlformats.org/drawingml/2006/main">
              <a:ext uri="{FF2B5EF4-FFF2-40B4-BE49-F238E27FC236}">
                <a16:creationId xmlns:a16="http://schemas.microsoft.com/office/drawing/2014/main" id="{1DF5A06C-6088-43D5-89C0-23845A33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4136" y="4950935"/>
            <a:ext cx="551976" cy="221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Tokens</a:t>
            </a:r>
          </a:p>
        </p:txBody>
      </p:sp>
      <p:sp>
        <p:nvSpPr>
          <p:cNvPr id="599" name="text-335 Length">
            <a:extLst xmlns:a="http://schemas.openxmlformats.org/drawingml/2006/main">
              <a:ext uri="{FF2B5EF4-FFF2-40B4-BE49-F238E27FC236}">
                <a16:creationId xmlns:a16="http://schemas.microsoft.com/office/drawing/2014/main" id="{03328311-EFFF-48E0-8ABF-7E6C6E68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4663" y="4950956"/>
            <a:ext cx="535778" cy="22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Length</a:t>
            </a:r>
          </a:p>
        </p:txBody>
      </p:sp>
      <p:sp>
        <p:nvSpPr>
          <p:cNvPr id="600" name="text-336 (a)">
            <a:extLst xmlns:a="http://schemas.openxmlformats.org/drawingml/2006/main">
              <a:ext uri="{FF2B5EF4-FFF2-40B4-BE49-F238E27FC236}">
                <a16:creationId xmlns:a16="http://schemas.microsoft.com/office/drawing/2014/main" id="{333421E8-D13D-4159-B6C4-8E62E781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448" y="147892"/>
            <a:ext cx="348120" cy="3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(a)</a:t>
            </a:r>
          </a:p>
        </p:txBody>
      </p:sp>
      <p:sp>
        <p:nvSpPr>
          <p:cNvPr id="601" name="text-336 Previous">
            <a:extLst xmlns:a="http://schemas.openxmlformats.org/drawingml/2006/main">
              <a:ext uri="{FF2B5EF4-FFF2-40B4-BE49-F238E27FC236}">
                <a16:creationId xmlns:a16="http://schemas.microsoft.com/office/drawing/2014/main" id="{5DA971E1-DDAF-4781-9D73-103C96EF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13" y="147806"/>
            <a:ext cx="961125" cy="33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Previous</a:t>
            </a:r>
          </a:p>
        </p:txBody>
      </p:sp>
      <p:sp>
        <p:nvSpPr>
          <p:cNvPr id="602" name="text-336 Benchmarks">
            <a:extLst xmlns:a="http://schemas.openxmlformats.org/drawingml/2006/main">
              <a:ext uri="{FF2B5EF4-FFF2-40B4-BE49-F238E27FC236}">
                <a16:creationId xmlns:a16="http://schemas.microsoft.com/office/drawing/2014/main" id="{59661C25-D2BD-4BB3-A2EC-614C43DA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7222" y="147835"/>
            <a:ext cx="1381350" cy="332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Benchmarks</a:t>
            </a:r>
          </a:p>
        </p:txBody>
      </p:sp>
      <p:sp>
        <p:nvSpPr>
          <p:cNvPr id="603" name="text-337 (b)">
            <a:extLst xmlns:a="http://schemas.openxmlformats.org/drawingml/2006/main">
              <a:ext uri="{FF2B5EF4-FFF2-40B4-BE49-F238E27FC236}">
                <a16:creationId xmlns:a16="http://schemas.microsoft.com/office/drawing/2014/main" id="{2310ACBC-6451-4584-AFAB-2F673974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8823" y="147929"/>
            <a:ext cx="357013" cy="332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6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(b)</a:t>
            </a:r>
          </a:p>
        </p:txBody>
      </p:sp>
      <p:sp>
        <p:nvSpPr>
          <p:cNvPr id="604" name="text-337 Benchmarks">
            <a:extLst xmlns:a="http://schemas.openxmlformats.org/drawingml/2006/main">
              <a:ext uri="{FF2B5EF4-FFF2-40B4-BE49-F238E27FC236}">
                <a16:creationId xmlns:a16="http://schemas.microsoft.com/office/drawing/2014/main" id="{49592852-3DB4-430C-913D-CA055424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6088" y="147835"/>
            <a:ext cx="1381352" cy="332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Benchmarks</a:t>
            </a:r>
          </a:p>
        </p:txBody>
      </p:sp>
      <p:sp>
        <p:nvSpPr>
          <p:cNvPr id="605" name="text-337 Comparison">
            <a:extLst xmlns:a="http://schemas.openxmlformats.org/drawingml/2006/main">
              <a:ext uri="{FF2B5EF4-FFF2-40B4-BE49-F238E27FC236}">
                <a16:creationId xmlns:a16="http://schemas.microsoft.com/office/drawing/2014/main" id="{987F27E3-8081-48AC-9DE8-EFBEF08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7728" y="148169"/>
            <a:ext cx="1300001" cy="331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Comparison</a:t>
            </a:r>
          </a:p>
        </p:txBody>
      </p:sp>
      <p:sp>
        <p:nvSpPr>
          <p:cNvPr id="606" name="text-338 (C)">
            <a:extLst xmlns:a="http://schemas.openxmlformats.org/drawingml/2006/main">
              <a:ext uri="{FF2B5EF4-FFF2-40B4-BE49-F238E27FC236}">
                <a16:creationId xmlns:a16="http://schemas.microsoft.com/office/drawing/2014/main" id="{65802F08-F910-4EB4-8AE2-796CCD7B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0178" y="8213447"/>
            <a:ext cx="362937" cy="33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6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(C)</a:t>
            </a:r>
          </a:p>
        </p:txBody>
      </p:sp>
      <p:sp>
        <p:nvSpPr>
          <p:cNvPr id="607" name="text-338 MMDU(Ours)">
            <a:extLst xmlns:a="http://schemas.openxmlformats.org/drawingml/2006/main">
              <a:ext uri="{FF2B5EF4-FFF2-40B4-BE49-F238E27FC236}">
                <a16:creationId xmlns:a16="http://schemas.microsoft.com/office/drawing/2014/main" id="{E553063C-B082-4E0D-A1BE-42956A66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3375" y="8213059"/>
            <a:ext cx="1524822" cy="332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7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MMDU(Ours)</a:t>
            </a:r>
          </a:p>
        </p:txBody>
      </p:sp>
    </p:spTree>
    <p:extLst>
      <p:ext uri="{BB962C8B-B14F-4D97-AF65-F5344CB8AC3E}">
        <p14:creationId xmlns:p14="http://schemas.microsoft.com/office/powerpoint/2010/main" val="6647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2026-10-14T12:21:28.1830000Z</dcterms:created>
  <dcterms:modified xsi:type="dcterms:W3CDTF">2026-10-14T12:21:28.1830000Z</dcterms:modified>
</coreProperties>
</file>