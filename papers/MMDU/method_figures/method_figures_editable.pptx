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504655bab451e" /><Relationship Type="http://schemas.openxmlformats.org/officeDocument/2006/relationships/extended-properties" Target="/docProps/app.xml" Id="R077553323a0b4d22" /><Relationship Type="http://schemas.openxmlformats.org/officeDocument/2006/relationships/officeDocument" Target="/ppt/presentation.xml" Id="Re4940e849ccd4f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95bd243fdc43b8"/>
  </p:sldMasterIdLst>
  <p:notesMasterIdLst>
    <p:notesMasterId xmlns:r="http://schemas.openxmlformats.org/officeDocument/2006/relationships" r:id="R244f2964b0fa4d7a"/>
  </p:notesMasterIdLst>
  <p:sldIdLst>
    <p:sldId xmlns:r="http://schemas.openxmlformats.org/officeDocument/2006/relationships" id="256" r:id="R424607a50cfd42de"/>
    <p:sldId xmlns:r="http://schemas.openxmlformats.org/officeDocument/2006/relationships" id="257" r:id="Rb69477bd576e413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b6d7096c344ebf" /><Relationship Type="http://schemas.openxmlformats.org/officeDocument/2006/relationships/slideMaster" Target="/ppt/slideMasters/slideMaster1.xml" Id="R2295bd243fdc43b8" /><Relationship Type="http://schemas.openxmlformats.org/officeDocument/2006/relationships/notesMaster" Target="/ppt/notesMasters/notesMaster1.xml" Id="R244f2964b0fa4d7a" /><Relationship Type="http://schemas.openxmlformats.org/officeDocument/2006/relationships/presProps" Target="/ppt/presProps.xml" Id="Rfc45e38045fe49b4" /><Relationship Type="http://schemas.openxmlformats.org/officeDocument/2006/relationships/tableStyles" Target="/ppt/tableStyles.xml" Id="R396a3f22dda944d1" /><Relationship Type="http://schemas.openxmlformats.org/officeDocument/2006/relationships/slide" Target="/ppt/slides/slide1.xml" Id="R424607a50cfd42de" /><Relationship Type="http://schemas.openxmlformats.org/officeDocument/2006/relationships/slide" Target="/ppt/slides/slide2.xml" Id="Rb69477bd576e41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4c912f26f542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5f4c947ac4099" /><Relationship Type="http://schemas.openxmlformats.org/officeDocument/2006/relationships/notesMaster" Target="/ppt/notesMasters/notesMaster1.xml" Id="R73943c667e4342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d6a785cb444bc9" /><Relationship Type="http://schemas.openxmlformats.org/officeDocument/2006/relationships/notesMaster" Target="/ppt/notesMasters/notesMaster1.xml" Id="Rca4eccdc344649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MMDU Data Preparation and Generation Pipeline</a:t>
            </a:r>
          </a:p>
          <a:p xmlns:a="http://schemas.openxmlformats.org/drawingml/2006/main">
            <a:r>
              <a:t>Source: https://arxiv.org/abs/2406.11833</a:t>
            </a:r>
          </a:p>
          <a:p xmlns:a="http://schemas.openxmlformats.org/drawingml/2006/main">
            <a:r>
              <a:t>Approved image: image1.png; SHA-256: 88b7625724d645ed59f6c91199e0c4275b54effa8c7a0d798cc81524e060215a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(57), whose internal pixels are not editable.</a:t>
            </a:r>
          </a:p>
          <a:p xmlns:a="http://schemas.openxmlformats.org/drawingml/2006/main">
            <a:r>
              <a:t>Font substitution: source PDF families mapped to Arial, Comic Sans MS,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Benchmark Comparison and MMDU Dialogue Example</a:t>
            </a:r>
          </a:p>
          <a:p xmlns:a="http://schemas.openxmlformats.org/drawingml/2006/main">
            <a:r>
              <a:t>Source: https://arxiv.org/abs/2406.11833</a:t>
            </a:r>
          </a:p>
          <a:p xmlns:a="http://schemas.openxmlformats.org/drawingml/2006/main">
            <a:r>
              <a:t>Approved image: image2.png; SHA-256: d4abdedef699fb4f506058cfcf78a335b84f012d7f34a9b58f4c63ecbd7265c5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(13), whose internal pixels are not editable.</a:t>
            </a:r>
          </a:p>
          <a:p xmlns:a="http://schemas.openxmlformats.org/drawingml/2006/main">
            <a:r>
              <a:t>Font substitution: source PDF families mapped to Comic Sans MS, Arial,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19576f6f944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86e0912004e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61168f3a54e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7f72b209047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7ef16e5b244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a72b771614d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11F523-D667-41ED-9F6E-EECE359247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07A7BF-DD00-474A-A5CB-91E3FC702E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2D07A1-841A-437B-A9D5-F9A4DBA46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CF6E5F-A646-46E1-A545-F65FDFBF5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645962-DEB9-4064-8680-2EAC83AF2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54E1CC-0E4A-486F-BCD4-298629B860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76F0ED-F2EF-4E91-9695-0E8284D3EA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3C3B31-4999-4D2F-B922-05C4B56824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5FD226-D7DE-465D-BA4F-7B96753CEF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6ECCF3-40C8-4FAA-94A4-42A256DB00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39d06dfe54d23" /><Relationship Type="http://schemas.openxmlformats.org/officeDocument/2006/relationships/slideLayout" Target="/ppt/slideLayouts/slideLayout1.xml" Id="R0c615c2593e2401d" /><Relationship Type="http://schemas.openxmlformats.org/officeDocument/2006/relationships/slideLayout" Target="/ppt/slideLayouts/slideLayout2.xml" Id="R4ca36a21bdef434a" /><Relationship Type="http://schemas.openxmlformats.org/officeDocument/2006/relationships/slideLayout" Target="/ppt/slideLayouts/slideLayout3.xml" Id="Rf4ef13c006c44888" /><Relationship Type="http://schemas.openxmlformats.org/officeDocument/2006/relationships/slideLayout" Target="/ppt/slideLayouts/slideLayout4.xml" Id="Rd5e2b3644d414f3a" /><Relationship Type="http://schemas.openxmlformats.org/officeDocument/2006/relationships/slideLayout" Target="/ppt/slideLayouts/slideLayout5.xml" Id="R7f1692f3622b40fb" /><Relationship Type="http://schemas.openxmlformats.org/officeDocument/2006/relationships/slideLayout" Target="/ppt/slideLayouts/slideLayout6.xml" Id="R5bf5736c2bef4b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615c2593e2401d"/>
    <p:sldLayoutId xmlns:r="http://schemas.openxmlformats.org/officeDocument/2006/relationships" id="2147483650" r:id="R4ca36a21bdef434a"/>
    <p:sldLayoutId xmlns:r="http://schemas.openxmlformats.org/officeDocument/2006/relationships" id="2147483651" r:id="Rf4ef13c006c44888"/>
    <p:sldLayoutId xmlns:r="http://schemas.openxmlformats.org/officeDocument/2006/relationships" id="2147483652" r:id="Rd5e2b3644d414f3a"/>
    <p:sldLayoutId xmlns:r="http://schemas.openxmlformats.org/officeDocument/2006/relationships" id="2147483653" r:id="R7f1692f3622b40fb"/>
    <p:sldLayoutId xmlns:r="http://schemas.openxmlformats.org/officeDocument/2006/relationships" id="2147483654" r:id="R5bf5736c2bef4b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486481c7c4ba0" /><Relationship Type="http://schemas.openxmlformats.org/officeDocument/2006/relationships/image" Target="/ppt/media/image.png" Id="R0a3de8106dd548e5" /><Relationship Type="http://schemas.openxmlformats.org/officeDocument/2006/relationships/image" Target="/ppt/media/image2.png" Id="Rb8071b9ef5ed49a2" /><Relationship Type="http://schemas.openxmlformats.org/officeDocument/2006/relationships/image" Target="/ppt/media/image3.png" Id="R165da7c0d41e40b9" /><Relationship Type="http://schemas.openxmlformats.org/officeDocument/2006/relationships/image" Target="/ppt/media/image4.png" Id="R9f049d9026344683" /><Relationship Type="http://schemas.openxmlformats.org/officeDocument/2006/relationships/image" Target="/ppt/media/image5.png" Id="R88d0e064bad143ef" /><Relationship Type="http://schemas.openxmlformats.org/officeDocument/2006/relationships/image" Target="/ppt/media/image6.png" Id="Ra2a0bf2bdae5473e" /><Relationship Type="http://schemas.openxmlformats.org/officeDocument/2006/relationships/image" Target="/ppt/media/image7.png" Id="R24c6d8394dd64cb4" /><Relationship Type="http://schemas.openxmlformats.org/officeDocument/2006/relationships/image" Target="/ppt/media/image8.png" Id="R7440640842a34bb3" /><Relationship Type="http://schemas.openxmlformats.org/officeDocument/2006/relationships/image" Target="/ppt/media/image9.png" Id="R307a67c9d8294e41" /><Relationship Type="http://schemas.openxmlformats.org/officeDocument/2006/relationships/image" Target="/ppt/media/image10.png" Id="Re13700014f774a63" /><Relationship Type="http://schemas.openxmlformats.org/officeDocument/2006/relationships/image" Target="/ppt/media/image11.png" Id="Rca70a9a33c33401c" /><Relationship Type="http://schemas.openxmlformats.org/officeDocument/2006/relationships/image" Target="/ppt/media/image12.png" Id="R5cfa67b84ddf41c2" /><Relationship Type="http://schemas.openxmlformats.org/officeDocument/2006/relationships/image" Target="/ppt/media/image13.png" Id="Refc080964c914f2c" /><Relationship Type="http://schemas.openxmlformats.org/officeDocument/2006/relationships/image" Target="/ppt/media/image14.png" Id="R19b6952b1d834d83" /><Relationship Type="http://schemas.openxmlformats.org/officeDocument/2006/relationships/image" Target="/ppt/media/image15.png" Id="Rbd3075810076457e" /><Relationship Type="http://schemas.openxmlformats.org/officeDocument/2006/relationships/image" Target="/ppt/media/image16.png" Id="R55b7eeaf81db4227" /><Relationship Type="http://schemas.openxmlformats.org/officeDocument/2006/relationships/image" Target="/ppt/media/image17.png" Id="R177f1c8200884098" /><Relationship Type="http://schemas.openxmlformats.org/officeDocument/2006/relationships/image" Target="/ppt/media/image18.png" Id="Rc9613897925b4dda" /><Relationship Type="http://schemas.openxmlformats.org/officeDocument/2006/relationships/image" Target="/ppt/media/image19.png" Id="R41458493be294806" /><Relationship Type="http://schemas.openxmlformats.org/officeDocument/2006/relationships/image" Target="/ppt/media/image20.png" Id="R4371264b63cb44b2" /><Relationship Type="http://schemas.openxmlformats.org/officeDocument/2006/relationships/image" Target="/ppt/media/image21.png" Id="R70fd95fa8edf48c8" /><Relationship Type="http://schemas.openxmlformats.org/officeDocument/2006/relationships/image" Target="/ppt/media/image22.png" Id="Rf3e68f585fc947a2" /><Relationship Type="http://schemas.openxmlformats.org/officeDocument/2006/relationships/image" Target="/ppt/media/image23.png" Id="Rb6bedfcf0b564380" /><Relationship Type="http://schemas.openxmlformats.org/officeDocument/2006/relationships/image" Target="/ppt/media/image24.png" Id="R7ed906bd220e4610" /><Relationship Type="http://schemas.openxmlformats.org/officeDocument/2006/relationships/image" Target="/ppt/media/image25.png" Id="R04130a83a48b4c6f" /><Relationship Type="http://schemas.openxmlformats.org/officeDocument/2006/relationships/image" Target="/ppt/media/image26.png" Id="Rad44b0f1db8f4e97" /><Relationship Type="http://schemas.openxmlformats.org/officeDocument/2006/relationships/image" Target="/ppt/media/image27.png" Id="R2928e422f8e947bd" /><Relationship Type="http://schemas.openxmlformats.org/officeDocument/2006/relationships/image" Target="/ppt/media/image28.png" Id="Rfe0b44f85c2a4796" /><Relationship Type="http://schemas.openxmlformats.org/officeDocument/2006/relationships/image" Target="/ppt/media/image29.png" Id="R263a051bcc8042dd" /><Relationship Type="http://schemas.openxmlformats.org/officeDocument/2006/relationships/image" Target="/ppt/media/image30.png" Id="R0458b3c8fdf4464b" /><Relationship Type="http://schemas.openxmlformats.org/officeDocument/2006/relationships/image" Target="/ppt/media/image31.png" Id="Rb4e5a66b2f564611" /><Relationship Type="http://schemas.openxmlformats.org/officeDocument/2006/relationships/image" Target="/ppt/media/image32.png" Id="Rce83f66762834edc" /><Relationship Type="http://schemas.openxmlformats.org/officeDocument/2006/relationships/image" Target="/ppt/media/image33.png" Id="R08ffa47910f24dcc" /><Relationship Type="http://schemas.openxmlformats.org/officeDocument/2006/relationships/image" Target="/ppt/media/image34.png" Id="R2eeaf310f7554147" /><Relationship Type="http://schemas.openxmlformats.org/officeDocument/2006/relationships/image" Target="/ppt/media/image35.png" Id="Rac202c1ebbc142b2" /><Relationship Type="http://schemas.openxmlformats.org/officeDocument/2006/relationships/image" Target="/ppt/media/image36.png" Id="R505f84174f164cec" /><Relationship Type="http://schemas.openxmlformats.org/officeDocument/2006/relationships/image" Target="/ppt/media/image37.png" Id="Ra1ed085bf9e642ac" /><Relationship Type="http://schemas.openxmlformats.org/officeDocument/2006/relationships/image" Target="/ppt/media/image38.png" Id="Rfbc9197e719d4fd3" /><Relationship Type="http://schemas.openxmlformats.org/officeDocument/2006/relationships/image" Target="/ppt/media/image39.png" Id="R091304485ed84c37" /><Relationship Type="http://schemas.openxmlformats.org/officeDocument/2006/relationships/image" Target="/ppt/media/image40.png" Id="Ra6b11fed171e4fef" /><Relationship Type="http://schemas.openxmlformats.org/officeDocument/2006/relationships/image" Target="/ppt/media/image41.png" Id="R90845ffce8484bb8" /><Relationship Type="http://schemas.openxmlformats.org/officeDocument/2006/relationships/image" Target="/ppt/media/image42.png" Id="R76eb382c1aff4677" /><Relationship Type="http://schemas.openxmlformats.org/officeDocument/2006/relationships/image" Target="/ppt/media/image43.png" Id="R072190f7dde94840" /><Relationship Type="http://schemas.openxmlformats.org/officeDocument/2006/relationships/image" Target="/ppt/media/image44.png" Id="R5c80bd758f854c38" /><Relationship Type="http://schemas.openxmlformats.org/officeDocument/2006/relationships/image" Target="/ppt/media/image45.png" Id="R4788decd7d13483f" /><Relationship Type="http://schemas.openxmlformats.org/officeDocument/2006/relationships/image" Target="/ppt/media/image46.png" Id="R93bca287bed04519" /><Relationship Type="http://schemas.openxmlformats.org/officeDocument/2006/relationships/image" Target="/ppt/media/image47.png" Id="Rf881a1c7dc194d9b" /><Relationship Type="http://schemas.openxmlformats.org/officeDocument/2006/relationships/image" Target="/ppt/media/image48.png" Id="Rf97caf4db6554485" /><Relationship Type="http://schemas.openxmlformats.org/officeDocument/2006/relationships/image" Target="/ppt/media/image49.png" Id="R40c86295b7ab4c0c" /><Relationship Type="http://schemas.openxmlformats.org/officeDocument/2006/relationships/image" Target="/ppt/media/image50.png" Id="R5309bd4e801c4e8c" /><Relationship Type="http://schemas.openxmlformats.org/officeDocument/2006/relationships/image" Target="/ppt/media/image51.png" Id="R1ec607c7162943c5" /><Relationship Type="http://schemas.openxmlformats.org/officeDocument/2006/relationships/image" Target="/ppt/media/image52.png" Id="Ra7f46b2fe95d4089" /><Relationship Type="http://schemas.openxmlformats.org/officeDocument/2006/relationships/image" Target="/ppt/media/image53.png" Id="Rc9d0c62046a24342" /><Relationship Type="http://schemas.openxmlformats.org/officeDocument/2006/relationships/image" Target="/ppt/media/image54.png" Id="R0867ef36915e449c" /><Relationship Type="http://schemas.openxmlformats.org/officeDocument/2006/relationships/image" Target="/ppt/media/image55.png" Id="R8f9701306ade4724" /><Relationship Type="http://schemas.openxmlformats.org/officeDocument/2006/relationships/image" Target="/ppt/media/image56.png" Id="R99780bc5512348aa" /><Relationship Type="http://schemas.openxmlformats.org/officeDocument/2006/relationships/image" Target="/ppt/media/image57.png" Id="Rc9047fe2f5954098" /><Relationship Type="http://schemas.openxmlformats.org/officeDocument/2006/relationships/notesSlide" Target="/ppt/notesSlides/notesSlide1.xml" Id="R67c39e7b19514e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2d5b7c4974067" /><Relationship Type="http://schemas.openxmlformats.org/officeDocument/2006/relationships/image" Target="/ppt/media/image58.png" Id="R1e980922826b4cdd" /><Relationship Type="http://schemas.openxmlformats.org/officeDocument/2006/relationships/image" Target="/ppt/media/image59.png" Id="Rd2e5099426d4445e" /><Relationship Type="http://schemas.openxmlformats.org/officeDocument/2006/relationships/image" Target="/ppt/media/image60.png" Id="Re249e752fa554ca6" /><Relationship Type="http://schemas.openxmlformats.org/officeDocument/2006/relationships/image" Target="/ppt/media/image61.png" Id="R0ddf81411f20409a" /><Relationship Type="http://schemas.openxmlformats.org/officeDocument/2006/relationships/image" Target="/ppt/media/image62.png" Id="Ra958dd44ccdf4812" /><Relationship Type="http://schemas.openxmlformats.org/officeDocument/2006/relationships/image" Target="/ppt/media/image63.png" Id="Re4988f05c9c74a16" /><Relationship Type="http://schemas.openxmlformats.org/officeDocument/2006/relationships/image" Target="/ppt/media/image64.png" Id="R02f5dd19ec104b46" /><Relationship Type="http://schemas.openxmlformats.org/officeDocument/2006/relationships/image" Target="/ppt/media/image65.png" Id="R152c2c0ee4014f7d" /><Relationship Type="http://schemas.openxmlformats.org/officeDocument/2006/relationships/image" Target="/ppt/media/image66.png" Id="Raf93f51ea05d4d69" /><Relationship Type="http://schemas.openxmlformats.org/officeDocument/2006/relationships/image" Target="/ppt/media/image67.png" Id="Rc8d06ea967b0478b" /><Relationship Type="http://schemas.openxmlformats.org/officeDocument/2006/relationships/image" Target="/ppt/media/image68.png" Id="Rbd6866c75129412b" /><Relationship Type="http://schemas.openxmlformats.org/officeDocument/2006/relationships/image" Target="/ppt/media/image69.png" Id="R19d9c3ceb3d24938" /><Relationship Type="http://schemas.openxmlformats.org/officeDocument/2006/relationships/image" Target="/ppt/media/image70.png" Id="R3a37dc4704a948f3" /><Relationship Type="http://schemas.openxmlformats.org/officeDocument/2006/relationships/notesSlide" Target="/ppt/notesSlides/notesSlide2.xml" Id="Rb75f383862ba40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path-1">
            <a:extLst xmlns:a="http://schemas.openxmlformats.org/drawingml/2006/main">
              <a:ext uri="{FF2B5EF4-FFF2-40B4-BE49-F238E27FC236}">
                <a16:creationId xmlns:a16="http://schemas.microsoft.com/office/drawing/2014/main" id="{47E2E9BD-9574-42E2-AE9A-F943048A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36" y="4924"/>
            <a:ext cx="14900487" cy="10282076"/>
          </a:xfrm>
          <a:custGeom xmlns:a="http://schemas.openxmlformats.org/drawingml/2006/main">
            <a:pathLst>
              <a:path w="13244877" h="9139623">
                <a:moveTo>
                  <a:pt x="13244877" y="0"/>
                </a:moveTo>
                <a:lnTo>
                  <a:pt x="0" y="0"/>
                </a:lnTo>
                <a:lnTo>
                  <a:pt x="0" y="9139623"/>
                </a:lnTo>
                <a:lnTo>
                  <a:pt x="13244877" y="9139623"/>
                </a:lnTo>
                <a:lnTo>
                  <a:pt x="1324487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210658EB-E13E-4571-A1EF-26A1BDE9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218" y="9322899"/>
            <a:ext cx="2173476" cy="430392"/>
          </a:xfrm>
          <a:custGeom xmlns:a="http://schemas.openxmlformats.org/drawingml/2006/main">
            <a:pathLst>
              <a:path w="1931979" h="382571">
                <a:moveTo>
                  <a:pt x="0" y="0"/>
                </a:moveTo>
                <a:lnTo>
                  <a:pt x="0" y="382571"/>
                </a:lnTo>
                <a:lnTo>
                  <a:pt x="1931979" y="382571"/>
                </a:lnTo>
                <a:lnTo>
                  <a:pt x="1931979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A226E89A-DF18-4F5D-90B1-D50762B8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89" y="9312138"/>
            <a:ext cx="2196790" cy="451686"/>
          </a:xfrm>
          <a:custGeom xmlns:a="http://schemas.openxmlformats.org/drawingml/2006/main">
            <a:pathLst>
              <a:path w="1952702" h="401499">
                <a:moveTo>
                  <a:pt x="1952702" y="0"/>
                </a:moveTo>
                <a:lnTo>
                  <a:pt x="1952702" y="401499"/>
                </a:lnTo>
                <a:lnTo>
                  <a:pt x="0" y="401499"/>
                </a:lnTo>
                <a:lnTo>
                  <a:pt x="0" y="0"/>
                </a:lnTo>
                <a:lnTo>
                  <a:pt x="1952702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391536"/>
                </a:lnTo>
                <a:lnTo>
                  <a:pt x="9963" y="381574"/>
                </a:lnTo>
                <a:lnTo>
                  <a:pt x="1942739" y="381574"/>
                </a:lnTo>
                <a:lnTo>
                  <a:pt x="1932776" y="391536"/>
                </a:lnTo>
                <a:lnTo>
                  <a:pt x="1932776" y="9963"/>
                </a:lnTo>
                <a:lnTo>
                  <a:pt x="1942739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A9727DA6-0C4D-4B17-A928-AF7571CB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895" y="6272500"/>
            <a:ext cx="1546719" cy="624067"/>
          </a:xfrm>
          <a:custGeom xmlns:a="http://schemas.openxmlformats.org/drawingml/2006/main">
            <a:pathLst>
              <a:path w="1374862" h="554726">
                <a:moveTo>
                  <a:pt x="0" y="0"/>
                </a:moveTo>
                <a:lnTo>
                  <a:pt x="0" y="554726"/>
                </a:lnTo>
                <a:lnTo>
                  <a:pt x="1374862" y="554726"/>
                </a:lnTo>
                <a:lnTo>
                  <a:pt x="1374862" y="0"/>
                </a:lnTo>
                <a:close/>
              </a:path>
            </a:pathLst>
          </a:custGeom>
          <a:solidFill xmlns:a="http://schemas.openxmlformats.org/drawingml/2006/main">
            <a:srgbClr val="3C2E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9C50B8F1-B69F-4747-8118-822FC586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584" y="6261291"/>
            <a:ext cx="1569136" cy="646708"/>
          </a:xfrm>
          <a:custGeom xmlns:a="http://schemas.openxmlformats.org/drawingml/2006/main">
            <a:pathLst>
              <a:path w="1394787" h="574852">
                <a:moveTo>
                  <a:pt x="1394787" y="0"/>
                </a:moveTo>
                <a:lnTo>
                  <a:pt x="1394787" y="574852"/>
                </a:lnTo>
                <a:lnTo>
                  <a:pt x="0" y="574852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6"/>
                </a:moveTo>
                <a:lnTo>
                  <a:pt x="19926" y="9963"/>
                </a:lnTo>
                <a:lnTo>
                  <a:pt x="19926" y="564889"/>
                </a:lnTo>
                <a:lnTo>
                  <a:pt x="9963" y="554926"/>
                </a:lnTo>
                <a:lnTo>
                  <a:pt x="1384824" y="554926"/>
                </a:lnTo>
                <a:lnTo>
                  <a:pt x="1374862" y="564889"/>
                </a:lnTo>
                <a:lnTo>
                  <a:pt x="1374862" y="9963"/>
                </a:lnTo>
                <a:lnTo>
                  <a:pt x="1384824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3C2E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20D7AD32-C100-44DA-A033-7702F521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233" y="1469825"/>
            <a:ext cx="2106003" cy="1375235"/>
          </a:xfrm>
          <a:custGeom xmlns:a="http://schemas.openxmlformats.org/drawingml/2006/main">
            <a:pathLst>
              <a:path w="1872003" h="1222431">
                <a:moveTo>
                  <a:pt x="0" y="1063007"/>
                </a:moveTo>
                <a:lnTo>
                  <a:pt x="0" y="983305"/>
                </a:lnTo>
                <a:lnTo>
                  <a:pt x="19925" y="983305"/>
                </a:lnTo>
                <a:lnTo>
                  <a:pt x="19925" y="1063007"/>
                </a:lnTo>
                <a:lnTo>
                  <a:pt x="0" y="1063007"/>
                </a:lnTo>
                <a:moveTo>
                  <a:pt x="0" y="923528"/>
                </a:moveTo>
                <a:lnTo>
                  <a:pt x="0" y="843826"/>
                </a:lnTo>
                <a:lnTo>
                  <a:pt x="19925" y="843826"/>
                </a:lnTo>
                <a:lnTo>
                  <a:pt x="19925" y="923528"/>
                </a:lnTo>
                <a:lnTo>
                  <a:pt x="0" y="923528"/>
                </a:lnTo>
                <a:moveTo>
                  <a:pt x="0" y="784050"/>
                </a:moveTo>
                <a:lnTo>
                  <a:pt x="0" y="704348"/>
                </a:lnTo>
                <a:lnTo>
                  <a:pt x="19925" y="704348"/>
                </a:lnTo>
                <a:lnTo>
                  <a:pt x="19925" y="784050"/>
                </a:lnTo>
                <a:lnTo>
                  <a:pt x="0" y="784050"/>
                </a:lnTo>
                <a:moveTo>
                  <a:pt x="0" y="644571"/>
                </a:moveTo>
                <a:lnTo>
                  <a:pt x="0" y="564869"/>
                </a:lnTo>
                <a:lnTo>
                  <a:pt x="19925" y="564869"/>
                </a:lnTo>
                <a:lnTo>
                  <a:pt x="19925" y="644571"/>
                </a:lnTo>
                <a:lnTo>
                  <a:pt x="0" y="644571"/>
                </a:lnTo>
                <a:moveTo>
                  <a:pt x="0" y="505092"/>
                </a:moveTo>
                <a:lnTo>
                  <a:pt x="0" y="425390"/>
                </a:lnTo>
                <a:lnTo>
                  <a:pt x="19925" y="425390"/>
                </a:lnTo>
                <a:lnTo>
                  <a:pt x="19925" y="505092"/>
                </a:lnTo>
                <a:lnTo>
                  <a:pt x="0" y="505092"/>
                </a:lnTo>
                <a:moveTo>
                  <a:pt x="0" y="365613"/>
                </a:moveTo>
                <a:lnTo>
                  <a:pt x="0" y="285911"/>
                </a:lnTo>
                <a:lnTo>
                  <a:pt x="19925" y="285911"/>
                </a:lnTo>
                <a:lnTo>
                  <a:pt x="19925" y="365613"/>
                </a:lnTo>
                <a:lnTo>
                  <a:pt x="0" y="365613"/>
                </a:lnTo>
                <a:moveTo>
                  <a:pt x="0" y="226135"/>
                </a:moveTo>
                <a:lnTo>
                  <a:pt x="0" y="159305"/>
                </a:lnTo>
                <a:lnTo>
                  <a:pt x="198" y="151235"/>
                </a:lnTo>
                <a:lnTo>
                  <a:pt x="617" y="145695"/>
                </a:lnTo>
                <a:lnTo>
                  <a:pt x="20482" y="147210"/>
                </a:lnTo>
                <a:lnTo>
                  <a:pt x="20085" y="152490"/>
                </a:lnTo>
                <a:lnTo>
                  <a:pt x="20104" y="151992"/>
                </a:lnTo>
                <a:lnTo>
                  <a:pt x="19905" y="159683"/>
                </a:lnTo>
                <a:lnTo>
                  <a:pt x="19925" y="159424"/>
                </a:lnTo>
                <a:lnTo>
                  <a:pt x="19925" y="226135"/>
                </a:lnTo>
                <a:lnTo>
                  <a:pt x="0" y="226135"/>
                </a:lnTo>
                <a:moveTo>
                  <a:pt x="18450" y="84962"/>
                </a:moveTo>
                <a:lnTo>
                  <a:pt x="19228" y="83428"/>
                </a:lnTo>
                <a:lnTo>
                  <a:pt x="23074" y="76753"/>
                </a:lnTo>
                <a:lnTo>
                  <a:pt x="27218" y="70277"/>
                </a:lnTo>
                <a:lnTo>
                  <a:pt x="31660" y="64021"/>
                </a:lnTo>
                <a:lnTo>
                  <a:pt x="36403" y="58003"/>
                </a:lnTo>
                <a:lnTo>
                  <a:pt x="41404" y="52225"/>
                </a:lnTo>
                <a:lnTo>
                  <a:pt x="46685" y="46685"/>
                </a:lnTo>
                <a:lnTo>
                  <a:pt x="52224" y="41405"/>
                </a:lnTo>
                <a:lnTo>
                  <a:pt x="58002" y="36404"/>
                </a:lnTo>
                <a:lnTo>
                  <a:pt x="64020" y="31682"/>
                </a:lnTo>
                <a:lnTo>
                  <a:pt x="70276" y="27238"/>
                </a:lnTo>
                <a:lnTo>
                  <a:pt x="75816" y="23672"/>
                </a:lnTo>
                <a:lnTo>
                  <a:pt x="86576" y="40449"/>
                </a:lnTo>
                <a:lnTo>
                  <a:pt x="81216" y="43876"/>
                </a:lnTo>
                <a:lnTo>
                  <a:pt x="81614" y="43617"/>
                </a:lnTo>
                <a:lnTo>
                  <a:pt x="75757" y="47781"/>
                </a:lnTo>
                <a:lnTo>
                  <a:pt x="76135" y="47483"/>
                </a:lnTo>
                <a:lnTo>
                  <a:pt x="70495" y="51926"/>
                </a:lnTo>
                <a:lnTo>
                  <a:pt x="70875" y="51627"/>
                </a:lnTo>
                <a:lnTo>
                  <a:pt x="65434" y="56330"/>
                </a:lnTo>
                <a:lnTo>
                  <a:pt x="65793" y="55991"/>
                </a:lnTo>
                <a:lnTo>
                  <a:pt x="60613" y="60952"/>
                </a:lnTo>
                <a:lnTo>
                  <a:pt x="60931" y="60614"/>
                </a:lnTo>
                <a:lnTo>
                  <a:pt x="55990" y="65794"/>
                </a:lnTo>
                <a:lnTo>
                  <a:pt x="56308" y="65455"/>
                </a:lnTo>
                <a:lnTo>
                  <a:pt x="51606" y="70875"/>
                </a:lnTo>
                <a:lnTo>
                  <a:pt x="51925" y="70516"/>
                </a:lnTo>
                <a:lnTo>
                  <a:pt x="47482" y="76156"/>
                </a:lnTo>
                <a:lnTo>
                  <a:pt x="47760" y="75777"/>
                </a:lnTo>
                <a:lnTo>
                  <a:pt x="43596" y="81635"/>
                </a:lnTo>
                <a:lnTo>
                  <a:pt x="43876" y="81236"/>
                </a:lnTo>
                <a:lnTo>
                  <a:pt x="39969" y="87294"/>
                </a:lnTo>
                <a:lnTo>
                  <a:pt x="40229" y="86895"/>
                </a:lnTo>
                <a:lnTo>
                  <a:pt x="36622" y="93152"/>
                </a:lnTo>
                <a:lnTo>
                  <a:pt x="36861" y="92713"/>
                </a:lnTo>
                <a:lnTo>
                  <a:pt x="36184" y="94048"/>
                </a:lnTo>
                <a:lnTo>
                  <a:pt x="18450" y="84962"/>
                </a:lnTo>
                <a:moveTo>
                  <a:pt x="135692" y="1754"/>
                </a:moveTo>
                <a:lnTo>
                  <a:pt x="143123" y="817"/>
                </a:lnTo>
                <a:lnTo>
                  <a:pt x="151213" y="199"/>
                </a:lnTo>
                <a:lnTo>
                  <a:pt x="159284" y="0"/>
                </a:lnTo>
                <a:lnTo>
                  <a:pt x="216570" y="0"/>
                </a:lnTo>
                <a:lnTo>
                  <a:pt x="216570" y="19926"/>
                </a:lnTo>
                <a:lnTo>
                  <a:pt x="159403" y="19926"/>
                </a:lnTo>
                <a:lnTo>
                  <a:pt x="159663" y="19926"/>
                </a:lnTo>
                <a:lnTo>
                  <a:pt x="151972" y="20125"/>
                </a:lnTo>
                <a:lnTo>
                  <a:pt x="152468" y="20085"/>
                </a:lnTo>
                <a:lnTo>
                  <a:pt x="144877" y="20663"/>
                </a:lnTo>
                <a:lnTo>
                  <a:pt x="145396" y="20623"/>
                </a:lnTo>
                <a:lnTo>
                  <a:pt x="138223" y="21520"/>
                </a:lnTo>
                <a:lnTo>
                  <a:pt x="135692" y="1754"/>
                </a:lnTo>
                <a:moveTo>
                  <a:pt x="276345" y="0"/>
                </a:moveTo>
                <a:lnTo>
                  <a:pt x="356048" y="0"/>
                </a:lnTo>
                <a:lnTo>
                  <a:pt x="356048" y="19926"/>
                </a:lnTo>
                <a:lnTo>
                  <a:pt x="276345" y="19926"/>
                </a:lnTo>
                <a:lnTo>
                  <a:pt x="276345" y="0"/>
                </a:lnTo>
                <a:moveTo>
                  <a:pt x="415825" y="0"/>
                </a:moveTo>
                <a:lnTo>
                  <a:pt x="495526" y="0"/>
                </a:lnTo>
                <a:lnTo>
                  <a:pt x="495526" y="19926"/>
                </a:lnTo>
                <a:lnTo>
                  <a:pt x="415825" y="19926"/>
                </a:lnTo>
                <a:lnTo>
                  <a:pt x="415825" y="0"/>
                </a:lnTo>
                <a:moveTo>
                  <a:pt x="555304" y="0"/>
                </a:moveTo>
                <a:lnTo>
                  <a:pt x="635006" y="0"/>
                </a:lnTo>
                <a:lnTo>
                  <a:pt x="635006" y="19926"/>
                </a:lnTo>
                <a:lnTo>
                  <a:pt x="555304" y="19926"/>
                </a:lnTo>
                <a:lnTo>
                  <a:pt x="555304" y="0"/>
                </a:lnTo>
                <a:moveTo>
                  <a:pt x="694782" y="0"/>
                </a:moveTo>
                <a:lnTo>
                  <a:pt x="774484" y="0"/>
                </a:lnTo>
                <a:lnTo>
                  <a:pt x="774484" y="19926"/>
                </a:lnTo>
                <a:lnTo>
                  <a:pt x="694782" y="19926"/>
                </a:lnTo>
                <a:lnTo>
                  <a:pt x="694782" y="0"/>
                </a:lnTo>
                <a:moveTo>
                  <a:pt x="834262" y="0"/>
                </a:moveTo>
                <a:lnTo>
                  <a:pt x="913962" y="0"/>
                </a:lnTo>
                <a:lnTo>
                  <a:pt x="913962" y="19926"/>
                </a:lnTo>
                <a:lnTo>
                  <a:pt x="834262" y="19926"/>
                </a:lnTo>
                <a:lnTo>
                  <a:pt x="834262" y="0"/>
                </a:lnTo>
                <a:moveTo>
                  <a:pt x="973740" y="0"/>
                </a:moveTo>
                <a:lnTo>
                  <a:pt x="1053442" y="0"/>
                </a:lnTo>
                <a:lnTo>
                  <a:pt x="1053442" y="19926"/>
                </a:lnTo>
                <a:lnTo>
                  <a:pt x="973740" y="19926"/>
                </a:lnTo>
                <a:lnTo>
                  <a:pt x="973740" y="0"/>
                </a:lnTo>
                <a:moveTo>
                  <a:pt x="1113218" y="0"/>
                </a:moveTo>
                <a:lnTo>
                  <a:pt x="1192920" y="0"/>
                </a:lnTo>
                <a:lnTo>
                  <a:pt x="1192920" y="19926"/>
                </a:lnTo>
                <a:lnTo>
                  <a:pt x="1113218" y="19926"/>
                </a:lnTo>
                <a:lnTo>
                  <a:pt x="1113218" y="0"/>
                </a:lnTo>
                <a:moveTo>
                  <a:pt x="1252698" y="0"/>
                </a:moveTo>
                <a:lnTo>
                  <a:pt x="1332398" y="0"/>
                </a:lnTo>
                <a:lnTo>
                  <a:pt x="1332398" y="19926"/>
                </a:lnTo>
                <a:lnTo>
                  <a:pt x="1252698" y="19926"/>
                </a:lnTo>
                <a:lnTo>
                  <a:pt x="1252698" y="0"/>
                </a:lnTo>
                <a:moveTo>
                  <a:pt x="1392176" y="0"/>
                </a:moveTo>
                <a:lnTo>
                  <a:pt x="1471879" y="0"/>
                </a:lnTo>
                <a:lnTo>
                  <a:pt x="1471879" y="19926"/>
                </a:lnTo>
                <a:lnTo>
                  <a:pt x="1392176" y="19926"/>
                </a:lnTo>
                <a:lnTo>
                  <a:pt x="1392176" y="0"/>
                </a:lnTo>
                <a:moveTo>
                  <a:pt x="1531654" y="0"/>
                </a:moveTo>
                <a:lnTo>
                  <a:pt x="1611357" y="0"/>
                </a:lnTo>
                <a:lnTo>
                  <a:pt x="1611357" y="19926"/>
                </a:lnTo>
                <a:lnTo>
                  <a:pt x="1531654" y="19926"/>
                </a:lnTo>
                <a:lnTo>
                  <a:pt x="1531654" y="0"/>
                </a:lnTo>
                <a:moveTo>
                  <a:pt x="1671132" y="0"/>
                </a:moveTo>
                <a:lnTo>
                  <a:pt x="1712698" y="0"/>
                </a:lnTo>
                <a:lnTo>
                  <a:pt x="1720767" y="199"/>
                </a:lnTo>
                <a:lnTo>
                  <a:pt x="1728857" y="817"/>
                </a:lnTo>
                <a:lnTo>
                  <a:pt x="1736828" y="1833"/>
                </a:lnTo>
                <a:lnTo>
                  <a:pt x="1744699" y="3228"/>
                </a:lnTo>
                <a:lnTo>
                  <a:pt x="1752409" y="5021"/>
                </a:lnTo>
                <a:lnTo>
                  <a:pt x="1753147" y="5220"/>
                </a:lnTo>
                <a:lnTo>
                  <a:pt x="1747707" y="24389"/>
                </a:lnTo>
                <a:lnTo>
                  <a:pt x="1747208" y="24249"/>
                </a:lnTo>
                <a:lnTo>
                  <a:pt x="1747686" y="24369"/>
                </a:lnTo>
                <a:lnTo>
                  <a:pt x="1740453" y="22715"/>
                </a:lnTo>
                <a:lnTo>
                  <a:pt x="1740931" y="22815"/>
                </a:lnTo>
                <a:lnTo>
                  <a:pt x="1733580" y="21500"/>
                </a:lnTo>
                <a:lnTo>
                  <a:pt x="1734078" y="21560"/>
                </a:lnTo>
                <a:lnTo>
                  <a:pt x="1726606" y="20623"/>
                </a:lnTo>
                <a:lnTo>
                  <a:pt x="1727103" y="20663"/>
                </a:lnTo>
                <a:lnTo>
                  <a:pt x="1719512" y="20085"/>
                </a:lnTo>
                <a:lnTo>
                  <a:pt x="1720011" y="20125"/>
                </a:lnTo>
                <a:lnTo>
                  <a:pt x="1712319" y="19926"/>
                </a:lnTo>
                <a:lnTo>
                  <a:pt x="1712579" y="19926"/>
                </a:lnTo>
                <a:lnTo>
                  <a:pt x="1671132" y="19926"/>
                </a:lnTo>
                <a:lnTo>
                  <a:pt x="1671132" y="0"/>
                </a:lnTo>
                <a:moveTo>
                  <a:pt x="1809874" y="33176"/>
                </a:moveTo>
                <a:lnTo>
                  <a:pt x="1813979" y="36404"/>
                </a:lnTo>
                <a:lnTo>
                  <a:pt x="1819757" y="41405"/>
                </a:lnTo>
                <a:lnTo>
                  <a:pt x="1825297" y="46685"/>
                </a:lnTo>
                <a:lnTo>
                  <a:pt x="1830576" y="52225"/>
                </a:lnTo>
                <a:lnTo>
                  <a:pt x="1835579" y="58003"/>
                </a:lnTo>
                <a:lnTo>
                  <a:pt x="1840320" y="64021"/>
                </a:lnTo>
                <a:lnTo>
                  <a:pt x="1844765" y="70277"/>
                </a:lnTo>
                <a:lnTo>
                  <a:pt x="1848909" y="76753"/>
                </a:lnTo>
                <a:lnTo>
                  <a:pt x="1852754" y="83428"/>
                </a:lnTo>
                <a:lnTo>
                  <a:pt x="1856261" y="90303"/>
                </a:lnTo>
                <a:lnTo>
                  <a:pt x="1859468" y="97356"/>
                </a:lnTo>
                <a:lnTo>
                  <a:pt x="1860546" y="100126"/>
                </a:lnTo>
                <a:lnTo>
                  <a:pt x="1842015" y="107419"/>
                </a:lnTo>
                <a:lnTo>
                  <a:pt x="1841019" y="104908"/>
                </a:lnTo>
                <a:lnTo>
                  <a:pt x="1841197" y="105346"/>
                </a:lnTo>
                <a:lnTo>
                  <a:pt x="1838208" y="98731"/>
                </a:lnTo>
                <a:lnTo>
                  <a:pt x="1838429" y="99169"/>
                </a:lnTo>
                <a:lnTo>
                  <a:pt x="1835121" y="92713"/>
                </a:lnTo>
                <a:lnTo>
                  <a:pt x="1835360" y="93152"/>
                </a:lnTo>
                <a:lnTo>
                  <a:pt x="1831754" y="86895"/>
                </a:lnTo>
                <a:lnTo>
                  <a:pt x="1832011" y="87294"/>
                </a:lnTo>
                <a:lnTo>
                  <a:pt x="1828127" y="81236"/>
                </a:lnTo>
                <a:lnTo>
                  <a:pt x="1828385" y="81635"/>
                </a:lnTo>
                <a:lnTo>
                  <a:pt x="1824222" y="75777"/>
                </a:lnTo>
                <a:lnTo>
                  <a:pt x="1824500" y="76156"/>
                </a:lnTo>
                <a:lnTo>
                  <a:pt x="1820076" y="70516"/>
                </a:lnTo>
                <a:lnTo>
                  <a:pt x="1820374" y="70875"/>
                </a:lnTo>
                <a:lnTo>
                  <a:pt x="1815672" y="65455"/>
                </a:lnTo>
                <a:lnTo>
                  <a:pt x="1815991" y="65794"/>
                </a:lnTo>
                <a:lnTo>
                  <a:pt x="1811050" y="60614"/>
                </a:lnTo>
                <a:lnTo>
                  <a:pt x="1811389" y="60952"/>
                </a:lnTo>
                <a:lnTo>
                  <a:pt x="1806188" y="55991"/>
                </a:lnTo>
                <a:lnTo>
                  <a:pt x="1806546" y="56330"/>
                </a:lnTo>
                <a:lnTo>
                  <a:pt x="1801128" y="51627"/>
                </a:lnTo>
                <a:lnTo>
                  <a:pt x="1801486" y="51926"/>
                </a:lnTo>
                <a:lnTo>
                  <a:pt x="1797560" y="48838"/>
                </a:lnTo>
                <a:lnTo>
                  <a:pt x="1809874" y="33176"/>
                </a:lnTo>
                <a:moveTo>
                  <a:pt x="1872003" y="162174"/>
                </a:moveTo>
                <a:lnTo>
                  <a:pt x="1872003" y="241876"/>
                </a:lnTo>
                <a:lnTo>
                  <a:pt x="1852078" y="241876"/>
                </a:lnTo>
                <a:lnTo>
                  <a:pt x="1852078" y="162174"/>
                </a:lnTo>
                <a:lnTo>
                  <a:pt x="1872003" y="162174"/>
                </a:lnTo>
                <a:moveTo>
                  <a:pt x="1872003" y="301653"/>
                </a:moveTo>
                <a:lnTo>
                  <a:pt x="1872003" y="381355"/>
                </a:lnTo>
                <a:lnTo>
                  <a:pt x="1852078" y="381355"/>
                </a:lnTo>
                <a:lnTo>
                  <a:pt x="1852078" y="301653"/>
                </a:lnTo>
                <a:lnTo>
                  <a:pt x="1872003" y="301653"/>
                </a:lnTo>
                <a:moveTo>
                  <a:pt x="1872003" y="441131"/>
                </a:moveTo>
                <a:lnTo>
                  <a:pt x="1872003" y="520833"/>
                </a:lnTo>
                <a:lnTo>
                  <a:pt x="1852078" y="520833"/>
                </a:lnTo>
                <a:lnTo>
                  <a:pt x="1852078" y="441131"/>
                </a:lnTo>
                <a:lnTo>
                  <a:pt x="1872003" y="441131"/>
                </a:lnTo>
                <a:moveTo>
                  <a:pt x="1872003" y="580610"/>
                </a:moveTo>
                <a:lnTo>
                  <a:pt x="1872003" y="660312"/>
                </a:lnTo>
                <a:lnTo>
                  <a:pt x="1852078" y="660312"/>
                </a:lnTo>
                <a:lnTo>
                  <a:pt x="1852078" y="580610"/>
                </a:lnTo>
                <a:lnTo>
                  <a:pt x="1872003" y="580610"/>
                </a:lnTo>
                <a:moveTo>
                  <a:pt x="1872003" y="720089"/>
                </a:moveTo>
                <a:lnTo>
                  <a:pt x="1872003" y="799791"/>
                </a:lnTo>
                <a:lnTo>
                  <a:pt x="1852078" y="799791"/>
                </a:lnTo>
                <a:lnTo>
                  <a:pt x="1852078" y="720089"/>
                </a:lnTo>
                <a:lnTo>
                  <a:pt x="1872003" y="720089"/>
                </a:lnTo>
                <a:moveTo>
                  <a:pt x="1872003" y="859567"/>
                </a:moveTo>
                <a:lnTo>
                  <a:pt x="1872003" y="939269"/>
                </a:lnTo>
                <a:lnTo>
                  <a:pt x="1852078" y="939269"/>
                </a:lnTo>
                <a:lnTo>
                  <a:pt x="1852078" y="859567"/>
                </a:lnTo>
                <a:lnTo>
                  <a:pt x="1872003" y="859567"/>
                </a:lnTo>
                <a:moveTo>
                  <a:pt x="1872003" y="999046"/>
                </a:moveTo>
                <a:lnTo>
                  <a:pt x="1872003" y="1063126"/>
                </a:lnTo>
                <a:lnTo>
                  <a:pt x="1871782" y="1071196"/>
                </a:lnTo>
                <a:lnTo>
                  <a:pt x="1871167" y="1079306"/>
                </a:lnTo>
                <a:lnTo>
                  <a:pt x="1871085" y="1079963"/>
                </a:lnTo>
                <a:lnTo>
                  <a:pt x="1851319" y="1077453"/>
                </a:lnTo>
                <a:lnTo>
                  <a:pt x="1851378" y="1077035"/>
                </a:lnTo>
                <a:lnTo>
                  <a:pt x="1851319" y="1077533"/>
                </a:lnTo>
                <a:lnTo>
                  <a:pt x="1851898" y="1069941"/>
                </a:lnTo>
                <a:lnTo>
                  <a:pt x="1851877" y="1070439"/>
                </a:lnTo>
                <a:lnTo>
                  <a:pt x="1852078" y="1062748"/>
                </a:lnTo>
                <a:lnTo>
                  <a:pt x="1852078" y="1063007"/>
                </a:lnTo>
                <a:lnTo>
                  <a:pt x="1852078" y="999046"/>
                </a:lnTo>
                <a:lnTo>
                  <a:pt x="1872003" y="999046"/>
                </a:lnTo>
                <a:moveTo>
                  <a:pt x="1851998" y="1140318"/>
                </a:moveTo>
                <a:lnTo>
                  <a:pt x="1848909" y="1145678"/>
                </a:lnTo>
                <a:lnTo>
                  <a:pt x="1844765" y="1152154"/>
                </a:lnTo>
                <a:lnTo>
                  <a:pt x="1840320" y="1158411"/>
                </a:lnTo>
                <a:lnTo>
                  <a:pt x="1835579" y="1164428"/>
                </a:lnTo>
                <a:lnTo>
                  <a:pt x="1830576" y="1170206"/>
                </a:lnTo>
                <a:lnTo>
                  <a:pt x="1825297" y="1175746"/>
                </a:lnTo>
                <a:lnTo>
                  <a:pt x="1819757" y="1181026"/>
                </a:lnTo>
                <a:lnTo>
                  <a:pt x="1813979" y="1186027"/>
                </a:lnTo>
                <a:lnTo>
                  <a:pt x="1807963" y="1190750"/>
                </a:lnTo>
                <a:lnTo>
                  <a:pt x="1801705" y="1195193"/>
                </a:lnTo>
                <a:lnTo>
                  <a:pt x="1795250" y="1199357"/>
                </a:lnTo>
                <a:lnTo>
                  <a:pt x="1793396" y="1200414"/>
                </a:lnTo>
                <a:lnTo>
                  <a:pt x="1783454" y="1183138"/>
                </a:lnTo>
                <a:lnTo>
                  <a:pt x="1785108" y="1182201"/>
                </a:lnTo>
                <a:lnTo>
                  <a:pt x="1784689" y="1182441"/>
                </a:lnTo>
                <a:lnTo>
                  <a:pt x="1790767" y="1178555"/>
                </a:lnTo>
                <a:lnTo>
                  <a:pt x="1790368" y="1178814"/>
                </a:lnTo>
                <a:lnTo>
                  <a:pt x="1796225" y="1174650"/>
                </a:lnTo>
                <a:lnTo>
                  <a:pt x="1795847" y="1174949"/>
                </a:lnTo>
                <a:lnTo>
                  <a:pt x="1801486" y="1170505"/>
                </a:lnTo>
                <a:lnTo>
                  <a:pt x="1801128" y="1170804"/>
                </a:lnTo>
                <a:lnTo>
                  <a:pt x="1806546" y="1166102"/>
                </a:lnTo>
                <a:lnTo>
                  <a:pt x="1806188" y="1166440"/>
                </a:lnTo>
                <a:lnTo>
                  <a:pt x="1811389" y="1161478"/>
                </a:lnTo>
                <a:lnTo>
                  <a:pt x="1811050" y="1161818"/>
                </a:lnTo>
                <a:lnTo>
                  <a:pt x="1815991" y="1156637"/>
                </a:lnTo>
                <a:lnTo>
                  <a:pt x="1815672" y="1156976"/>
                </a:lnTo>
                <a:lnTo>
                  <a:pt x="1820374" y="1151556"/>
                </a:lnTo>
                <a:lnTo>
                  <a:pt x="1820076" y="1151915"/>
                </a:lnTo>
                <a:lnTo>
                  <a:pt x="1824500" y="1146276"/>
                </a:lnTo>
                <a:lnTo>
                  <a:pt x="1824222" y="1146654"/>
                </a:lnTo>
                <a:lnTo>
                  <a:pt x="1828385" y="1140796"/>
                </a:lnTo>
                <a:lnTo>
                  <a:pt x="1828127" y="1141194"/>
                </a:lnTo>
                <a:lnTo>
                  <a:pt x="1832011" y="1135138"/>
                </a:lnTo>
                <a:lnTo>
                  <a:pt x="1831754" y="1135536"/>
                </a:lnTo>
                <a:lnTo>
                  <a:pt x="1834722" y="1130375"/>
                </a:lnTo>
                <a:lnTo>
                  <a:pt x="1851998" y="1140318"/>
                </a:lnTo>
                <a:moveTo>
                  <a:pt x="1733559" y="1221017"/>
                </a:moveTo>
                <a:lnTo>
                  <a:pt x="1728857" y="1221614"/>
                </a:lnTo>
                <a:lnTo>
                  <a:pt x="1720767" y="1222232"/>
                </a:lnTo>
                <a:lnTo>
                  <a:pt x="1712698" y="1222431"/>
                </a:lnTo>
                <a:lnTo>
                  <a:pt x="1652663" y="1222431"/>
                </a:lnTo>
                <a:lnTo>
                  <a:pt x="1652663" y="1202505"/>
                </a:lnTo>
                <a:lnTo>
                  <a:pt x="1712579" y="1202505"/>
                </a:lnTo>
                <a:lnTo>
                  <a:pt x="1712319" y="1202505"/>
                </a:lnTo>
                <a:lnTo>
                  <a:pt x="1720011" y="1202306"/>
                </a:lnTo>
                <a:lnTo>
                  <a:pt x="1719512" y="1202346"/>
                </a:lnTo>
                <a:lnTo>
                  <a:pt x="1727103" y="1201768"/>
                </a:lnTo>
                <a:lnTo>
                  <a:pt x="1726606" y="1201808"/>
                </a:lnTo>
                <a:lnTo>
                  <a:pt x="1731049" y="1201250"/>
                </a:lnTo>
                <a:lnTo>
                  <a:pt x="1733559" y="1221017"/>
                </a:lnTo>
                <a:moveTo>
                  <a:pt x="1592885" y="1222431"/>
                </a:moveTo>
                <a:lnTo>
                  <a:pt x="1513182" y="1222431"/>
                </a:lnTo>
                <a:lnTo>
                  <a:pt x="1513182" y="1202505"/>
                </a:lnTo>
                <a:lnTo>
                  <a:pt x="1592885" y="1202505"/>
                </a:lnTo>
                <a:lnTo>
                  <a:pt x="1592885" y="1222431"/>
                </a:lnTo>
                <a:moveTo>
                  <a:pt x="1453407" y="1222431"/>
                </a:moveTo>
                <a:lnTo>
                  <a:pt x="1373704" y="1222431"/>
                </a:lnTo>
                <a:lnTo>
                  <a:pt x="1373704" y="1202505"/>
                </a:lnTo>
                <a:lnTo>
                  <a:pt x="1453407" y="1202505"/>
                </a:lnTo>
                <a:lnTo>
                  <a:pt x="1453407" y="1222431"/>
                </a:lnTo>
                <a:moveTo>
                  <a:pt x="1313929" y="1222431"/>
                </a:moveTo>
                <a:lnTo>
                  <a:pt x="1234226" y="1222431"/>
                </a:lnTo>
                <a:lnTo>
                  <a:pt x="1234226" y="1202505"/>
                </a:lnTo>
                <a:lnTo>
                  <a:pt x="1313929" y="1202505"/>
                </a:lnTo>
                <a:lnTo>
                  <a:pt x="1313929" y="1222431"/>
                </a:lnTo>
                <a:moveTo>
                  <a:pt x="1174449" y="1222431"/>
                </a:moveTo>
                <a:lnTo>
                  <a:pt x="1094748" y="1222431"/>
                </a:lnTo>
                <a:lnTo>
                  <a:pt x="1094748" y="1202505"/>
                </a:lnTo>
                <a:lnTo>
                  <a:pt x="1174449" y="1202505"/>
                </a:lnTo>
                <a:lnTo>
                  <a:pt x="1174449" y="1222431"/>
                </a:lnTo>
                <a:moveTo>
                  <a:pt x="1034971" y="1222431"/>
                </a:moveTo>
                <a:lnTo>
                  <a:pt x="955268" y="1222431"/>
                </a:lnTo>
                <a:lnTo>
                  <a:pt x="955268" y="1202505"/>
                </a:lnTo>
                <a:lnTo>
                  <a:pt x="1034971" y="1202505"/>
                </a:lnTo>
                <a:lnTo>
                  <a:pt x="1034971" y="1222431"/>
                </a:lnTo>
                <a:moveTo>
                  <a:pt x="895493" y="1222431"/>
                </a:moveTo>
                <a:lnTo>
                  <a:pt x="815790" y="1222431"/>
                </a:lnTo>
                <a:lnTo>
                  <a:pt x="815790" y="1202505"/>
                </a:lnTo>
                <a:lnTo>
                  <a:pt x="895493" y="1202505"/>
                </a:lnTo>
                <a:lnTo>
                  <a:pt x="895493" y="1222431"/>
                </a:lnTo>
                <a:moveTo>
                  <a:pt x="756013" y="1222431"/>
                </a:moveTo>
                <a:lnTo>
                  <a:pt x="676312" y="1222431"/>
                </a:lnTo>
                <a:lnTo>
                  <a:pt x="676312" y="1202505"/>
                </a:lnTo>
                <a:lnTo>
                  <a:pt x="756013" y="1202505"/>
                </a:lnTo>
                <a:lnTo>
                  <a:pt x="756013" y="1222431"/>
                </a:lnTo>
                <a:moveTo>
                  <a:pt x="616535" y="1222431"/>
                </a:moveTo>
                <a:lnTo>
                  <a:pt x="536832" y="1222431"/>
                </a:lnTo>
                <a:lnTo>
                  <a:pt x="536832" y="1202505"/>
                </a:lnTo>
                <a:lnTo>
                  <a:pt x="616535" y="1202505"/>
                </a:lnTo>
                <a:lnTo>
                  <a:pt x="616535" y="1222431"/>
                </a:lnTo>
                <a:moveTo>
                  <a:pt x="477057" y="1222431"/>
                </a:moveTo>
                <a:lnTo>
                  <a:pt x="397354" y="1222431"/>
                </a:lnTo>
                <a:lnTo>
                  <a:pt x="397354" y="1202505"/>
                </a:lnTo>
                <a:lnTo>
                  <a:pt x="477057" y="1202505"/>
                </a:lnTo>
                <a:lnTo>
                  <a:pt x="477057" y="1222431"/>
                </a:lnTo>
                <a:moveTo>
                  <a:pt x="337576" y="1222431"/>
                </a:moveTo>
                <a:lnTo>
                  <a:pt x="257876" y="1222431"/>
                </a:lnTo>
                <a:lnTo>
                  <a:pt x="257876" y="1202505"/>
                </a:lnTo>
                <a:lnTo>
                  <a:pt x="337576" y="1202505"/>
                </a:lnTo>
                <a:lnTo>
                  <a:pt x="337576" y="1222431"/>
                </a:lnTo>
                <a:moveTo>
                  <a:pt x="198098" y="1222431"/>
                </a:moveTo>
                <a:lnTo>
                  <a:pt x="159284" y="1222431"/>
                </a:lnTo>
                <a:lnTo>
                  <a:pt x="151213" y="1222232"/>
                </a:lnTo>
                <a:lnTo>
                  <a:pt x="143123" y="1221614"/>
                </a:lnTo>
                <a:lnTo>
                  <a:pt x="135154" y="1220598"/>
                </a:lnTo>
                <a:lnTo>
                  <a:pt x="127303" y="1219203"/>
                </a:lnTo>
                <a:lnTo>
                  <a:pt x="119572" y="1217410"/>
                </a:lnTo>
                <a:lnTo>
                  <a:pt x="116185" y="1216454"/>
                </a:lnTo>
                <a:lnTo>
                  <a:pt x="121625" y="1197285"/>
                </a:lnTo>
                <a:lnTo>
                  <a:pt x="124772" y="1198182"/>
                </a:lnTo>
                <a:lnTo>
                  <a:pt x="124295" y="1198062"/>
                </a:lnTo>
                <a:lnTo>
                  <a:pt x="131527" y="1199716"/>
                </a:lnTo>
                <a:lnTo>
                  <a:pt x="131049" y="1199617"/>
                </a:lnTo>
                <a:lnTo>
                  <a:pt x="138402" y="1200932"/>
                </a:lnTo>
                <a:lnTo>
                  <a:pt x="137904" y="1200872"/>
                </a:lnTo>
                <a:lnTo>
                  <a:pt x="145396" y="1201808"/>
                </a:lnTo>
                <a:lnTo>
                  <a:pt x="144877" y="1201768"/>
                </a:lnTo>
                <a:lnTo>
                  <a:pt x="152468" y="1202346"/>
                </a:lnTo>
                <a:lnTo>
                  <a:pt x="151972" y="1202306"/>
                </a:lnTo>
                <a:lnTo>
                  <a:pt x="159663" y="1202505"/>
                </a:lnTo>
                <a:lnTo>
                  <a:pt x="159403" y="1202505"/>
                </a:lnTo>
                <a:lnTo>
                  <a:pt x="198098" y="1202505"/>
                </a:lnTo>
                <a:lnTo>
                  <a:pt x="198098" y="1222431"/>
                </a:lnTo>
                <a:moveTo>
                  <a:pt x="59955" y="1187561"/>
                </a:moveTo>
                <a:lnTo>
                  <a:pt x="58002" y="1186027"/>
                </a:lnTo>
                <a:lnTo>
                  <a:pt x="52224" y="1181026"/>
                </a:lnTo>
                <a:lnTo>
                  <a:pt x="46685" y="1175746"/>
                </a:lnTo>
                <a:lnTo>
                  <a:pt x="41404" y="1170206"/>
                </a:lnTo>
                <a:lnTo>
                  <a:pt x="36403" y="1164428"/>
                </a:lnTo>
                <a:lnTo>
                  <a:pt x="31660" y="1158411"/>
                </a:lnTo>
                <a:lnTo>
                  <a:pt x="27218" y="1152154"/>
                </a:lnTo>
                <a:lnTo>
                  <a:pt x="23074" y="1145678"/>
                </a:lnTo>
                <a:lnTo>
                  <a:pt x="19228" y="1139003"/>
                </a:lnTo>
                <a:lnTo>
                  <a:pt x="15721" y="1132128"/>
                </a:lnTo>
                <a:lnTo>
                  <a:pt x="12512" y="1125075"/>
                </a:lnTo>
                <a:lnTo>
                  <a:pt x="10421" y="1119755"/>
                </a:lnTo>
                <a:lnTo>
                  <a:pt x="28971" y="1112442"/>
                </a:lnTo>
                <a:lnTo>
                  <a:pt x="30963" y="1117523"/>
                </a:lnTo>
                <a:lnTo>
                  <a:pt x="30783" y="1117085"/>
                </a:lnTo>
                <a:lnTo>
                  <a:pt x="33773" y="1123700"/>
                </a:lnTo>
                <a:lnTo>
                  <a:pt x="33553" y="1123262"/>
                </a:lnTo>
                <a:lnTo>
                  <a:pt x="36861" y="1129718"/>
                </a:lnTo>
                <a:lnTo>
                  <a:pt x="36622" y="1129279"/>
                </a:lnTo>
                <a:lnTo>
                  <a:pt x="40229" y="1135536"/>
                </a:lnTo>
                <a:lnTo>
                  <a:pt x="39969" y="1135138"/>
                </a:lnTo>
                <a:lnTo>
                  <a:pt x="43876" y="1141194"/>
                </a:lnTo>
                <a:lnTo>
                  <a:pt x="43596" y="1140796"/>
                </a:lnTo>
                <a:lnTo>
                  <a:pt x="47760" y="1146654"/>
                </a:lnTo>
                <a:lnTo>
                  <a:pt x="47482" y="1146276"/>
                </a:lnTo>
                <a:lnTo>
                  <a:pt x="51925" y="1151915"/>
                </a:lnTo>
                <a:lnTo>
                  <a:pt x="51606" y="1151556"/>
                </a:lnTo>
                <a:lnTo>
                  <a:pt x="56308" y="1156976"/>
                </a:lnTo>
                <a:lnTo>
                  <a:pt x="55990" y="1156637"/>
                </a:lnTo>
                <a:lnTo>
                  <a:pt x="60931" y="1161818"/>
                </a:lnTo>
                <a:lnTo>
                  <a:pt x="60613" y="1161478"/>
                </a:lnTo>
                <a:lnTo>
                  <a:pt x="65793" y="1166440"/>
                </a:lnTo>
                <a:lnTo>
                  <a:pt x="65434" y="1166102"/>
                </a:lnTo>
                <a:lnTo>
                  <a:pt x="70875" y="1170804"/>
                </a:lnTo>
                <a:lnTo>
                  <a:pt x="70495" y="1170505"/>
                </a:lnTo>
                <a:lnTo>
                  <a:pt x="72269" y="1171900"/>
                </a:lnTo>
                <a:lnTo>
                  <a:pt x="59955" y="1187561"/>
                </a:lnTo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6D9EAF76-A9BC-4A33-9A85-05C5FFD9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38" y="1417147"/>
            <a:ext cx="1237376" cy="153327"/>
          </a:xfrm>
          <a:custGeom xmlns:a="http://schemas.openxmlformats.org/drawingml/2006/main">
            <a:pathLst>
              <a:path w="1099890" h="136291">
                <a:moveTo>
                  <a:pt x="0" y="0"/>
                </a:moveTo>
                <a:lnTo>
                  <a:pt x="0" y="136291"/>
                </a:lnTo>
                <a:lnTo>
                  <a:pt x="1099890" y="136291"/>
                </a:lnTo>
                <a:lnTo>
                  <a:pt x="109989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631B7F94-F9F5-4F82-BA3A-45605415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643" y="1407060"/>
            <a:ext cx="1258670" cy="173726"/>
          </a:xfrm>
          <a:custGeom xmlns:a="http://schemas.openxmlformats.org/drawingml/2006/main">
            <a:pathLst>
              <a:path w="1118818" h="154423">
                <a:moveTo>
                  <a:pt x="1118818" y="0"/>
                </a:moveTo>
                <a:lnTo>
                  <a:pt x="1118818" y="154423"/>
                </a:lnTo>
                <a:lnTo>
                  <a:pt x="0" y="154423"/>
                </a:lnTo>
                <a:lnTo>
                  <a:pt x="0" y="0"/>
                </a:lnTo>
                <a:lnTo>
                  <a:pt x="1118818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144460"/>
                </a:lnTo>
                <a:lnTo>
                  <a:pt x="9963" y="134497"/>
                </a:lnTo>
                <a:lnTo>
                  <a:pt x="1108855" y="134497"/>
                </a:lnTo>
                <a:lnTo>
                  <a:pt x="1098892" y="144460"/>
                </a:lnTo>
                <a:lnTo>
                  <a:pt x="1098892" y="9963"/>
                </a:lnTo>
                <a:lnTo>
                  <a:pt x="1108855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3529A918-021F-4213-907B-2C78428F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0587" y="967702"/>
            <a:ext cx="3623581" cy="3544004"/>
          </a:xfrm>
          <a:custGeom xmlns:a="http://schemas.openxmlformats.org/drawingml/2006/main">
            <a:pathLst>
              <a:path w="3220961" h="3150226">
                <a:moveTo>
                  <a:pt x="239" y="192042"/>
                </a:moveTo>
                <a:lnTo>
                  <a:pt x="1034" y="181761"/>
                </a:lnTo>
                <a:lnTo>
                  <a:pt x="2310" y="171638"/>
                </a:lnTo>
                <a:lnTo>
                  <a:pt x="4103" y="161656"/>
                </a:lnTo>
                <a:lnTo>
                  <a:pt x="6356" y="151872"/>
                </a:lnTo>
                <a:lnTo>
                  <a:pt x="9086" y="142248"/>
                </a:lnTo>
                <a:lnTo>
                  <a:pt x="12275" y="132843"/>
                </a:lnTo>
                <a:lnTo>
                  <a:pt x="15900" y="123638"/>
                </a:lnTo>
                <a:lnTo>
                  <a:pt x="19964" y="114671"/>
                </a:lnTo>
                <a:lnTo>
                  <a:pt x="24429" y="105924"/>
                </a:lnTo>
                <a:lnTo>
                  <a:pt x="29309" y="97456"/>
                </a:lnTo>
                <a:lnTo>
                  <a:pt x="34569" y="89246"/>
                </a:lnTo>
                <a:lnTo>
                  <a:pt x="40208" y="81296"/>
                </a:lnTo>
                <a:lnTo>
                  <a:pt x="46227" y="73664"/>
                </a:lnTo>
                <a:lnTo>
                  <a:pt x="52583" y="66312"/>
                </a:lnTo>
                <a:lnTo>
                  <a:pt x="59277" y="59298"/>
                </a:lnTo>
                <a:lnTo>
                  <a:pt x="66312" y="52583"/>
                </a:lnTo>
                <a:lnTo>
                  <a:pt x="73643" y="46227"/>
                </a:lnTo>
                <a:lnTo>
                  <a:pt x="81295" y="40230"/>
                </a:lnTo>
                <a:lnTo>
                  <a:pt x="89226" y="34571"/>
                </a:lnTo>
                <a:lnTo>
                  <a:pt x="97436" y="29310"/>
                </a:lnTo>
                <a:lnTo>
                  <a:pt x="105923" y="24448"/>
                </a:lnTo>
                <a:lnTo>
                  <a:pt x="114650" y="19965"/>
                </a:lnTo>
                <a:lnTo>
                  <a:pt x="123617" y="15920"/>
                </a:lnTo>
                <a:lnTo>
                  <a:pt x="132823" y="12274"/>
                </a:lnTo>
                <a:lnTo>
                  <a:pt x="142246" y="9106"/>
                </a:lnTo>
                <a:lnTo>
                  <a:pt x="151853" y="6376"/>
                </a:lnTo>
                <a:lnTo>
                  <a:pt x="161654" y="4105"/>
                </a:lnTo>
                <a:lnTo>
                  <a:pt x="171637" y="2331"/>
                </a:lnTo>
                <a:lnTo>
                  <a:pt x="181759" y="1036"/>
                </a:lnTo>
                <a:lnTo>
                  <a:pt x="192041" y="259"/>
                </a:lnTo>
                <a:lnTo>
                  <a:pt x="202185" y="0"/>
                </a:lnTo>
                <a:lnTo>
                  <a:pt x="3018758" y="0"/>
                </a:lnTo>
                <a:lnTo>
                  <a:pt x="3028918" y="259"/>
                </a:lnTo>
                <a:lnTo>
                  <a:pt x="3039180" y="1036"/>
                </a:lnTo>
                <a:lnTo>
                  <a:pt x="3049322" y="2331"/>
                </a:lnTo>
                <a:lnTo>
                  <a:pt x="3059285" y="4105"/>
                </a:lnTo>
                <a:lnTo>
                  <a:pt x="3069088" y="6376"/>
                </a:lnTo>
                <a:lnTo>
                  <a:pt x="3078693" y="9106"/>
                </a:lnTo>
                <a:lnTo>
                  <a:pt x="3088117" y="12274"/>
                </a:lnTo>
                <a:lnTo>
                  <a:pt x="3097324" y="15920"/>
                </a:lnTo>
                <a:lnTo>
                  <a:pt x="3106290" y="19965"/>
                </a:lnTo>
                <a:lnTo>
                  <a:pt x="3115016" y="24448"/>
                </a:lnTo>
                <a:lnTo>
                  <a:pt x="3123505" y="29310"/>
                </a:lnTo>
                <a:lnTo>
                  <a:pt x="3131715" y="34571"/>
                </a:lnTo>
                <a:lnTo>
                  <a:pt x="3139646" y="40230"/>
                </a:lnTo>
                <a:lnTo>
                  <a:pt x="3147296" y="46227"/>
                </a:lnTo>
                <a:lnTo>
                  <a:pt x="3154627" y="52583"/>
                </a:lnTo>
                <a:lnTo>
                  <a:pt x="3161662" y="59298"/>
                </a:lnTo>
                <a:lnTo>
                  <a:pt x="3168358" y="66312"/>
                </a:lnTo>
                <a:lnTo>
                  <a:pt x="3174714" y="73664"/>
                </a:lnTo>
                <a:lnTo>
                  <a:pt x="3180731" y="81296"/>
                </a:lnTo>
                <a:lnTo>
                  <a:pt x="3186369" y="89246"/>
                </a:lnTo>
                <a:lnTo>
                  <a:pt x="3191630" y="97456"/>
                </a:lnTo>
                <a:lnTo>
                  <a:pt x="3196512" y="105924"/>
                </a:lnTo>
                <a:lnTo>
                  <a:pt x="3200977" y="114671"/>
                </a:lnTo>
                <a:lnTo>
                  <a:pt x="3205041" y="123638"/>
                </a:lnTo>
                <a:lnTo>
                  <a:pt x="3208666" y="132843"/>
                </a:lnTo>
                <a:lnTo>
                  <a:pt x="3211855" y="142248"/>
                </a:lnTo>
                <a:lnTo>
                  <a:pt x="3214585" y="151872"/>
                </a:lnTo>
                <a:lnTo>
                  <a:pt x="3216836" y="161656"/>
                </a:lnTo>
                <a:lnTo>
                  <a:pt x="3218631" y="171638"/>
                </a:lnTo>
                <a:lnTo>
                  <a:pt x="3219904" y="181761"/>
                </a:lnTo>
                <a:lnTo>
                  <a:pt x="3220702" y="192042"/>
                </a:lnTo>
                <a:lnTo>
                  <a:pt x="3220961" y="202184"/>
                </a:lnTo>
                <a:lnTo>
                  <a:pt x="3220961" y="2948041"/>
                </a:lnTo>
                <a:lnTo>
                  <a:pt x="3220702" y="2958183"/>
                </a:lnTo>
                <a:lnTo>
                  <a:pt x="3219904" y="2968465"/>
                </a:lnTo>
                <a:lnTo>
                  <a:pt x="3218631" y="2978587"/>
                </a:lnTo>
                <a:lnTo>
                  <a:pt x="3216836" y="2988570"/>
                </a:lnTo>
                <a:lnTo>
                  <a:pt x="3214585" y="2998354"/>
                </a:lnTo>
                <a:lnTo>
                  <a:pt x="3211855" y="3007977"/>
                </a:lnTo>
                <a:lnTo>
                  <a:pt x="3208666" y="3017382"/>
                </a:lnTo>
                <a:lnTo>
                  <a:pt x="3205041" y="3026588"/>
                </a:lnTo>
                <a:lnTo>
                  <a:pt x="3200977" y="3035554"/>
                </a:lnTo>
                <a:lnTo>
                  <a:pt x="3196512" y="3044301"/>
                </a:lnTo>
                <a:lnTo>
                  <a:pt x="3191630" y="3052770"/>
                </a:lnTo>
                <a:lnTo>
                  <a:pt x="3186369" y="3060979"/>
                </a:lnTo>
                <a:lnTo>
                  <a:pt x="3180731" y="3068930"/>
                </a:lnTo>
                <a:lnTo>
                  <a:pt x="3174714" y="3076561"/>
                </a:lnTo>
                <a:lnTo>
                  <a:pt x="3168358" y="3083914"/>
                </a:lnTo>
                <a:lnTo>
                  <a:pt x="3161662" y="3090927"/>
                </a:lnTo>
                <a:lnTo>
                  <a:pt x="3154627" y="3097642"/>
                </a:lnTo>
                <a:lnTo>
                  <a:pt x="3147296" y="3103999"/>
                </a:lnTo>
                <a:lnTo>
                  <a:pt x="3139646" y="3109996"/>
                </a:lnTo>
                <a:lnTo>
                  <a:pt x="3131715" y="3115635"/>
                </a:lnTo>
                <a:lnTo>
                  <a:pt x="3123505" y="3120915"/>
                </a:lnTo>
                <a:lnTo>
                  <a:pt x="3115016" y="3125777"/>
                </a:lnTo>
                <a:lnTo>
                  <a:pt x="3106290" y="3130261"/>
                </a:lnTo>
                <a:lnTo>
                  <a:pt x="3097324" y="3134305"/>
                </a:lnTo>
                <a:lnTo>
                  <a:pt x="3088117" y="3137951"/>
                </a:lnTo>
                <a:lnTo>
                  <a:pt x="3078693" y="3141120"/>
                </a:lnTo>
                <a:lnTo>
                  <a:pt x="3069088" y="3143849"/>
                </a:lnTo>
                <a:lnTo>
                  <a:pt x="3059285" y="3146121"/>
                </a:lnTo>
                <a:lnTo>
                  <a:pt x="3049322" y="3147894"/>
                </a:lnTo>
                <a:lnTo>
                  <a:pt x="3039180" y="3149190"/>
                </a:lnTo>
                <a:lnTo>
                  <a:pt x="3028918" y="3149967"/>
                </a:lnTo>
                <a:lnTo>
                  <a:pt x="3018758" y="3150226"/>
                </a:lnTo>
                <a:lnTo>
                  <a:pt x="202185" y="3150226"/>
                </a:lnTo>
                <a:lnTo>
                  <a:pt x="192041" y="3149967"/>
                </a:lnTo>
                <a:lnTo>
                  <a:pt x="181759" y="3149190"/>
                </a:lnTo>
                <a:lnTo>
                  <a:pt x="171637" y="3147894"/>
                </a:lnTo>
                <a:lnTo>
                  <a:pt x="161654" y="3146121"/>
                </a:lnTo>
                <a:lnTo>
                  <a:pt x="151853" y="3143849"/>
                </a:lnTo>
                <a:lnTo>
                  <a:pt x="142246" y="3141120"/>
                </a:lnTo>
                <a:lnTo>
                  <a:pt x="132823" y="3137951"/>
                </a:lnTo>
                <a:lnTo>
                  <a:pt x="123617" y="3134305"/>
                </a:lnTo>
                <a:lnTo>
                  <a:pt x="114650" y="3130261"/>
                </a:lnTo>
                <a:lnTo>
                  <a:pt x="105923" y="3125777"/>
                </a:lnTo>
                <a:lnTo>
                  <a:pt x="97436" y="3120915"/>
                </a:lnTo>
                <a:lnTo>
                  <a:pt x="89226" y="3115635"/>
                </a:lnTo>
                <a:lnTo>
                  <a:pt x="81295" y="3109996"/>
                </a:lnTo>
                <a:lnTo>
                  <a:pt x="73643" y="3103999"/>
                </a:lnTo>
                <a:lnTo>
                  <a:pt x="66312" y="3097642"/>
                </a:lnTo>
                <a:lnTo>
                  <a:pt x="59277" y="3090927"/>
                </a:lnTo>
                <a:lnTo>
                  <a:pt x="52583" y="3083914"/>
                </a:lnTo>
                <a:lnTo>
                  <a:pt x="46227" y="3076561"/>
                </a:lnTo>
                <a:lnTo>
                  <a:pt x="40208" y="3068930"/>
                </a:lnTo>
                <a:lnTo>
                  <a:pt x="34569" y="3060979"/>
                </a:lnTo>
                <a:lnTo>
                  <a:pt x="29309" y="3052770"/>
                </a:lnTo>
                <a:lnTo>
                  <a:pt x="24429" y="3044301"/>
                </a:lnTo>
                <a:lnTo>
                  <a:pt x="19964" y="3035554"/>
                </a:lnTo>
                <a:lnTo>
                  <a:pt x="15900" y="3026588"/>
                </a:lnTo>
                <a:lnTo>
                  <a:pt x="12275" y="3017382"/>
                </a:lnTo>
                <a:lnTo>
                  <a:pt x="9086" y="3007977"/>
                </a:lnTo>
                <a:lnTo>
                  <a:pt x="6356" y="2998354"/>
                </a:lnTo>
                <a:lnTo>
                  <a:pt x="4103" y="2988570"/>
                </a:lnTo>
                <a:lnTo>
                  <a:pt x="2310" y="2978587"/>
                </a:lnTo>
                <a:lnTo>
                  <a:pt x="1034" y="2968465"/>
                </a:lnTo>
                <a:lnTo>
                  <a:pt x="239" y="2958183"/>
                </a:lnTo>
                <a:lnTo>
                  <a:pt x="0" y="2948041"/>
                </a:lnTo>
                <a:lnTo>
                  <a:pt x="0" y="202184"/>
                </a:lnTo>
                <a:lnTo>
                  <a:pt x="239" y="192042"/>
                </a:lnTo>
                <a:moveTo>
                  <a:pt x="39830" y="202941"/>
                </a:moveTo>
                <a:lnTo>
                  <a:pt x="39850" y="202443"/>
                </a:lnTo>
                <a:lnTo>
                  <a:pt x="39850" y="2947782"/>
                </a:lnTo>
                <a:lnTo>
                  <a:pt x="39830" y="2947284"/>
                </a:lnTo>
                <a:lnTo>
                  <a:pt x="40069" y="2956669"/>
                </a:lnTo>
                <a:lnTo>
                  <a:pt x="40030" y="2955673"/>
                </a:lnTo>
                <a:lnTo>
                  <a:pt x="40727" y="2964938"/>
                </a:lnTo>
                <a:lnTo>
                  <a:pt x="40627" y="2963942"/>
                </a:lnTo>
                <a:lnTo>
                  <a:pt x="41782" y="2973068"/>
                </a:lnTo>
                <a:lnTo>
                  <a:pt x="41643" y="2972071"/>
                </a:lnTo>
                <a:lnTo>
                  <a:pt x="43238" y="2981058"/>
                </a:lnTo>
                <a:lnTo>
                  <a:pt x="43040" y="2980081"/>
                </a:lnTo>
                <a:lnTo>
                  <a:pt x="45072" y="2988908"/>
                </a:lnTo>
                <a:lnTo>
                  <a:pt x="44833" y="2987952"/>
                </a:lnTo>
                <a:lnTo>
                  <a:pt x="47282" y="2996620"/>
                </a:lnTo>
                <a:lnTo>
                  <a:pt x="47004" y="2995663"/>
                </a:lnTo>
                <a:lnTo>
                  <a:pt x="49872" y="3004152"/>
                </a:lnTo>
                <a:lnTo>
                  <a:pt x="49535" y="3003235"/>
                </a:lnTo>
                <a:lnTo>
                  <a:pt x="52802" y="3011524"/>
                </a:lnTo>
                <a:lnTo>
                  <a:pt x="52424" y="3010627"/>
                </a:lnTo>
                <a:lnTo>
                  <a:pt x="56071" y="3018697"/>
                </a:lnTo>
                <a:lnTo>
                  <a:pt x="55652" y="3017821"/>
                </a:lnTo>
                <a:lnTo>
                  <a:pt x="59675" y="3025691"/>
                </a:lnTo>
                <a:lnTo>
                  <a:pt x="59217" y="3024854"/>
                </a:lnTo>
                <a:lnTo>
                  <a:pt x="63621" y="3032486"/>
                </a:lnTo>
                <a:lnTo>
                  <a:pt x="63124" y="3031669"/>
                </a:lnTo>
                <a:lnTo>
                  <a:pt x="67865" y="3039081"/>
                </a:lnTo>
                <a:lnTo>
                  <a:pt x="67328" y="3038284"/>
                </a:lnTo>
                <a:lnTo>
                  <a:pt x="72410" y="3045438"/>
                </a:lnTo>
                <a:lnTo>
                  <a:pt x="71852" y="3044680"/>
                </a:lnTo>
                <a:lnTo>
                  <a:pt x="77251" y="3051575"/>
                </a:lnTo>
                <a:lnTo>
                  <a:pt x="76652" y="3050837"/>
                </a:lnTo>
                <a:lnTo>
                  <a:pt x="82391" y="3057452"/>
                </a:lnTo>
                <a:lnTo>
                  <a:pt x="81755" y="3056755"/>
                </a:lnTo>
                <a:lnTo>
                  <a:pt x="87790" y="3063091"/>
                </a:lnTo>
                <a:lnTo>
                  <a:pt x="87114" y="3062414"/>
                </a:lnTo>
                <a:lnTo>
                  <a:pt x="93470" y="3068471"/>
                </a:lnTo>
                <a:lnTo>
                  <a:pt x="92752" y="3067833"/>
                </a:lnTo>
                <a:lnTo>
                  <a:pt x="99387" y="3073552"/>
                </a:lnTo>
                <a:lnTo>
                  <a:pt x="98651" y="3072954"/>
                </a:lnTo>
                <a:lnTo>
                  <a:pt x="105544" y="3078374"/>
                </a:lnTo>
                <a:lnTo>
                  <a:pt x="104768" y="3077796"/>
                </a:lnTo>
                <a:lnTo>
                  <a:pt x="111941" y="3082897"/>
                </a:lnTo>
                <a:lnTo>
                  <a:pt x="111144" y="3082359"/>
                </a:lnTo>
                <a:lnTo>
                  <a:pt x="118535" y="3087102"/>
                </a:lnTo>
                <a:lnTo>
                  <a:pt x="117719" y="3086603"/>
                </a:lnTo>
                <a:lnTo>
                  <a:pt x="125371" y="3091007"/>
                </a:lnTo>
                <a:lnTo>
                  <a:pt x="124515" y="3090529"/>
                </a:lnTo>
                <a:lnTo>
                  <a:pt x="132384" y="3094574"/>
                </a:lnTo>
                <a:lnTo>
                  <a:pt x="131507" y="3094155"/>
                </a:lnTo>
                <a:lnTo>
                  <a:pt x="139597" y="3097801"/>
                </a:lnTo>
                <a:lnTo>
                  <a:pt x="138701" y="3097423"/>
                </a:lnTo>
                <a:lnTo>
                  <a:pt x="146989" y="3100691"/>
                </a:lnTo>
                <a:lnTo>
                  <a:pt x="146073" y="3100352"/>
                </a:lnTo>
                <a:lnTo>
                  <a:pt x="154542" y="3103221"/>
                </a:lnTo>
                <a:lnTo>
                  <a:pt x="153605" y="3102922"/>
                </a:lnTo>
                <a:lnTo>
                  <a:pt x="162253" y="3105393"/>
                </a:lnTo>
                <a:lnTo>
                  <a:pt x="161296" y="3105134"/>
                </a:lnTo>
                <a:lnTo>
                  <a:pt x="170124" y="3107166"/>
                </a:lnTo>
                <a:lnTo>
                  <a:pt x="169147" y="3106967"/>
                </a:lnTo>
                <a:lnTo>
                  <a:pt x="178134" y="3108581"/>
                </a:lnTo>
                <a:lnTo>
                  <a:pt x="177157" y="3108422"/>
                </a:lnTo>
                <a:lnTo>
                  <a:pt x="186284" y="3109597"/>
                </a:lnTo>
                <a:lnTo>
                  <a:pt x="185288" y="3109498"/>
                </a:lnTo>
                <a:lnTo>
                  <a:pt x="194551" y="3110195"/>
                </a:lnTo>
                <a:lnTo>
                  <a:pt x="193535" y="3110136"/>
                </a:lnTo>
                <a:lnTo>
                  <a:pt x="202942" y="3110375"/>
                </a:lnTo>
                <a:lnTo>
                  <a:pt x="202443" y="3110375"/>
                </a:lnTo>
                <a:lnTo>
                  <a:pt x="3018516" y="3110375"/>
                </a:lnTo>
                <a:lnTo>
                  <a:pt x="3017999" y="3110375"/>
                </a:lnTo>
                <a:lnTo>
                  <a:pt x="3027406" y="3110136"/>
                </a:lnTo>
                <a:lnTo>
                  <a:pt x="3026387" y="3110195"/>
                </a:lnTo>
                <a:lnTo>
                  <a:pt x="3035653" y="3109498"/>
                </a:lnTo>
                <a:lnTo>
                  <a:pt x="3034657" y="3109597"/>
                </a:lnTo>
                <a:lnTo>
                  <a:pt x="3043804" y="3108422"/>
                </a:lnTo>
                <a:lnTo>
                  <a:pt x="3042806" y="3108581"/>
                </a:lnTo>
                <a:lnTo>
                  <a:pt x="3051794" y="3106967"/>
                </a:lnTo>
                <a:lnTo>
                  <a:pt x="3050817" y="3107166"/>
                </a:lnTo>
                <a:lnTo>
                  <a:pt x="3059644" y="3105134"/>
                </a:lnTo>
                <a:lnTo>
                  <a:pt x="3058688" y="3105393"/>
                </a:lnTo>
                <a:lnTo>
                  <a:pt x="3067336" y="3102922"/>
                </a:lnTo>
                <a:lnTo>
                  <a:pt x="3066399" y="3103221"/>
                </a:lnTo>
                <a:lnTo>
                  <a:pt x="3074888" y="3100352"/>
                </a:lnTo>
                <a:lnTo>
                  <a:pt x="3073951" y="3100691"/>
                </a:lnTo>
                <a:lnTo>
                  <a:pt x="3082240" y="3097423"/>
                </a:lnTo>
                <a:lnTo>
                  <a:pt x="3081342" y="3097801"/>
                </a:lnTo>
                <a:lnTo>
                  <a:pt x="3089432" y="3094155"/>
                </a:lnTo>
                <a:lnTo>
                  <a:pt x="3088555" y="3094574"/>
                </a:lnTo>
                <a:lnTo>
                  <a:pt x="3096426" y="3090529"/>
                </a:lnTo>
                <a:lnTo>
                  <a:pt x="3095569" y="3091007"/>
                </a:lnTo>
                <a:lnTo>
                  <a:pt x="3103222" y="3086603"/>
                </a:lnTo>
                <a:lnTo>
                  <a:pt x="3102404" y="3087102"/>
                </a:lnTo>
                <a:lnTo>
                  <a:pt x="3109797" y="3082359"/>
                </a:lnTo>
                <a:lnTo>
                  <a:pt x="3108999" y="3082897"/>
                </a:lnTo>
                <a:lnTo>
                  <a:pt x="3116171" y="3077796"/>
                </a:lnTo>
                <a:lnTo>
                  <a:pt x="3115394" y="3078374"/>
                </a:lnTo>
                <a:lnTo>
                  <a:pt x="3122290" y="3072954"/>
                </a:lnTo>
                <a:lnTo>
                  <a:pt x="3121552" y="3073552"/>
                </a:lnTo>
                <a:lnTo>
                  <a:pt x="3128188" y="3067833"/>
                </a:lnTo>
                <a:lnTo>
                  <a:pt x="3127471" y="3068471"/>
                </a:lnTo>
                <a:lnTo>
                  <a:pt x="3133825" y="3062414"/>
                </a:lnTo>
                <a:lnTo>
                  <a:pt x="3133148" y="3063091"/>
                </a:lnTo>
                <a:lnTo>
                  <a:pt x="3139188" y="3056755"/>
                </a:lnTo>
                <a:lnTo>
                  <a:pt x="3138548" y="3057452"/>
                </a:lnTo>
                <a:lnTo>
                  <a:pt x="3144286" y="3050837"/>
                </a:lnTo>
                <a:lnTo>
                  <a:pt x="3143689" y="3051575"/>
                </a:lnTo>
                <a:lnTo>
                  <a:pt x="3149109" y="3044680"/>
                </a:lnTo>
                <a:lnTo>
                  <a:pt x="3148531" y="3045438"/>
                </a:lnTo>
                <a:lnTo>
                  <a:pt x="3153613" y="3038284"/>
                </a:lnTo>
                <a:lnTo>
                  <a:pt x="3153073" y="3039081"/>
                </a:lnTo>
                <a:lnTo>
                  <a:pt x="3157837" y="3031669"/>
                </a:lnTo>
                <a:lnTo>
                  <a:pt x="3157338" y="3032486"/>
                </a:lnTo>
                <a:lnTo>
                  <a:pt x="3161721" y="3024854"/>
                </a:lnTo>
                <a:lnTo>
                  <a:pt x="3161263" y="3025691"/>
                </a:lnTo>
                <a:lnTo>
                  <a:pt x="3165289" y="3017821"/>
                </a:lnTo>
                <a:lnTo>
                  <a:pt x="3164870" y="3018697"/>
                </a:lnTo>
                <a:lnTo>
                  <a:pt x="3168517" y="3010627"/>
                </a:lnTo>
                <a:lnTo>
                  <a:pt x="3168139" y="3011524"/>
                </a:lnTo>
                <a:lnTo>
                  <a:pt x="3171406" y="3003235"/>
                </a:lnTo>
                <a:lnTo>
                  <a:pt x="3171067" y="3004152"/>
                </a:lnTo>
                <a:lnTo>
                  <a:pt x="3173957" y="2995663"/>
                </a:lnTo>
                <a:lnTo>
                  <a:pt x="3173657" y="2996620"/>
                </a:lnTo>
                <a:lnTo>
                  <a:pt x="3176108" y="2987952"/>
                </a:lnTo>
                <a:lnTo>
                  <a:pt x="3175869" y="2988908"/>
                </a:lnTo>
                <a:lnTo>
                  <a:pt x="3177901" y="2980081"/>
                </a:lnTo>
                <a:lnTo>
                  <a:pt x="3177703" y="2981058"/>
                </a:lnTo>
                <a:lnTo>
                  <a:pt x="3179316" y="2972071"/>
                </a:lnTo>
                <a:lnTo>
                  <a:pt x="3179156" y="2973068"/>
                </a:lnTo>
                <a:lnTo>
                  <a:pt x="3180312" y="2963942"/>
                </a:lnTo>
                <a:lnTo>
                  <a:pt x="3180213" y="2964938"/>
                </a:lnTo>
                <a:lnTo>
                  <a:pt x="3180911" y="2955673"/>
                </a:lnTo>
                <a:lnTo>
                  <a:pt x="3180870" y="2956669"/>
                </a:lnTo>
                <a:lnTo>
                  <a:pt x="3181111" y="2947284"/>
                </a:lnTo>
                <a:lnTo>
                  <a:pt x="3181111" y="2947782"/>
                </a:lnTo>
                <a:lnTo>
                  <a:pt x="3181111" y="202443"/>
                </a:lnTo>
                <a:lnTo>
                  <a:pt x="3181111" y="202941"/>
                </a:lnTo>
                <a:lnTo>
                  <a:pt x="3180870" y="193556"/>
                </a:lnTo>
                <a:lnTo>
                  <a:pt x="3180911" y="194553"/>
                </a:lnTo>
                <a:lnTo>
                  <a:pt x="3180213" y="185287"/>
                </a:lnTo>
                <a:lnTo>
                  <a:pt x="3180312" y="186284"/>
                </a:lnTo>
                <a:lnTo>
                  <a:pt x="3179156" y="177158"/>
                </a:lnTo>
                <a:lnTo>
                  <a:pt x="3179316" y="178154"/>
                </a:lnTo>
                <a:lnTo>
                  <a:pt x="3177703" y="169167"/>
                </a:lnTo>
                <a:lnTo>
                  <a:pt x="3177901" y="170144"/>
                </a:lnTo>
                <a:lnTo>
                  <a:pt x="3175869" y="161317"/>
                </a:lnTo>
                <a:lnTo>
                  <a:pt x="3176108" y="162273"/>
                </a:lnTo>
                <a:lnTo>
                  <a:pt x="3173657" y="153606"/>
                </a:lnTo>
                <a:lnTo>
                  <a:pt x="3173957" y="154562"/>
                </a:lnTo>
                <a:lnTo>
                  <a:pt x="3171067" y="146074"/>
                </a:lnTo>
                <a:lnTo>
                  <a:pt x="3171406" y="146990"/>
                </a:lnTo>
                <a:lnTo>
                  <a:pt x="3168139" y="138701"/>
                </a:lnTo>
                <a:lnTo>
                  <a:pt x="3168517" y="139598"/>
                </a:lnTo>
                <a:lnTo>
                  <a:pt x="3164870" y="131528"/>
                </a:lnTo>
                <a:lnTo>
                  <a:pt x="3165289" y="132405"/>
                </a:lnTo>
                <a:lnTo>
                  <a:pt x="3161263" y="124534"/>
                </a:lnTo>
                <a:lnTo>
                  <a:pt x="3161721" y="125371"/>
                </a:lnTo>
                <a:lnTo>
                  <a:pt x="3157338" y="117740"/>
                </a:lnTo>
                <a:lnTo>
                  <a:pt x="3157837" y="118557"/>
                </a:lnTo>
                <a:lnTo>
                  <a:pt x="3153073" y="111145"/>
                </a:lnTo>
                <a:lnTo>
                  <a:pt x="3153613" y="111941"/>
                </a:lnTo>
                <a:lnTo>
                  <a:pt x="3148531" y="104788"/>
                </a:lnTo>
                <a:lnTo>
                  <a:pt x="3149109" y="105545"/>
                </a:lnTo>
                <a:lnTo>
                  <a:pt x="3143689" y="98651"/>
                </a:lnTo>
                <a:lnTo>
                  <a:pt x="3144286" y="99389"/>
                </a:lnTo>
                <a:lnTo>
                  <a:pt x="3138548" y="92773"/>
                </a:lnTo>
                <a:lnTo>
                  <a:pt x="3139188" y="93470"/>
                </a:lnTo>
                <a:lnTo>
                  <a:pt x="3133148" y="87134"/>
                </a:lnTo>
                <a:lnTo>
                  <a:pt x="3133825" y="87812"/>
                </a:lnTo>
                <a:lnTo>
                  <a:pt x="3127471" y="81754"/>
                </a:lnTo>
                <a:lnTo>
                  <a:pt x="3128188" y="82392"/>
                </a:lnTo>
                <a:lnTo>
                  <a:pt x="3121552" y="76673"/>
                </a:lnTo>
                <a:lnTo>
                  <a:pt x="3122290" y="77271"/>
                </a:lnTo>
                <a:lnTo>
                  <a:pt x="3115394" y="71851"/>
                </a:lnTo>
                <a:lnTo>
                  <a:pt x="3116171" y="72429"/>
                </a:lnTo>
                <a:lnTo>
                  <a:pt x="3108999" y="67328"/>
                </a:lnTo>
                <a:lnTo>
                  <a:pt x="3109797" y="67866"/>
                </a:lnTo>
                <a:lnTo>
                  <a:pt x="3102404" y="63124"/>
                </a:lnTo>
                <a:lnTo>
                  <a:pt x="3103222" y="63622"/>
                </a:lnTo>
                <a:lnTo>
                  <a:pt x="3095569" y="59219"/>
                </a:lnTo>
                <a:lnTo>
                  <a:pt x="3096426" y="59697"/>
                </a:lnTo>
                <a:lnTo>
                  <a:pt x="3088555" y="55652"/>
                </a:lnTo>
                <a:lnTo>
                  <a:pt x="3089432" y="56070"/>
                </a:lnTo>
                <a:lnTo>
                  <a:pt x="3081342" y="52424"/>
                </a:lnTo>
                <a:lnTo>
                  <a:pt x="3082240" y="52803"/>
                </a:lnTo>
                <a:lnTo>
                  <a:pt x="3073951" y="49535"/>
                </a:lnTo>
                <a:lnTo>
                  <a:pt x="3074888" y="49873"/>
                </a:lnTo>
                <a:lnTo>
                  <a:pt x="3066399" y="47004"/>
                </a:lnTo>
                <a:lnTo>
                  <a:pt x="3067336" y="47303"/>
                </a:lnTo>
                <a:lnTo>
                  <a:pt x="3058688" y="44832"/>
                </a:lnTo>
                <a:lnTo>
                  <a:pt x="3059644" y="45091"/>
                </a:lnTo>
                <a:lnTo>
                  <a:pt x="3050817" y="43039"/>
                </a:lnTo>
                <a:lnTo>
                  <a:pt x="3051794" y="43258"/>
                </a:lnTo>
                <a:lnTo>
                  <a:pt x="3042806" y="41644"/>
                </a:lnTo>
                <a:lnTo>
                  <a:pt x="3043804" y="41804"/>
                </a:lnTo>
                <a:lnTo>
                  <a:pt x="3034657" y="40628"/>
                </a:lnTo>
                <a:lnTo>
                  <a:pt x="3035653" y="40728"/>
                </a:lnTo>
                <a:lnTo>
                  <a:pt x="3026387" y="40030"/>
                </a:lnTo>
                <a:lnTo>
                  <a:pt x="3027406" y="40090"/>
                </a:lnTo>
                <a:lnTo>
                  <a:pt x="3017999" y="39851"/>
                </a:lnTo>
                <a:lnTo>
                  <a:pt x="3018516" y="39851"/>
                </a:lnTo>
                <a:lnTo>
                  <a:pt x="202443" y="39851"/>
                </a:lnTo>
                <a:lnTo>
                  <a:pt x="202942" y="39851"/>
                </a:lnTo>
                <a:lnTo>
                  <a:pt x="193535" y="40090"/>
                </a:lnTo>
                <a:lnTo>
                  <a:pt x="194551" y="40030"/>
                </a:lnTo>
                <a:lnTo>
                  <a:pt x="185288" y="40728"/>
                </a:lnTo>
                <a:lnTo>
                  <a:pt x="186284" y="40628"/>
                </a:lnTo>
                <a:lnTo>
                  <a:pt x="177157" y="41804"/>
                </a:lnTo>
                <a:lnTo>
                  <a:pt x="178134" y="41644"/>
                </a:lnTo>
                <a:lnTo>
                  <a:pt x="169147" y="43258"/>
                </a:lnTo>
                <a:lnTo>
                  <a:pt x="170124" y="43039"/>
                </a:lnTo>
                <a:lnTo>
                  <a:pt x="161296" y="45091"/>
                </a:lnTo>
                <a:lnTo>
                  <a:pt x="162253" y="44832"/>
                </a:lnTo>
                <a:lnTo>
                  <a:pt x="153605" y="47303"/>
                </a:lnTo>
                <a:lnTo>
                  <a:pt x="154542" y="47004"/>
                </a:lnTo>
                <a:lnTo>
                  <a:pt x="146073" y="49873"/>
                </a:lnTo>
                <a:lnTo>
                  <a:pt x="146989" y="49535"/>
                </a:lnTo>
                <a:lnTo>
                  <a:pt x="138701" y="52803"/>
                </a:lnTo>
                <a:lnTo>
                  <a:pt x="139597" y="52424"/>
                </a:lnTo>
                <a:lnTo>
                  <a:pt x="131507" y="56070"/>
                </a:lnTo>
                <a:lnTo>
                  <a:pt x="132384" y="55652"/>
                </a:lnTo>
                <a:lnTo>
                  <a:pt x="124515" y="59697"/>
                </a:lnTo>
                <a:lnTo>
                  <a:pt x="125371" y="59219"/>
                </a:lnTo>
                <a:lnTo>
                  <a:pt x="117719" y="63622"/>
                </a:lnTo>
                <a:lnTo>
                  <a:pt x="118535" y="63124"/>
                </a:lnTo>
                <a:lnTo>
                  <a:pt x="111144" y="67866"/>
                </a:lnTo>
                <a:lnTo>
                  <a:pt x="111941" y="67328"/>
                </a:lnTo>
                <a:lnTo>
                  <a:pt x="104768" y="72429"/>
                </a:lnTo>
                <a:lnTo>
                  <a:pt x="105544" y="71851"/>
                </a:lnTo>
                <a:lnTo>
                  <a:pt x="98651" y="77271"/>
                </a:lnTo>
                <a:lnTo>
                  <a:pt x="99387" y="76673"/>
                </a:lnTo>
                <a:lnTo>
                  <a:pt x="92752" y="82392"/>
                </a:lnTo>
                <a:lnTo>
                  <a:pt x="93470" y="81754"/>
                </a:lnTo>
                <a:lnTo>
                  <a:pt x="87114" y="87812"/>
                </a:lnTo>
                <a:lnTo>
                  <a:pt x="87790" y="87134"/>
                </a:lnTo>
                <a:lnTo>
                  <a:pt x="81755" y="93470"/>
                </a:lnTo>
                <a:lnTo>
                  <a:pt x="82391" y="92773"/>
                </a:lnTo>
                <a:lnTo>
                  <a:pt x="76652" y="99389"/>
                </a:lnTo>
                <a:lnTo>
                  <a:pt x="77251" y="98651"/>
                </a:lnTo>
                <a:lnTo>
                  <a:pt x="71852" y="105545"/>
                </a:lnTo>
                <a:lnTo>
                  <a:pt x="72410" y="104788"/>
                </a:lnTo>
                <a:lnTo>
                  <a:pt x="67328" y="111941"/>
                </a:lnTo>
                <a:lnTo>
                  <a:pt x="67865" y="111145"/>
                </a:lnTo>
                <a:lnTo>
                  <a:pt x="63124" y="118557"/>
                </a:lnTo>
                <a:lnTo>
                  <a:pt x="63621" y="117740"/>
                </a:lnTo>
                <a:lnTo>
                  <a:pt x="59217" y="125371"/>
                </a:lnTo>
                <a:lnTo>
                  <a:pt x="59675" y="124534"/>
                </a:lnTo>
                <a:lnTo>
                  <a:pt x="55652" y="132405"/>
                </a:lnTo>
                <a:lnTo>
                  <a:pt x="56071" y="131528"/>
                </a:lnTo>
                <a:lnTo>
                  <a:pt x="52424" y="139598"/>
                </a:lnTo>
                <a:lnTo>
                  <a:pt x="52802" y="138701"/>
                </a:lnTo>
                <a:lnTo>
                  <a:pt x="49535" y="146990"/>
                </a:lnTo>
                <a:lnTo>
                  <a:pt x="49872" y="146074"/>
                </a:lnTo>
                <a:lnTo>
                  <a:pt x="47004" y="154562"/>
                </a:lnTo>
                <a:lnTo>
                  <a:pt x="47282" y="153606"/>
                </a:lnTo>
                <a:lnTo>
                  <a:pt x="44833" y="162273"/>
                </a:lnTo>
                <a:lnTo>
                  <a:pt x="45072" y="161317"/>
                </a:lnTo>
                <a:lnTo>
                  <a:pt x="43040" y="170144"/>
                </a:lnTo>
                <a:lnTo>
                  <a:pt x="43238" y="169167"/>
                </a:lnTo>
                <a:lnTo>
                  <a:pt x="41643" y="178154"/>
                </a:lnTo>
                <a:lnTo>
                  <a:pt x="41782" y="177158"/>
                </a:lnTo>
                <a:lnTo>
                  <a:pt x="40627" y="186284"/>
                </a:lnTo>
                <a:lnTo>
                  <a:pt x="40727" y="185287"/>
                </a:lnTo>
                <a:lnTo>
                  <a:pt x="40030" y="194553"/>
                </a:lnTo>
                <a:lnTo>
                  <a:pt x="40069" y="193556"/>
                </a:lnTo>
                <a:lnTo>
                  <a:pt x="39830" y="202941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0 Paris[a]">
            <a:extLst xmlns:a="http://schemas.openxmlformats.org/drawingml/2006/main">
              <a:ext uri="{FF2B5EF4-FFF2-40B4-BE49-F238E27FC236}">
                <a16:creationId xmlns:a16="http://schemas.microsoft.com/office/drawing/2014/main" id="{E5541F05-25F7-4183-B210-51148D0A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9656" y="1788595"/>
            <a:ext cx="1289377" cy="505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4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4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4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Paris[a]</a:t>
            </a:r>
          </a:p>
        </p:txBody>
      </p:sp>
      <p:sp>
        <p:nvSpPr>
          <p:cNvPr id="11" name="text-10 is">
            <a:extLst xmlns:a="http://schemas.openxmlformats.org/drawingml/2006/main">
              <a:ext uri="{FF2B5EF4-FFF2-40B4-BE49-F238E27FC236}">
                <a16:creationId xmlns:a16="http://schemas.microsoft.com/office/drawing/2014/main" id="{139A5C9C-D9CF-405F-B488-B8BEE2D4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4367" y="1802412"/>
            <a:ext cx="313365" cy="486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3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12" name="text-10 the">
            <a:extLst xmlns:a="http://schemas.openxmlformats.org/drawingml/2006/main">
              <a:ext uri="{FF2B5EF4-FFF2-40B4-BE49-F238E27FC236}">
                <a16:creationId xmlns:a16="http://schemas.microsoft.com/office/drawing/2014/main" id="{4141FE77-AC54-4C3F-9DBD-32B1F63B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66214" y="1755431"/>
            <a:ext cx="619195" cy="55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3" name="text-11 capital">
            <a:extLst xmlns:a="http://schemas.openxmlformats.org/drawingml/2006/main">
              <a:ext uri="{FF2B5EF4-FFF2-40B4-BE49-F238E27FC236}">
                <a16:creationId xmlns:a16="http://schemas.microsoft.com/office/drawing/2014/main" id="{ED83CDCA-695E-4046-BAFE-959E28FF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0835" y="2260331"/>
            <a:ext cx="1147288" cy="523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4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4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4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capital</a:t>
            </a:r>
          </a:p>
        </p:txBody>
      </p:sp>
      <p:sp>
        <p:nvSpPr>
          <p:cNvPr id="14" name="text-11 and">
            <a:extLst xmlns:a="http://schemas.openxmlformats.org/drawingml/2006/main">
              <a:ext uri="{FF2B5EF4-FFF2-40B4-BE49-F238E27FC236}">
                <a16:creationId xmlns:a16="http://schemas.microsoft.com/office/drawing/2014/main" id="{C4EC0834-6EAA-4BFF-86C1-C9372DA7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2082" y="2264359"/>
            <a:ext cx="683134" cy="51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1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1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5" name="text-11 most">
            <a:extLst xmlns:a="http://schemas.openxmlformats.org/drawingml/2006/main">
              <a:ext uri="{FF2B5EF4-FFF2-40B4-BE49-F238E27FC236}">
                <a16:creationId xmlns:a16="http://schemas.microsoft.com/office/drawing/2014/main" id="{28FD1442-242E-469D-AC18-9EE4F2F4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39313" y="2253996"/>
            <a:ext cx="891729" cy="53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9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9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9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</a:t>
            </a:r>
          </a:p>
        </p:txBody>
      </p:sp>
      <p:sp>
        <p:nvSpPr>
          <p:cNvPr id="16" name="text-12 populous">
            <a:extLst xmlns:a="http://schemas.openxmlformats.org/drawingml/2006/main">
              <a:ext uri="{FF2B5EF4-FFF2-40B4-BE49-F238E27FC236}">
                <a16:creationId xmlns:a16="http://schemas.microsoft.com/office/drawing/2014/main" id="{51D2D8CB-3095-400A-950B-0C0449A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0064" y="2742664"/>
            <a:ext cx="1591670" cy="525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populous</a:t>
            </a:r>
          </a:p>
        </p:txBody>
      </p:sp>
      <p:sp>
        <p:nvSpPr>
          <p:cNvPr id="17" name="text-12 city">
            <a:extLst xmlns:a="http://schemas.openxmlformats.org/drawingml/2006/main">
              <a:ext uri="{FF2B5EF4-FFF2-40B4-BE49-F238E27FC236}">
                <a16:creationId xmlns:a16="http://schemas.microsoft.com/office/drawing/2014/main" id="{A670B3E8-ECA4-4DFC-9BE5-B06D18D9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15153" y="2730382"/>
            <a:ext cx="651443" cy="542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5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5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5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</a:t>
            </a:r>
          </a:p>
        </p:txBody>
      </p:sp>
      <p:sp>
        <p:nvSpPr>
          <p:cNvPr id="18" name="text-12 of">
            <a:extLst xmlns:a="http://schemas.openxmlformats.org/drawingml/2006/main">
              <a:ext uri="{FF2B5EF4-FFF2-40B4-BE49-F238E27FC236}">
                <a16:creationId xmlns:a16="http://schemas.microsoft.com/office/drawing/2014/main" id="{86C7DA38-B142-4C13-A6E1-F9B0CD46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87640" y="2715177"/>
            <a:ext cx="408627" cy="564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7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7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7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9" name="text-13 France.">
            <a:extLst xmlns:a="http://schemas.openxmlformats.org/drawingml/2006/main">
              <a:ext uri="{FF2B5EF4-FFF2-40B4-BE49-F238E27FC236}">
                <a16:creationId xmlns:a16="http://schemas.microsoft.com/office/drawing/2014/main" id="{21C4C3A0-3F3C-4FF5-9350-E2D061E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9058" y="3249931"/>
            <a:ext cx="1258084" cy="49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France.</a:t>
            </a:r>
          </a:p>
        </p:txBody>
      </p:sp>
      <p:sp>
        <p:nvSpPr>
          <p:cNvPr id="20" name="text-13 With">
            <a:extLst xmlns:a="http://schemas.openxmlformats.org/drawingml/2006/main">
              <a:ext uri="{FF2B5EF4-FFF2-40B4-BE49-F238E27FC236}">
                <a16:creationId xmlns:a16="http://schemas.microsoft.com/office/drawing/2014/main" id="{E212E8C0-1E33-40F1-8C39-2289B735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628" y="3202687"/>
            <a:ext cx="871234" cy="55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4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4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4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21" name="path-14">
            <a:extLst xmlns:a="http://schemas.openxmlformats.org/drawingml/2006/main">
              <a:ext uri="{FF2B5EF4-FFF2-40B4-BE49-F238E27FC236}">
                <a16:creationId xmlns:a16="http://schemas.microsoft.com/office/drawing/2014/main" id="{AF37B314-DC36-4EB8-88D5-416AB6F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0365" y="793080"/>
            <a:ext cx="2143889" cy="376592"/>
          </a:xfrm>
          <a:custGeom xmlns:a="http://schemas.openxmlformats.org/drawingml/2006/main">
            <a:pathLst>
              <a:path w="1905679" h="334749">
                <a:moveTo>
                  <a:pt x="0" y="0"/>
                </a:moveTo>
                <a:lnTo>
                  <a:pt x="0" y="334749"/>
                </a:lnTo>
                <a:lnTo>
                  <a:pt x="1905679" y="334749"/>
                </a:lnTo>
                <a:lnTo>
                  <a:pt x="190567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15">
            <a:extLst xmlns:a="http://schemas.openxmlformats.org/drawingml/2006/main">
              <a:ext uri="{FF2B5EF4-FFF2-40B4-BE49-F238E27FC236}">
                <a16:creationId xmlns:a16="http://schemas.microsoft.com/office/drawing/2014/main" id="{B3A8F42A-2BB5-42FF-85CD-ACE16936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9493" y="781647"/>
            <a:ext cx="2166528" cy="399009"/>
          </a:xfrm>
          <a:custGeom xmlns:a="http://schemas.openxmlformats.org/drawingml/2006/main">
            <a:pathLst>
              <a:path w="1925802" h="354674">
                <a:moveTo>
                  <a:pt x="1925802" y="0"/>
                </a:moveTo>
                <a:lnTo>
                  <a:pt x="1925802" y="354674"/>
                </a:lnTo>
                <a:lnTo>
                  <a:pt x="0" y="354674"/>
                </a:lnTo>
                <a:lnTo>
                  <a:pt x="0" y="0"/>
                </a:lnTo>
                <a:lnTo>
                  <a:pt x="1925802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344712"/>
                </a:lnTo>
                <a:lnTo>
                  <a:pt x="9963" y="334749"/>
                </a:lnTo>
                <a:lnTo>
                  <a:pt x="1915840" y="334749"/>
                </a:lnTo>
                <a:lnTo>
                  <a:pt x="1905877" y="344712"/>
                </a:lnTo>
                <a:lnTo>
                  <a:pt x="1905877" y="9963"/>
                </a:lnTo>
                <a:lnTo>
                  <a:pt x="1915840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16">
            <a:extLst xmlns:a="http://schemas.openxmlformats.org/drawingml/2006/main">
              <a:ext uri="{FF2B5EF4-FFF2-40B4-BE49-F238E27FC236}">
                <a16:creationId xmlns:a16="http://schemas.microsoft.com/office/drawing/2014/main" id="{52FCDFFA-9A0D-45BF-9024-AD3D699F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661" y="967702"/>
            <a:ext cx="4698439" cy="3544004"/>
          </a:xfrm>
          <a:custGeom xmlns:a="http://schemas.openxmlformats.org/drawingml/2006/main">
            <a:pathLst>
              <a:path w="4176390" h="3150226">
                <a:moveTo>
                  <a:pt x="239" y="192042"/>
                </a:moveTo>
                <a:lnTo>
                  <a:pt x="1036" y="181761"/>
                </a:lnTo>
                <a:lnTo>
                  <a:pt x="2311" y="171638"/>
                </a:lnTo>
                <a:lnTo>
                  <a:pt x="4104" y="161656"/>
                </a:lnTo>
                <a:lnTo>
                  <a:pt x="6356" y="151872"/>
                </a:lnTo>
                <a:lnTo>
                  <a:pt x="9087" y="142248"/>
                </a:lnTo>
                <a:lnTo>
                  <a:pt x="12274" y="132843"/>
                </a:lnTo>
                <a:lnTo>
                  <a:pt x="15901" y="123638"/>
                </a:lnTo>
                <a:lnTo>
                  <a:pt x="19965" y="114671"/>
                </a:lnTo>
                <a:lnTo>
                  <a:pt x="24429" y="105924"/>
                </a:lnTo>
                <a:lnTo>
                  <a:pt x="29310" y="97456"/>
                </a:lnTo>
                <a:lnTo>
                  <a:pt x="34571" y="89246"/>
                </a:lnTo>
                <a:lnTo>
                  <a:pt x="40209" y="81296"/>
                </a:lnTo>
                <a:lnTo>
                  <a:pt x="46228" y="73664"/>
                </a:lnTo>
                <a:lnTo>
                  <a:pt x="52584" y="66312"/>
                </a:lnTo>
                <a:lnTo>
                  <a:pt x="59279" y="59298"/>
                </a:lnTo>
                <a:lnTo>
                  <a:pt x="66313" y="52583"/>
                </a:lnTo>
                <a:lnTo>
                  <a:pt x="73644" y="46227"/>
                </a:lnTo>
                <a:lnTo>
                  <a:pt x="81296" y="40230"/>
                </a:lnTo>
                <a:lnTo>
                  <a:pt x="89227" y="34571"/>
                </a:lnTo>
                <a:lnTo>
                  <a:pt x="97435" y="29310"/>
                </a:lnTo>
                <a:lnTo>
                  <a:pt x="105924" y="24448"/>
                </a:lnTo>
                <a:lnTo>
                  <a:pt x="114651" y="19965"/>
                </a:lnTo>
                <a:lnTo>
                  <a:pt x="123618" y="15920"/>
                </a:lnTo>
                <a:lnTo>
                  <a:pt x="132823" y="12274"/>
                </a:lnTo>
                <a:lnTo>
                  <a:pt x="142248" y="9106"/>
                </a:lnTo>
                <a:lnTo>
                  <a:pt x="151852" y="6376"/>
                </a:lnTo>
                <a:lnTo>
                  <a:pt x="161655" y="4105"/>
                </a:lnTo>
                <a:lnTo>
                  <a:pt x="171638" y="2331"/>
                </a:lnTo>
                <a:lnTo>
                  <a:pt x="181760" y="1036"/>
                </a:lnTo>
                <a:lnTo>
                  <a:pt x="192042" y="259"/>
                </a:lnTo>
                <a:lnTo>
                  <a:pt x="202184" y="0"/>
                </a:lnTo>
                <a:lnTo>
                  <a:pt x="3974186" y="0"/>
                </a:lnTo>
                <a:lnTo>
                  <a:pt x="3984349" y="259"/>
                </a:lnTo>
                <a:lnTo>
                  <a:pt x="3994610" y="1036"/>
                </a:lnTo>
                <a:lnTo>
                  <a:pt x="4004751" y="2331"/>
                </a:lnTo>
                <a:lnTo>
                  <a:pt x="4014715" y="4105"/>
                </a:lnTo>
                <a:lnTo>
                  <a:pt x="4024518" y="6376"/>
                </a:lnTo>
                <a:lnTo>
                  <a:pt x="4034142" y="9106"/>
                </a:lnTo>
                <a:lnTo>
                  <a:pt x="4043548" y="12274"/>
                </a:lnTo>
                <a:lnTo>
                  <a:pt x="4052752" y="15920"/>
                </a:lnTo>
                <a:lnTo>
                  <a:pt x="4061719" y="19965"/>
                </a:lnTo>
                <a:lnTo>
                  <a:pt x="4070447" y="24448"/>
                </a:lnTo>
                <a:lnTo>
                  <a:pt x="4078935" y="29310"/>
                </a:lnTo>
                <a:lnTo>
                  <a:pt x="4087144" y="34571"/>
                </a:lnTo>
                <a:lnTo>
                  <a:pt x="4095074" y="40230"/>
                </a:lnTo>
                <a:lnTo>
                  <a:pt x="4102725" y="46227"/>
                </a:lnTo>
                <a:lnTo>
                  <a:pt x="4110058" y="52583"/>
                </a:lnTo>
                <a:lnTo>
                  <a:pt x="4117091" y="59298"/>
                </a:lnTo>
                <a:lnTo>
                  <a:pt x="4123786" y="66312"/>
                </a:lnTo>
                <a:lnTo>
                  <a:pt x="4130145" y="73664"/>
                </a:lnTo>
                <a:lnTo>
                  <a:pt x="4136161" y="81296"/>
                </a:lnTo>
                <a:lnTo>
                  <a:pt x="4141800" y="89246"/>
                </a:lnTo>
                <a:lnTo>
                  <a:pt x="4147060" y="97456"/>
                </a:lnTo>
                <a:lnTo>
                  <a:pt x="4151942" y="105924"/>
                </a:lnTo>
                <a:lnTo>
                  <a:pt x="4156405" y="114671"/>
                </a:lnTo>
                <a:lnTo>
                  <a:pt x="4160470" y="123638"/>
                </a:lnTo>
                <a:lnTo>
                  <a:pt x="4164097" y="132843"/>
                </a:lnTo>
                <a:lnTo>
                  <a:pt x="4167284" y="142248"/>
                </a:lnTo>
                <a:lnTo>
                  <a:pt x="4170013" y="151872"/>
                </a:lnTo>
                <a:lnTo>
                  <a:pt x="4172264" y="161656"/>
                </a:lnTo>
                <a:lnTo>
                  <a:pt x="4174059" y="171638"/>
                </a:lnTo>
                <a:lnTo>
                  <a:pt x="4175335" y="181761"/>
                </a:lnTo>
                <a:lnTo>
                  <a:pt x="4176132" y="192042"/>
                </a:lnTo>
                <a:lnTo>
                  <a:pt x="4176390" y="202184"/>
                </a:lnTo>
                <a:lnTo>
                  <a:pt x="4176390" y="2948041"/>
                </a:lnTo>
                <a:lnTo>
                  <a:pt x="4176132" y="2958183"/>
                </a:lnTo>
                <a:lnTo>
                  <a:pt x="4175335" y="2968465"/>
                </a:lnTo>
                <a:lnTo>
                  <a:pt x="4174059" y="2978587"/>
                </a:lnTo>
                <a:lnTo>
                  <a:pt x="4172264" y="2988570"/>
                </a:lnTo>
                <a:lnTo>
                  <a:pt x="4170013" y="2998354"/>
                </a:lnTo>
                <a:lnTo>
                  <a:pt x="4167284" y="3007977"/>
                </a:lnTo>
                <a:lnTo>
                  <a:pt x="4164097" y="3017382"/>
                </a:lnTo>
                <a:lnTo>
                  <a:pt x="4160470" y="3026588"/>
                </a:lnTo>
                <a:lnTo>
                  <a:pt x="4156405" y="3035554"/>
                </a:lnTo>
                <a:lnTo>
                  <a:pt x="4151942" y="3044301"/>
                </a:lnTo>
                <a:lnTo>
                  <a:pt x="4147060" y="3052770"/>
                </a:lnTo>
                <a:lnTo>
                  <a:pt x="4141800" y="3060979"/>
                </a:lnTo>
                <a:lnTo>
                  <a:pt x="4136161" y="3068930"/>
                </a:lnTo>
                <a:lnTo>
                  <a:pt x="4130145" y="3076561"/>
                </a:lnTo>
                <a:lnTo>
                  <a:pt x="4123786" y="3083914"/>
                </a:lnTo>
                <a:lnTo>
                  <a:pt x="4117091" y="3090927"/>
                </a:lnTo>
                <a:lnTo>
                  <a:pt x="4110058" y="3097642"/>
                </a:lnTo>
                <a:lnTo>
                  <a:pt x="4102725" y="3103999"/>
                </a:lnTo>
                <a:lnTo>
                  <a:pt x="4095074" y="3109996"/>
                </a:lnTo>
                <a:lnTo>
                  <a:pt x="4087144" y="3115635"/>
                </a:lnTo>
                <a:lnTo>
                  <a:pt x="4078935" y="3120915"/>
                </a:lnTo>
                <a:lnTo>
                  <a:pt x="4070447" y="3125777"/>
                </a:lnTo>
                <a:lnTo>
                  <a:pt x="4061719" y="3130261"/>
                </a:lnTo>
                <a:lnTo>
                  <a:pt x="4052752" y="3134305"/>
                </a:lnTo>
                <a:lnTo>
                  <a:pt x="4043548" y="3137951"/>
                </a:lnTo>
                <a:lnTo>
                  <a:pt x="4034142" y="3141120"/>
                </a:lnTo>
                <a:lnTo>
                  <a:pt x="4024518" y="3143849"/>
                </a:lnTo>
                <a:lnTo>
                  <a:pt x="4014715" y="3146121"/>
                </a:lnTo>
                <a:lnTo>
                  <a:pt x="4004751" y="3147894"/>
                </a:lnTo>
                <a:lnTo>
                  <a:pt x="3994610" y="3149190"/>
                </a:lnTo>
                <a:lnTo>
                  <a:pt x="3984349" y="3149967"/>
                </a:lnTo>
                <a:lnTo>
                  <a:pt x="3974186" y="3150226"/>
                </a:lnTo>
                <a:lnTo>
                  <a:pt x="202184" y="3150226"/>
                </a:lnTo>
                <a:lnTo>
                  <a:pt x="192042" y="3149967"/>
                </a:lnTo>
                <a:lnTo>
                  <a:pt x="181760" y="3149190"/>
                </a:lnTo>
                <a:lnTo>
                  <a:pt x="171638" y="3147894"/>
                </a:lnTo>
                <a:lnTo>
                  <a:pt x="161655" y="3146121"/>
                </a:lnTo>
                <a:lnTo>
                  <a:pt x="151852" y="3143849"/>
                </a:lnTo>
                <a:lnTo>
                  <a:pt x="142248" y="3141120"/>
                </a:lnTo>
                <a:lnTo>
                  <a:pt x="132823" y="3137951"/>
                </a:lnTo>
                <a:lnTo>
                  <a:pt x="123618" y="3134305"/>
                </a:lnTo>
                <a:lnTo>
                  <a:pt x="114651" y="3130261"/>
                </a:lnTo>
                <a:lnTo>
                  <a:pt x="105924" y="3125777"/>
                </a:lnTo>
                <a:lnTo>
                  <a:pt x="97435" y="3120915"/>
                </a:lnTo>
                <a:lnTo>
                  <a:pt x="89227" y="3115635"/>
                </a:lnTo>
                <a:lnTo>
                  <a:pt x="81296" y="3109996"/>
                </a:lnTo>
                <a:lnTo>
                  <a:pt x="73644" y="3103999"/>
                </a:lnTo>
                <a:lnTo>
                  <a:pt x="66313" y="3097642"/>
                </a:lnTo>
                <a:lnTo>
                  <a:pt x="59279" y="3090927"/>
                </a:lnTo>
                <a:lnTo>
                  <a:pt x="52584" y="3083914"/>
                </a:lnTo>
                <a:lnTo>
                  <a:pt x="46228" y="3076561"/>
                </a:lnTo>
                <a:lnTo>
                  <a:pt x="40209" y="3068930"/>
                </a:lnTo>
                <a:lnTo>
                  <a:pt x="34571" y="3060979"/>
                </a:lnTo>
                <a:lnTo>
                  <a:pt x="29310" y="3052770"/>
                </a:lnTo>
                <a:lnTo>
                  <a:pt x="24429" y="3044301"/>
                </a:lnTo>
                <a:lnTo>
                  <a:pt x="19965" y="3035554"/>
                </a:lnTo>
                <a:lnTo>
                  <a:pt x="15901" y="3026588"/>
                </a:lnTo>
                <a:lnTo>
                  <a:pt x="12274" y="3017382"/>
                </a:lnTo>
                <a:lnTo>
                  <a:pt x="9087" y="3007977"/>
                </a:lnTo>
                <a:lnTo>
                  <a:pt x="6356" y="2998354"/>
                </a:lnTo>
                <a:lnTo>
                  <a:pt x="4104" y="2988570"/>
                </a:lnTo>
                <a:lnTo>
                  <a:pt x="2311" y="2978587"/>
                </a:lnTo>
                <a:lnTo>
                  <a:pt x="1036" y="2968465"/>
                </a:lnTo>
                <a:lnTo>
                  <a:pt x="239" y="2958183"/>
                </a:lnTo>
                <a:lnTo>
                  <a:pt x="0" y="2948041"/>
                </a:lnTo>
                <a:lnTo>
                  <a:pt x="0" y="202184"/>
                </a:lnTo>
                <a:lnTo>
                  <a:pt x="239" y="192042"/>
                </a:lnTo>
                <a:moveTo>
                  <a:pt x="39831" y="202941"/>
                </a:moveTo>
                <a:lnTo>
                  <a:pt x="39851" y="202443"/>
                </a:lnTo>
                <a:lnTo>
                  <a:pt x="39851" y="2947782"/>
                </a:lnTo>
                <a:lnTo>
                  <a:pt x="39831" y="2947284"/>
                </a:lnTo>
                <a:lnTo>
                  <a:pt x="40070" y="2956669"/>
                </a:lnTo>
                <a:lnTo>
                  <a:pt x="40030" y="2955673"/>
                </a:lnTo>
                <a:lnTo>
                  <a:pt x="40728" y="2964938"/>
                </a:lnTo>
                <a:lnTo>
                  <a:pt x="40628" y="2963942"/>
                </a:lnTo>
                <a:lnTo>
                  <a:pt x="41783" y="2973068"/>
                </a:lnTo>
                <a:lnTo>
                  <a:pt x="41644" y="2972071"/>
                </a:lnTo>
                <a:lnTo>
                  <a:pt x="43239" y="2981058"/>
                </a:lnTo>
                <a:lnTo>
                  <a:pt x="43039" y="2980081"/>
                </a:lnTo>
                <a:lnTo>
                  <a:pt x="45071" y="2988908"/>
                </a:lnTo>
                <a:lnTo>
                  <a:pt x="44833" y="2987952"/>
                </a:lnTo>
                <a:lnTo>
                  <a:pt x="47283" y="2996620"/>
                </a:lnTo>
                <a:lnTo>
                  <a:pt x="47005" y="2995663"/>
                </a:lnTo>
                <a:lnTo>
                  <a:pt x="49873" y="3004152"/>
                </a:lnTo>
                <a:lnTo>
                  <a:pt x="49535" y="3003235"/>
                </a:lnTo>
                <a:lnTo>
                  <a:pt x="52803" y="3011524"/>
                </a:lnTo>
                <a:lnTo>
                  <a:pt x="52425" y="3010627"/>
                </a:lnTo>
                <a:lnTo>
                  <a:pt x="56070" y="3018697"/>
                </a:lnTo>
                <a:lnTo>
                  <a:pt x="55652" y="3017821"/>
                </a:lnTo>
                <a:lnTo>
                  <a:pt x="59676" y="3025691"/>
                </a:lnTo>
                <a:lnTo>
                  <a:pt x="59218" y="3024854"/>
                </a:lnTo>
                <a:lnTo>
                  <a:pt x="63622" y="3032486"/>
                </a:lnTo>
                <a:lnTo>
                  <a:pt x="63124" y="3031669"/>
                </a:lnTo>
                <a:lnTo>
                  <a:pt x="67866" y="3039081"/>
                </a:lnTo>
                <a:lnTo>
                  <a:pt x="67329" y="3038284"/>
                </a:lnTo>
                <a:lnTo>
                  <a:pt x="72409" y="3045438"/>
                </a:lnTo>
                <a:lnTo>
                  <a:pt x="71851" y="3044680"/>
                </a:lnTo>
                <a:lnTo>
                  <a:pt x="77271" y="3051575"/>
                </a:lnTo>
                <a:lnTo>
                  <a:pt x="76653" y="3050837"/>
                </a:lnTo>
                <a:lnTo>
                  <a:pt x="82392" y="3057452"/>
                </a:lnTo>
                <a:lnTo>
                  <a:pt x="81754" y="3056755"/>
                </a:lnTo>
                <a:lnTo>
                  <a:pt x="87791" y="3063091"/>
                </a:lnTo>
                <a:lnTo>
                  <a:pt x="87115" y="3062414"/>
                </a:lnTo>
                <a:lnTo>
                  <a:pt x="93471" y="3068471"/>
                </a:lnTo>
                <a:lnTo>
                  <a:pt x="92753" y="3067833"/>
                </a:lnTo>
                <a:lnTo>
                  <a:pt x="99389" y="3073552"/>
                </a:lnTo>
                <a:lnTo>
                  <a:pt x="98652" y="3072954"/>
                </a:lnTo>
                <a:lnTo>
                  <a:pt x="105545" y="3078374"/>
                </a:lnTo>
                <a:lnTo>
                  <a:pt x="104789" y="3077796"/>
                </a:lnTo>
                <a:lnTo>
                  <a:pt x="111942" y="3082897"/>
                </a:lnTo>
                <a:lnTo>
                  <a:pt x="111145" y="3082359"/>
                </a:lnTo>
                <a:lnTo>
                  <a:pt x="118537" y="3087102"/>
                </a:lnTo>
                <a:lnTo>
                  <a:pt x="117720" y="3086603"/>
                </a:lnTo>
                <a:lnTo>
                  <a:pt x="125371" y="3091007"/>
                </a:lnTo>
                <a:lnTo>
                  <a:pt x="124514" y="3090529"/>
                </a:lnTo>
                <a:lnTo>
                  <a:pt x="132385" y="3094574"/>
                </a:lnTo>
                <a:lnTo>
                  <a:pt x="131509" y="3094155"/>
                </a:lnTo>
                <a:lnTo>
                  <a:pt x="139599" y="3097801"/>
                </a:lnTo>
                <a:lnTo>
                  <a:pt x="138702" y="3097423"/>
                </a:lnTo>
                <a:lnTo>
                  <a:pt x="146990" y="3100691"/>
                </a:lnTo>
                <a:lnTo>
                  <a:pt x="146074" y="3100352"/>
                </a:lnTo>
                <a:lnTo>
                  <a:pt x="154543" y="3103221"/>
                </a:lnTo>
                <a:lnTo>
                  <a:pt x="153606" y="3102922"/>
                </a:lnTo>
                <a:lnTo>
                  <a:pt x="162254" y="3105393"/>
                </a:lnTo>
                <a:lnTo>
                  <a:pt x="161297" y="3105134"/>
                </a:lnTo>
                <a:lnTo>
                  <a:pt x="170124" y="3107166"/>
                </a:lnTo>
                <a:lnTo>
                  <a:pt x="169148" y="3106967"/>
                </a:lnTo>
                <a:lnTo>
                  <a:pt x="178134" y="3108581"/>
                </a:lnTo>
                <a:lnTo>
                  <a:pt x="177158" y="3108422"/>
                </a:lnTo>
                <a:lnTo>
                  <a:pt x="186284" y="3109597"/>
                </a:lnTo>
                <a:lnTo>
                  <a:pt x="185288" y="3109498"/>
                </a:lnTo>
                <a:lnTo>
                  <a:pt x="194552" y="3110195"/>
                </a:lnTo>
                <a:lnTo>
                  <a:pt x="193536" y="3110136"/>
                </a:lnTo>
                <a:lnTo>
                  <a:pt x="202942" y="3110375"/>
                </a:lnTo>
                <a:lnTo>
                  <a:pt x="202444" y="3110375"/>
                </a:lnTo>
                <a:lnTo>
                  <a:pt x="3973947" y="3110375"/>
                </a:lnTo>
                <a:lnTo>
                  <a:pt x="3973428" y="3110375"/>
                </a:lnTo>
                <a:lnTo>
                  <a:pt x="3982834" y="3110136"/>
                </a:lnTo>
                <a:lnTo>
                  <a:pt x="3981818" y="3110195"/>
                </a:lnTo>
                <a:lnTo>
                  <a:pt x="3991084" y="3109498"/>
                </a:lnTo>
                <a:lnTo>
                  <a:pt x="3990086" y="3109597"/>
                </a:lnTo>
                <a:lnTo>
                  <a:pt x="3999233" y="3108422"/>
                </a:lnTo>
                <a:lnTo>
                  <a:pt x="3998237" y="3108581"/>
                </a:lnTo>
                <a:lnTo>
                  <a:pt x="4007222" y="3106967"/>
                </a:lnTo>
                <a:lnTo>
                  <a:pt x="4006247" y="3107166"/>
                </a:lnTo>
                <a:lnTo>
                  <a:pt x="4015073" y="3105134"/>
                </a:lnTo>
                <a:lnTo>
                  <a:pt x="4014116" y="3105393"/>
                </a:lnTo>
                <a:lnTo>
                  <a:pt x="4022764" y="3102922"/>
                </a:lnTo>
                <a:lnTo>
                  <a:pt x="4021828" y="3103221"/>
                </a:lnTo>
                <a:lnTo>
                  <a:pt x="4030316" y="3100352"/>
                </a:lnTo>
                <a:lnTo>
                  <a:pt x="4029380" y="3100691"/>
                </a:lnTo>
                <a:lnTo>
                  <a:pt x="4037668" y="3097423"/>
                </a:lnTo>
                <a:lnTo>
                  <a:pt x="4036773" y="3097801"/>
                </a:lnTo>
                <a:lnTo>
                  <a:pt x="4044863" y="3094155"/>
                </a:lnTo>
                <a:lnTo>
                  <a:pt x="4043986" y="3094574"/>
                </a:lnTo>
                <a:lnTo>
                  <a:pt x="4051857" y="3090529"/>
                </a:lnTo>
                <a:lnTo>
                  <a:pt x="4050998" y="3091007"/>
                </a:lnTo>
                <a:lnTo>
                  <a:pt x="4058650" y="3086603"/>
                </a:lnTo>
                <a:lnTo>
                  <a:pt x="4057833" y="3087102"/>
                </a:lnTo>
                <a:lnTo>
                  <a:pt x="4065225" y="3082359"/>
                </a:lnTo>
                <a:lnTo>
                  <a:pt x="4064448" y="3082897"/>
                </a:lnTo>
                <a:lnTo>
                  <a:pt x="4071602" y="3077796"/>
                </a:lnTo>
                <a:lnTo>
                  <a:pt x="4070825" y="3078374"/>
                </a:lnTo>
                <a:lnTo>
                  <a:pt x="4077719" y="3072954"/>
                </a:lnTo>
                <a:lnTo>
                  <a:pt x="4076981" y="3073552"/>
                </a:lnTo>
                <a:lnTo>
                  <a:pt x="4083617" y="3067833"/>
                </a:lnTo>
                <a:lnTo>
                  <a:pt x="4082920" y="3068471"/>
                </a:lnTo>
                <a:lnTo>
                  <a:pt x="4089256" y="3062414"/>
                </a:lnTo>
                <a:lnTo>
                  <a:pt x="4088579" y="3063091"/>
                </a:lnTo>
                <a:lnTo>
                  <a:pt x="4094616" y="3056755"/>
                </a:lnTo>
                <a:lnTo>
                  <a:pt x="4093978" y="3057452"/>
                </a:lnTo>
                <a:lnTo>
                  <a:pt x="4099717" y="3050837"/>
                </a:lnTo>
                <a:lnTo>
                  <a:pt x="4099120" y="3051575"/>
                </a:lnTo>
                <a:lnTo>
                  <a:pt x="4104538" y="3044680"/>
                </a:lnTo>
                <a:lnTo>
                  <a:pt x="4103961" y="3045438"/>
                </a:lnTo>
                <a:lnTo>
                  <a:pt x="4109042" y="3038284"/>
                </a:lnTo>
                <a:lnTo>
                  <a:pt x="4108504" y="3039081"/>
                </a:lnTo>
                <a:lnTo>
                  <a:pt x="4113266" y="3031669"/>
                </a:lnTo>
                <a:lnTo>
                  <a:pt x="4112769" y="3032486"/>
                </a:lnTo>
                <a:lnTo>
                  <a:pt x="4117152" y="3024854"/>
                </a:lnTo>
                <a:lnTo>
                  <a:pt x="4116692" y="3025691"/>
                </a:lnTo>
                <a:lnTo>
                  <a:pt x="4120718" y="3017821"/>
                </a:lnTo>
                <a:lnTo>
                  <a:pt x="4120301" y="3018697"/>
                </a:lnTo>
                <a:lnTo>
                  <a:pt x="4123966" y="3010627"/>
                </a:lnTo>
                <a:lnTo>
                  <a:pt x="4123568" y="3011524"/>
                </a:lnTo>
                <a:lnTo>
                  <a:pt x="4126835" y="3003235"/>
                </a:lnTo>
                <a:lnTo>
                  <a:pt x="4126497" y="3004152"/>
                </a:lnTo>
                <a:lnTo>
                  <a:pt x="4129386" y="2995663"/>
                </a:lnTo>
                <a:lnTo>
                  <a:pt x="4129088" y="2996620"/>
                </a:lnTo>
                <a:lnTo>
                  <a:pt x="4131537" y="2987952"/>
                </a:lnTo>
                <a:lnTo>
                  <a:pt x="4131300" y="2988908"/>
                </a:lnTo>
                <a:lnTo>
                  <a:pt x="4133332" y="2980081"/>
                </a:lnTo>
                <a:lnTo>
                  <a:pt x="4133132" y="2981058"/>
                </a:lnTo>
                <a:lnTo>
                  <a:pt x="4134745" y="2972071"/>
                </a:lnTo>
                <a:lnTo>
                  <a:pt x="4134587" y="2973068"/>
                </a:lnTo>
                <a:lnTo>
                  <a:pt x="4135742" y="2963942"/>
                </a:lnTo>
                <a:lnTo>
                  <a:pt x="4135642" y="2964938"/>
                </a:lnTo>
                <a:lnTo>
                  <a:pt x="4136360" y="2955673"/>
                </a:lnTo>
                <a:lnTo>
                  <a:pt x="4136300" y="2956669"/>
                </a:lnTo>
                <a:lnTo>
                  <a:pt x="4136540" y="2947284"/>
                </a:lnTo>
                <a:lnTo>
                  <a:pt x="4136540" y="2947782"/>
                </a:lnTo>
                <a:lnTo>
                  <a:pt x="4136540" y="202443"/>
                </a:lnTo>
                <a:lnTo>
                  <a:pt x="4136540" y="202941"/>
                </a:lnTo>
                <a:lnTo>
                  <a:pt x="4136300" y="193556"/>
                </a:lnTo>
                <a:lnTo>
                  <a:pt x="4136360" y="194553"/>
                </a:lnTo>
                <a:lnTo>
                  <a:pt x="4135642" y="185287"/>
                </a:lnTo>
                <a:lnTo>
                  <a:pt x="4135742" y="186284"/>
                </a:lnTo>
                <a:lnTo>
                  <a:pt x="4134587" y="177158"/>
                </a:lnTo>
                <a:lnTo>
                  <a:pt x="4134745" y="178154"/>
                </a:lnTo>
                <a:lnTo>
                  <a:pt x="4133132" y="169167"/>
                </a:lnTo>
                <a:lnTo>
                  <a:pt x="4133332" y="170144"/>
                </a:lnTo>
                <a:lnTo>
                  <a:pt x="4131300" y="161317"/>
                </a:lnTo>
                <a:lnTo>
                  <a:pt x="4131537" y="162273"/>
                </a:lnTo>
                <a:lnTo>
                  <a:pt x="4129088" y="153606"/>
                </a:lnTo>
                <a:lnTo>
                  <a:pt x="4129386" y="154562"/>
                </a:lnTo>
                <a:lnTo>
                  <a:pt x="4126497" y="146074"/>
                </a:lnTo>
                <a:lnTo>
                  <a:pt x="4126835" y="146990"/>
                </a:lnTo>
                <a:lnTo>
                  <a:pt x="4123568" y="138701"/>
                </a:lnTo>
                <a:lnTo>
                  <a:pt x="4123966" y="139598"/>
                </a:lnTo>
                <a:lnTo>
                  <a:pt x="4120301" y="131528"/>
                </a:lnTo>
                <a:lnTo>
                  <a:pt x="4120718" y="132405"/>
                </a:lnTo>
                <a:lnTo>
                  <a:pt x="4116692" y="124534"/>
                </a:lnTo>
                <a:lnTo>
                  <a:pt x="4117152" y="125371"/>
                </a:lnTo>
                <a:lnTo>
                  <a:pt x="4112769" y="117740"/>
                </a:lnTo>
                <a:lnTo>
                  <a:pt x="4113266" y="118557"/>
                </a:lnTo>
                <a:lnTo>
                  <a:pt x="4108504" y="111145"/>
                </a:lnTo>
                <a:lnTo>
                  <a:pt x="4109042" y="111941"/>
                </a:lnTo>
                <a:lnTo>
                  <a:pt x="4103961" y="104788"/>
                </a:lnTo>
                <a:lnTo>
                  <a:pt x="4104538" y="105545"/>
                </a:lnTo>
                <a:lnTo>
                  <a:pt x="4099120" y="98651"/>
                </a:lnTo>
                <a:lnTo>
                  <a:pt x="4099717" y="99389"/>
                </a:lnTo>
                <a:lnTo>
                  <a:pt x="4093978" y="92773"/>
                </a:lnTo>
                <a:lnTo>
                  <a:pt x="4094616" y="93470"/>
                </a:lnTo>
                <a:lnTo>
                  <a:pt x="4088579" y="87134"/>
                </a:lnTo>
                <a:lnTo>
                  <a:pt x="4089256" y="87812"/>
                </a:lnTo>
                <a:lnTo>
                  <a:pt x="4082920" y="81754"/>
                </a:lnTo>
                <a:lnTo>
                  <a:pt x="4083617" y="82392"/>
                </a:lnTo>
                <a:lnTo>
                  <a:pt x="4076981" y="76673"/>
                </a:lnTo>
                <a:lnTo>
                  <a:pt x="4077719" y="77271"/>
                </a:lnTo>
                <a:lnTo>
                  <a:pt x="4070825" y="71851"/>
                </a:lnTo>
                <a:lnTo>
                  <a:pt x="4071602" y="72429"/>
                </a:lnTo>
                <a:lnTo>
                  <a:pt x="4064448" y="67328"/>
                </a:lnTo>
                <a:lnTo>
                  <a:pt x="4065225" y="67866"/>
                </a:lnTo>
                <a:lnTo>
                  <a:pt x="4057833" y="63124"/>
                </a:lnTo>
                <a:lnTo>
                  <a:pt x="4058650" y="63622"/>
                </a:lnTo>
                <a:lnTo>
                  <a:pt x="4050998" y="59219"/>
                </a:lnTo>
                <a:lnTo>
                  <a:pt x="4051857" y="59697"/>
                </a:lnTo>
                <a:lnTo>
                  <a:pt x="4043986" y="55652"/>
                </a:lnTo>
                <a:lnTo>
                  <a:pt x="4044863" y="56070"/>
                </a:lnTo>
                <a:lnTo>
                  <a:pt x="4036773" y="52424"/>
                </a:lnTo>
                <a:lnTo>
                  <a:pt x="4037668" y="52803"/>
                </a:lnTo>
                <a:lnTo>
                  <a:pt x="4029380" y="49535"/>
                </a:lnTo>
                <a:lnTo>
                  <a:pt x="4030316" y="49873"/>
                </a:lnTo>
                <a:lnTo>
                  <a:pt x="4021828" y="47004"/>
                </a:lnTo>
                <a:lnTo>
                  <a:pt x="4022764" y="47303"/>
                </a:lnTo>
                <a:lnTo>
                  <a:pt x="4014116" y="44832"/>
                </a:lnTo>
                <a:lnTo>
                  <a:pt x="4015073" y="45091"/>
                </a:lnTo>
                <a:lnTo>
                  <a:pt x="4006247" y="43039"/>
                </a:lnTo>
                <a:lnTo>
                  <a:pt x="4007222" y="43258"/>
                </a:lnTo>
                <a:lnTo>
                  <a:pt x="3998237" y="41644"/>
                </a:lnTo>
                <a:lnTo>
                  <a:pt x="3999233" y="41804"/>
                </a:lnTo>
                <a:lnTo>
                  <a:pt x="3990086" y="40628"/>
                </a:lnTo>
                <a:lnTo>
                  <a:pt x="3991084" y="40728"/>
                </a:lnTo>
                <a:lnTo>
                  <a:pt x="3981818" y="40030"/>
                </a:lnTo>
                <a:lnTo>
                  <a:pt x="3982834" y="40090"/>
                </a:lnTo>
                <a:lnTo>
                  <a:pt x="3973428" y="39851"/>
                </a:lnTo>
                <a:lnTo>
                  <a:pt x="3973947" y="39851"/>
                </a:lnTo>
                <a:lnTo>
                  <a:pt x="202444" y="39851"/>
                </a:lnTo>
                <a:lnTo>
                  <a:pt x="202942" y="39851"/>
                </a:lnTo>
                <a:lnTo>
                  <a:pt x="193536" y="40090"/>
                </a:lnTo>
                <a:lnTo>
                  <a:pt x="194552" y="40030"/>
                </a:lnTo>
                <a:lnTo>
                  <a:pt x="185288" y="40728"/>
                </a:lnTo>
                <a:lnTo>
                  <a:pt x="186284" y="40628"/>
                </a:lnTo>
                <a:lnTo>
                  <a:pt x="177158" y="41804"/>
                </a:lnTo>
                <a:lnTo>
                  <a:pt x="178134" y="41644"/>
                </a:lnTo>
                <a:lnTo>
                  <a:pt x="169148" y="43258"/>
                </a:lnTo>
                <a:lnTo>
                  <a:pt x="170124" y="43039"/>
                </a:lnTo>
                <a:lnTo>
                  <a:pt x="161297" y="45091"/>
                </a:lnTo>
                <a:lnTo>
                  <a:pt x="162254" y="44832"/>
                </a:lnTo>
                <a:lnTo>
                  <a:pt x="153606" y="47303"/>
                </a:lnTo>
                <a:lnTo>
                  <a:pt x="154543" y="47004"/>
                </a:lnTo>
                <a:lnTo>
                  <a:pt x="146074" y="49873"/>
                </a:lnTo>
                <a:lnTo>
                  <a:pt x="146990" y="49535"/>
                </a:lnTo>
                <a:lnTo>
                  <a:pt x="138702" y="52803"/>
                </a:lnTo>
                <a:lnTo>
                  <a:pt x="139599" y="52424"/>
                </a:lnTo>
                <a:lnTo>
                  <a:pt x="131509" y="56070"/>
                </a:lnTo>
                <a:lnTo>
                  <a:pt x="132385" y="55652"/>
                </a:lnTo>
                <a:lnTo>
                  <a:pt x="124514" y="59697"/>
                </a:lnTo>
                <a:lnTo>
                  <a:pt x="125371" y="59219"/>
                </a:lnTo>
                <a:lnTo>
                  <a:pt x="117720" y="63622"/>
                </a:lnTo>
                <a:lnTo>
                  <a:pt x="118537" y="63124"/>
                </a:lnTo>
                <a:lnTo>
                  <a:pt x="111145" y="67866"/>
                </a:lnTo>
                <a:lnTo>
                  <a:pt x="111942" y="67328"/>
                </a:lnTo>
                <a:lnTo>
                  <a:pt x="104789" y="72429"/>
                </a:lnTo>
                <a:lnTo>
                  <a:pt x="105545" y="71851"/>
                </a:lnTo>
                <a:lnTo>
                  <a:pt x="98652" y="77271"/>
                </a:lnTo>
                <a:lnTo>
                  <a:pt x="99389" y="76673"/>
                </a:lnTo>
                <a:lnTo>
                  <a:pt x="92753" y="82392"/>
                </a:lnTo>
                <a:lnTo>
                  <a:pt x="93471" y="81754"/>
                </a:lnTo>
                <a:lnTo>
                  <a:pt x="87115" y="87812"/>
                </a:lnTo>
                <a:lnTo>
                  <a:pt x="87791" y="87134"/>
                </a:lnTo>
                <a:lnTo>
                  <a:pt x="81754" y="93470"/>
                </a:lnTo>
                <a:lnTo>
                  <a:pt x="82392" y="92773"/>
                </a:lnTo>
                <a:lnTo>
                  <a:pt x="76653" y="99389"/>
                </a:lnTo>
                <a:lnTo>
                  <a:pt x="77271" y="98651"/>
                </a:lnTo>
                <a:lnTo>
                  <a:pt x="71851" y="105545"/>
                </a:lnTo>
                <a:lnTo>
                  <a:pt x="72409" y="104788"/>
                </a:lnTo>
                <a:lnTo>
                  <a:pt x="67329" y="111941"/>
                </a:lnTo>
                <a:lnTo>
                  <a:pt x="67866" y="111145"/>
                </a:lnTo>
                <a:lnTo>
                  <a:pt x="63124" y="118557"/>
                </a:lnTo>
                <a:lnTo>
                  <a:pt x="63622" y="117740"/>
                </a:lnTo>
                <a:lnTo>
                  <a:pt x="59218" y="125371"/>
                </a:lnTo>
                <a:lnTo>
                  <a:pt x="59676" y="124534"/>
                </a:lnTo>
                <a:lnTo>
                  <a:pt x="55652" y="132405"/>
                </a:lnTo>
                <a:lnTo>
                  <a:pt x="56070" y="131528"/>
                </a:lnTo>
                <a:lnTo>
                  <a:pt x="52425" y="139598"/>
                </a:lnTo>
                <a:lnTo>
                  <a:pt x="52803" y="138701"/>
                </a:lnTo>
                <a:lnTo>
                  <a:pt x="49535" y="146990"/>
                </a:lnTo>
                <a:lnTo>
                  <a:pt x="49873" y="146074"/>
                </a:lnTo>
                <a:lnTo>
                  <a:pt x="47005" y="154562"/>
                </a:lnTo>
                <a:lnTo>
                  <a:pt x="47283" y="153606"/>
                </a:lnTo>
                <a:lnTo>
                  <a:pt x="44833" y="162273"/>
                </a:lnTo>
                <a:lnTo>
                  <a:pt x="45071" y="161317"/>
                </a:lnTo>
                <a:lnTo>
                  <a:pt x="43039" y="170144"/>
                </a:lnTo>
                <a:lnTo>
                  <a:pt x="43239" y="169167"/>
                </a:lnTo>
                <a:lnTo>
                  <a:pt x="41644" y="178154"/>
                </a:lnTo>
                <a:lnTo>
                  <a:pt x="41783" y="177158"/>
                </a:lnTo>
                <a:lnTo>
                  <a:pt x="40628" y="186284"/>
                </a:lnTo>
                <a:lnTo>
                  <a:pt x="40728" y="185287"/>
                </a:lnTo>
                <a:lnTo>
                  <a:pt x="40030" y="194553"/>
                </a:lnTo>
                <a:lnTo>
                  <a:pt x="40070" y="193556"/>
                </a:lnTo>
                <a:lnTo>
                  <a:pt x="39831" y="202941"/>
                </a:lnTo>
              </a:path>
            </a:pathLst>
          </a:custGeom>
          <a:solidFill xmlns:a="http://schemas.openxmlformats.org/drawingml/2006/main">
            <a:srgbClr val="F5B4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7 opulous">
            <a:extLst xmlns:a="http://schemas.openxmlformats.org/drawingml/2006/main">
              <a:ext uri="{FF2B5EF4-FFF2-40B4-BE49-F238E27FC236}">
                <a16:creationId xmlns:a16="http://schemas.microsoft.com/office/drawing/2014/main" id="{F5C54BAD-52AC-4EB0-8043-1ACFF1D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6139" y="2259330"/>
            <a:ext cx="1379682" cy="524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opulous</a:t>
            </a:r>
          </a:p>
        </p:txBody>
      </p:sp>
      <p:sp>
        <p:nvSpPr>
          <p:cNvPr id="25" name="text-17 city">
            <a:extLst xmlns:a="http://schemas.openxmlformats.org/drawingml/2006/main">
              <a:ext uri="{FF2B5EF4-FFF2-40B4-BE49-F238E27FC236}">
                <a16:creationId xmlns:a16="http://schemas.microsoft.com/office/drawing/2014/main" id="{674FA236-7BD7-4479-8899-CC33B45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9394" y="2246191"/>
            <a:ext cx="651445" cy="542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5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5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5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</a:t>
            </a:r>
          </a:p>
        </p:txBody>
      </p:sp>
      <p:sp>
        <p:nvSpPr>
          <p:cNvPr id="26" name="text-17 of">
            <a:extLst xmlns:a="http://schemas.openxmlformats.org/drawingml/2006/main">
              <a:ext uri="{FF2B5EF4-FFF2-40B4-BE49-F238E27FC236}">
                <a16:creationId xmlns:a16="http://schemas.microsoft.com/office/drawing/2014/main" id="{CB713DD5-AD94-463A-904D-EC0BF17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1881" y="2230987"/>
            <a:ext cx="408627" cy="564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7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7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7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7" name="text-17 France.">
            <a:extLst xmlns:a="http://schemas.openxmlformats.org/drawingml/2006/main">
              <a:ext uri="{FF2B5EF4-FFF2-40B4-BE49-F238E27FC236}">
                <a16:creationId xmlns:a16="http://schemas.microsoft.com/office/drawing/2014/main" id="{22678334-C6BD-4224-9D50-558F5BBA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8911" y="2281551"/>
            <a:ext cx="1258084" cy="49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France.</a:t>
            </a:r>
          </a:p>
        </p:txBody>
      </p:sp>
      <p:sp>
        <p:nvSpPr>
          <p:cNvPr id="28" name="text-18 With">
            <a:extLst xmlns:a="http://schemas.openxmlformats.org/drawingml/2006/main">
              <a:ext uri="{FF2B5EF4-FFF2-40B4-BE49-F238E27FC236}">
                <a16:creationId xmlns:a16="http://schemas.microsoft.com/office/drawing/2014/main" id="{3F7EBF36-3E95-4212-90F3-C94D4844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5348" y="2718496"/>
            <a:ext cx="871234" cy="55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4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4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4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29" name="path-19">
            <a:extLst xmlns:a="http://schemas.openxmlformats.org/drawingml/2006/main">
              <a:ext uri="{FF2B5EF4-FFF2-40B4-BE49-F238E27FC236}">
                <a16:creationId xmlns:a16="http://schemas.microsoft.com/office/drawing/2014/main" id="{891B25BF-BE97-4C1A-AF13-AF4E1F88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380" y="825359"/>
            <a:ext cx="2902454" cy="376592"/>
          </a:xfrm>
          <a:custGeom xmlns:a="http://schemas.openxmlformats.org/drawingml/2006/main">
            <a:pathLst>
              <a:path w="2579959" h="334748">
                <a:moveTo>
                  <a:pt x="0" y="0"/>
                </a:moveTo>
                <a:lnTo>
                  <a:pt x="0" y="334748"/>
                </a:lnTo>
                <a:lnTo>
                  <a:pt x="2579959" y="334748"/>
                </a:lnTo>
                <a:lnTo>
                  <a:pt x="257995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20">
            <a:extLst xmlns:a="http://schemas.openxmlformats.org/drawingml/2006/main">
              <a:ext uri="{FF2B5EF4-FFF2-40B4-BE49-F238E27FC236}">
                <a16:creationId xmlns:a16="http://schemas.microsoft.com/office/drawing/2014/main" id="{0E828D34-E54C-460C-8A7E-3D534BC0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958" y="815272"/>
            <a:ext cx="2923074" cy="399009"/>
          </a:xfrm>
          <a:custGeom xmlns:a="http://schemas.openxmlformats.org/drawingml/2006/main">
            <a:pathLst>
              <a:path w="2598288" h="354674">
                <a:moveTo>
                  <a:pt x="2598288" y="0"/>
                </a:moveTo>
                <a:lnTo>
                  <a:pt x="2598288" y="354674"/>
                </a:lnTo>
                <a:lnTo>
                  <a:pt x="0" y="354674"/>
                </a:lnTo>
                <a:lnTo>
                  <a:pt x="0" y="0"/>
                </a:lnTo>
                <a:lnTo>
                  <a:pt x="2598288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344712"/>
                </a:lnTo>
                <a:lnTo>
                  <a:pt x="9963" y="334749"/>
                </a:lnTo>
                <a:lnTo>
                  <a:pt x="2588326" y="334749"/>
                </a:lnTo>
                <a:lnTo>
                  <a:pt x="2578363" y="344712"/>
                </a:lnTo>
                <a:lnTo>
                  <a:pt x="2578363" y="9963"/>
                </a:lnTo>
                <a:lnTo>
                  <a:pt x="2588326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21">
            <a:extLst xmlns:a="http://schemas.openxmlformats.org/drawingml/2006/main">
              <a:ext uri="{FF2B5EF4-FFF2-40B4-BE49-F238E27FC236}">
                <a16:creationId xmlns:a16="http://schemas.microsoft.com/office/drawing/2014/main" id="{030B12FB-9371-41C8-9BB8-34F4868E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08" y="967702"/>
            <a:ext cx="5411275" cy="3544004"/>
          </a:xfrm>
          <a:custGeom xmlns:a="http://schemas.openxmlformats.org/drawingml/2006/main">
            <a:pathLst>
              <a:path w="4810022" h="3150226">
                <a:moveTo>
                  <a:pt x="239" y="192042"/>
                </a:moveTo>
                <a:lnTo>
                  <a:pt x="1036" y="181761"/>
                </a:lnTo>
                <a:lnTo>
                  <a:pt x="2311" y="171638"/>
                </a:lnTo>
                <a:lnTo>
                  <a:pt x="4105" y="161656"/>
                </a:lnTo>
                <a:lnTo>
                  <a:pt x="6356" y="151872"/>
                </a:lnTo>
                <a:lnTo>
                  <a:pt x="9086" y="142248"/>
                </a:lnTo>
                <a:lnTo>
                  <a:pt x="12274" y="132843"/>
                </a:lnTo>
                <a:lnTo>
                  <a:pt x="15901" y="123638"/>
                </a:lnTo>
                <a:lnTo>
                  <a:pt x="19965" y="114671"/>
                </a:lnTo>
                <a:lnTo>
                  <a:pt x="24429" y="105924"/>
                </a:lnTo>
                <a:lnTo>
                  <a:pt x="29311" y="97456"/>
                </a:lnTo>
                <a:lnTo>
                  <a:pt x="34571" y="89246"/>
                </a:lnTo>
                <a:lnTo>
                  <a:pt x="40210" y="81296"/>
                </a:lnTo>
                <a:lnTo>
                  <a:pt x="46227" y="73664"/>
                </a:lnTo>
                <a:lnTo>
                  <a:pt x="52584" y="66312"/>
                </a:lnTo>
                <a:lnTo>
                  <a:pt x="59279" y="59298"/>
                </a:lnTo>
                <a:lnTo>
                  <a:pt x="66312" y="52583"/>
                </a:lnTo>
                <a:lnTo>
                  <a:pt x="73645" y="46227"/>
                </a:lnTo>
                <a:lnTo>
                  <a:pt x="81296" y="40230"/>
                </a:lnTo>
                <a:lnTo>
                  <a:pt x="89226" y="34571"/>
                </a:lnTo>
                <a:lnTo>
                  <a:pt x="97436" y="29310"/>
                </a:lnTo>
                <a:lnTo>
                  <a:pt x="105924" y="24448"/>
                </a:lnTo>
                <a:lnTo>
                  <a:pt x="114651" y="19965"/>
                </a:lnTo>
                <a:lnTo>
                  <a:pt x="123618" y="15920"/>
                </a:lnTo>
                <a:lnTo>
                  <a:pt x="132823" y="12274"/>
                </a:lnTo>
                <a:lnTo>
                  <a:pt x="142249" y="9106"/>
                </a:lnTo>
                <a:lnTo>
                  <a:pt x="151852" y="6376"/>
                </a:lnTo>
                <a:lnTo>
                  <a:pt x="161656" y="4105"/>
                </a:lnTo>
                <a:lnTo>
                  <a:pt x="171638" y="2331"/>
                </a:lnTo>
                <a:lnTo>
                  <a:pt x="181761" y="1036"/>
                </a:lnTo>
                <a:lnTo>
                  <a:pt x="192042" y="259"/>
                </a:lnTo>
                <a:lnTo>
                  <a:pt x="202184" y="0"/>
                </a:lnTo>
                <a:lnTo>
                  <a:pt x="4607818" y="0"/>
                </a:lnTo>
                <a:lnTo>
                  <a:pt x="4617980" y="259"/>
                </a:lnTo>
                <a:lnTo>
                  <a:pt x="4628241" y="1036"/>
                </a:lnTo>
                <a:lnTo>
                  <a:pt x="4638384" y="2331"/>
                </a:lnTo>
                <a:lnTo>
                  <a:pt x="4648346" y="4105"/>
                </a:lnTo>
                <a:lnTo>
                  <a:pt x="4658150" y="6376"/>
                </a:lnTo>
                <a:lnTo>
                  <a:pt x="4667774" y="9106"/>
                </a:lnTo>
                <a:lnTo>
                  <a:pt x="4677179" y="12274"/>
                </a:lnTo>
                <a:lnTo>
                  <a:pt x="4686384" y="15920"/>
                </a:lnTo>
                <a:lnTo>
                  <a:pt x="4695351" y="19965"/>
                </a:lnTo>
                <a:lnTo>
                  <a:pt x="4704078" y="24448"/>
                </a:lnTo>
                <a:lnTo>
                  <a:pt x="4712566" y="29310"/>
                </a:lnTo>
                <a:lnTo>
                  <a:pt x="4720776" y="34571"/>
                </a:lnTo>
                <a:lnTo>
                  <a:pt x="4728706" y="40230"/>
                </a:lnTo>
                <a:lnTo>
                  <a:pt x="4736357" y="46227"/>
                </a:lnTo>
                <a:lnTo>
                  <a:pt x="4743690" y="52583"/>
                </a:lnTo>
                <a:lnTo>
                  <a:pt x="4750724" y="59298"/>
                </a:lnTo>
                <a:lnTo>
                  <a:pt x="4757419" y="66312"/>
                </a:lnTo>
                <a:lnTo>
                  <a:pt x="4763775" y="73664"/>
                </a:lnTo>
                <a:lnTo>
                  <a:pt x="4769792" y="81296"/>
                </a:lnTo>
                <a:lnTo>
                  <a:pt x="4775432" y="89246"/>
                </a:lnTo>
                <a:lnTo>
                  <a:pt x="4780692" y="97456"/>
                </a:lnTo>
                <a:lnTo>
                  <a:pt x="4785573" y="105924"/>
                </a:lnTo>
                <a:lnTo>
                  <a:pt x="4790036" y="114671"/>
                </a:lnTo>
                <a:lnTo>
                  <a:pt x="4794102" y="123638"/>
                </a:lnTo>
                <a:lnTo>
                  <a:pt x="4797728" y="132843"/>
                </a:lnTo>
                <a:lnTo>
                  <a:pt x="4800916" y="142248"/>
                </a:lnTo>
                <a:lnTo>
                  <a:pt x="4803646" y="151872"/>
                </a:lnTo>
                <a:lnTo>
                  <a:pt x="4805898" y="161656"/>
                </a:lnTo>
                <a:lnTo>
                  <a:pt x="4807692" y="171638"/>
                </a:lnTo>
                <a:lnTo>
                  <a:pt x="4808965" y="181761"/>
                </a:lnTo>
                <a:lnTo>
                  <a:pt x="4809763" y="192042"/>
                </a:lnTo>
                <a:lnTo>
                  <a:pt x="4810022" y="202184"/>
                </a:lnTo>
                <a:lnTo>
                  <a:pt x="4810022" y="2948041"/>
                </a:lnTo>
                <a:lnTo>
                  <a:pt x="4809763" y="2958183"/>
                </a:lnTo>
                <a:lnTo>
                  <a:pt x="4808965" y="2968465"/>
                </a:lnTo>
                <a:lnTo>
                  <a:pt x="4807692" y="2978587"/>
                </a:lnTo>
                <a:lnTo>
                  <a:pt x="4805898" y="2988570"/>
                </a:lnTo>
                <a:lnTo>
                  <a:pt x="4803646" y="2998354"/>
                </a:lnTo>
                <a:lnTo>
                  <a:pt x="4800916" y="3007977"/>
                </a:lnTo>
                <a:lnTo>
                  <a:pt x="4797728" y="3017382"/>
                </a:lnTo>
                <a:lnTo>
                  <a:pt x="4794102" y="3026588"/>
                </a:lnTo>
                <a:lnTo>
                  <a:pt x="4790036" y="3035554"/>
                </a:lnTo>
                <a:lnTo>
                  <a:pt x="4785573" y="3044301"/>
                </a:lnTo>
                <a:lnTo>
                  <a:pt x="4780692" y="3052770"/>
                </a:lnTo>
                <a:lnTo>
                  <a:pt x="4775432" y="3060979"/>
                </a:lnTo>
                <a:lnTo>
                  <a:pt x="4769792" y="3068930"/>
                </a:lnTo>
                <a:lnTo>
                  <a:pt x="4763775" y="3076561"/>
                </a:lnTo>
                <a:lnTo>
                  <a:pt x="4757419" y="3083914"/>
                </a:lnTo>
                <a:lnTo>
                  <a:pt x="4750724" y="3090927"/>
                </a:lnTo>
                <a:lnTo>
                  <a:pt x="4743690" y="3097642"/>
                </a:lnTo>
                <a:lnTo>
                  <a:pt x="4736357" y="3103999"/>
                </a:lnTo>
                <a:lnTo>
                  <a:pt x="4728706" y="3109996"/>
                </a:lnTo>
                <a:lnTo>
                  <a:pt x="4720776" y="3115635"/>
                </a:lnTo>
                <a:lnTo>
                  <a:pt x="4712566" y="3120915"/>
                </a:lnTo>
                <a:lnTo>
                  <a:pt x="4704078" y="3125777"/>
                </a:lnTo>
                <a:lnTo>
                  <a:pt x="4695351" y="3130261"/>
                </a:lnTo>
                <a:lnTo>
                  <a:pt x="4686384" y="3134305"/>
                </a:lnTo>
                <a:lnTo>
                  <a:pt x="4677179" y="3137951"/>
                </a:lnTo>
                <a:lnTo>
                  <a:pt x="4667774" y="3141120"/>
                </a:lnTo>
                <a:lnTo>
                  <a:pt x="4658150" y="3143849"/>
                </a:lnTo>
                <a:lnTo>
                  <a:pt x="4648346" y="3146121"/>
                </a:lnTo>
                <a:lnTo>
                  <a:pt x="4638384" y="3147894"/>
                </a:lnTo>
                <a:lnTo>
                  <a:pt x="4628241" y="3149190"/>
                </a:lnTo>
                <a:lnTo>
                  <a:pt x="4617980" y="3149967"/>
                </a:lnTo>
                <a:lnTo>
                  <a:pt x="4607818" y="3150226"/>
                </a:lnTo>
                <a:lnTo>
                  <a:pt x="202184" y="3150226"/>
                </a:lnTo>
                <a:lnTo>
                  <a:pt x="192042" y="3149967"/>
                </a:lnTo>
                <a:lnTo>
                  <a:pt x="181761" y="3149190"/>
                </a:lnTo>
                <a:lnTo>
                  <a:pt x="171638" y="3147894"/>
                </a:lnTo>
                <a:lnTo>
                  <a:pt x="161656" y="3146121"/>
                </a:lnTo>
                <a:lnTo>
                  <a:pt x="151852" y="3143849"/>
                </a:lnTo>
                <a:lnTo>
                  <a:pt x="142249" y="3141120"/>
                </a:lnTo>
                <a:lnTo>
                  <a:pt x="132823" y="3137951"/>
                </a:lnTo>
                <a:lnTo>
                  <a:pt x="123618" y="3134305"/>
                </a:lnTo>
                <a:lnTo>
                  <a:pt x="114651" y="3130261"/>
                </a:lnTo>
                <a:lnTo>
                  <a:pt x="105924" y="3125777"/>
                </a:lnTo>
                <a:lnTo>
                  <a:pt x="97436" y="3120915"/>
                </a:lnTo>
                <a:lnTo>
                  <a:pt x="89226" y="3115635"/>
                </a:lnTo>
                <a:lnTo>
                  <a:pt x="81296" y="3109996"/>
                </a:lnTo>
                <a:lnTo>
                  <a:pt x="73645" y="3103999"/>
                </a:lnTo>
                <a:lnTo>
                  <a:pt x="66312" y="3097642"/>
                </a:lnTo>
                <a:lnTo>
                  <a:pt x="59279" y="3090927"/>
                </a:lnTo>
                <a:lnTo>
                  <a:pt x="52584" y="3083914"/>
                </a:lnTo>
                <a:lnTo>
                  <a:pt x="46227" y="3076561"/>
                </a:lnTo>
                <a:lnTo>
                  <a:pt x="40210" y="3068930"/>
                </a:lnTo>
                <a:lnTo>
                  <a:pt x="34571" y="3060979"/>
                </a:lnTo>
                <a:lnTo>
                  <a:pt x="29311" y="3052770"/>
                </a:lnTo>
                <a:lnTo>
                  <a:pt x="24429" y="3044301"/>
                </a:lnTo>
                <a:lnTo>
                  <a:pt x="19965" y="3035554"/>
                </a:lnTo>
                <a:lnTo>
                  <a:pt x="15901" y="3026588"/>
                </a:lnTo>
                <a:lnTo>
                  <a:pt x="12274" y="3017382"/>
                </a:lnTo>
                <a:lnTo>
                  <a:pt x="9086" y="3007977"/>
                </a:lnTo>
                <a:lnTo>
                  <a:pt x="6356" y="2998354"/>
                </a:lnTo>
                <a:lnTo>
                  <a:pt x="4105" y="2988570"/>
                </a:lnTo>
                <a:lnTo>
                  <a:pt x="2311" y="2978587"/>
                </a:lnTo>
                <a:lnTo>
                  <a:pt x="1036" y="2968465"/>
                </a:lnTo>
                <a:lnTo>
                  <a:pt x="239" y="2958183"/>
                </a:lnTo>
                <a:lnTo>
                  <a:pt x="0" y="2948041"/>
                </a:lnTo>
                <a:lnTo>
                  <a:pt x="0" y="202184"/>
                </a:lnTo>
                <a:lnTo>
                  <a:pt x="239" y="192042"/>
                </a:lnTo>
                <a:moveTo>
                  <a:pt x="39831" y="202941"/>
                </a:moveTo>
                <a:lnTo>
                  <a:pt x="39851" y="202443"/>
                </a:lnTo>
                <a:lnTo>
                  <a:pt x="39851" y="2947782"/>
                </a:lnTo>
                <a:lnTo>
                  <a:pt x="39831" y="2947284"/>
                </a:lnTo>
                <a:lnTo>
                  <a:pt x="40070" y="2956669"/>
                </a:lnTo>
                <a:lnTo>
                  <a:pt x="40030" y="2955673"/>
                </a:lnTo>
                <a:lnTo>
                  <a:pt x="40728" y="2964938"/>
                </a:lnTo>
                <a:lnTo>
                  <a:pt x="40628" y="2963942"/>
                </a:lnTo>
                <a:lnTo>
                  <a:pt x="41784" y="2973068"/>
                </a:lnTo>
                <a:lnTo>
                  <a:pt x="41644" y="2972071"/>
                </a:lnTo>
                <a:lnTo>
                  <a:pt x="43238" y="2981058"/>
                </a:lnTo>
                <a:lnTo>
                  <a:pt x="43039" y="2980081"/>
                </a:lnTo>
                <a:lnTo>
                  <a:pt x="45072" y="2988908"/>
                </a:lnTo>
                <a:lnTo>
                  <a:pt x="44832" y="2987952"/>
                </a:lnTo>
                <a:lnTo>
                  <a:pt x="47283" y="2996620"/>
                </a:lnTo>
                <a:lnTo>
                  <a:pt x="47005" y="2995663"/>
                </a:lnTo>
                <a:lnTo>
                  <a:pt x="49874" y="3004152"/>
                </a:lnTo>
                <a:lnTo>
                  <a:pt x="49535" y="3003235"/>
                </a:lnTo>
                <a:lnTo>
                  <a:pt x="52803" y="3011524"/>
                </a:lnTo>
                <a:lnTo>
                  <a:pt x="52424" y="3010627"/>
                </a:lnTo>
                <a:lnTo>
                  <a:pt x="56070" y="3018697"/>
                </a:lnTo>
                <a:lnTo>
                  <a:pt x="55652" y="3017821"/>
                </a:lnTo>
                <a:lnTo>
                  <a:pt x="59677" y="3025691"/>
                </a:lnTo>
                <a:lnTo>
                  <a:pt x="59219" y="3024854"/>
                </a:lnTo>
                <a:lnTo>
                  <a:pt x="63622" y="3032486"/>
                </a:lnTo>
                <a:lnTo>
                  <a:pt x="63124" y="3031669"/>
                </a:lnTo>
                <a:lnTo>
                  <a:pt x="67866" y="3039081"/>
                </a:lnTo>
                <a:lnTo>
                  <a:pt x="67328" y="3038284"/>
                </a:lnTo>
                <a:lnTo>
                  <a:pt x="72409" y="3045438"/>
                </a:lnTo>
                <a:lnTo>
                  <a:pt x="71851" y="3044680"/>
                </a:lnTo>
                <a:lnTo>
                  <a:pt x="77271" y="3051575"/>
                </a:lnTo>
                <a:lnTo>
                  <a:pt x="76653" y="3050837"/>
                </a:lnTo>
                <a:lnTo>
                  <a:pt x="82392" y="3057452"/>
                </a:lnTo>
                <a:lnTo>
                  <a:pt x="81754" y="3056755"/>
                </a:lnTo>
                <a:lnTo>
                  <a:pt x="87792" y="3063091"/>
                </a:lnTo>
                <a:lnTo>
                  <a:pt x="87114" y="3062414"/>
                </a:lnTo>
                <a:lnTo>
                  <a:pt x="93470" y="3068471"/>
                </a:lnTo>
                <a:lnTo>
                  <a:pt x="92753" y="3067833"/>
                </a:lnTo>
                <a:lnTo>
                  <a:pt x="99389" y="3073552"/>
                </a:lnTo>
                <a:lnTo>
                  <a:pt x="98651" y="3072954"/>
                </a:lnTo>
                <a:lnTo>
                  <a:pt x="105545" y="3078374"/>
                </a:lnTo>
                <a:lnTo>
                  <a:pt x="104768" y="3077796"/>
                </a:lnTo>
                <a:lnTo>
                  <a:pt x="111941" y="3082897"/>
                </a:lnTo>
                <a:lnTo>
                  <a:pt x="111145" y="3082359"/>
                </a:lnTo>
                <a:lnTo>
                  <a:pt x="118537" y="3087102"/>
                </a:lnTo>
                <a:lnTo>
                  <a:pt x="117720" y="3086603"/>
                </a:lnTo>
                <a:lnTo>
                  <a:pt x="125371" y="3091007"/>
                </a:lnTo>
                <a:lnTo>
                  <a:pt x="124515" y="3090529"/>
                </a:lnTo>
                <a:lnTo>
                  <a:pt x="132385" y="3094574"/>
                </a:lnTo>
                <a:lnTo>
                  <a:pt x="131509" y="3094155"/>
                </a:lnTo>
                <a:lnTo>
                  <a:pt x="139598" y="3097801"/>
                </a:lnTo>
                <a:lnTo>
                  <a:pt x="138701" y="3097423"/>
                </a:lnTo>
                <a:lnTo>
                  <a:pt x="146991" y="3100691"/>
                </a:lnTo>
                <a:lnTo>
                  <a:pt x="146074" y="3100352"/>
                </a:lnTo>
                <a:lnTo>
                  <a:pt x="154542" y="3103221"/>
                </a:lnTo>
                <a:lnTo>
                  <a:pt x="153606" y="3102922"/>
                </a:lnTo>
                <a:lnTo>
                  <a:pt x="162254" y="3105393"/>
                </a:lnTo>
                <a:lnTo>
                  <a:pt x="161297" y="3105134"/>
                </a:lnTo>
                <a:lnTo>
                  <a:pt x="170124" y="3107166"/>
                </a:lnTo>
                <a:lnTo>
                  <a:pt x="169148" y="3106967"/>
                </a:lnTo>
                <a:lnTo>
                  <a:pt x="178134" y="3108581"/>
                </a:lnTo>
                <a:lnTo>
                  <a:pt x="177158" y="3108422"/>
                </a:lnTo>
                <a:lnTo>
                  <a:pt x="186284" y="3109597"/>
                </a:lnTo>
                <a:lnTo>
                  <a:pt x="185287" y="3109498"/>
                </a:lnTo>
                <a:lnTo>
                  <a:pt x="194553" y="3110195"/>
                </a:lnTo>
                <a:lnTo>
                  <a:pt x="193536" y="3110136"/>
                </a:lnTo>
                <a:lnTo>
                  <a:pt x="202941" y="3110375"/>
                </a:lnTo>
                <a:lnTo>
                  <a:pt x="202443" y="3110375"/>
                </a:lnTo>
                <a:lnTo>
                  <a:pt x="4607579" y="3110375"/>
                </a:lnTo>
                <a:lnTo>
                  <a:pt x="4607061" y="3110375"/>
                </a:lnTo>
                <a:lnTo>
                  <a:pt x="4616465" y="3110136"/>
                </a:lnTo>
                <a:lnTo>
                  <a:pt x="4615449" y="3110195"/>
                </a:lnTo>
                <a:lnTo>
                  <a:pt x="4624714" y="3109498"/>
                </a:lnTo>
                <a:lnTo>
                  <a:pt x="4623718" y="3109597"/>
                </a:lnTo>
                <a:lnTo>
                  <a:pt x="4632864" y="3108422"/>
                </a:lnTo>
                <a:lnTo>
                  <a:pt x="4631868" y="3108581"/>
                </a:lnTo>
                <a:lnTo>
                  <a:pt x="4640854" y="3106967"/>
                </a:lnTo>
                <a:lnTo>
                  <a:pt x="4639878" y="3107166"/>
                </a:lnTo>
                <a:lnTo>
                  <a:pt x="4648705" y="3105134"/>
                </a:lnTo>
                <a:lnTo>
                  <a:pt x="4647749" y="3105393"/>
                </a:lnTo>
                <a:lnTo>
                  <a:pt x="4656396" y="3102922"/>
                </a:lnTo>
                <a:lnTo>
                  <a:pt x="4655460" y="3103221"/>
                </a:lnTo>
                <a:lnTo>
                  <a:pt x="4663948" y="3100352"/>
                </a:lnTo>
                <a:lnTo>
                  <a:pt x="4663011" y="3100691"/>
                </a:lnTo>
                <a:lnTo>
                  <a:pt x="4671301" y="3097423"/>
                </a:lnTo>
                <a:lnTo>
                  <a:pt x="4670404" y="3097801"/>
                </a:lnTo>
                <a:lnTo>
                  <a:pt x="4678493" y="3094155"/>
                </a:lnTo>
                <a:lnTo>
                  <a:pt x="4677617" y="3094574"/>
                </a:lnTo>
                <a:lnTo>
                  <a:pt x="4685488" y="3090529"/>
                </a:lnTo>
                <a:lnTo>
                  <a:pt x="4684631" y="3091007"/>
                </a:lnTo>
                <a:lnTo>
                  <a:pt x="4692282" y="3086603"/>
                </a:lnTo>
                <a:lnTo>
                  <a:pt x="4691465" y="3087102"/>
                </a:lnTo>
                <a:lnTo>
                  <a:pt x="4698858" y="3082359"/>
                </a:lnTo>
                <a:lnTo>
                  <a:pt x="4698060" y="3082897"/>
                </a:lnTo>
                <a:lnTo>
                  <a:pt x="4705234" y="3077796"/>
                </a:lnTo>
                <a:lnTo>
                  <a:pt x="4704457" y="3078374"/>
                </a:lnTo>
                <a:lnTo>
                  <a:pt x="4711351" y="3072954"/>
                </a:lnTo>
                <a:lnTo>
                  <a:pt x="4710614" y="3073552"/>
                </a:lnTo>
                <a:lnTo>
                  <a:pt x="4717249" y="3067833"/>
                </a:lnTo>
                <a:lnTo>
                  <a:pt x="4716551" y="3068471"/>
                </a:lnTo>
                <a:lnTo>
                  <a:pt x="4722888" y="3062414"/>
                </a:lnTo>
                <a:lnTo>
                  <a:pt x="4722210" y="3063091"/>
                </a:lnTo>
                <a:lnTo>
                  <a:pt x="4728248" y="3056755"/>
                </a:lnTo>
                <a:lnTo>
                  <a:pt x="4727610" y="3057452"/>
                </a:lnTo>
                <a:lnTo>
                  <a:pt x="4733348" y="3050837"/>
                </a:lnTo>
                <a:lnTo>
                  <a:pt x="4732750" y="3051575"/>
                </a:lnTo>
                <a:lnTo>
                  <a:pt x="4738170" y="3044680"/>
                </a:lnTo>
                <a:lnTo>
                  <a:pt x="4737593" y="3045438"/>
                </a:lnTo>
                <a:lnTo>
                  <a:pt x="4742674" y="3038284"/>
                </a:lnTo>
                <a:lnTo>
                  <a:pt x="4742135" y="3039081"/>
                </a:lnTo>
                <a:lnTo>
                  <a:pt x="4746898" y="3031669"/>
                </a:lnTo>
                <a:lnTo>
                  <a:pt x="4746400" y="3032486"/>
                </a:lnTo>
                <a:lnTo>
                  <a:pt x="4750783" y="3024854"/>
                </a:lnTo>
                <a:lnTo>
                  <a:pt x="4750325" y="3025691"/>
                </a:lnTo>
                <a:lnTo>
                  <a:pt x="4754350" y="3017821"/>
                </a:lnTo>
                <a:lnTo>
                  <a:pt x="4753932" y="3018697"/>
                </a:lnTo>
                <a:lnTo>
                  <a:pt x="4757598" y="3010627"/>
                </a:lnTo>
                <a:lnTo>
                  <a:pt x="4757199" y="3011524"/>
                </a:lnTo>
                <a:lnTo>
                  <a:pt x="4760467" y="3003235"/>
                </a:lnTo>
                <a:lnTo>
                  <a:pt x="4760129" y="3004152"/>
                </a:lnTo>
                <a:lnTo>
                  <a:pt x="4763018" y="2995663"/>
                </a:lnTo>
                <a:lnTo>
                  <a:pt x="4762719" y="2996620"/>
                </a:lnTo>
                <a:lnTo>
                  <a:pt x="4765170" y="2987952"/>
                </a:lnTo>
                <a:lnTo>
                  <a:pt x="4764930" y="2988908"/>
                </a:lnTo>
                <a:lnTo>
                  <a:pt x="4766963" y="2980081"/>
                </a:lnTo>
                <a:lnTo>
                  <a:pt x="4766763" y="2981058"/>
                </a:lnTo>
                <a:lnTo>
                  <a:pt x="4768378" y="2972071"/>
                </a:lnTo>
                <a:lnTo>
                  <a:pt x="4768218" y="2973068"/>
                </a:lnTo>
                <a:lnTo>
                  <a:pt x="4769374" y="2963942"/>
                </a:lnTo>
                <a:lnTo>
                  <a:pt x="4769274" y="2964938"/>
                </a:lnTo>
                <a:lnTo>
                  <a:pt x="4769992" y="2955673"/>
                </a:lnTo>
                <a:lnTo>
                  <a:pt x="4769932" y="2956669"/>
                </a:lnTo>
                <a:lnTo>
                  <a:pt x="4770171" y="2947284"/>
                </a:lnTo>
                <a:lnTo>
                  <a:pt x="4770171" y="2947782"/>
                </a:lnTo>
                <a:lnTo>
                  <a:pt x="4770171" y="202443"/>
                </a:lnTo>
                <a:lnTo>
                  <a:pt x="4770171" y="202941"/>
                </a:lnTo>
                <a:lnTo>
                  <a:pt x="4769932" y="193556"/>
                </a:lnTo>
                <a:lnTo>
                  <a:pt x="4769992" y="194553"/>
                </a:lnTo>
                <a:lnTo>
                  <a:pt x="4769274" y="185287"/>
                </a:lnTo>
                <a:lnTo>
                  <a:pt x="4769374" y="186284"/>
                </a:lnTo>
                <a:lnTo>
                  <a:pt x="4768218" y="177158"/>
                </a:lnTo>
                <a:lnTo>
                  <a:pt x="4768378" y="178154"/>
                </a:lnTo>
                <a:lnTo>
                  <a:pt x="4766763" y="169167"/>
                </a:lnTo>
                <a:lnTo>
                  <a:pt x="4766963" y="170144"/>
                </a:lnTo>
                <a:lnTo>
                  <a:pt x="4764930" y="161317"/>
                </a:lnTo>
                <a:lnTo>
                  <a:pt x="4765170" y="162273"/>
                </a:lnTo>
                <a:lnTo>
                  <a:pt x="4762719" y="153606"/>
                </a:lnTo>
                <a:lnTo>
                  <a:pt x="4763018" y="154562"/>
                </a:lnTo>
                <a:lnTo>
                  <a:pt x="4760129" y="146074"/>
                </a:lnTo>
                <a:lnTo>
                  <a:pt x="4760467" y="146990"/>
                </a:lnTo>
                <a:lnTo>
                  <a:pt x="4757199" y="138701"/>
                </a:lnTo>
                <a:lnTo>
                  <a:pt x="4757598" y="139598"/>
                </a:lnTo>
                <a:lnTo>
                  <a:pt x="4753932" y="131528"/>
                </a:lnTo>
                <a:lnTo>
                  <a:pt x="4754350" y="132405"/>
                </a:lnTo>
                <a:lnTo>
                  <a:pt x="4750325" y="124534"/>
                </a:lnTo>
                <a:lnTo>
                  <a:pt x="4750783" y="125371"/>
                </a:lnTo>
                <a:lnTo>
                  <a:pt x="4746400" y="117740"/>
                </a:lnTo>
                <a:lnTo>
                  <a:pt x="4746898" y="118557"/>
                </a:lnTo>
                <a:lnTo>
                  <a:pt x="4742135" y="111145"/>
                </a:lnTo>
                <a:lnTo>
                  <a:pt x="4742674" y="111941"/>
                </a:lnTo>
                <a:lnTo>
                  <a:pt x="4737593" y="104788"/>
                </a:lnTo>
                <a:lnTo>
                  <a:pt x="4738170" y="105545"/>
                </a:lnTo>
                <a:lnTo>
                  <a:pt x="4732750" y="98651"/>
                </a:lnTo>
                <a:lnTo>
                  <a:pt x="4733348" y="99389"/>
                </a:lnTo>
                <a:lnTo>
                  <a:pt x="4727610" y="92773"/>
                </a:lnTo>
                <a:lnTo>
                  <a:pt x="4728248" y="93470"/>
                </a:lnTo>
                <a:lnTo>
                  <a:pt x="4722210" y="87134"/>
                </a:lnTo>
                <a:lnTo>
                  <a:pt x="4722888" y="87812"/>
                </a:lnTo>
                <a:lnTo>
                  <a:pt x="4716551" y="81754"/>
                </a:lnTo>
                <a:lnTo>
                  <a:pt x="4717249" y="82392"/>
                </a:lnTo>
                <a:lnTo>
                  <a:pt x="4710614" y="76673"/>
                </a:lnTo>
                <a:lnTo>
                  <a:pt x="4711351" y="77271"/>
                </a:lnTo>
                <a:lnTo>
                  <a:pt x="4704457" y="71851"/>
                </a:lnTo>
                <a:lnTo>
                  <a:pt x="4705234" y="72429"/>
                </a:lnTo>
                <a:lnTo>
                  <a:pt x="4698060" y="67328"/>
                </a:lnTo>
                <a:lnTo>
                  <a:pt x="4698858" y="67866"/>
                </a:lnTo>
                <a:lnTo>
                  <a:pt x="4691465" y="63124"/>
                </a:lnTo>
                <a:lnTo>
                  <a:pt x="4692282" y="63622"/>
                </a:lnTo>
                <a:lnTo>
                  <a:pt x="4684631" y="59219"/>
                </a:lnTo>
                <a:lnTo>
                  <a:pt x="4685488" y="59697"/>
                </a:lnTo>
                <a:lnTo>
                  <a:pt x="4677617" y="55652"/>
                </a:lnTo>
                <a:lnTo>
                  <a:pt x="4678493" y="56070"/>
                </a:lnTo>
                <a:lnTo>
                  <a:pt x="4670404" y="52424"/>
                </a:lnTo>
                <a:lnTo>
                  <a:pt x="4671301" y="52803"/>
                </a:lnTo>
                <a:lnTo>
                  <a:pt x="4663011" y="49535"/>
                </a:lnTo>
                <a:lnTo>
                  <a:pt x="4663948" y="49873"/>
                </a:lnTo>
                <a:lnTo>
                  <a:pt x="4655460" y="47004"/>
                </a:lnTo>
                <a:lnTo>
                  <a:pt x="4656396" y="47303"/>
                </a:lnTo>
                <a:lnTo>
                  <a:pt x="4647749" y="44832"/>
                </a:lnTo>
                <a:lnTo>
                  <a:pt x="4648705" y="45091"/>
                </a:lnTo>
                <a:lnTo>
                  <a:pt x="4639878" y="43039"/>
                </a:lnTo>
                <a:lnTo>
                  <a:pt x="4640854" y="43258"/>
                </a:lnTo>
                <a:lnTo>
                  <a:pt x="4631868" y="41644"/>
                </a:lnTo>
                <a:lnTo>
                  <a:pt x="4632864" y="41804"/>
                </a:lnTo>
                <a:lnTo>
                  <a:pt x="4623718" y="40628"/>
                </a:lnTo>
                <a:lnTo>
                  <a:pt x="4624714" y="40728"/>
                </a:lnTo>
                <a:lnTo>
                  <a:pt x="4615449" y="40030"/>
                </a:lnTo>
                <a:lnTo>
                  <a:pt x="4616465" y="40090"/>
                </a:lnTo>
                <a:lnTo>
                  <a:pt x="4607061" y="39851"/>
                </a:lnTo>
                <a:lnTo>
                  <a:pt x="4607579" y="39851"/>
                </a:lnTo>
                <a:lnTo>
                  <a:pt x="202443" y="39851"/>
                </a:lnTo>
                <a:lnTo>
                  <a:pt x="202941" y="39851"/>
                </a:lnTo>
                <a:lnTo>
                  <a:pt x="193536" y="40090"/>
                </a:lnTo>
                <a:lnTo>
                  <a:pt x="194553" y="40030"/>
                </a:lnTo>
                <a:lnTo>
                  <a:pt x="185287" y="40728"/>
                </a:lnTo>
                <a:lnTo>
                  <a:pt x="186284" y="40628"/>
                </a:lnTo>
                <a:lnTo>
                  <a:pt x="177158" y="41804"/>
                </a:lnTo>
                <a:lnTo>
                  <a:pt x="178134" y="41644"/>
                </a:lnTo>
                <a:lnTo>
                  <a:pt x="169148" y="43258"/>
                </a:lnTo>
                <a:lnTo>
                  <a:pt x="170124" y="43039"/>
                </a:lnTo>
                <a:lnTo>
                  <a:pt x="161297" y="45091"/>
                </a:lnTo>
                <a:lnTo>
                  <a:pt x="162254" y="44832"/>
                </a:lnTo>
                <a:lnTo>
                  <a:pt x="153606" y="47303"/>
                </a:lnTo>
                <a:lnTo>
                  <a:pt x="154542" y="47004"/>
                </a:lnTo>
                <a:lnTo>
                  <a:pt x="146074" y="49873"/>
                </a:lnTo>
                <a:lnTo>
                  <a:pt x="146991" y="49535"/>
                </a:lnTo>
                <a:lnTo>
                  <a:pt x="138701" y="52803"/>
                </a:lnTo>
                <a:lnTo>
                  <a:pt x="139598" y="52424"/>
                </a:lnTo>
                <a:lnTo>
                  <a:pt x="131509" y="56070"/>
                </a:lnTo>
                <a:lnTo>
                  <a:pt x="132385" y="55652"/>
                </a:lnTo>
                <a:lnTo>
                  <a:pt x="124515" y="59697"/>
                </a:lnTo>
                <a:lnTo>
                  <a:pt x="125371" y="59219"/>
                </a:lnTo>
                <a:lnTo>
                  <a:pt x="117720" y="63622"/>
                </a:lnTo>
                <a:lnTo>
                  <a:pt x="118537" y="63124"/>
                </a:lnTo>
                <a:lnTo>
                  <a:pt x="111145" y="67866"/>
                </a:lnTo>
                <a:lnTo>
                  <a:pt x="111941" y="67328"/>
                </a:lnTo>
                <a:lnTo>
                  <a:pt x="104768" y="72429"/>
                </a:lnTo>
                <a:lnTo>
                  <a:pt x="105545" y="71851"/>
                </a:lnTo>
                <a:lnTo>
                  <a:pt x="98651" y="77271"/>
                </a:lnTo>
                <a:lnTo>
                  <a:pt x="99389" y="76673"/>
                </a:lnTo>
                <a:lnTo>
                  <a:pt x="92753" y="82392"/>
                </a:lnTo>
                <a:lnTo>
                  <a:pt x="93470" y="81754"/>
                </a:lnTo>
                <a:lnTo>
                  <a:pt x="87114" y="87812"/>
                </a:lnTo>
                <a:lnTo>
                  <a:pt x="87792" y="87134"/>
                </a:lnTo>
                <a:lnTo>
                  <a:pt x="81754" y="93470"/>
                </a:lnTo>
                <a:lnTo>
                  <a:pt x="82392" y="92773"/>
                </a:lnTo>
                <a:lnTo>
                  <a:pt x="76653" y="99389"/>
                </a:lnTo>
                <a:lnTo>
                  <a:pt x="77271" y="98651"/>
                </a:lnTo>
                <a:lnTo>
                  <a:pt x="71851" y="105545"/>
                </a:lnTo>
                <a:lnTo>
                  <a:pt x="72409" y="104788"/>
                </a:lnTo>
                <a:lnTo>
                  <a:pt x="67328" y="111941"/>
                </a:lnTo>
                <a:lnTo>
                  <a:pt x="67866" y="111145"/>
                </a:lnTo>
                <a:lnTo>
                  <a:pt x="63124" y="118557"/>
                </a:lnTo>
                <a:lnTo>
                  <a:pt x="63622" y="117740"/>
                </a:lnTo>
                <a:lnTo>
                  <a:pt x="59219" y="125371"/>
                </a:lnTo>
                <a:lnTo>
                  <a:pt x="59677" y="124534"/>
                </a:lnTo>
                <a:lnTo>
                  <a:pt x="55652" y="132405"/>
                </a:lnTo>
                <a:lnTo>
                  <a:pt x="56070" y="131528"/>
                </a:lnTo>
                <a:lnTo>
                  <a:pt x="52424" y="139598"/>
                </a:lnTo>
                <a:lnTo>
                  <a:pt x="52803" y="138701"/>
                </a:lnTo>
                <a:lnTo>
                  <a:pt x="49535" y="146990"/>
                </a:lnTo>
                <a:lnTo>
                  <a:pt x="49874" y="146074"/>
                </a:lnTo>
                <a:lnTo>
                  <a:pt x="47005" y="154562"/>
                </a:lnTo>
                <a:lnTo>
                  <a:pt x="47283" y="153606"/>
                </a:lnTo>
                <a:lnTo>
                  <a:pt x="44832" y="162273"/>
                </a:lnTo>
                <a:lnTo>
                  <a:pt x="45072" y="161317"/>
                </a:lnTo>
                <a:lnTo>
                  <a:pt x="43039" y="170144"/>
                </a:lnTo>
                <a:lnTo>
                  <a:pt x="43238" y="169167"/>
                </a:lnTo>
                <a:lnTo>
                  <a:pt x="41644" y="178154"/>
                </a:lnTo>
                <a:lnTo>
                  <a:pt x="41784" y="177158"/>
                </a:lnTo>
                <a:lnTo>
                  <a:pt x="40628" y="186284"/>
                </a:lnTo>
                <a:lnTo>
                  <a:pt x="40728" y="185287"/>
                </a:lnTo>
                <a:lnTo>
                  <a:pt x="40030" y="194553"/>
                </a:lnTo>
                <a:lnTo>
                  <a:pt x="40070" y="193556"/>
                </a:lnTo>
                <a:lnTo>
                  <a:pt x="39831" y="202941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2 Paris[a]">
            <a:extLst xmlns:a="http://schemas.openxmlformats.org/drawingml/2006/main">
              <a:ext uri="{FF2B5EF4-FFF2-40B4-BE49-F238E27FC236}">
                <a16:creationId xmlns:a16="http://schemas.microsoft.com/office/drawing/2014/main" id="{70711494-E517-4EE7-9A4E-D2B7A778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8024" y="2030689"/>
            <a:ext cx="1289377" cy="505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4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4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4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Paris[a]</a:t>
            </a:r>
          </a:p>
        </p:txBody>
      </p:sp>
      <p:sp>
        <p:nvSpPr>
          <p:cNvPr id="33" name="text-22 is">
            <a:extLst xmlns:a="http://schemas.openxmlformats.org/drawingml/2006/main">
              <a:ext uri="{FF2B5EF4-FFF2-40B4-BE49-F238E27FC236}">
                <a16:creationId xmlns:a16="http://schemas.microsoft.com/office/drawing/2014/main" id="{344D4BBE-A545-46C5-8596-9E50264D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2735" y="2044507"/>
            <a:ext cx="313364" cy="486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3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4" name="text-22 the">
            <a:extLst xmlns:a="http://schemas.openxmlformats.org/drawingml/2006/main">
              <a:ext uri="{FF2B5EF4-FFF2-40B4-BE49-F238E27FC236}">
                <a16:creationId xmlns:a16="http://schemas.microsoft.com/office/drawing/2014/main" id="{3CF9A5C8-8EFC-4414-BF68-8D07086B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4583" y="1997526"/>
            <a:ext cx="619194" cy="55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5" name="text-22 capital">
            <a:extLst xmlns:a="http://schemas.openxmlformats.org/drawingml/2006/main">
              <a:ext uri="{FF2B5EF4-FFF2-40B4-BE49-F238E27FC236}">
                <a16:creationId xmlns:a16="http://schemas.microsoft.com/office/drawing/2014/main" id="{6BD52608-2C19-43FA-95BF-DCD66DF6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3445" y="2018235"/>
            <a:ext cx="1147288" cy="523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4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4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4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capital</a:t>
            </a:r>
          </a:p>
        </p:txBody>
      </p:sp>
      <p:sp>
        <p:nvSpPr>
          <p:cNvPr id="36" name="text-22 and">
            <a:extLst xmlns:a="http://schemas.openxmlformats.org/drawingml/2006/main">
              <a:ext uri="{FF2B5EF4-FFF2-40B4-BE49-F238E27FC236}">
                <a16:creationId xmlns:a16="http://schemas.microsoft.com/office/drawing/2014/main" id="{C0618AA4-F02F-4621-8143-8F8DA63E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4692" y="2022263"/>
            <a:ext cx="683133" cy="51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1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1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7" name="text-23 most">
            <a:extLst xmlns:a="http://schemas.openxmlformats.org/drawingml/2006/main">
              <a:ext uri="{FF2B5EF4-FFF2-40B4-BE49-F238E27FC236}">
                <a16:creationId xmlns:a16="http://schemas.microsoft.com/office/drawing/2014/main" id="{001063F9-0ADE-4BA7-AEB0-45D8C410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8157" y="2496092"/>
            <a:ext cx="891727" cy="53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9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9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9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</a:t>
            </a:r>
          </a:p>
        </p:txBody>
      </p:sp>
      <p:sp>
        <p:nvSpPr>
          <p:cNvPr id="38" name="text-23 populous">
            <a:extLst xmlns:a="http://schemas.openxmlformats.org/drawingml/2006/main">
              <a:ext uri="{FF2B5EF4-FFF2-40B4-BE49-F238E27FC236}">
                <a16:creationId xmlns:a16="http://schemas.microsoft.com/office/drawing/2014/main" id="{983B920E-9D56-4946-9CDC-02E6251F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2738" y="2500570"/>
            <a:ext cx="1591668" cy="525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populous</a:t>
            </a:r>
          </a:p>
        </p:txBody>
      </p:sp>
      <p:sp>
        <p:nvSpPr>
          <p:cNvPr id="39" name="text-23 city">
            <a:extLst xmlns:a="http://schemas.openxmlformats.org/drawingml/2006/main">
              <a:ext uri="{FF2B5EF4-FFF2-40B4-BE49-F238E27FC236}">
                <a16:creationId xmlns:a16="http://schemas.microsoft.com/office/drawing/2014/main" id="{4DC6CF46-3913-4A5F-B0B6-DD6AF145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827" y="2488287"/>
            <a:ext cx="651443" cy="54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5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5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5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</a:t>
            </a:r>
          </a:p>
        </p:txBody>
      </p:sp>
      <p:sp>
        <p:nvSpPr>
          <p:cNvPr id="40" name="text-23 of">
            <a:extLst xmlns:a="http://schemas.openxmlformats.org/drawingml/2006/main">
              <a:ext uri="{FF2B5EF4-FFF2-40B4-BE49-F238E27FC236}">
                <a16:creationId xmlns:a16="http://schemas.microsoft.com/office/drawing/2014/main" id="{7157405F-A751-47CF-9E5D-F0E75EAF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0312" y="2473083"/>
            <a:ext cx="408626" cy="564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7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7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7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41" name="text-23 France.">
            <a:extLst xmlns:a="http://schemas.openxmlformats.org/drawingml/2006/main">
              <a:ext uri="{FF2B5EF4-FFF2-40B4-BE49-F238E27FC236}">
                <a16:creationId xmlns:a16="http://schemas.microsoft.com/office/drawing/2014/main" id="{7EFAFF21-D18E-4E38-81ED-707F8B9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7341" y="2523645"/>
            <a:ext cx="1258084" cy="49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France.</a:t>
            </a:r>
          </a:p>
        </p:txBody>
      </p:sp>
      <p:sp>
        <p:nvSpPr>
          <p:cNvPr id="42" name="text-24 With">
            <a:extLst xmlns:a="http://schemas.openxmlformats.org/drawingml/2006/main">
              <a:ext uri="{FF2B5EF4-FFF2-40B4-BE49-F238E27FC236}">
                <a16:creationId xmlns:a16="http://schemas.microsoft.com/office/drawing/2014/main" id="{E3C4ACB4-19E7-468B-ADF8-4B4CB1B5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0012" y="2960591"/>
            <a:ext cx="871235" cy="55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4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4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4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43" name="path-25">
            <a:extLst xmlns:a="http://schemas.openxmlformats.org/drawingml/2006/main">
              <a:ext uri="{FF2B5EF4-FFF2-40B4-BE49-F238E27FC236}">
                <a16:creationId xmlns:a16="http://schemas.microsoft.com/office/drawing/2014/main" id="{6F45E4F0-F4E7-40E0-B048-4089B5B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718" y="825359"/>
            <a:ext cx="3806273" cy="376592"/>
          </a:xfrm>
          <a:custGeom xmlns:a="http://schemas.openxmlformats.org/drawingml/2006/main">
            <a:pathLst>
              <a:path w="3383354" h="334748">
                <a:moveTo>
                  <a:pt x="0" y="0"/>
                </a:moveTo>
                <a:lnTo>
                  <a:pt x="0" y="334748"/>
                </a:lnTo>
                <a:lnTo>
                  <a:pt x="3383354" y="334748"/>
                </a:lnTo>
                <a:lnTo>
                  <a:pt x="33833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26">
            <a:extLst xmlns:a="http://schemas.openxmlformats.org/drawingml/2006/main">
              <a:ext uri="{FF2B5EF4-FFF2-40B4-BE49-F238E27FC236}">
                <a16:creationId xmlns:a16="http://schemas.microsoft.com/office/drawing/2014/main" id="{00057F23-6CB7-4DA0-95F0-B2A72B29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949" y="815272"/>
            <a:ext cx="3829811" cy="399009"/>
          </a:xfrm>
          <a:custGeom xmlns:a="http://schemas.openxmlformats.org/drawingml/2006/main">
            <a:pathLst>
              <a:path w="3404276" h="354674">
                <a:moveTo>
                  <a:pt x="3404276" y="0"/>
                </a:moveTo>
                <a:lnTo>
                  <a:pt x="3404276" y="354674"/>
                </a:lnTo>
                <a:lnTo>
                  <a:pt x="0" y="354674"/>
                </a:lnTo>
                <a:lnTo>
                  <a:pt x="0" y="0"/>
                </a:lnTo>
                <a:lnTo>
                  <a:pt x="3404276" y="0"/>
                </a:lnTo>
                <a:moveTo>
                  <a:pt x="9963" y="19925"/>
                </a:moveTo>
                <a:lnTo>
                  <a:pt x="19926" y="9963"/>
                </a:lnTo>
                <a:lnTo>
                  <a:pt x="19926" y="344712"/>
                </a:lnTo>
                <a:lnTo>
                  <a:pt x="9963" y="334749"/>
                </a:lnTo>
                <a:lnTo>
                  <a:pt x="3394314" y="334749"/>
                </a:lnTo>
                <a:lnTo>
                  <a:pt x="3384351" y="344712"/>
                </a:lnTo>
                <a:lnTo>
                  <a:pt x="3384351" y="9963"/>
                </a:lnTo>
                <a:lnTo>
                  <a:pt x="3394314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27 WIT">
            <a:extLst xmlns:a="http://schemas.openxmlformats.org/drawingml/2006/main">
              <a:ext uri="{FF2B5EF4-FFF2-40B4-BE49-F238E27FC236}">
                <a16:creationId xmlns:a16="http://schemas.microsoft.com/office/drawing/2014/main" id="{33AF7065-375D-46A6-A1B2-2AD4346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5268" y="784689"/>
            <a:ext cx="768253" cy="439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4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4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474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WIT</a:t>
            </a:r>
          </a:p>
        </p:txBody>
      </p:sp>
      <p:sp>
        <p:nvSpPr>
          <p:cNvPr id="46" name="text-27 Item">
            <a:extLst xmlns:a="http://schemas.openxmlformats.org/drawingml/2006/main">
              <a:ext uri="{FF2B5EF4-FFF2-40B4-BE49-F238E27FC236}">
                <a16:creationId xmlns:a16="http://schemas.microsoft.com/office/drawing/2014/main" id="{99101FB1-7A7B-4022-99AC-53003753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010" y="784757"/>
            <a:ext cx="792118" cy="439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3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3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473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</a:t>
            </a:r>
          </a:p>
        </p:txBody>
      </p:sp>
      <p:sp>
        <p:nvSpPr>
          <p:cNvPr id="47" name="text-27 Collection">
            <a:extLst xmlns:a="http://schemas.openxmlformats.org/drawingml/2006/main">
              <a:ext uri="{FF2B5EF4-FFF2-40B4-BE49-F238E27FC236}">
                <a16:creationId xmlns:a16="http://schemas.microsoft.com/office/drawing/2014/main" id="{3C41350C-D4D4-44E6-BA03-E8100BB8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410" y="784919"/>
            <a:ext cx="1481153" cy="43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2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2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472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Collection</a:t>
            </a:r>
          </a:p>
        </p:txBody>
      </p:sp>
      <p:sp>
        <p:nvSpPr>
          <p:cNvPr id="48" name="text-28 Item1">
            <a:extLst xmlns:a="http://schemas.openxmlformats.org/drawingml/2006/main">
              <a:ext uri="{FF2B5EF4-FFF2-40B4-BE49-F238E27FC236}">
                <a16:creationId xmlns:a16="http://schemas.microsoft.com/office/drawing/2014/main" id="{A4EDC722-B97D-4605-A8DD-7A60D295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808" y="1493748"/>
            <a:ext cx="798224" cy="376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Item1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B60D4B-3399-46E9-B68D-C354D9BC9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de8106dd548e5"/>
          <a:stretch xmlns:a="http://schemas.openxmlformats.org/drawingml/2006/main"/>
        </p:blipFill>
        <p:spPr>
          <a:xfrm xmlns:a="http://schemas.openxmlformats.org/drawingml/2006/main">
            <a:off x="2929741" y="2104429"/>
            <a:ext cx="785464" cy="589098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0B5C8B-AA6F-4871-97CB-3CD30938C3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71b9ef5ed49a2"/>
          <a:stretch xmlns:a="http://schemas.openxmlformats.org/drawingml/2006/main"/>
        </p:blipFill>
        <p:spPr>
          <a:xfrm xmlns:a="http://schemas.openxmlformats.org/drawingml/2006/main">
            <a:off x="2929741" y="3550894"/>
            <a:ext cx="820434" cy="544819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1A367D-6F44-4214-B3C7-1BEFC5D0A6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da7c0d41e40b9"/>
          <a:stretch xmlns:a="http://schemas.openxmlformats.org/drawingml/2006/main"/>
        </p:blipFill>
        <p:spPr>
          <a:xfrm xmlns:a="http://schemas.openxmlformats.org/drawingml/2006/main">
            <a:off x="2946889" y="1403697"/>
            <a:ext cx="751167" cy="594478"/>
          </a:xfrm>
          <a:prstGeom xmlns:a="http://schemas.openxmlformats.org/drawingml/2006/main" prst="rect">
            <a:avLst/>
          </a:prstGeom>
        </p:spPr>
      </p:pic>
      <p:sp>
        <p:nvSpPr>
          <p:cNvPr id="52" name="text-32 Item3">
            <a:extLst xmlns:a="http://schemas.openxmlformats.org/drawingml/2006/main">
              <a:ext uri="{FF2B5EF4-FFF2-40B4-BE49-F238E27FC236}">
                <a16:creationId xmlns:a16="http://schemas.microsoft.com/office/drawing/2014/main" id="{B3F23B66-3DA1-4227-B0FE-E3EF4E50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5358" y="2937354"/>
            <a:ext cx="841306" cy="376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Item3</a:t>
            </a:r>
          </a:p>
        </p:txBody>
      </p:sp>
      <p:sp>
        <p:nvSpPr>
          <p:cNvPr id="53" name="text-33 Item4">
            <a:extLst xmlns:a="http://schemas.openxmlformats.org/drawingml/2006/main">
              <a:ext uri="{FF2B5EF4-FFF2-40B4-BE49-F238E27FC236}">
                <a16:creationId xmlns:a16="http://schemas.microsoft.com/office/drawing/2014/main" id="{6B4005D0-B647-40AF-B82E-4B140744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5358" y="3667001"/>
            <a:ext cx="841306" cy="376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Item4</a:t>
            </a:r>
          </a:p>
        </p:txBody>
      </p:sp>
      <p:sp>
        <p:nvSpPr>
          <p:cNvPr id="54" name="text-34 Item2">
            <a:extLst xmlns:a="http://schemas.openxmlformats.org/drawingml/2006/main">
              <a:ext uri="{FF2B5EF4-FFF2-40B4-BE49-F238E27FC236}">
                <a16:creationId xmlns:a16="http://schemas.microsoft.com/office/drawing/2014/main" id="{97EE3191-9224-4AB0-8AC5-80FD0AA0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5358" y="2214431"/>
            <a:ext cx="841306" cy="376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2115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Item2</a:t>
            </a:r>
          </a:p>
        </p:txBody>
      </p:sp>
      <p:sp>
        <p:nvSpPr>
          <p:cNvPr id="55" name="text-35 ·">
            <a:extLst xmlns:a="http://schemas.openxmlformats.org/drawingml/2006/main">
              <a:ext uri="{FF2B5EF4-FFF2-40B4-BE49-F238E27FC236}">
                <a16:creationId xmlns:a16="http://schemas.microsoft.com/office/drawing/2014/main" id="{A0D74433-CA98-4136-86E1-0A4D9B49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4738" y="4114978"/>
            <a:ext cx="1731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·</a:t>
            </a:r>
          </a:p>
        </p:txBody>
      </p:sp>
      <p:sp>
        <p:nvSpPr>
          <p:cNvPr id="56" name="text-35 ·">
            <a:extLst xmlns:a="http://schemas.openxmlformats.org/drawingml/2006/main">
              <a:ext uri="{FF2B5EF4-FFF2-40B4-BE49-F238E27FC236}">
                <a16:creationId xmlns:a16="http://schemas.microsoft.com/office/drawing/2014/main" id="{B4628164-F559-4375-872B-448C73DB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659" y="4114978"/>
            <a:ext cx="1731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·</a:t>
            </a:r>
          </a:p>
        </p:txBody>
      </p:sp>
      <p:sp>
        <p:nvSpPr>
          <p:cNvPr id="57" name="text-35 ·">
            <a:extLst xmlns:a="http://schemas.openxmlformats.org/drawingml/2006/main">
              <a:ext uri="{FF2B5EF4-FFF2-40B4-BE49-F238E27FC236}">
                <a16:creationId xmlns:a16="http://schemas.microsoft.com/office/drawing/2014/main" id="{0620FC44-D997-455B-B7CD-1F725888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8579" y="4114978"/>
            <a:ext cx="1731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·</a:t>
            </a:r>
          </a:p>
        </p:txBody>
      </p:sp>
      <p:sp>
        <p:nvSpPr>
          <p:cNvPr id="58" name="text-36 Content:">
            <a:extLst xmlns:a="http://schemas.openxmlformats.org/drawingml/2006/main">
              <a:ext uri="{FF2B5EF4-FFF2-40B4-BE49-F238E27FC236}">
                <a16:creationId xmlns:a16="http://schemas.microsoft.com/office/drawing/2014/main" id="{829E8297-31DC-4DC6-8C9B-9237806E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635" y="1404734"/>
            <a:ext cx="965353" cy="31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Content:</a:t>
            </a:r>
          </a:p>
        </p:txBody>
      </p:sp>
      <p:sp>
        <p:nvSpPr>
          <p:cNvPr id="59" name="text-37 The">
            <a:extLst xmlns:a="http://schemas.openxmlformats.org/drawingml/2006/main">
              <a:ext uri="{FF2B5EF4-FFF2-40B4-BE49-F238E27FC236}">
                <a16:creationId xmlns:a16="http://schemas.microsoft.com/office/drawing/2014/main" id="{C56E32E4-1C9B-4FB1-B05D-0F1500CC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6425" y="1404717"/>
            <a:ext cx="445005" cy="313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0" name="text-37 Starry">
            <a:extLst xmlns:a="http://schemas.openxmlformats.org/drawingml/2006/main">
              <a:ext uri="{FF2B5EF4-FFF2-40B4-BE49-F238E27FC236}">
                <a16:creationId xmlns:a16="http://schemas.microsoft.com/office/drawing/2014/main" id="{EE46DF8B-A838-48B3-A6B7-AE7938E0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9407" y="1405062"/>
            <a:ext cx="747067" cy="313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Starry</a:t>
            </a:r>
          </a:p>
        </p:txBody>
      </p:sp>
      <p:sp>
        <p:nvSpPr>
          <p:cNvPr id="61" name="text-37 Night">
            <a:extLst xmlns:a="http://schemas.openxmlformats.org/drawingml/2006/main">
              <a:ext uri="{FF2B5EF4-FFF2-40B4-BE49-F238E27FC236}">
                <a16:creationId xmlns:a16="http://schemas.microsoft.com/office/drawing/2014/main" id="{CE8DE972-D7BB-4CE9-87A9-4B28DA1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3887" y="1404951"/>
            <a:ext cx="635214" cy="31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Night</a:t>
            </a:r>
          </a:p>
        </p:txBody>
      </p:sp>
      <p:sp>
        <p:nvSpPr>
          <p:cNvPr id="62" name="text-37 is">
            <a:extLst xmlns:a="http://schemas.openxmlformats.org/drawingml/2006/main">
              <a:ext uri="{FF2B5EF4-FFF2-40B4-BE49-F238E27FC236}">
                <a16:creationId xmlns:a16="http://schemas.microsoft.com/office/drawing/2014/main" id="{ED9EE046-BB14-4D1D-96C8-1040B405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6286" y="1405454"/>
            <a:ext cx="211580" cy="312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63" name="text-37 an">
            <a:extLst xmlns:a="http://schemas.openxmlformats.org/drawingml/2006/main">
              <a:ext uri="{FF2B5EF4-FFF2-40B4-BE49-F238E27FC236}">
                <a16:creationId xmlns:a16="http://schemas.microsoft.com/office/drawing/2014/main" id="{A59FBC0D-FBD0-4C64-B73D-1B17B549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5018" y="1405668"/>
            <a:ext cx="271267" cy="312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</a:t>
            </a:r>
          </a:p>
        </p:txBody>
      </p:sp>
      <p:sp>
        <p:nvSpPr>
          <p:cNvPr id="64" name="text-38 oil-on-canvas">
            <a:extLst xmlns:a="http://schemas.openxmlformats.org/drawingml/2006/main">
              <a:ext uri="{FF2B5EF4-FFF2-40B4-BE49-F238E27FC236}">
                <a16:creationId xmlns:a16="http://schemas.microsoft.com/office/drawing/2014/main" id="{3CA433F7-C420-4BE4-80DE-FD88E08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635" y="1673973"/>
            <a:ext cx="1382913" cy="313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oil-on-canvas</a:t>
            </a:r>
          </a:p>
        </p:txBody>
      </p:sp>
      <p:sp>
        <p:nvSpPr>
          <p:cNvPr id="65" name="text-38 painting">
            <a:extLst xmlns:a="http://schemas.openxmlformats.org/drawingml/2006/main">
              <a:ext uri="{FF2B5EF4-FFF2-40B4-BE49-F238E27FC236}">
                <a16:creationId xmlns:a16="http://schemas.microsoft.com/office/drawing/2014/main" id="{B0180F3D-7DDC-469F-8EAB-401DD542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15" y="1673884"/>
            <a:ext cx="859226" cy="313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painting</a:t>
            </a:r>
          </a:p>
        </p:txBody>
      </p:sp>
      <p:sp>
        <p:nvSpPr>
          <p:cNvPr id="66" name="text-38 by">
            <a:extLst xmlns:a="http://schemas.openxmlformats.org/drawingml/2006/main">
              <a:ext uri="{FF2B5EF4-FFF2-40B4-BE49-F238E27FC236}">
                <a16:creationId xmlns:a16="http://schemas.microsoft.com/office/drawing/2014/main" id="{8833AB59-8B83-434D-A771-05D3C82D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7177" y="1673897"/>
            <a:ext cx="289805" cy="313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by</a:t>
            </a:r>
          </a:p>
        </p:txBody>
      </p:sp>
      <p:sp>
        <p:nvSpPr>
          <p:cNvPr id="67" name="text-38 ......">
            <a:extLst xmlns:a="http://schemas.openxmlformats.org/drawingml/2006/main">
              <a:ext uri="{FF2B5EF4-FFF2-40B4-BE49-F238E27FC236}">
                <a16:creationId xmlns:a16="http://schemas.microsoft.com/office/drawing/2014/main" id="{C6AA9044-6A94-4CD4-BA5D-3F250E7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4367" y="1673155"/>
            <a:ext cx="376213" cy="31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......</a:t>
            </a:r>
          </a:p>
        </p:txBody>
      </p:sp>
      <p:sp>
        <p:nvSpPr>
          <p:cNvPr id="68" name="path-39">
            <a:extLst xmlns:a="http://schemas.openxmlformats.org/drawingml/2006/main">
              <a:ext uri="{FF2B5EF4-FFF2-40B4-BE49-F238E27FC236}">
                <a16:creationId xmlns:a16="http://schemas.microsoft.com/office/drawing/2014/main" id="{822D5573-CA42-421C-B8F5-4E73EDBB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90" y="2035274"/>
            <a:ext cx="5015651" cy="29119"/>
          </a:xfrm>
          <a:custGeom xmlns:a="http://schemas.openxmlformats.org/drawingml/2006/main">
            <a:pathLst>
              <a:path w="4458356" h="25883">
                <a:moveTo>
                  <a:pt x="20" y="0"/>
                </a:moveTo>
                <a:lnTo>
                  <a:pt x="99647" y="20"/>
                </a:lnTo>
                <a:lnTo>
                  <a:pt x="99628" y="24927"/>
                </a:lnTo>
                <a:lnTo>
                  <a:pt x="0" y="24907"/>
                </a:lnTo>
                <a:lnTo>
                  <a:pt x="20" y="0"/>
                </a:lnTo>
                <a:moveTo>
                  <a:pt x="174368" y="40"/>
                </a:moveTo>
                <a:lnTo>
                  <a:pt x="273996" y="60"/>
                </a:lnTo>
                <a:lnTo>
                  <a:pt x="273976" y="24966"/>
                </a:lnTo>
                <a:lnTo>
                  <a:pt x="174348" y="24947"/>
                </a:lnTo>
                <a:lnTo>
                  <a:pt x="174368" y="40"/>
                </a:lnTo>
                <a:moveTo>
                  <a:pt x="348717" y="79"/>
                </a:moveTo>
                <a:lnTo>
                  <a:pt x="448344" y="99"/>
                </a:lnTo>
                <a:lnTo>
                  <a:pt x="448324" y="25006"/>
                </a:lnTo>
                <a:lnTo>
                  <a:pt x="348696" y="24986"/>
                </a:lnTo>
                <a:lnTo>
                  <a:pt x="348717" y="79"/>
                </a:lnTo>
                <a:moveTo>
                  <a:pt x="523065" y="119"/>
                </a:moveTo>
                <a:lnTo>
                  <a:pt x="622693" y="140"/>
                </a:lnTo>
                <a:lnTo>
                  <a:pt x="622673" y="25046"/>
                </a:lnTo>
                <a:lnTo>
                  <a:pt x="523045" y="25026"/>
                </a:lnTo>
                <a:lnTo>
                  <a:pt x="523065" y="119"/>
                </a:lnTo>
                <a:moveTo>
                  <a:pt x="697413" y="159"/>
                </a:moveTo>
                <a:lnTo>
                  <a:pt x="797041" y="179"/>
                </a:lnTo>
                <a:lnTo>
                  <a:pt x="797021" y="25086"/>
                </a:lnTo>
                <a:lnTo>
                  <a:pt x="697394" y="25066"/>
                </a:lnTo>
                <a:lnTo>
                  <a:pt x="697413" y="159"/>
                </a:lnTo>
                <a:moveTo>
                  <a:pt x="871762" y="199"/>
                </a:moveTo>
                <a:lnTo>
                  <a:pt x="971389" y="219"/>
                </a:lnTo>
                <a:lnTo>
                  <a:pt x="971369" y="25126"/>
                </a:lnTo>
                <a:lnTo>
                  <a:pt x="871742" y="25106"/>
                </a:lnTo>
                <a:lnTo>
                  <a:pt x="871762" y="199"/>
                </a:lnTo>
                <a:moveTo>
                  <a:pt x="1046110" y="239"/>
                </a:moveTo>
                <a:lnTo>
                  <a:pt x="1145737" y="259"/>
                </a:lnTo>
                <a:lnTo>
                  <a:pt x="1145718" y="25166"/>
                </a:lnTo>
                <a:lnTo>
                  <a:pt x="1046090" y="25146"/>
                </a:lnTo>
                <a:lnTo>
                  <a:pt x="1046110" y="239"/>
                </a:lnTo>
                <a:moveTo>
                  <a:pt x="1220458" y="279"/>
                </a:moveTo>
                <a:lnTo>
                  <a:pt x="1320086" y="299"/>
                </a:lnTo>
                <a:lnTo>
                  <a:pt x="1320066" y="25206"/>
                </a:lnTo>
                <a:lnTo>
                  <a:pt x="1220438" y="25186"/>
                </a:lnTo>
                <a:lnTo>
                  <a:pt x="1220458" y="279"/>
                </a:lnTo>
                <a:moveTo>
                  <a:pt x="1394807" y="299"/>
                </a:moveTo>
                <a:lnTo>
                  <a:pt x="1494434" y="339"/>
                </a:lnTo>
                <a:lnTo>
                  <a:pt x="1494415" y="25246"/>
                </a:lnTo>
                <a:lnTo>
                  <a:pt x="1394787" y="25206"/>
                </a:lnTo>
                <a:lnTo>
                  <a:pt x="1394807" y="299"/>
                </a:lnTo>
                <a:moveTo>
                  <a:pt x="1569155" y="339"/>
                </a:moveTo>
                <a:lnTo>
                  <a:pt x="1668783" y="359"/>
                </a:lnTo>
                <a:lnTo>
                  <a:pt x="1668763" y="25265"/>
                </a:lnTo>
                <a:lnTo>
                  <a:pt x="1569135" y="25246"/>
                </a:lnTo>
                <a:lnTo>
                  <a:pt x="1569155" y="339"/>
                </a:lnTo>
                <a:moveTo>
                  <a:pt x="1743504" y="378"/>
                </a:moveTo>
                <a:lnTo>
                  <a:pt x="1843131" y="398"/>
                </a:lnTo>
                <a:lnTo>
                  <a:pt x="1843111" y="25305"/>
                </a:lnTo>
                <a:lnTo>
                  <a:pt x="1743484" y="25285"/>
                </a:lnTo>
                <a:lnTo>
                  <a:pt x="1743504" y="378"/>
                </a:lnTo>
                <a:moveTo>
                  <a:pt x="1917852" y="418"/>
                </a:moveTo>
                <a:lnTo>
                  <a:pt x="2017479" y="438"/>
                </a:lnTo>
                <a:lnTo>
                  <a:pt x="2017460" y="25345"/>
                </a:lnTo>
                <a:lnTo>
                  <a:pt x="1917832" y="25325"/>
                </a:lnTo>
                <a:lnTo>
                  <a:pt x="1917852" y="418"/>
                </a:lnTo>
                <a:moveTo>
                  <a:pt x="2092200" y="458"/>
                </a:moveTo>
                <a:lnTo>
                  <a:pt x="2191828" y="478"/>
                </a:lnTo>
                <a:lnTo>
                  <a:pt x="2191808" y="25385"/>
                </a:lnTo>
                <a:lnTo>
                  <a:pt x="2092180" y="25365"/>
                </a:lnTo>
                <a:lnTo>
                  <a:pt x="2092200" y="458"/>
                </a:lnTo>
                <a:moveTo>
                  <a:pt x="2266548" y="498"/>
                </a:moveTo>
                <a:lnTo>
                  <a:pt x="2366176" y="518"/>
                </a:lnTo>
                <a:lnTo>
                  <a:pt x="2366156" y="25425"/>
                </a:lnTo>
                <a:lnTo>
                  <a:pt x="2266528" y="25405"/>
                </a:lnTo>
                <a:lnTo>
                  <a:pt x="2266548" y="498"/>
                </a:lnTo>
                <a:moveTo>
                  <a:pt x="2440897" y="538"/>
                </a:moveTo>
                <a:lnTo>
                  <a:pt x="2540524" y="558"/>
                </a:lnTo>
                <a:lnTo>
                  <a:pt x="2540504" y="25465"/>
                </a:lnTo>
                <a:lnTo>
                  <a:pt x="2440877" y="25445"/>
                </a:lnTo>
                <a:lnTo>
                  <a:pt x="2440897" y="538"/>
                </a:lnTo>
                <a:moveTo>
                  <a:pt x="2615245" y="578"/>
                </a:moveTo>
                <a:lnTo>
                  <a:pt x="2714873" y="598"/>
                </a:lnTo>
                <a:lnTo>
                  <a:pt x="2714853" y="25505"/>
                </a:lnTo>
                <a:lnTo>
                  <a:pt x="2615225" y="25485"/>
                </a:lnTo>
                <a:lnTo>
                  <a:pt x="2615245" y="578"/>
                </a:lnTo>
                <a:moveTo>
                  <a:pt x="2789594" y="618"/>
                </a:moveTo>
                <a:lnTo>
                  <a:pt x="2889221" y="638"/>
                </a:lnTo>
                <a:lnTo>
                  <a:pt x="2889201" y="25544"/>
                </a:lnTo>
                <a:lnTo>
                  <a:pt x="2789574" y="25524"/>
                </a:lnTo>
                <a:lnTo>
                  <a:pt x="2789594" y="618"/>
                </a:lnTo>
                <a:moveTo>
                  <a:pt x="2963942" y="657"/>
                </a:moveTo>
                <a:lnTo>
                  <a:pt x="3063570" y="677"/>
                </a:lnTo>
                <a:lnTo>
                  <a:pt x="3063550" y="25584"/>
                </a:lnTo>
                <a:lnTo>
                  <a:pt x="2963922" y="25564"/>
                </a:lnTo>
                <a:lnTo>
                  <a:pt x="2963942" y="657"/>
                </a:lnTo>
                <a:moveTo>
                  <a:pt x="3138290" y="697"/>
                </a:moveTo>
                <a:lnTo>
                  <a:pt x="3237918" y="717"/>
                </a:lnTo>
                <a:lnTo>
                  <a:pt x="3237898" y="25624"/>
                </a:lnTo>
                <a:lnTo>
                  <a:pt x="3138270" y="25604"/>
                </a:lnTo>
                <a:lnTo>
                  <a:pt x="3138290" y="697"/>
                </a:lnTo>
                <a:moveTo>
                  <a:pt x="3312638" y="737"/>
                </a:moveTo>
                <a:lnTo>
                  <a:pt x="3412266" y="757"/>
                </a:lnTo>
                <a:lnTo>
                  <a:pt x="3412246" y="25664"/>
                </a:lnTo>
                <a:lnTo>
                  <a:pt x="3312618" y="25644"/>
                </a:lnTo>
                <a:lnTo>
                  <a:pt x="3312638" y="737"/>
                </a:lnTo>
                <a:moveTo>
                  <a:pt x="3486987" y="777"/>
                </a:moveTo>
                <a:lnTo>
                  <a:pt x="3586615" y="797"/>
                </a:lnTo>
                <a:lnTo>
                  <a:pt x="3586594" y="25704"/>
                </a:lnTo>
                <a:lnTo>
                  <a:pt x="3486967" y="25684"/>
                </a:lnTo>
                <a:lnTo>
                  <a:pt x="3486987" y="777"/>
                </a:lnTo>
                <a:moveTo>
                  <a:pt x="3661335" y="817"/>
                </a:moveTo>
                <a:lnTo>
                  <a:pt x="3760963" y="837"/>
                </a:lnTo>
                <a:lnTo>
                  <a:pt x="3760943" y="25744"/>
                </a:lnTo>
                <a:lnTo>
                  <a:pt x="3661315" y="25724"/>
                </a:lnTo>
                <a:lnTo>
                  <a:pt x="3661335" y="817"/>
                </a:lnTo>
                <a:moveTo>
                  <a:pt x="3835684" y="837"/>
                </a:moveTo>
                <a:lnTo>
                  <a:pt x="3935311" y="877"/>
                </a:lnTo>
                <a:lnTo>
                  <a:pt x="3935291" y="25783"/>
                </a:lnTo>
                <a:lnTo>
                  <a:pt x="3835664" y="25744"/>
                </a:lnTo>
                <a:lnTo>
                  <a:pt x="3835684" y="837"/>
                </a:lnTo>
                <a:moveTo>
                  <a:pt x="4010032" y="877"/>
                </a:moveTo>
                <a:lnTo>
                  <a:pt x="4109660" y="896"/>
                </a:lnTo>
                <a:lnTo>
                  <a:pt x="4109640" y="25803"/>
                </a:lnTo>
                <a:lnTo>
                  <a:pt x="4010012" y="25783"/>
                </a:lnTo>
                <a:lnTo>
                  <a:pt x="4010032" y="877"/>
                </a:lnTo>
                <a:moveTo>
                  <a:pt x="4184380" y="916"/>
                </a:moveTo>
                <a:lnTo>
                  <a:pt x="4284008" y="936"/>
                </a:lnTo>
                <a:lnTo>
                  <a:pt x="4283988" y="25843"/>
                </a:lnTo>
                <a:lnTo>
                  <a:pt x="4184360" y="25823"/>
                </a:lnTo>
                <a:lnTo>
                  <a:pt x="4184380" y="916"/>
                </a:lnTo>
                <a:moveTo>
                  <a:pt x="4358729" y="956"/>
                </a:moveTo>
                <a:lnTo>
                  <a:pt x="4458356" y="976"/>
                </a:lnTo>
                <a:lnTo>
                  <a:pt x="4458336" y="25883"/>
                </a:lnTo>
                <a:lnTo>
                  <a:pt x="4358709" y="25863"/>
                </a:lnTo>
                <a:lnTo>
                  <a:pt x="4358729" y="956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40">
            <a:extLst xmlns:a="http://schemas.openxmlformats.org/drawingml/2006/main">
              <a:ext uri="{FF2B5EF4-FFF2-40B4-BE49-F238E27FC236}">
                <a16:creationId xmlns:a16="http://schemas.microsoft.com/office/drawing/2014/main" id="{314CC34C-3A24-45A6-B19D-BCC0A7BF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90" y="2739143"/>
            <a:ext cx="5015651" cy="29119"/>
          </a:xfrm>
          <a:custGeom xmlns:a="http://schemas.openxmlformats.org/drawingml/2006/main">
            <a:pathLst>
              <a:path w="4458356" h="25884">
                <a:moveTo>
                  <a:pt x="20" y="0"/>
                </a:moveTo>
                <a:lnTo>
                  <a:pt x="99647" y="20"/>
                </a:lnTo>
                <a:lnTo>
                  <a:pt x="99628" y="24927"/>
                </a:lnTo>
                <a:lnTo>
                  <a:pt x="0" y="24907"/>
                </a:lnTo>
                <a:lnTo>
                  <a:pt x="20" y="0"/>
                </a:lnTo>
                <a:moveTo>
                  <a:pt x="174368" y="40"/>
                </a:moveTo>
                <a:lnTo>
                  <a:pt x="273996" y="60"/>
                </a:lnTo>
                <a:lnTo>
                  <a:pt x="273976" y="24967"/>
                </a:lnTo>
                <a:lnTo>
                  <a:pt x="174348" y="24947"/>
                </a:lnTo>
                <a:lnTo>
                  <a:pt x="174368" y="40"/>
                </a:lnTo>
                <a:moveTo>
                  <a:pt x="348717" y="80"/>
                </a:moveTo>
                <a:lnTo>
                  <a:pt x="448344" y="100"/>
                </a:lnTo>
                <a:lnTo>
                  <a:pt x="448324" y="25007"/>
                </a:lnTo>
                <a:lnTo>
                  <a:pt x="348696" y="24987"/>
                </a:lnTo>
                <a:lnTo>
                  <a:pt x="348717" y="80"/>
                </a:lnTo>
                <a:moveTo>
                  <a:pt x="523065" y="120"/>
                </a:moveTo>
                <a:lnTo>
                  <a:pt x="622693" y="140"/>
                </a:lnTo>
                <a:lnTo>
                  <a:pt x="622673" y="25046"/>
                </a:lnTo>
                <a:lnTo>
                  <a:pt x="523045" y="25027"/>
                </a:lnTo>
                <a:lnTo>
                  <a:pt x="523065" y="120"/>
                </a:lnTo>
                <a:moveTo>
                  <a:pt x="697413" y="159"/>
                </a:moveTo>
                <a:lnTo>
                  <a:pt x="797041" y="179"/>
                </a:lnTo>
                <a:lnTo>
                  <a:pt x="797021" y="25086"/>
                </a:lnTo>
                <a:lnTo>
                  <a:pt x="697394" y="25067"/>
                </a:lnTo>
                <a:lnTo>
                  <a:pt x="697413" y="159"/>
                </a:lnTo>
                <a:moveTo>
                  <a:pt x="871762" y="199"/>
                </a:moveTo>
                <a:lnTo>
                  <a:pt x="971389" y="219"/>
                </a:lnTo>
                <a:lnTo>
                  <a:pt x="971369" y="25126"/>
                </a:lnTo>
                <a:lnTo>
                  <a:pt x="871742" y="25107"/>
                </a:lnTo>
                <a:lnTo>
                  <a:pt x="871762" y="199"/>
                </a:lnTo>
                <a:moveTo>
                  <a:pt x="1046110" y="239"/>
                </a:moveTo>
                <a:lnTo>
                  <a:pt x="1145737" y="259"/>
                </a:lnTo>
                <a:lnTo>
                  <a:pt x="1145718" y="25166"/>
                </a:lnTo>
                <a:lnTo>
                  <a:pt x="1046090" y="25146"/>
                </a:lnTo>
                <a:lnTo>
                  <a:pt x="1046110" y="239"/>
                </a:lnTo>
                <a:moveTo>
                  <a:pt x="1220458" y="259"/>
                </a:moveTo>
                <a:lnTo>
                  <a:pt x="1320086" y="299"/>
                </a:lnTo>
                <a:lnTo>
                  <a:pt x="1320066" y="25206"/>
                </a:lnTo>
                <a:lnTo>
                  <a:pt x="1220438" y="25166"/>
                </a:lnTo>
                <a:lnTo>
                  <a:pt x="1220458" y="259"/>
                </a:lnTo>
                <a:moveTo>
                  <a:pt x="1394807" y="299"/>
                </a:moveTo>
                <a:lnTo>
                  <a:pt x="1494434" y="339"/>
                </a:lnTo>
                <a:lnTo>
                  <a:pt x="1494415" y="25246"/>
                </a:lnTo>
                <a:lnTo>
                  <a:pt x="1394787" y="25206"/>
                </a:lnTo>
                <a:lnTo>
                  <a:pt x="1394807" y="299"/>
                </a:lnTo>
                <a:moveTo>
                  <a:pt x="1569155" y="339"/>
                </a:moveTo>
                <a:lnTo>
                  <a:pt x="1668783" y="359"/>
                </a:lnTo>
                <a:lnTo>
                  <a:pt x="1668763" y="25266"/>
                </a:lnTo>
                <a:lnTo>
                  <a:pt x="1569135" y="25246"/>
                </a:lnTo>
                <a:lnTo>
                  <a:pt x="1569155" y="339"/>
                </a:lnTo>
                <a:moveTo>
                  <a:pt x="1743504" y="379"/>
                </a:moveTo>
                <a:lnTo>
                  <a:pt x="1843131" y="399"/>
                </a:lnTo>
                <a:lnTo>
                  <a:pt x="1843111" y="25306"/>
                </a:lnTo>
                <a:lnTo>
                  <a:pt x="1743484" y="25286"/>
                </a:lnTo>
                <a:lnTo>
                  <a:pt x="1743504" y="379"/>
                </a:lnTo>
                <a:moveTo>
                  <a:pt x="1917852" y="419"/>
                </a:moveTo>
                <a:lnTo>
                  <a:pt x="2017479" y="439"/>
                </a:lnTo>
                <a:lnTo>
                  <a:pt x="2017460" y="25345"/>
                </a:lnTo>
                <a:lnTo>
                  <a:pt x="1917832" y="25326"/>
                </a:lnTo>
                <a:lnTo>
                  <a:pt x="1917852" y="419"/>
                </a:lnTo>
                <a:moveTo>
                  <a:pt x="2092200" y="458"/>
                </a:moveTo>
                <a:lnTo>
                  <a:pt x="2191828" y="478"/>
                </a:lnTo>
                <a:lnTo>
                  <a:pt x="2191808" y="25385"/>
                </a:lnTo>
                <a:lnTo>
                  <a:pt x="2092180" y="25365"/>
                </a:lnTo>
                <a:lnTo>
                  <a:pt x="2092200" y="458"/>
                </a:lnTo>
                <a:moveTo>
                  <a:pt x="2266548" y="498"/>
                </a:moveTo>
                <a:lnTo>
                  <a:pt x="2366176" y="518"/>
                </a:lnTo>
                <a:lnTo>
                  <a:pt x="2366156" y="25425"/>
                </a:lnTo>
                <a:lnTo>
                  <a:pt x="2266528" y="25405"/>
                </a:lnTo>
                <a:lnTo>
                  <a:pt x="2266548" y="498"/>
                </a:lnTo>
                <a:moveTo>
                  <a:pt x="2440897" y="538"/>
                </a:moveTo>
                <a:lnTo>
                  <a:pt x="2540524" y="558"/>
                </a:lnTo>
                <a:lnTo>
                  <a:pt x="2540504" y="25465"/>
                </a:lnTo>
                <a:lnTo>
                  <a:pt x="2440877" y="25445"/>
                </a:lnTo>
                <a:lnTo>
                  <a:pt x="2440897" y="538"/>
                </a:lnTo>
                <a:moveTo>
                  <a:pt x="2615245" y="578"/>
                </a:moveTo>
                <a:lnTo>
                  <a:pt x="2714873" y="598"/>
                </a:lnTo>
                <a:lnTo>
                  <a:pt x="2714853" y="25504"/>
                </a:lnTo>
                <a:lnTo>
                  <a:pt x="2615225" y="25485"/>
                </a:lnTo>
                <a:lnTo>
                  <a:pt x="2615245" y="578"/>
                </a:lnTo>
                <a:moveTo>
                  <a:pt x="2789594" y="618"/>
                </a:moveTo>
                <a:lnTo>
                  <a:pt x="2889221" y="638"/>
                </a:lnTo>
                <a:lnTo>
                  <a:pt x="2889201" y="25545"/>
                </a:lnTo>
                <a:lnTo>
                  <a:pt x="2789574" y="25525"/>
                </a:lnTo>
                <a:lnTo>
                  <a:pt x="2789594" y="618"/>
                </a:lnTo>
                <a:moveTo>
                  <a:pt x="2963942" y="658"/>
                </a:moveTo>
                <a:lnTo>
                  <a:pt x="3063570" y="678"/>
                </a:lnTo>
                <a:lnTo>
                  <a:pt x="3063550" y="25585"/>
                </a:lnTo>
                <a:lnTo>
                  <a:pt x="2963922" y="25565"/>
                </a:lnTo>
                <a:lnTo>
                  <a:pt x="2963942" y="658"/>
                </a:lnTo>
                <a:moveTo>
                  <a:pt x="3138290" y="697"/>
                </a:moveTo>
                <a:lnTo>
                  <a:pt x="3237918" y="718"/>
                </a:lnTo>
                <a:lnTo>
                  <a:pt x="3237898" y="25625"/>
                </a:lnTo>
                <a:lnTo>
                  <a:pt x="3138270" y="25605"/>
                </a:lnTo>
                <a:lnTo>
                  <a:pt x="3138290" y="697"/>
                </a:lnTo>
                <a:moveTo>
                  <a:pt x="3312638" y="737"/>
                </a:moveTo>
                <a:lnTo>
                  <a:pt x="3412266" y="757"/>
                </a:lnTo>
                <a:lnTo>
                  <a:pt x="3412246" y="25664"/>
                </a:lnTo>
                <a:lnTo>
                  <a:pt x="3312618" y="25644"/>
                </a:lnTo>
                <a:lnTo>
                  <a:pt x="3312638" y="737"/>
                </a:lnTo>
                <a:moveTo>
                  <a:pt x="3486987" y="777"/>
                </a:moveTo>
                <a:lnTo>
                  <a:pt x="3586615" y="797"/>
                </a:lnTo>
                <a:lnTo>
                  <a:pt x="3586594" y="25704"/>
                </a:lnTo>
                <a:lnTo>
                  <a:pt x="3486967" y="25684"/>
                </a:lnTo>
                <a:lnTo>
                  <a:pt x="3486987" y="777"/>
                </a:lnTo>
                <a:moveTo>
                  <a:pt x="3661335" y="817"/>
                </a:moveTo>
                <a:lnTo>
                  <a:pt x="3760963" y="837"/>
                </a:lnTo>
                <a:lnTo>
                  <a:pt x="3760943" y="25744"/>
                </a:lnTo>
                <a:lnTo>
                  <a:pt x="3661315" y="25724"/>
                </a:lnTo>
                <a:lnTo>
                  <a:pt x="3661335" y="817"/>
                </a:lnTo>
                <a:moveTo>
                  <a:pt x="3835684" y="837"/>
                </a:moveTo>
                <a:lnTo>
                  <a:pt x="3935311" y="877"/>
                </a:lnTo>
                <a:lnTo>
                  <a:pt x="3935291" y="25783"/>
                </a:lnTo>
                <a:lnTo>
                  <a:pt x="3835664" y="25744"/>
                </a:lnTo>
                <a:lnTo>
                  <a:pt x="3835684" y="837"/>
                </a:lnTo>
                <a:moveTo>
                  <a:pt x="4010032" y="877"/>
                </a:moveTo>
                <a:lnTo>
                  <a:pt x="4109660" y="897"/>
                </a:lnTo>
                <a:lnTo>
                  <a:pt x="4109640" y="25804"/>
                </a:lnTo>
                <a:lnTo>
                  <a:pt x="4010012" y="25783"/>
                </a:lnTo>
                <a:lnTo>
                  <a:pt x="4010032" y="877"/>
                </a:lnTo>
                <a:moveTo>
                  <a:pt x="4184380" y="917"/>
                </a:moveTo>
                <a:lnTo>
                  <a:pt x="4284008" y="937"/>
                </a:lnTo>
                <a:lnTo>
                  <a:pt x="4283988" y="25844"/>
                </a:lnTo>
                <a:lnTo>
                  <a:pt x="4184360" y="25823"/>
                </a:lnTo>
                <a:lnTo>
                  <a:pt x="4184380" y="917"/>
                </a:lnTo>
                <a:moveTo>
                  <a:pt x="4358729" y="957"/>
                </a:moveTo>
                <a:lnTo>
                  <a:pt x="4458356" y="977"/>
                </a:lnTo>
                <a:lnTo>
                  <a:pt x="4458336" y="25884"/>
                </a:lnTo>
                <a:lnTo>
                  <a:pt x="4358709" y="25863"/>
                </a:lnTo>
                <a:lnTo>
                  <a:pt x="4358729" y="957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41">
            <a:extLst xmlns:a="http://schemas.openxmlformats.org/drawingml/2006/main">
              <a:ext uri="{FF2B5EF4-FFF2-40B4-BE49-F238E27FC236}">
                <a16:creationId xmlns:a16="http://schemas.microsoft.com/office/drawing/2014/main" id="{2B2B3035-EE41-46C0-8DB6-700E3A35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90" y="3453100"/>
            <a:ext cx="5015651" cy="29119"/>
          </a:xfrm>
          <a:custGeom xmlns:a="http://schemas.openxmlformats.org/drawingml/2006/main">
            <a:pathLst>
              <a:path w="4458356" h="25884">
                <a:moveTo>
                  <a:pt x="20" y="0"/>
                </a:moveTo>
                <a:lnTo>
                  <a:pt x="99647" y="20"/>
                </a:lnTo>
                <a:lnTo>
                  <a:pt x="99628" y="24927"/>
                </a:lnTo>
                <a:lnTo>
                  <a:pt x="0" y="24907"/>
                </a:lnTo>
                <a:lnTo>
                  <a:pt x="20" y="0"/>
                </a:lnTo>
                <a:moveTo>
                  <a:pt x="174368" y="40"/>
                </a:moveTo>
                <a:lnTo>
                  <a:pt x="273996" y="60"/>
                </a:lnTo>
                <a:lnTo>
                  <a:pt x="273976" y="24967"/>
                </a:lnTo>
                <a:lnTo>
                  <a:pt x="174348" y="24947"/>
                </a:lnTo>
                <a:lnTo>
                  <a:pt x="174368" y="40"/>
                </a:lnTo>
                <a:moveTo>
                  <a:pt x="348717" y="80"/>
                </a:moveTo>
                <a:lnTo>
                  <a:pt x="448344" y="100"/>
                </a:lnTo>
                <a:lnTo>
                  <a:pt x="448324" y="25007"/>
                </a:lnTo>
                <a:lnTo>
                  <a:pt x="348696" y="24987"/>
                </a:lnTo>
                <a:lnTo>
                  <a:pt x="348717" y="80"/>
                </a:lnTo>
                <a:moveTo>
                  <a:pt x="523065" y="120"/>
                </a:moveTo>
                <a:lnTo>
                  <a:pt x="622693" y="140"/>
                </a:lnTo>
                <a:lnTo>
                  <a:pt x="622673" y="25046"/>
                </a:lnTo>
                <a:lnTo>
                  <a:pt x="523045" y="25027"/>
                </a:lnTo>
                <a:lnTo>
                  <a:pt x="523065" y="120"/>
                </a:lnTo>
                <a:moveTo>
                  <a:pt x="697413" y="159"/>
                </a:moveTo>
                <a:lnTo>
                  <a:pt x="797041" y="180"/>
                </a:lnTo>
                <a:lnTo>
                  <a:pt x="797021" y="25086"/>
                </a:lnTo>
                <a:lnTo>
                  <a:pt x="697394" y="25066"/>
                </a:lnTo>
                <a:lnTo>
                  <a:pt x="697413" y="159"/>
                </a:lnTo>
                <a:moveTo>
                  <a:pt x="871762" y="199"/>
                </a:moveTo>
                <a:lnTo>
                  <a:pt x="971389" y="220"/>
                </a:lnTo>
                <a:lnTo>
                  <a:pt x="971369" y="25126"/>
                </a:lnTo>
                <a:lnTo>
                  <a:pt x="871742" y="25106"/>
                </a:lnTo>
                <a:lnTo>
                  <a:pt x="871762" y="199"/>
                </a:lnTo>
                <a:moveTo>
                  <a:pt x="1046110" y="239"/>
                </a:moveTo>
                <a:lnTo>
                  <a:pt x="1145737" y="260"/>
                </a:lnTo>
                <a:lnTo>
                  <a:pt x="1145718" y="25166"/>
                </a:lnTo>
                <a:lnTo>
                  <a:pt x="1046090" y="25146"/>
                </a:lnTo>
                <a:lnTo>
                  <a:pt x="1046110" y="239"/>
                </a:lnTo>
                <a:moveTo>
                  <a:pt x="1220458" y="279"/>
                </a:moveTo>
                <a:lnTo>
                  <a:pt x="1320086" y="300"/>
                </a:lnTo>
                <a:lnTo>
                  <a:pt x="1320066" y="25206"/>
                </a:lnTo>
                <a:lnTo>
                  <a:pt x="1220438" y="25187"/>
                </a:lnTo>
                <a:lnTo>
                  <a:pt x="1220458" y="279"/>
                </a:lnTo>
                <a:moveTo>
                  <a:pt x="1394807" y="300"/>
                </a:moveTo>
                <a:lnTo>
                  <a:pt x="1494434" y="339"/>
                </a:lnTo>
                <a:lnTo>
                  <a:pt x="1494415" y="25246"/>
                </a:lnTo>
                <a:lnTo>
                  <a:pt x="1394787" y="25206"/>
                </a:lnTo>
                <a:lnTo>
                  <a:pt x="1394807" y="300"/>
                </a:lnTo>
                <a:moveTo>
                  <a:pt x="1569155" y="339"/>
                </a:moveTo>
                <a:lnTo>
                  <a:pt x="1668783" y="359"/>
                </a:lnTo>
                <a:lnTo>
                  <a:pt x="1668763" y="25266"/>
                </a:lnTo>
                <a:lnTo>
                  <a:pt x="1569135" y="25246"/>
                </a:lnTo>
                <a:lnTo>
                  <a:pt x="1569155" y="339"/>
                </a:lnTo>
                <a:moveTo>
                  <a:pt x="1743504" y="379"/>
                </a:moveTo>
                <a:lnTo>
                  <a:pt x="1843131" y="399"/>
                </a:lnTo>
                <a:lnTo>
                  <a:pt x="1843111" y="25306"/>
                </a:lnTo>
                <a:lnTo>
                  <a:pt x="1743484" y="25286"/>
                </a:lnTo>
                <a:lnTo>
                  <a:pt x="1743504" y="379"/>
                </a:lnTo>
                <a:moveTo>
                  <a:pt x="1917852" y="419"/>
                </a:moveTo>
                <a:lnTo>
                  <a:pt x="2017479" y="439"/>
                </a:lnTo>
                <a:lnTo>
                  <a:pt x="2017460" y="25346"/>
                </a:lnTo>
                <a:lnTo>
                  <a:pt x="1917832" y="25326"/>
                </a:lnTo>
                <a:lnTo>
                  <a:pt x="1917852" y="419"/>
                </a:lnTo>
                <a:moveTo>
                  <a:pt x="2092200" y="458"/>
                </a:moveTo>
                <a:lnTo>
                  <a:pt x="2191828" y="478"/>
                </a:lnTo>
                <a:lnTo>
                  <a:pt x="2191808" y="25385"/>
                </a:lnTo>
                <a:lnTo>
                  <a:pt x="2092180" y="25365"/>
                </a:lnTo>
                <a:lnTo>
                  <a:pt x="2092200" y="458"/>
                </a:lnTo>
                <a:moveTo>
                  <a:pt x="2266548" y="498"/>
                </a:moveTo>
                <a:lnTo>
                  <a:pt x="2366176" y="518"/>
                </a:lnTo>
                <a:lnTo>
                  <a:pt x="2366156" y="25425"/>
                </a:lnTo>
                <a:lnTo>
                  <a:pt x="2266528" y="25405"/>
                </a:lnTo>
                <a:lnTo>
                  <a:pt x="2266548" y="498"/>
                </a:lnTo>
                <a:moveTo>
                  <a:pt x="2440897" y="538"/>
                </a:moveTo>
                <a:lnTo>
                  <a:pt x="2540524" y="558"/>
                </a:lnTo>
                <a:lnTo>
                  <a:pt x="2540504" y="25465"/>
                </a:lnTo>
                <a:lnTo>
                  <a:pt x="2440877" y="25445"/>
                </a:lnTo>
                <a:lnTo>
                  <a:pt x="2440897" y="538"/>
                </a:lnTo>
                <a:moveTo>
                  <a:pt x="2615245" y="579"/>
                </a:moveTo>
                <a:lnTo>
                  <a:pt x="2714873" y="598"/>
                </a:lnTo>
                <a:lnTo>
                  <a:pt x="2714853" y="25505"/>
                </a:lnTo>
                <a:lnTo>
                  <a:pt x="2615225" y="25485"/>
                </a:lnTo>
                <a:lnTo>
                  <a:pt x="2615245" y="579"/>
                </a:lnTo>
                <a:moveTo>
                  <a:pt x="2789594" y="618"/>
                </a:moveTo>
                <a:lnTo>
                  <a:pt x="2889221" y="638"/>
                </a:lnTo>
                <a:lnTo>
                  <a:pt x="2889201" y="25545"/>
                </a:lnTo>
                <a:lnTo>
                  <a:pt x="2789574" y="25525"/>
                </a:lnTo>
                <a:lnTo>
                  <a:pt x="2789594" y="618"/>
                </a:lnTo>
                <a:moveTo>
                  <a:pt x="2963942" y="658"/>
                </a:moveTo>
                <a:lnTo>
                  <a:pt x="3063570" y="678"/>
                </a:lnTo>
                <a:lnTo>
                  <a:pt x="3063550" y="25585"/>
                </a:lnTo>
                <a:lnTo>
                  <a:pt x="2963922" y="25565"/>
                </a:lnTo>
                <a:lnTo>
                  <a:pt x="2963942" y="658"/>
                </a:lnTo>
                <a:moveTo>
                  <a:pt x="3138290" y="698"/>
                </a:moveTo>
                <a:lnTo>
                  <a:pt x="3237918" y="718"/>
                </a:lnTo>
                <a:lnTo>
                  <a:pt x="3237898" y="25624"/>
                </a:lnTo>
                <a:lnTo>
                  <a:pt x="3138270" y="25605"/>
                </a:lnTo>
                <a:lnTo>
                  <a:pt x="3138290" y="698"/>
                </a:lnTo>
                <a:moveTo>
                  <a:pt x="3312638" y="738"/>
                </a:moveTo>
                <a:lnTo>
                  <a:pt x="3412266" y="757"/>
                </a:lnTo>
                <a:lnTo>
                  <a:pt x="3412246" y="25664"/>
                </a:lnTo>
                <a:lnTo>
                  <a:pt x="3312618" y="25644"/>
                </a:lnTo>
                <a:lnTo>
                  <a:pt x="3312638" y="738"/>
                </a:lnTo>
                <a:moveTo>
                  <a:pt x="3486987" y="777"/>
                </a:moveTo>
                <a:lnTo>
                  <a:pt x="3586615" y="797"/>
                </a:lnTo>
                <a:lnTo>
                  <a:pt x="3586594" y="25704"/>
                </a:lnTo>
                <a:lnTo>
                  <a:pt x="3486967" y="25684"/>
                </a:lnTo>
                <a:lnTo>
                  <a:pt x="3486987" y="777"/>
                </a:lnTo>
                <a:moveTo>
                  <a:pt x="3661335" y="817"/>
                </a:moveTo>
                <a:lnTo>
                  <a:pt x="3760963" y="837"/>
                </a:lnTo>
                <a:lnTo>
                  <a:pt x="3760943" y="25744"/>
                </a:lnTo>
                <a:lnTo>
                  <a:pt x="3661315" y="25724"/>
                </a:lnTo>
                <a:lnTo>
                  <a:pt x="3661335" y="817"/>
                </a:lnTo>
                <a:moveTo>
                  <a:pt x="3835684" y="837"/>
                </a:moveTo>
                <a:lnTo>
                  <a:pt x="3935311" y="877"/>
                </a:lnTo>
                <a:lnTo>
                  <a:pt x="3935291" y="25784"/>
                </a:lnTo>
                <a:lnTo>
                  <a:pt x="3835664" y="25744"/>
                </a:lnTo>
                <a:lnTo>
                  <a:pt x="3835684" y="837"/>
                </a:lnTo>
                <a:moveTo>
                  <a:pt x="4010032" y="877"/>
                </a:moveTo>
                <a:lnTo>
                  <a:pt x="4109660" y="897"/>
                </a:lnTo>
                <a:lnTo>
                  <a:pt x="4109640" y="25804"/>
                </a:lnTo>
                <a:lnTo>
                  <a:pt x="4010012" y="25784"/>
                </a:lnTo>
                <a:lnTo>
                  <a:pt x="4010032" y="877"/>
                </a:lnTo>
                <a:moveTo>
                  <a:pt x="4184380" y="917"/>
                </a:moveTo>
                <a:lnTo>
                  <a:pt x="4284008" y="936"/>
                </a:lnTo>
                <a:lnTo>
                  <a:pt x="4283988" y="25844"/>
                </a:lnTo>
                <a:lnTo>
                  <a:pt x="4184360" y="25824"/>
                </a:lnTo>
                <a:lnTo>
                  <a:pt x="4184380" y="917"/>
                </a:lnTo>
                <a:moveTo>
                  <a:pt x="4358729" y="957"/>
                </a:moveTo>
                <a:lnTo>
                  <a:pt x="4458356" y="976"/>
                </a:lnTo>
                <a:lnTo>
                  <a:pt x="4458336" y="25884"/>
                </a:lnTo>
                <a:lnTo>
                  <a:pt x="4358709" y="25864"/>
                </a:lnTo>
                <a:lnTo>
                  <a:pt x="4358729" y="957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42">
            <a:extLst xmlns:a="http://schemas.openxmlformats.org/drawingml/2006/main">
              <a:ext uri="{FF2B5EF4-FFF2-40B4-BE49-F238E27FC236}">
                <a16:creationId xmlns:a16="http://schemas.microsoft.com/office/drawing/2014/main" id="{0F9620D5-79AC-4163-BA33-E69D5E89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90" y="4210768"/>
            <a:ext cx="5015651" cy="29119"/>
          </a:xfrm>
          <a:custGeom xmlns:a="http://schemas.openxmlformats.org/drawingml/2006/main">
            <a:pathLst>
              <a:path w="4458356" h="25883">
                <a:moveTo>
                  <a:pt x="20" y="0"/>
                </a:moveTo>
                <a:lnTo>
                  <a:pt x="99647" y="20"/>
                </a:lnTo>
                <a:lnTo>
                  <a:pt x="99628" y="24926"/>
                </a:lnTo>
                <a:lnTo>
                  <a:pt x="0" y="24907"/>
                </a:lnTo>
                <a:lnTo>
                  <a:pt x="20" y="0"/>
                </a:lnTo>
                <a:moveTo>
                  <a:pt x="174368" y="40"/>
                </a:moveTo>
                <a:lnTo>
                  <a:pt x="273996" y="60"/>
                </a:lnTo>
                <a:lnTo>
                  <a:pt x="273976" y="24966"/>
                </a:lnTo>
                <a:lnTo>
                  <a:pt x="174348" y="24947"/>
                </a:lnTo>
                <a:lnTo>
                  <a:pt x="174368" y="40"/>
                </a:lnTo>
                <a:moveTo>
                  <a:pt x="348717" y="80"/>
                </a:moveTo>
                <a:lnTo>
                  <a:pt x="448344" y="100"/>
                </a:lnTo>
                <a:lnTo>
                  <a:pt x="448324" y="25006"/>
                </a:lnTo>
                <a:lnTo>
                  <a:pt x="348696" y="24987"/>
                </a:lnTo>
                <a:lnTo>
                  <a:pt x="348717" y="80"/>
                </a:lnTo>
                <a:moveTo>
                  <a:pt x="523065" y="120"/>
                </a:moveTo>
                <a:lnTo>
                  <a:pt x="622693" y="140"/>
                </a:lnTo>
                <a:lnTo>
                  <a:pt x="622673" y="25046"/>
                </a:lnTo>
                <a:lnTo>
                  <a:pt x="523045" y="25027"/>
                </a:lnTo>
                <a:lnTo>
                  <a:pt x="523065" y="120"/>
                </a:lnTo>
                <a:moveTo>
                  <a:pt x="697413" y="159"/>
                </a:moveTo>
                <a:lnTo>
                  <a:pt x="797041" y="179"/>
                </a:lnTo>
                <a:lnTo>
                  <a:pt x="797021" y="25086"/>
                </a:lnTo>
                <a:lnTo>
                  <a:pt x="697394" y="25066"/>
                </a:lnTo>
                <a:lnTo>
                  <a:pt x="697413" y="159"/>
                </a:lnTo>
                <a:moveTo>
                  <a:pt x="871762" y="199"/>
                </a:moveTo>
                <a:lnTo>
                  <a:pt x="971389" y="219"/>
                </a:lnTo>
                <a:lnTo>
                  <a:pt x="971369" y="25126"/>
                </a:lnTo>
                <a:lnTo>
                  <a:pt x="871742" y="25106"/>
                </a:lnTo>
                <a:lnTo>
                  <a:pt x="871762" y="199"/>
                </a:lnTo>
                <a:moveTo>
                  <a:pt x="1046110" y="239"/>
                </a:moveTo>
                <a:lnTo>
                  <a:pt x="1145737" y="259"/>
                </a:lnTo>
                <a:lnTo>
                  <a:pt x="1145718" y="25166"/>
                </a:lnTo>
                <a:lnTo>
                  <a:pt x="1046090" y="25146"/>
                </a:lnTo>
                <a:lnTo>
                  <a:pt x="1046110" y="239"/>
                </a:lnTo>
                <a:moveTo>
                  <a:pt x="1220458" y="259"/>
                </a:moveTo>
                <a:lnTo>
                  <a:pt x="1320086" y="299"/>
                </a:lnTo>
                <a:lnTo>
                  <a:pt x="1320066" y="25206"/>
                </a:lnTo>
                <a:lnTo>
                  <a:pt x="1220438" y="25166"/>
                </a:lnTo>
                <a:lnTo>
                  <a:pt x="1220458" y="259"/>
                </a:lnTo>
                <a:moveTo>
                  <a:pt x="1394807" y="299"/>
                </a:moveTo>
                <a:lnTo>
                  <a:pt x="1494434" y="339"/>
                </a:lnTo>
                <a:lnTo>
                  <a:pt x="1494415" y="25245"/>
                </a:lnTo>
                <a:lnTo>
                  <a:pt x="1394787" y="25206"/>
                </a:lnTo>
                <a:lnTo>
                  <a:pt x="1394807" y="299"/>
                </a:lnTo>
                <a:moveTo>
                  <a:pt x="1569155" y="339"/>
                </a:moveTo>
                <a:lnTo>
                  <a:pt x="1668783" y="358"/>
                </a:lnTo>
                <a:lnTo>
                  <a:pt x="1668763" y="25266"/>
                </a:lnTo>
                <a:lnTo>
                  <a:pt x="1569135" y="25245"/>
                </a:lnTo>
                <a:lnTo>
                  <a:pt x="1569155" y="339"/>
                </a:lnTo>
                <a:moveTo>
                  <a:pt x="1743504" y="379"/>
                </a:moveTo>
                <a:lnTo>
                  <a:pt x="1843131" y="399"/>
                </a:lnTo>
                <a:lnTo>
                  <a:pt x="1843111" y="25306"/>
                </a:lnTo>
                <a:lnTo>
                  <a:pt x="1743484" y="25285"/>
                </a:lnTo>
                <a:lnTo>
                  <a:pt x="1743504" y="379"/>
                </a:lnTo>
                <a:moveTo>
                  <a:pt x="1917852" y="419"/>
                </a:moveTo>
                <a:lnTo>
                  <a:pt x="2017479" y="439"/>
                </a:lnTo>
                <a:lnTo>
                  <a:pt x="2017460" y="25345"/>
                </a:lnTo>
                <a:lnTo>
                  <a:pt x="1917832" y="25325"/>
                </a:lnTo>
                <a:lnTo>
                  <a:pt x="1917852" y="419"/>
                </a:lnTo>
                <a:moveTo>
                  <a:pt x="2092200" y="458"/>
                </a:moveTo>
                <a:lnTo>
                  <a:pt x="2191828" y="478"/>
                </a:lnTo>
                <a:lnTo>
                  <a:pt x="2191808" y="25385"/>
                </a:lnTo>
                <a:lnTo>
                  <a:pt x="2092180" y="25365"/>
                </a:lnTo>
                <a:lnTo>
                  <a:pt x="2092200" y="458"/>
                </a:lnTo>
                <a:moveTo>
                  <a:pt x="2266548" y="498"/>
                </a:moveTo>
                <a:lnTo>
                  <a:pt x="2366176" y="518"/>
                </a:lnTo>
                <a:lnTo>
                  <a:pt x="2366156" y="25425"/>
                </a:lnTo>
                <a:lnTo>
                  <a:pt x="2266528" y="25405"/>
                </a:lnTo>
                <a:lnTo>
                  <a:pt x="2266548" y="498"/>
                </a:lnTo>
                <a:moveTo>
                  <a:pt x="2440897" y="538"/>
                </a:moveTo>
                <a:lnTo>
                  <a:pt x="2540524" y="558"/>
                </a:lnTo>
                <a:lnTo>
                  <a:pt x="2540504" y="25465"/>
                </a:lnTo>
                <a:lnTo>
                  <a:pt x="2440877" y="25445"/>
                </a:lnTo>
                <a:lnTo>
                  <a:pt x="2440897" y="538"/>
                </a:lnTo>
                <a:moveTo>
                  <a:pt x="2615245" y="578"/>
                </a:moveTo>
                <a:lnTo>
                  <a:pt x="2714873" y="597"/>
                </a:lnTo>
                <a:lnTo>
                  <a:pt x="2714853" y="25505"/>
                </a:lnTo>
                <a:lnTo>
                  <a:pt x="2615225" y="25484"/>
                </a:lnTo>
                <a:lnTo>
                  <a:pt x="2615245" y="578"/>
                </a:lnTo>
                <a:moveTo>
                  <a:pt x="2789594" y="617"/>
                </a:moveTo>
                <a:lnTo>
                  <a:pt x="2889221" y="637"/>
                </a:lnTo>
                <a:lnTo>
                  <a:pt x="2889201" y="25545"/>
                </a:lnTo>
                <a:lnTo>
                  <a:pt x="2789574" y="25524"/>
                </a:lnTo>
                <a:lnTo>
                  <a:pt x="2789594" y="617"/>
                </a:lnTo>
                <a:moveTo>
                  <a:pt x="2963942" y="657"/>
                </a:moveTo>
                <a:lnTo>
                  <a:pt x="3063570" y="677"/>
                </a:lnTo>
                <a:lnTo>
                  <a:pt x="3063550" y="25585"/>
                </a:lnTo>
                <a:lnTo>
                  <a:pt x="2963922" y="25564"/>
                </a:lnTo>
                <a:lnTo>
                  <a:pt x="2963942" y="657"/>
                </a:lnTo>
                <a:moveTo>
                  <a:pt x="3138290" y="698"/>
                </a:moveTo>
                <a:lnTo>
                  <a:pt x="3237918" y="717"/>
                </a:lnTo>
                <a:lnTo>
                  <a:pt x="3237898" y="25625"/>
                </a:lnTo>
                <a:lnTo>
                  <a:pt x="3138270" y="25604"/>
                </a:lnTo>
                <a:lnTo>
                  <a:pt x="3138290" y="698"/>
                </a:lnTo>
                <a:moveTo>
                  <a:pt x="3312638" y="738"/>
                </a:moveTo>
                <a:lnTo>
                  <a:pt x="3412266" y="757"/>
                </a:lnTo>
                <a:lnTo>
                  <a:pt x="3412246" y="25664"/>
                </a:lnTo>
                <a:lnTo>
                  <a:pt x="3312618" y="25644"/>
                </a:lnTo>
                <a:lnTo>
                  <a:pt x="3312638" y="738"/>
                </a:lnTo>
                <a:moveTo>
                  <a:pt x="3486987" y="777"/>
                </a:moveTo>
                <a:lnTo>
                  <a:pt x="3586615" y="797"/>
                </a:lnTo>
                <a:lnTo>
                  <a:pt x="3586594" y="25704"/>
                </a:lnTo>
                <a:lnTo>
                  <a:pt x="3486967" y="25684"/>
                </a:lnTo>
                <a:lnTo>
                  <a:pt x="3486987" y="777"/>
                </a:lnTo>
                <a:moveTo>
                  <a:pt x="3661335" y="797"/>
                </a:moveTo>
                <a:lnTo>
                  <a:pt x="3760963" y="837"/>
                </a:lnTo>
                <a:lnTo>
                  <a:pt x="3760943" y="25744"/>
                </a:lnTo>
                <a:lnTo>
                  <a:pt x="3661315" y="25704"/>
                </a:lnTo>
                <a:lnTo>
                  <a:pt x="3661335" y="797"/>
                </a:lnTo>
                <a:moveTo>
                  <a:pt x="3835684" y="837"/>
                </a:moveTo>
                <a:lnTo>
                  <a:pt x="3935311" y="877"/>
                </a:lnTo>
                <a:lnTo>
                  <a:pt x="3935291" y="25783"/>
                </a:lnTo>
                <a:lnTo>
                  <a:pt x="3835664" y="25744"/>
                </a:lnTo>
                <a:lnTo>
                  <a:pt x="3835684" y="837"/>
                </a:lnTo>
                <a:moveTo>
                  <a:pt x="4010032" y="877"/>
                </a:moveTo>
                <a:lnTo>
                  <a:pt x="4109660" y="897"/>
                </a:lnTo>
                <a:lnTo>
                  <a:pt x="4109640" y="25803"/>
                </a:lnTo>
                <a:lnTo>
                  <a:pt x="4010012" y="25783"/>
                </a:lnTo>
                <a:lnTo>
                  <a:pt x="4010032" y="877"/>
                </a:lnTo>
                <a:moveTo>
                  <a:pt x="4184380" y="916"/>
                </a:moveTo>
                <a:lnTo>
                  <a:pt x="4284008" y="936"/>
                </a:lnTo>
                <a:lnTo>
                  <a:pt x="4283988" y="25843"/>
                </a:lnTo>
                <a:lnTo>
                  <a:pt x="4184360" y="25823"/>
                </a:lnTo>
                <a:lnTo>
                  <a:pt x="4184380" y="916"/>
                </a:lnTo>
                <a:moveTo>
                  <a:pt x="4358729" y="956"/>
                </a:moveTo>
                <a:lnTo>
                  <a:pt x="4458356" y="976"/>
                </a:lnTo>
                <a:lnTo>
                  <a:pt x="4458336" y="25883"/>
                </a:lnTo>
                <a:lnTo>
                  <a:pt x="4358709" y="25864"/>
                </a:lnTo>
                <a:lnTo>
                  <a:pt x="4358729" y="956"/>
                </a:lnTo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-43 Content:">
            <a:extLst xmlns:a="http://schemas.openxmlformats.org/drawingml/2006/main">
              <a:ext uri="{FF2B5EF4-FFF2-40B4-BE49-F238E27FC236}">
                <a16:creationId xmlns:a16="http://schemas.microsoft.com/office/drawing/2014/main" id="{FA37D3AA-D6D0-4BF1-9824-016A67C5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7361" y="2108604"/>
            <a:ext cx="965353" cy="31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Content:</a:t>
            </a:r>
          </a:p>
        </p:txBody>
      </p:sp>
      <p:sp>
        <p:nvSpPr>
          <p:cNvPr id="73" name="text-44 The">
            <a:extLst xmlns:a="http://schemas.openxmlformats.org/drawingml/2006/main">
              <a:ext uri="{FF2B5EF4-FFF2-40B4-BE49-F238E27FC236}">
                <a16:creationId xmlns:a16="http://schemas.microsoft.com/office/drawing/2014/main" id="{69A99E0C-AEBC-4552-B832-9C896473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3150" y="2108585"/>
            <a:ext cx="445005" cy="313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74" name="text-44 red">
            <a:extLst xmlns:a="http://schemas.openxmlformats.org/drawingml/2006/main">
              <a:ext uri="{FF2B5EF4-FFF2-40B4-BE49-F238E27FC236}">
                <a16:creationId xmlns:a16="http://schemas.microsoft.com/office/drawing/2014/main" id="{6FDDD355-B269-4C77-BA3B-2C6118F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132" y="2108777"/>
            <a:ext cx="402234" cy="313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75" name="text-44 panda">
            <a:extLst xmlns:a="http://schemas.openxmlformats.org/drawingml/2006/main">
              <a:ext uri="{FF2B5EF4-FFF2-40B4-BE49-F238E27FC236}">
                <a16:creationId xmlns:a16="http://schemas.microsoft.com/office/drawing/2014/main" id="{A29A5E60-08C2-4B0A-996A-25C0E332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5402" y="2108992"/>
            <a:ext cx="637499" cy="313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panda</a:t>
            </a:r>
          </a:p>
        </p:txBody>
      </p:sp>
      <p:sp>
        <p:nvSpPr>
          <p:cNvPr id="76" name="text-44 (Ailurus">
            <a:extLst xmlns:a="http://schemas.openxmlformats.org/drawingml/2006/main">
              <a:ext uri="{FF2B5EF4-FFF2-40B4-BE49-F238E27FC236}">
                <a16:creationId xmlns:a16="http://schemas.microsoft.com/office/drawing/2014/main" id="{6254A292-CDA5-459C-94D1-B3AF53E5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0043" y="2108890"/>
            <a:ext cx="859487" cy="313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(Ailurus</a:t>
            </a:r>
          </a:p>
        </p:txBody>
      </p:sp>
      <p:sp>
        <p:nvSpPr>
          <p:cNvPr id="77" name="text-45 fulgens),">
            <a:extLst xmlns:a="http://schemas.openxmlformats.org/drawingml/2006/main">
              <a:ext uri="{FF2B5EF4-FFF2-40B4-BE49-F238E27FC236}">
                <a16:creationId xmlns:a16="http://schemas.microsoft.com/office/drawing/2014/main" id="{754D5F37-62BF-4BF0-84BE-235C3A9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7361" y="2377524"/>
            <a:ext cx="944977" cy="314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fulgens),</a:t>
            </a:r>
          </a:p>
        </p:txBody>
      </p:sp>
      <p:sp>
        <p:nvSpPr>
          <p:cNvPr id="78" name="text-45 also">
            <a:extLst xmlns:a="http://schemas.openxmlformats.org/drawingml/2006/main">
              <a:ext uri="{FF2B5EF4-FFF2-40B4-BE49-F238E27FC236}">
                <a16:creationId xmlns:a16="http://schemas.microsoft.com/office/drawing/2014/main" id="{97BCF099-4FEA-4A91-80A2-D563806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9103" y="2378206"/>
            <a:ext cx="442234" cy="313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also</a:t>
            </a:r>
          </a:p>
        </p:txBody>
      </p:sp>
      <p:sp>
        <p:nvSpPr>
          <p:cNvPr id="79" name="text-45 known">
            <a:extLst xmlns:a="http://schemas.openxmlformats.org/drawingml/2006/main">
              <a:ext uri="{FF2B5EF4-FFF2-40B4-BE49-F238E27FC236}">
                <a16:creationId xmlns:a16="http://schemas.microsoft.com/office/drawing/2014/main" id="{CD551492-A19F-4669-9266-3C998F39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23" y="2377654"/>
            <a:ext cx="667071" cy="313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known</a:t>
            </a:r>
          </a:p>
        </p:txBody>
      </p:sp>
      <p:sp>
        <p:nvSpPr>
          <p:cNvPr id="80" name="text-45 as">
            <a:extLst xmlns:a="http://schemas.openxmlformats.org/drawingml/2006/main">
              <a:ext uri="{FF2B5EF4-FFF2-40B4-BE49-F238E27FC236}">
                <a16:creationId xmlns:a16="http://schemas.microsoft.com/office/drawing/2014/main" id="{76662F8A-8C8A-48E0-90CC-8B1E63A3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626" y="2378498"/>
            <a:ext cx="263105" cy="31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81" name="text-45 ......">
            <a:extLst xmlns:a="http://schemas.openxmlformats.org/drawingml/2006/main">
              <a:ext uri="{FF2B5EF4-FFF2-40B4-BE49-F238E27FC236}">
                <a16:creationId xmlns:a16="http://schemas.microsoft.com/office/drawing/2014/main" id="{6BCDB0D3-1EC7-4A2A-843F-EE4B8047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3916" y="2377024"/>
            <a:ext cx="376213" cy="31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......</a:t>
            </a:r>
          </a:p>
        </p:txBody>
      </p:sp>
      <p:sp>
        <p:nvSpPr>
          <p:cNvPr id="82" name="text-46 Content:">
            <a:extLst xmlns:a="http://schemas.openxmlformats.org/drawingml/2006/main">
              <a:ext uri="{FF2B5EF4-FFF2-40B4-BE49-F238E27FC236}">
                <a16:creationId xmlns:a16="http://schemas.microsoft.com/office/drawing/2014/main" id="{594B8174-75CE-4AF8-8221-7CCF14D1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635" y="2837131"/>
            <a:ext cx="965353" cy="31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Content:</a:t>
            </a:r>
          </a:p>
        </p:txBody>
      </p:sp>
      <p:sp>
        <p:nvSpPr>
          <p:cNvPr id="83" name="text-47 Paris">
            <a:extLst xmlns:a="http://schemas.openxmlformats.org/drawingml/2006/main">
              <a:ext uri="{FF2B5EF4-FFF2-40B4-BE49-F238E27FC236}">
                <a16:creationId xmlns:a16="http://schemas.microsoft.com/office/drawing/2014/main" id="{309C7521-6CC3-442B-A73D-F4B38634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6425" y="2837644"/>
            <a:ext cx="550102" cy="313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Paris</a:t>
            </a:r>
          </a:p>
        </p:txBody>
      </p:sp>
      <p:sp>
        <p:nvSpPr>
          <p:cNvPr id="84" name="text-47 is">
            <a:extLst xmlns:a="http://schemas.openxmlformats.org/drawingml/2006/main">
              <a:ext uri="{FF2B5EF4-FFF2-40B4-BE49-F238E27FC236}">
                <a16:creationId xmlns:a16="http://schemas.microsoft.com/office/drawing/2014/main" id="{5299468A-7CF3-4792-9128-D9D9250B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3643" y="2837851"/>
            <a:ext cx="211580" cy="312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85" name="text-47 the">
            <a:extLst xmlns:a="http://schemas.openxmlformats.org/drawingml/2006/main">
              <a:ext uri="{FF2B5EF4-FFF2-40B4-BE49-F238E27FC236}">
                <a16:creationId xmlns:a16="http://schemas.microsoft.com/office/drawing/2014/main" id="{116E0447-56EE-4928-B6BE-5BE9E796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2375" y="2837323"/>
            <a:ext cx="397894" cy="31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6" name="text-47 capital">
            <a:extLst xmlns:a="http://schemas.openxmlformats.org/drawingml/2006/main">
              <a:ext uri="{FF2B5EF4-FFF2-40B4-BE49-F238E27FC236}">
                <a16:creationId xmlns:a16="http://schemas.microsoft.com/office/drawing/2014/main" id="{49922704-05C6-4499-9F2E-FD77B7B8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8283" y="2837441"/>
            <a:ext cx="733543" cy="31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capital</a:t>
            </a:r>
          </a:p>
        </p:txBody>
      </p:sp>
      <p:sp>
        <p:nvSpPr>
          <p:cNvPr id="87" name="text-48 and">
            <a:extLst xmlns:a="http://schemas.openxmlformats.org/drawingml/2006/main">
              <a:ext uri="{FF2B5EF4-FFF2-40B4-BE49-F238E27FC236}">
                <a16:creationId xmlns:a16="http://schemas.microsoft.com/office/drawing/2014/main" id="{AB7BA4BC-620C-4880-AA74-2045F297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635" y="3106551"/>
            <a:ext cx="403310" cy="3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88" name="text-48 most">
            <a:extLst xmlns:a="http://schemas.openxmlformats.org/drawingml/2006/main">
              <a:ext uri="{FF2B5EF4-FFF2-40B4-BE49-F238E27FC236}">
                <a16:creationId xmlns:a16="http://schemas.microsoft.com/office/drawing/2014/main" id="{199C6D46-6FC2-4323-A078-70C2FC73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1027" y="3106816"/>
            <a:ext cx="545465" cy="312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most</a:t>
            </a:r>
          </a:p>
        </p:txBody>
      </p:sp>
      <p:sp>
        <p:nvSpPr>
          <p:cNvPr id="89" name="text-48 populous">
            <a:extLst xmlns:a="http://schemas.openxmlformats.org/drawingml/2006/main">
              <a:ext uri="{FF2B5EF4-FFF2-40B4-BE49-F238E27FC236}">
                <a16:creationId xmlns:a16="http://schemas.microsoft.com/office/drawing/2014/main" id="{BF904B3C-B10A-4025-B687-3577626F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3762" y="3106263"/>
            <a:ext cx="918917" cy="313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populous</a:t>
            </a:r>
          </a:p>
        </p:txBody>
      </p:sp>
      <p:sp>
        <p:nvSpPr>
          <p:cNvPr id="90" name="text-48 city">
            <a:extLst xmlns:a="http://schemas.openxmlformats.org/drawingml/2006/main">
              <a:ext uri="{FF2B5EF4-FFF2-40B4-BE49-F238E27FC236}">
                <a16:creationId xmlns:a16="http://schemas.microsoft.com/office/drawing/2014/main" id="{CD398C67-417E-41B6-9F88-562279AC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9727" y="3106482"/>
            <a:ext cx="439959" cy="313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city</a:t>
            </a:r>
          </a:p>
        </p:txBody>
      </p:sp>
      <p:sp>
        <p:nvSpPr>
          <p:cNvPr id="91" name="text-48 of">
            <a:extLst xmlns:a="http://schemas.openxmlformats.org/drawingml/2006/main">
              <a:ext uri="{FF2B5EF4-FFF2-40B4-BE49-F238E27FC236}">
                <a16:creationId xmlns:a16="http://schemas.microsoft.com/office/drawing/2014/main" id="{ABB416C0-0072-4A3A-AE8E-792E6871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7106" y="3106888"/>
            <a:ext cx="271284" cy="312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2" name="text-49 ......">
            <a:extLst xmlns:a="http://schemas.openxmlformats.org/drawingml/2006/main">
              <a:ext uri="{FF2B5EF4-FFF2-40B4-BE49-F238E27FC236}">
                <a16:creationId xmlns:a16="http://schemas.microsoft.com/office/drawing/2014/main" id="{28FBF9FC-BE99-4170-9DC5-9E40FE2F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6360" y="3105551"/>
            <a:ext cx="376213" cy="31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......</a:t>
            </a:r>
          </a:p>
        </p:txBody>
      </p:sp>
      <p:sp>
        <p:nvSpPr>
          <p:cNvPr id="93" name="text-50 Content:">
            <a:extLst xmlns:a="http://schemas.openxmlformats.org/drawingml/2006/main">
              <a:ext uri="{FF2B5EF4-FFF2-40B4-BE49-F238E27FC236}">
                <a16:creationId xmlns:a16="http://schemas.microsoft.com/office/drawing/2014/main" id="{21630E59-D146-4CEF-A02C-844C470B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635" y="3583591"/>
            <a:ext cx="965353" cy="31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Content:</a:t>
            </a:r>
          </a:p>
        </p:txBody>
      </p:sp>
      <p:sp>
        <p:nvSpPr>
          <p:cNvPr id="94" name="text-51 The">
            <a:extLst xmlns:a="http://schemas.openxmlformats.org/drawingml/2006/main">
              <a:ext uri="{FF2B5EF4-FFF2-40B4-BE49-F238E27FC236}">
                <a16:creationId xmlns:a16="http://schemas.microsoft.com/office/drawing/2014/main" id="{1E3B1139-807A-4BCD-A3CD-69B2AA9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6425" y="3583573"/>
            <a:ext cx="445005" cy="313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5" name="text-51 Great">
            <a:extLst xmlns:a="http://schemas.openxmlformats.org/drawingml/2006/main">
              <a:ext uri="{FF2B5EF4-FFF2-40B4-BE49-F238E27FC236}">
                <a16:creationId xmlns:a16="http://schemas.microsoft.com/office/drawing/2014/main" id="{C9892102-EC06-4760-BA8B-EBD1B0C4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9407" y="3583736"/>
            <a:ext cx="643072" cy="3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Great</a:t>
            </a:r>
          </a:p>
        </p:txBody>
      </p:sp>
      <p:sp>
        <p:nvSpPr>
          <p:cNvPr id="96" name="text-51 Wall">
            <a:extLst xmlns:a="http://schemas.openxmlformats.org/drawingml/2006/main">
              <a:ext uri="{FF2B5EF4-FFF2-40B4-BE49-F238E27FC236}">
                <a16:creationId xmlns:a16="http://schemas.microsoft.com/office/drawing/2014/main" id="{44CCE68E-2616-47D8-A53A-403E5210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651" y="3583733"/>
            <a:ext cx="510531" cy="31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Wall</a:t>
            </a:r>
          </a:p>
        </p:txBody>
      </p:sp>
      <p:sp>
        <p:nvSpPr>
          <p:cNvPr id="97" name="text-51 of">
            <a:extLst xmlns:a="http://schemas.openxmlformats.org/drawingml/2006/main">
              <a:ext uri="{FF2B5EF4-FFF2-40B4-BE49-F238E27FC236}">
                <a16:creationId xmlns:a16="http://schemas.microsoft.com/office/drawing/2014/main" id="{90E7D1E4-4253-4F0B-A199-457D6062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7640" y="3584353"/>
            <a:ext cx="271284" cy="312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8" name="text-52 China">
            <a:extLst xmlns:a="http://schemas.openxmlformats.org/drawingml/2006/main">
              <a:ext uri="{FF2B5EF4-FFF2-40B4-BE49-F238E27FC236}">
                <a16:creationId xmlns:a16="http://schemas.microsoft.com/office/drawing/2014/main" id="{EDDC4687-2D86-457C-82B2-E54C38B6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635" y="3852242"/>
            <a:ext cx="600643" cy="3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China</a:t>
            </a:r>
          </a:p>
        </p:txBody>
      </p:sp>
      <p:sp>
        <p:nvSpPr>
          <p:cNvPr id="99" name="text-52 is">
            <a:extLst xmlns:a="http://schemas.openxmlformats.org/drawingml/2006/main">
              <a:ext uri="{FF2B5EF4-FFF2-40B4-BE49-F238E27FC236}">
                <a16:creationId xmlns:a16="http://schemas.microsoft.com/office/drawing/2014/main" id="{0E2A231C-1267-4043-B54B-65836C4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8290" y="3853305"/>
            <a:ext cx="211580" cy="312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100" name="text-52 a">
            <a:extLst xmlns:a="http://schemas.openxmlformats.org/drawingml/2006/main">
              <a:ext uri="{FF2B5EF4-FFF2-40B4-BE49-F238E27FC236}">
                <a16:creationId xmlns:a16="http://schemas.microsoft.com/office/drawing/2014/main" id="{251D922D-93D2-4C5E-B6B0-224400EA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022" y="3853741"/>
            <a:ext cx="154291" cy="31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01" name="text-52 series">
            <a:extLst xmlns:a="http://schemas.openxmlformats.org/drawingml/2006/main">
              <a:ext uri="{FF2B5EF4-FFF2-40B4-BE49-F238E27FC236}">
                <a16:creationId xmlns:a16="http://schemas.microsoft.com/office/drawing/2014/main" id="{243100E8-D04B-475E-87EE-3A744E9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594" y="3852622"/>
            <a:ext cx="674597" cy="313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series</a:t>
            </a:r>
          </a:p>
        </p:txBody>
      </p:sp>
      <p:sp>
        <p:nvSpPr>
          <p:cNvPr id="102" name="text-52 of">
            <a:extLst xmlns:a="http://schemas.openxmlformats.org/drawingml/2006/main">
              <a:ext uri="{FF2B5EF4-FFF2-40B4-BE49-F238E27FC236}">
                <a16:creationId xmlns:a16="http://schemas.microsoft.com/office/drawing/2014/main" id="{8D5F22E3-AF49-479E-B473-51FF2AA5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0221" y="3853348"/>
            <a:ext cx="271284" cy="312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03" name="text-53 ......">
            <a:extLst xmlns:a="http://schemas.openxmlformats.org/drawingml/2006/main">
              <a:ext uri="{FF2B5EF4-FFF2-40B4-BE49-F238E27FC236}">
                <a16:creationId xmlns:a16="http://schemas.microsoft.com/office/drawing/2014/main" id="{680E8C7B-6368-4303-92FB-81B7AC5F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9478" y="3852011"/>
            <a:ext cx="376213" cy="31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......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9A90B4C-F950-4505-A904-F98074B91B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49d9026344683"/>
          <a:stretch xmlns:a="http://schemas.openxmlformats.org/drawingml/2006/main"/>
        </p:blipFill>
        <p:spPr>
          <a:xfrm xmlns:a="http://schemas.openxmlformats.org/drawingml/2006/main">
            <a:off x="2929741" y="2865515"/>
            <a:ext cx="788154" cy="492596"/>
          </a:xfrm>
          <a:prstGeom xmlns:a="http://schemas.openxmlformats.org/drawingml/2006/main" prst="rect">
            <a:avLst/>
          </a:prstGeom>
        </p:spPr>
      </p:pic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DC5E0E7-5F0D-4278-A00C-A8F2E9AE0D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0e064bad143ef"/>
          <a:stretch xmlns:a="http://schemas.openxmlformats.org/drawingml/2006/main"/>
        </p:blipFill>
        <p:spPr>
          <a:xfrm xmlns:a="http://schemas.openxmlformats.org/drawingml/2006/main">
            <a:off x="8013851" y="616888"/>
            <a:ext cx="703869" cy="703869"/>
          </a:xfrm>
          <a:prstGeom xmlns:a="http://schemas.openxmlformats.org/drawingml/2006/main" prst="rect">
            <a:avLst/>
          </a:prstGeom>
        </p:spPr>
      </p:pic>
      <p:sp>
        <p:nvSpPr>
          <p:cNvPr id="106" name="text-56 Data">
            <a:extLst xmlns:a="http://schemas.openxmlformats.org/drawingml/2006/main">
              <a:ext uri="{FF2B5EF4-FFF2-40B4-BE49-F238E27FC236}">
                <a16:creationId xmlns:a16="http://schemas.microsoft.com/office/drawing/2014/main" id="{76470A28-4B79-4D40-B84E-C4BB053A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1519" y="778157"/>
            <a:ext cx="752304" cy="439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2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2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472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107" name="text-56 Cluster">
            <a:extLst xmlns:a="http://schemas.openxmlformats.org/drawingml/2006/main">
              <a:ext uri="{FF2B5EF4-FFF2-40B4-BE49-F238E27FC236}">
                <a16:creationId xmlns:a16="http://schemas.microsoft.com/office/drawing/2014/main" id="{6D664F82-D340-4184-8E4B-511CAD7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0570" y="777972"/>
            <a:ext cx="1119088" cy="439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474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5DCABF-705B-45D6-A6E3-4945D0B221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0bf2bdae5473e"/>
          <a:stretch xmlns:a="http://schemas.openxmlformats.org/drawingml/2006/main"/>
        </p:blipFill>
        <p:spPr>
          <a:xfrm xmlns:a="http://schemas.openxmlformats.org/drawingml/2006/main">
            <a:off x="7190167" y="2416235"/>
            <a:ext cx="537989" cy="655905"/>
          </a:xfrm>
          <a:prstGeom xmlns:a="http://schemas.openxmlformats.org/drawingml/2006/main" prst="rect">
            <a:avLst/>
          </a:prstGeom>
        </p:spPr>
      </p:pic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15E6A6A-8D07-491B-AFFA-3BA4ADEB29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6d8394dd64cb4"/>
          <a:stretch xmlns:a="http://schemas.openxmlformats.org/drawingml/2006/main"/>
        </p:blipFill>
        <p:spPr>
          <a:xfrm xmlns:a="http://schemas.openxmlformats.org/drawingml/2006/main">
            <a:off x="12345896" y="2425201"/>
            <a:ext cx="537989" cy="655905"/>
          </a:xfrm>
          <a:prstGeom xmlns:a="http://schemas.openxmlformats.org/drawingml/2006/main" prst="rect">
            <a:avLst/>
          </a:prstGeom>
        </p:spPr>
      </p:pic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C7CF59D-CD97-4A0F-9E74-5A87DF25A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0640842a34bb3"/>
          <a:stretch xmlns:a="http://schemas.openxmlformats.org/drawingml/2006/main"/>
        </p:blipFill>
        <p:spPr>
          <a:xfrm xmlns:a="http://schemas.openxmlformats.org/drawingml/2006/main">
            <a:off x="13216655" y="596713"/>
            <a:ext cx="724044" cy="724044"/>
          </a:xfrm>
          <a:prstGeom xmlns:a="http://schemas.openxmlformats.org/drawingml/2006/main" prst="rect">
            <a:avLst/>
          </a:prstGeom>
        </p:spPr>
      </p:pic>
      <p:sp>
        <p:nvSpPr>
          <p:cNvPr id="111" name="text-60 Combine">
            <a:extLst xmlns:a="http://schemas.openxmlformats.org/drawingml/2006/main">
              <a:ext uri="{FF2B5EF4-FFF2-40B4-BE49-F238E27FC236}">
                <a16:creationId xmlns:a16="http://schemas.microsoft.com/office/drawing/2014/main" id="{5965AE24-B12F-4672-9A26-D845CEB0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2766" y="783585"/>
            <a:ext cx="1265838" cy="43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3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3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pPr>
            <a:r>
              <a:rPr sz="2473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rPr>
              <a:t>Combine</a:t>
            </a:r>
          </a:p>
        </p:txBody>
      </p:sp>
      <p:sp>
        <p:nvSpPr>
          <p:cNvPr id="112" name="path-61">
            <a:extLst xmlns:a="http://schemas.openxmlformats.org/drawingml/2006/main">
              <a:ext uri="{FF2B5EF4-FFF2-40B4-BE49-F238E27FC236}">
                <a16:creationId xmlns:a16="http://schemas.microsoft.com/office/drawing/2014/main" id="{F3837F0B-289B-477A-84E0-6A22AFC2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958" y="2963866"/>
            <a:ext cx="2106004" cy="1375235"/>
          </a:xfrm>
          <a:custGeom xmlns:a="http://schemas.openxmlformats.org/drawingml/2006/main">
            <a:pathLst>
              <a:path w="1872004" h="1222431">
                <a:moveTo>
                  <a:pt x="0" y="1063007"/>
                </a:moveTo>
                <a:lnTo>
                  <a:pt x="0" y="983305"/>
                </a:lnTo>
                <a:lnTo>
                  <a:pt x="19925" y="983305"/>
                </a:lnTo>
                <a:lnTo>
                  <a:pt x="19925" y="1063007"/>
                </a:lnTo>
                <a:lnTo>
                  <a:pt x="0" y="1063007"/>
                </a:lnTo>
                <a:moveTo>
                  <a:pt x="0" y="923528"/>
                </a:moveTo>
                <a:lnTo>
                  <a:pt x="0" y="843827"/>
                </a:lnTo>
                <a:lnTo>
                  <a:pt x="19925" y="843827"/>
                </a:lnTo>
                <a:lnTo>
                  <a:pt x="19925" y="923528"/>
                </a:lnTo>
                <a:lnTo>
                  <a:pt x="0" y="923528"/>
                </a:lnTo>
                <a:moveTo>
                  <a:pt x="0" y="784050"/>
                </a:moveTo>
                <a:lnTo>
                  <a:pt x="0" y="704348"/>
                </a:lnTo>
                <a:lnTo>
                  <a:pt x="19925" y="704348"/>
                </a:lnTo>
                <a:lnTo>
                  <a:pt x="19925" y="784050"/>
                </a:lnTo>
                <a:lnTo>
                  <a:pt x="0" y="784050"/>
                </a:lnTo>
                <a:moveTo>
                  <a:pt x="0" y="644571"/>
                </a:moveTo>
                <a:lnTo>
                  <a:pt x="0" y="564869"/>
                </a:lnTo>
                <a:lnTo>
                  <a:pt x="19925" y="564869"/>
                </a:lnTo>
                <a:lnTo>
                  <a:pt x="19925" y="644571"/>
                </a:lnTo>
                <a:lnTo>
                  <a:pt x="0" y="644571"/>
                </a:lnTo>
                <a:moveTo>
                  <a:pt x="0" y="505093"/>
                </a:moveTo>
                <a:lnTo>
                  <a:pt x="0" y="425390"/>
                </a:lnTo>
                <a:lnTo>
                  <a:pt x="19925" y="425390"/>
                </a:lnTo>
                <a:lnTo>
                  <a:pt x="19925" y="505093"/>
                </a:lnTo>
                <a:lnTo>
                  <a:pt x="0" y="505093"/>
                </a:lnTo>
                <a:moveTo>
                  <a:pt x="0" y="365614"/>
                </a:moveTo>
                <a:lnTo>
                  <a:pt x="0" y="285911"/>
                </a:lnTo>
                <a:lnTo>
                  <a:pt x="19925" y="285911"/>
                </a:lnTo>
                <a:lnTo>
                  <a:pt x="19925" y="365614"/>
                </a:lnTo>
                <a:lnTo>
                  <a:pt x="0" y="365614"/>
                </a:lnTo>
                <a:moveTo>
                  <a:pt x="0" y="226135"/>
                </a:moveTo>
                <a:lnTo>
                  <a:pt x="0" y="159305"/>
                </a:lnTo>
                <a:lnTo>
                  <a:pt x="199" y="151235"/>
                </a:lnTo>
                <a:lnTo>
                  <a:pt x="617" y="145696"/>
                </a:lnTo>
                <a:lnTo>
                  <a:pt x="20484" y="147210"/>
                </a:lnTo>
                <a:lnTo>
                  <a:pt x="20085" y="152490"/>
                </a:lnTo>
                <a:lnTo>
                  <a:pt x="20104" y="151992"/>
                </a:lnTo>
                <a:lnTo>
                  <a:pt x="19906" y="159683"/>
                </a:lnTo>
                <a:lnTo>
                  <a:pt x="19925" y="159424"/>
                </a:lnTo>
                <a:lnTo>
                  <a:pt x="19925" y="226135"/>
                </a:lnTo>
                <a:lnTo>
                  <a:pt x="0" y="226135"/>
                </a:lnTo>
                <a:moveTo>
                  <a:pt x="18450" y="84962"/>
                </a:moveTo>
                <a:lnTo>
                  <a:pt x="19228" y="83429"/>
                </a:lnTo>
                <a:lnTo>
                  <a:pt x="23075" y="76754"/>
                </a:lnTo>
                <a:lnTo>
                  <a:pt x="27219" y="70278"/>
                </a:lnTo>
                <a:lnTo>
                  <a:pt x="31661" y="64021"/>
                </a:lnTo>
                <a:lnTo>
                  <a:pt x="36404" y="58003"/>
                </a:lnTo>
                <a:lnTo>
                  <a:pt x="41405" y="52225"/>
                </a:lnTo>
                <a:lnTo>
                  <a:pt x="46686" y="46686"/>
                </a:lnTo>
                <a:lnTo>
                  <a:pt x="52224" y="41406"/>
                </a:lnTo>
                <a:lnTo>
                  <a:pt x="58004" y="36404"/>
                </a:lnTo>
                <a:lnTo>
                  <a:pt x="64021" y="31682"/>
                </a:lnTo>
                <a:lnTo>
                  <a:pt x="70277" y="27239"/>
                </a:lnTo>
                <a:lnTo>
                  <a:pt x="75816" y="23672"/>
                </a:lnTo>
                <a:lnTo>
                  <a:pt x="86576" y="40449"/>
                </a:lnTo>
                <a:lnTo>
                  <a:pt x="81236" y="43876"/>
                </a:lnTo>
                <a:lnTo>
                  <a:pt x="81615" y="43598"/>
                </a:lnTo>
                <a:lnTo>
                  <a:pt x="75757" y="47782"/>
                </a:lnTo>
                <a:lnTo>
                  <a:pt x="76136" y="47483"/>
                </a:lnTo>
                <a:lnTo>
                  <a:pt x="70495" y="51926"/>
                </a:lnTo>
                <a:lnTo>
                  <a:pt x="70876" y="51627"/>
                </a:lnTo>
                <a:lnTo>
                  <a:pt x="65435" y="56330"/>
                </a:lnTo>
                <a:lnTo>
                  <a:pt x="65793" y="55991"/>
                </a:lnTo>
                <a:lnTo>
                  <a:pt x="60613" y="60952"/>
                </a:lnTo>
                <a:lnTo>
                  <a:pt x="60933" y="60614"/>
                </a:lnTo>
                <a:lnTo>
                  <a:pt x="55990" y="65794"/>
                </a:lnTo>
                <a:lnTo>
                  <a:pt x="56309" y="65456"/>
                </a:lnTo>
                <a:lnTo>
                  <a:pt x="51607" y="70875"/>
                </a:lnTo>
                <a:lnTo>
                  <a:pt x="51926" y="70517"/>
                </a:lnTo>
                <a:lnTo>
                  <a:pt x="47482" y="76156"/>
                </a:lnTo>
                <a:lnTo>
                  <a:pt x="47761" y="75777"/>
                </a:lnTo>
                <a:lnTo>
                  <a:pt x="43597" y="81635"/>
                </a:lnTo>
                <a:lnTo>
                  <a:pt x="43876" y="81236"/>
                </a:lnTo>
                <a:lnTo>
                  <a:pt x="39970" y="87294"/>
                </a:lnTo>
                <a:lnTo>
                  <a:pt x="40230" y="86895"/>
                </a:lnTo>
                <a:lnTo>
                  <a:pt x="36623" y="93152"/>
                </a:lnTo>
                <a:lnTo>
                  <a:pt x="36862" y="92713"/>
                </a:lnTo>
                <a:lnTo>
                  <a:pt x="36185" y="94048"/>
                </a:lnTo>
                <a:lnTo>
                  <a:pt x="18450" y="84962"/>
                </a:lnTo>
                <a:moveTo>
                  <a:pt x="135713" y="1754"/>
                </a:moveTo>
                <a:lnTo>
                  <a:pt x="143125" y="817"/>
                </a:lnTo>
                <a:lnTo>
                  <a:pt x="151215" y="199"/>
                </a:lnTo>
                <a:lnTo>
                  <a:pt x="159285" y="0"/>
                </a:lnTo>
                <a:lnTo>
                  <a:pt x="216571" y="0"/>
                </a:lnTo>
                <a:lnTo>
                  <a:pt x="216571" y="19926"/>
                </a:lnTo>
                <a:lnTo>
                  <a:pt x="159404" y="19926"/>
                </a:lnTo>
                <a:lnTo>
                  <a:pt x="159663" y="19926"/>
                </a:lnTo>
                <a:lnTo>
                  <a:pt x="151973" y="20125"/>
                </a:lnTo>
                <a:lnTo>
                  <a:pt x="152469" y="20085"/>
                </a:lnTo>
                <a:lnTo>
                  <a:pt x="144878" y="20663"/>
                </a:lnTo>
                <a:lnTo>
                  <a:pt x="145396" y="20623"/>
                </a:lnTo>
                <a:lnTo>
                  <a:pt x="138224" y="21520"/>
                </a:lnTo>
                <a:lnTo>
                  <a:pt x="135713" y="1754"/>
                </a:lnTo>
                <a:moveTo>
                  <a:pt x="276346" y="0"/>
                </a:moveTo>
                <a:lnTo>
                  <a:pt x="356049" y="0"/>
                </a:lnTo>
                <a:lnTo>
                  <a:pt x="356049" y="19926"/>
                </a:lnTo>
                <a:lnTo>
                  <a:pt x="276346" y="19926"/>
                </a:lnTo>
                <a:lnTo>
                  <a:pt x="276346" y="0"/>
                </a:lnTo>
                <a:moveTo>
                  <a:pt x="415826" y="0"/>
                </a:moveTo>
                <a:lnTo>
                  <a:pt x="495527" y="0"/>
                </a:lnTo>
                <a:lnTo>
                  <a:pt x="495527" y="19926"/>
                </a:lnTo>
                <a:lnTo>
                  <a:pt x="415826" y="19926"/>
                </a:lnTo>
                <a:lnTo>
                  <a:pt x="415826" y="0"/>
                </a:lnTo>
                <a:moveTo>
                  <a:pt x="555305" y="0"/>
                </a:moveTo>
                <a:lnTo>
                  <a:pt x="635007" y="0"/>
                </a:lnTo>
                <a:lnTo>
                  <a:pt x="635007" y="19926"/>
                </a:lnTo>
                <a:lnTo>
                  <a:pt x="555305" y="19926"/>
                </a:lnTo>
                <a:lnTo>
                  <a:pt x="555305" y="0"/>
                </a:lnTo>
                <a:moveTo>
                  <a:pt x="694783" y="0"/>
                </a:moveTo>
                <a:lnTo>
                  <a:pt x="774485" y="0"/>
                </a:lnTo>
                <a:lnTo>
                  <a:pt x="774485" y="19926"/>
                </a:lnTo>
                <a:lnTo>
                  <a:pt x="694783" y="19926"/>
                </a:lnTo>
                <a:lnTo>
                  <a:pt x="694783" y="0"/>
                </a:lnTo>
                <a:moveTo>
                  <a:pt x="834263" y="0"/>
                </a:moveTo>
                <a:lnTo>
                  <a:pt x="913963" y="0"/>
                </a:lnTo>
                <a:lnTo>
                  <a:pt x="913963" y="19926"/>
                </a:lnTo>
                <a:lnTo>
                  <a:pt x="834263" y="19926"/>
                </a:lnTo>
                <a:lnTo>
                  <a:pt x="834263" y="0"/>
                </a:lnTo>
                <a:moveTo>
                  <a:pt x="973741" y="0"/>
                </a:moveTo>
                <a:lnTo>
                  <a:pt x="1053443" y="0"/>
                </a:lnTo>
                <a:lnTo>
                  <a:pt x="1053443" y="19926"/>
                </a:lnTo>
                <a:lnTo>
                  <a:pt x="973741" y="19926"/>
                </a:lnTo>
                <a:lnTo>
                  <a:pt x="973741" y="0"/>
                </a:lnTo>
                <a:moveTo>
                  <a:pt x="1113219" y="0"/>
                </a:moveTo>
                <a:lnTo>
                  <a:pt x="1192921" y="0"/>
                </a:lnTo>
                <a:lnTo>
                  <a:pt x="1192921" y="19926"/>
                </a:lnTo>
                <a:lnTo>
                  <a:pt x="1113219" y="19926"/>
                </a:lnTo>
                <a:lnTo>
                  <a:pt x="1113219" y="0"/>
                </a:lnTo>
                <a:moveTo>
                  <a:pt x="1252699" y="0"/>
                </a:moveTo>
                <a:lnTo>
                  <a:pt x="1332400" y="0"/>
                </a:lnTo>
                <a:lnTo>
                  <a:pt x="1332400" y="19926"/>
                </a:lnTo>
                <a:lnTo>
                  <a:pt x="1252699" y="19926"/>
                </a:lnTo>
                <a:lnTo>
                  <a:pt x="1252699" y="0"/>
                </a:lnTo>
                <a:moveTo>
                  <a:pt x="1392177" y="0"/>
                </a:moveTo>
                <a:lnTo>
                  <a:pt x="1471880" y="0"/>
                </a:lnTo>
                <a:lnTo>
                  <a:pt x="1471880" y="19926"/>
                </a:lnTo>
                <a:lnTo>
                  <a:pt x="1392177" y="19926"/>
                </a:lnTo>
                <a:lnTo>
                  <a:pt x="1392177" y="0"/>
                </a:lnTo>
                <a:moveTo>
                  <a:pt x="1531655" y="0"/>
                </a:moveTo>
                <a:lnTo>
                  <a:pt x="1611358" y="0"/>
                </a:lnTo>
                <a:lnTo>
                  <a:pt x="1611358" y="19926"/>
                </a:lnTo>
                <a:lnTo>
                  <a:pt x="1531655" y="19926"/>
                </a:lnTo>
                <a:lnTo>
                  <a:pt x="1531655" y="0"/>
                </a:lnTo>
                <a:moveTo>
                  <a:pt x="1671135" y="0"/>
                </a:moveTo>
                <a:lnTo>
                  <a:pt x="1712699" y="0"/>
                </a:lnTo>
                <a:lnTo>
                  <a:pt x="1720768" y="199"/>
                </a:lnTo>
                <a:lnTo>
                  <a:pt x="1728858" y="817"/>
                </a:lnTo>
                <a:lnTo>
                  <a:pt x="1736829" y="1833"/>
                </a:lnTo>
                <a:lnTo>
                  <a:pt x="1744698" y="3228"/>
                </a:lnTo>
                <a:lnTo>
                  <a:pt x="1752410" y="5021"/>
                </a:lnTo>
                <a:lnTo>
                  <a:pt x="1753148" y="5220"/>
                </a:lnTo>
                <a:lnTo>
                  <a:pt x="1747708" y="24389"/>
                </a:lnTo>
                <a:lnTo>
                  <a:pt x="1747209" y="24250"/>
                </a:lnTo>
                <a:lnTo>
                  <a:pt x="1747687" y="24369"/>
                </a:lnTo>
                <a:lnTo>
                  <a:pt x="1740454" y="22715"/>
                </a:lnTo>
                <a:lnTo>
                  <a:pt x="1740932" y="22815"/>
                </a:lnTo>
                <a:lnTo>
                  <a:pt x="1733581" y="21500"/>
                </a:lnTo>
                <a:lnTo>
                  <a:pt x="1734079" y="21560"/>
                </a:lnTo>
                <a:lnTo>
                  <a:pt x="1726607" y="20623"/>
                </a:lnTo>
                <a:lnTo>
                  <a:pt x="1727104" y="20663"/>
                </a:lnTo>
                <a:lnTo>
                  <a:pt x="1719513" y="20085"/>
                </a:lnTo>
                <a:lnTo>
                  <a:pt x="1720012" y="20125"/>
                </a:lnTo>
                <a:lnTo>
                  <a:pt x="1712320" y="19926"/>
                </a:lnTo>
                <a:lnTo>
                  <a:pt x="1712578" y="19926"/>
                </a:lnTo>
                <a:lnTo>
                  <a:pt x="1671135" y="19926"/>
                </a:lnTo>
                <a:lnTo>
                  <a:pt x="1671135" y="0"/>
                </a:lnTo>
                <a:moveTo>
                  <a:pt x="1809875" y="33176"/>
                </a:moveTo>
                <a:lnTo>
                  <a:pt x="1813980" y="36404"/>
                </a:lnTo>
                <a:lnTo>
                  <a:pt x="1819758" y="41406"/>
                </a:lnTo>
                <a:lnTo>
                  <a:pt x="1825298" y="46686"/>
                </a:lnTo>
                <a:lnTo>
                  <a:pt x="1830579" y="52225"/>
                </a:lnTo>
                <a:lnTo>
                  <a:pt x="1835580" y="58003"/>
                </a:lnTo>
                <a:lnTo>
                  <a:pt x="1840321" y="64021"/>
                </a:lnTo>
                <a:lnTo>
                  <a:pt x="1844766" y="70278"/>
                </a:lnTo>
                <a:lnTo>
                  <a:pt x="1848910" y="76754"/>
                </a:lnTo>
                <a:lnTo>
                  <a:pt x="1852755" y="83429"/>
                </a:lnTo>
                <a:lnTo>
                  <a:pt x="1856262" y="90303"/>
                </a:lnTo>
                <a:lnTo>
                  <a:pt x="1859469" y="97356"/>
                </a:lnTo>
                <a:lnTo>
                  <a:pt x="1860547" y="100126"/>
                </a:lnTo>
                <a:lnTo>
                  <a:pt x="1842016" y="107419"/>
                </a:lnTo>
                <a:lnTo>
                  <a:pt x="1841018" y="104908"/>
                </a:lnTo>
                <a:lnTo>
                  <a:pt x="1841198" y="105347"/>
                </a:lnTo>
                <a:lnTo>
                  <a:pt x="1838209" y="98731"/>
                </a:lnTo>
                <a:lnTo>
                  <a:pt x="1838428" y="99170"/>
                </a:lnTo>
                <a:lnTo>
                  <a:pt x="1835120" y="92713"/>
                </a:lnTo>
                <a:lnTo>
                  <a:pt x="1835361" y="93152"/>
                </a:lnTo>
                <a:lnTo>
                  <a:pt x="1831753" y="86895"/>
                </a:lnTo>
                <a:lnTo>
                  <a:pt x="1832012" y="87294"/>
                </a:lnTo>
                <a:lnTo>
                  <a:pt x="1828126" y="81236"/>
                </a:lnTo>
                <a:lnTo>
                  <a:pt x="1828386" y="81635"/>
                </a:lnTo>
                <a:lnTo>
                  <a:pt x="1824221" y="75777"/>
                </a:lnTo>
                <a:lnTo>
                  <a:pt x="1824501" y="76156"/>
                </a:lnTo>
                <a:lnTo>
                  <a:pt x="1820077" y="70517"/>
                </a:lnTo>
                <a:lnTo>
                  <a:pt x="1820375" y="70875"/>
                </a:lnTo>
                <a:lnTo>
                  <a:pt x="1815673" y="65456"/>
                </a:lnTo>
                <a:lnTo>
                  <a:pt x="1815992" y="65794"/>
                </a:lnTo>
                <a:lnTo>
                  <a:pt x="1811051" y="60614"/>
                </a:lnTo>
                <a:lnTo>
                  <a:pt x="1811390" y="60952"/>
                </a:lnTo>
                <a:lnTo>
                  <a:pt x="1806189" y="55991"/>
                </a:lnTo>
                <a:lnTo>
                  <a:pt x="1806547" y="56330"/>
                </a:lnTo>
                <a:lnTo>
                  <a:pt x="1801127" y="51627"/>
                </a:lnTo>
                <a:lnTo>
                  <a:pt x="1801487" y="51926"/>
                </a:lnTo>
                <a:lnTo>
                  <a:pt x="1797561" y="48838"/>
                </a:lnTo>
                <a:lnTo>
                  <a:pt x="1809875" y="33176"/>
                </a:lnTo>
                <a:moveTo>
                  <a:pt x="1872004" y="162174"/>
                </a:moveTo>
                <a:lnTo>
                  <a:pt x="1872004" y="241876"/>
                </a:lnTo>
                <a:lnTo>
                  <a:pt x="1852079" y="241876"/>
                </a:lnTo>
                <a:lnTo>
                  <a:pt x="1852079" y="162174"/>
                </a:lnTo>
                <a:lnTo>
                  <a:pt x="1872004" y="162174"/>
                </a:lnTo>
                <a:moveTo>
                  <a:pt x="1872004" y="301653"/>
                </a:moveTo>
                <a:lnTo>
                  <a:pt x="1872004" y="381355"/>
                </a:lnTo>
                <a:lnTo>
                  <a:pt x="1852079" y="381355"/>
                </a:lnTo>
                <a:lnTo>
                  <a:pt x="1852079" y="301653"/>
                </a:lnTo>
                <a:lnTo>
                  <a:pt x="1872004" y="301653"/>
                </a:lnTo>
                <a:moveTo>
                  <a:pt x="1872004" y="441132"/>
                </a:moveTo>
                <a:lnTo>
                  <a:pt x="1872004" y="520833"/>
                </a:lnTo>
                <a:lnTo>
                  <a:pt x="1852079" y="520833"/>
                </a:lnTo>
                <a:lnTo>
                  <a:pt x="1852079" y="441132"/>
                </a:lnTo>
                <a:lnTo>
                  <a:pt x="1872004" y="441132"/>
                </a:lnTo>
                <a:moveTo>
                  <a:pt x="1872004" y="580610"/>
                </a:moveTo>
                <a:lnTo>
                  <a:pt x="1872004" y="660312"/>
                </a:lnTo>
                <a:lnTo>
                  <a:pt x="1852079" y="660312"/>
                </a:lnTo>
                <a:lnTo>
                  <a:pt x="1852079" y="580610"/>
                </a:lnTo>
                <a:lnTo>
                  <a:pt x="1872004" y="580610"/>
                </a:lnTo>
                <a:moveTo>
                  <a:pt x="1872004" y="720089"/>
                </a:moveTo>
                <a:lnTo>
                  <a:pt x="1872004" y="799791"/>
                </a:lnTo>
                <a:lnTo>
                  <a:pt x="1852079" y="799791"/>
                </a:lnTo>
                <a:lnTo>
                  <a:pt x="1852079" y="720089"/>
                </a:lnTo>
                <a:lnTo>
                  <a:pt x="1872004" y="720089"/>
                </a:lnTo>
                <a:moveTo>
                  <a:pt x="1872004" y="859567"/>
                </a:moveTo>
                <a:lnTo>
                  <a:pt x="1872004" y="939269"/>
                </a:lnTo>
                <a:lnTo>
                  <a:pt x="1852079" y="939269"/>
                </a:lnTo>
                <a:lnTo>
                  <a:pt x="1852079" y="859567"/>
                </a:lnTo>
                <a:lnTo>
                  <a:pt x="1872004" y="859567"/>
                </a:lnTo>
                <a:moveTo>
                  <a:pt x="1872004" y="999046"/>
                </a:moveTo>
                <a:lnTo>
                  <a:pt x="1872004" y="1063127"/>
                </a:lnTo>
                <a:lnTo>
                  <a:pt x="1871785" y="1071196"/>
                </a:lnTo>
                <a:lnTo>
                  <a:pt x="1871166" y="1079306"/>
                </a:lnTo>
                <a:lnTo>
                  <a:pt x="1871086" y="1079964"/>
                </a:lnTo>
                <a:lnTo>
                  <a:pt x="1851320" y="1077453"/>
                </a:lnTo>
                <a:lnTo>
                  <a:pt x="1851379" y="1077035"/>
                </a:lnTo>
                <a:lnTo>
                  <a:pt x="1851320" y="1077533"/>
                </a:lnTo>
                <a:lnTo>
                  <a:pt x="1851899" y="1069941"/>
                </a:lnTo>
                <a:lnTo>
                  <a:pt x="1851878" y="1070439"/>
                </a:lnTo>
                <a:lnTo>
                  <a:pt x="1852079" y="1062748"/>
                </a:lnTo>
                <a:lnTo>
                  <a:pt x="1852079" y="1063007"/>
                </a:lnTo>
                <a:lnTo>
                  <a:pt x="1852079" y="999046"/>
                </a:lnTo>
                <a:lnTo>
                  <a:pt x="1872004" y="999046"/>
                </a:lnTo>
                <a:moveTo>
                  <a:pt x="1851997" y="1140318"/>
                </a:moveTo>
                <a:lnTo>
                  <a:pt x="1848910" y="1145678"/>
                </a:lnTo>
                <a:lnTo>
                  <a:pt x="1844766" y="1152154"/>
                </a:lnTo>
                <a:lnTo>
                  <a:pt x="1840321" y="1158410"/>
                </a:lnTo>
                <a:lnTo>
                  <a:pt x="1835580" y="1164428"/>
                </a:lnTo>
                <a:lnTo>
                  <a:pt x="1830579" y="1170207"/>
                </a:lnTo>
                <a:lnTo>
                  <a:pt x="1825298" y="1175746"/>
                </a:lnTo>
                <a:lnTo>
                  <a:pt x="1819758" y="1181026"/>
                </a:lnTo>
                <a:lnTo>
                  <a:pt x="1813980" y="1186028"/>
                </a:lnTo>
                <a:lnTo>
                  <a:pt x="1807962" y="1190750"/>
                </a:lnTo>
                <a:lnTo>
                  <a:pt x="1801706" y="1195193"/>
                </a:lnTo>
                <a:lnTo>
                  <a:pt x="1795249" y="1199357"/>
                </a:lnTo>
                <a:lnTo>
                  <a:pt x="1793397" y="1200413"/>
                </a:lnTo>
                <a:lnTo>
                  <a:pt x="1783455" y="1183138"/>
                </a:lnTo>
                <a:lnTo>
                  <a:pt x="1785109" y="1182201"/>
                </a:lnTo>
                <a:lnTo>
                  <a:pt x="1784690" y="1182441"/>
                </a:lnTo>
                <a:lnTo>
                  <a:pt x="1790768" y="1178555"/>
                </a:lnTo>
                <a:lnTo>
                  <a:pt x="1790367" y="1178814"/>
                </a:lnTo>
                <a:lnTo>
                  <a:pt x="1796226" y="1174650"/>
                </a:lnTo>
                <a:lnTo>
                  <a:pt x="1795848" y="1174949"/>
                </a:lnTo>
                <a:lnTo>
                  <a:pt x="1801487" y="1170505"/>
                </a:lnTo>
                <a:lnTo>
                  <a:pt x="1801127" y="1170805"/>
                </a:lnTo>
                <a:lnTo>
                  <a:pt x="1806547" y="1166101"/>
                </a:lnTo>
                <a:lnTo>
                  <a:pt x="1806189" y="1166441"/>
                </a:lnTo>
                <a:lnTo>
                  <a:pt x="1811390" y="1161479"/>
                </a:lnTo>
                <a:lnTo>
                  <a:pt x="1811051" y="1161818"/>
                </a:lnTo>
                <a:lnTo>
                  <a:pt x="1815992" y="1156617"/>
                </a:lnTo>
                <a:lnTo>
                  <a:pt x="1815673" y="1156976"/>
                </a:lnTo>
                <a:lnTo>
                  <a:pt x="1820375" y="1151556"/>
                </a:lnTo>
                <a:lnTo>
                  <a:pt x="1820077" y="1151915"/>
                </a:lnTo>
                <a:lnTo>
                  <a:pt x="1824501" y="1146276"/>
                </a:lnTo>
                <a:lnTo>
                  <a:pt x="1824221" y="1146655"/>
                </a:lnTo>
                <a:lnTo>
                  <a:pt x="1828386" y="1140796"/>
                </a:lnTo>
                <a:lnTo>
                  <a:pt x="1828126" y="1141195"/>
                </a:lnTo>
                <a:lnTo>
                  <a:pt x="1832012" y="1135137"/>
                </a:lnTo>
                <a:lnTo>
                  <a:pt x="1831753" y="1135536"/>
                </a:lnTo>
                <a:lnTo>
                  <a:pt x="1834721" y="1130375"/>
                </a:lnTo>
                <a:lnTo>
                  <a:pt x="1851997" y="1140318"/>
                </a:lnTo>
                <a:moveTo>
                  <a:pt x="1733560" y="1221016"/>
                </a:moveTo>
                <a:lnTo>
                  <a:pt x="1728858" y="1221614"/>
                </a:lnTo>
                <a:lnTo>
                  <a:pt x="1720768" y="1222232"/>
                </a:lnTo>
                <a:lnTo>
                  <a:pt x="1712699" y="1222431"/>
                </a:lnTo>
                <a:lnTo>
                  <a:pt x="1652664" y="1222431"/>
                </a:lnTo>
                <a:lnTo>
                  <a:pt x="1652664" y="1202506"/>
                </a:lnTo>
                <a:lnTo>
                  <a:pt x="1712578" y="1202506"/>
                </a:lnTo>
                <a:lnTo>
                  <a:pt x="1712320" y="1202506"/>
                </a:lnTo>
                <a:lnTo>
                  <a:pt x="1720012" y="1202306"/>
                </a:lnTo>
                <a:lnTo>
                  <a:pt x="1719513" y="1202346"/>
                </a:lnTo>
                <a:lnTo>
                  <a:pt x="1727104" y="1201769"/>
                </a:lnTo>
                <a:lnTo>
                  <a:pt x="1726607" y="1201809"/>
                </a:lnTo>
                <a:lnTo>
                  <a:pt x="1731050" y="1201251"/>
                </a:lnTo>
                <a:lnTo>
                  <a:pt x="1733560" y="1221016"/>
                </a:lnTo>
                <a:moveTo>
                  <a:pt x="1592886" y="1222431"/>
                </a:moveTo>
                <a:lnTo>
                  <a:pt x="1513184" y="1222431"/>
                </a:lnTo>
                <a:lnTo>
                  <a:pt x="1513184" y="1202506"/>
                </a:lnTo>
                <a:lnTo>
                  <a:pt x="1592886" y="1202506"/>
                </a:lnTo>
                <a:lnTo>
                  <a:pt x="1592886" y="1222431"/>
                </a:lnTo>
                <a:moveTo>
                  <a:pt x="1453408" y="1222431"/>
                </a:moveTo>
                <a:lnTo>
                  <a:pt x="1373705" y="1222431"/>
                </a:lnTo>
                <a:lnTo>
                  <a:pt x="1373705" y="1202506"/>
                </a:lnTo>
                <a:lnTo>
                  <a:pt x="1453408" y="1202506"/>
                </a:lnTo>
                <a:lnTo>
                  <a:pt x="1453408" y="1222431"/>
                </a:lnTo>
                <a:moveTo>
                  <a:pt x="1313930" y="1222431"/>
                </a:moveTo>
                <a:lnTo>
                  <a:pt x="1234227" y="1222431"/>
                </a:lnTo>
                <a:lnTo>
                  <a:pt x="1234227" y="1202506"/>
                </a:lnTo>
                <a:lnTo>
                  <a:pt x="1313930" y="1202506"/>
                </a:lnTo>
                <a:lnTo>
                  <a:pt x="1313930" y="1222431"/>
                </a:lnTo>
                <a:moveTo>
                  <a:pt x="1174450" y="1222431"/>
                </a:moveTo>
                <a:lnTo>
                  <a:pt x="1094749" y="1222431"/>
                </a:lnTo>
                <a:lnTo>
                  <a:pt x="1094749" y="1202506"/>
                </a:lnTo>
                <a:lnTo>
                  <a:pt x="1174450" y="1202506"/>
                </a:lnTo>
                <a:lnTo>
                  <a:pt x="1174450" y="1222431"/>
                </a:lnTo>
                <a:moveTo>
                  <a:pt x="1034972" y="1222431"/>
                </a:moveTo>
                <a:lnTo>
                  <a:pt x="955269" y="1222431"/>
                </a:lnTo>
                <a:lnTo>
                  <a:pt x="955269" y="1202506"/>
                </a:lnTo>
                <a:lnTo>
                  <a:pt x="1034972" y="1202506"/>
                </a:lnTo>
                <a:lnTo>
                  <a:pt x="1034972" y="1222431"/>
                </a:lnTo>
                <a:moveTo>
                  <a:pt x="895494" y="1222431"/>
                </a:moveTo>
                <a:lnTo>
                  <a:pt x="815791" y="1222431"/>
                </a:lnTo>
                <a:lnTo>
                  <a:pt x="815791" y="1202506"/>
                </a:lnTo>
                <a:lnTo>
                  <a:pt x="895494" y="1202506"/>
                </a:lnTo>
                <a:lnTo>
                  <a:pt x="895494" y="1222431"/>
                </a:lnTo>
                <a:moveTo>
                  <a:pt x="756014" y="1222431"/>
                </a:moveTo>
                <a:lnTo>
                  <a:pt x="676313" y="1222431"/>
                </a:lnTo>
                <a:lnTo>
                  <a:pt x="676313" y="1202506"/>
                </a:lnTo>
                <a:lnTo>
                  <a:pt x="756014" y="1202506"/>
                </a:lnTo>
                <a:lnTo>
                  <a:pt x="756014" y="1222431"/>
                </a:lnTo>
                <a:moveTo>
                  <a:pt x="616536" y="1222431"/>
                </a:moveTo>
                <a:lnTo>
                  <a:pt x="536833" y="1222431"/>
                </a:lnTo>
                <a:lnTo>
                  <a:pt x="536833" y="1202506"/>
                </a:lnTo>
                <a:lnTo>
                  <a:pt x="616536" y="1202506"/>
                </a:lnTo>
                <a:lnTo>
                  <a:pt x="616536" y="1222431"/>
                </a:lnTo>
                <a:moveTo>
                  <a:pt x="477058" y="1222431"/>
                </a:moveTo>
                <a:lnTo>
                  <a:pt x="397355" y="1222431"/>
                </a:lnTo>
                <a:lnTo>
                  <a:pt x="397355" y="1202506"/>
                </a:lnTo>
                <a:lnTo>
                  <a:pt x="477058" y="1202506"/>
                </a:lnTo>
                <a:lnTo>
                  <a:pt x="477058" y="1222431"/>
                </a:lnTo>
                <a:moveTo>
                  <a:pt x="337577" y="1222431"/>
                </a:moveTo>
                <a:lnTo>
                  <a:pt x="257877" y="1222431"/>
                </a:lnTo>
                <a:lnTo>
                  <a:pt x="257877" y="1202506"/>
                </a:lnTo>
                <a:lnTo>
                  <a:pt x="337577" y="1202506"/>
                </a:lnTo>
                <a:lnTo>
                  <a:pt x="337577" y="1222431"/>
                </a:lnTo>
                <a:moveTo>
                  <a:pt x="198099" y="1222431"/>
                </a:moveTo>
                <a:lnTo>
                  <a:pt x="159285" y="1222431"/>
                </a:lnTo>
                <a:lnTo>
                  <a:pt x="151215" y="1222232"/>
                </a:lnTo>
                <a:lnTo>
                  <a:pt x="143125" y="1221614"/>
                </a:lnTo>
                <a:lnTo>
                  <a:pt x="135155" y="1220598"/>
                </a:lnTo>
                <a:lnTo>
                  <a:pt x="127304" y="1219204"/>
                </a:lnTo>
                <a:lnTo>
                  <a:pt x="119572" y="1217410"/>
                </a:lnTo>
                <a:lnTo>
                  <a:pt x="116185" y="1216454"/>
                </a:lnTo>
                <a:lnTo>
                  <a:pt x="121625" y="1197285"/>
                </a:lnTo>
                <a:lnTo>
                  <a:pt x="124773" y="1198182"/>
                </a:lnTo>
                <a:lnTo>
                  <a:pt x="124295" y="1198062"/>
                </a:lnTo>
                <a:lnTo>
                  <a:pt x="131528" y="1199716"/>
                </a:lnTo>
                <a:lnTo>
                  <a:pt x="131050" y="1199617"/>
                </a:lnTo>
                <a:lnTo>
                  <a:pt x="138403" y="1200932"/>
                </a:lnTo>
                <a:lnTo>
                  <a:pt x="137905" y="1200872"/>
                </a:lnTo>
                <a:lnTo>
                  <a:pt x="145396" y="1201809"/>
                </a:lnTo>
                <a:lnTo>
                  <a:pt x="144878" y="1201769"/>
                </a:lnTo>
                <a:lnTo>
                  <a:pt x="152469" y="1202346"/>
                </a:lnTo>
                <a:lnTo>
                  <a:pt x="151973" y="1202306"/>
                </a:lnTo>
                <a:lnTo>
                  <a:pt x="159663" y="1202506"/>
                </a:lnTo>
                <a:lnTo>
                  <a:pt x="159404" y="1202506"/>
                </a:lnTo>
                <a:lnTo>
                  <a:pt x="198099" y="1202506"/>
                </a:lnTo>
                <a:lnTo>
                  <a:pt x="198099" y="1222431"/>
                </a:lnTo>
                <a:moveTo>
                  <a:pt x="59956" y="1187561"/>
                </a:moveTo>
                <a:lnTo>
                  <a:pt x="58004" y="1186028"/>
                </a:lnTo>
                <a:lnTo>
                  <a:pt x="52224" y="1181026"/>
                </a:lnTo>
                <a:lnTo>
                  <a:pt x="46686" y="1175746"/>
                </a:lnTo>
                <a:lnTo>
                  <a:pt x="41405" y="1170207"/>
                </a:lnTo>
                <a:lnTo>
                  <a:pt x="36404" y="1164428"/>
                </a:lnTo>
                <a:lnTo>
                  <a:pt x="31661" y="1158410"/>
                </a:lnTo>
                <a:lnTo>
                  <a:pt x="27219" y="1152154"/>
                </a:lnTo>
                <a:lnTo>
                  <a:pt x="23075" y="1145678"/>
                </a:lnTo>
                <a:lnTo>
                  <a:pt x="19228" y="1139003"/>
                </a:lnTo>
                <a:lnTo>
                  <a:pt x="15721" y="1132129"/>
                </a:lnTo>
                <a:lnTo>
                  <a:pt x="12513" y="1125076"/>
                </a:lnTo>
                <a:lnTo>
                  <a:pt x="10422" y="1119755"/>
                </a:lnTo>
                <a:lnTo>
                  <a:pt x="28972" y="1112442"/>
                </a:lnTo>
                <a:lnTo>
                  <a:pt x="30964" y="1117523"/>
                </a:lnTo>
                <a:lnTo>
                  <a:pt x="30785" y="1117085"/>
                </a:lnTo>
                <a:lnTo>
                  <a:pt x="33773" y="1123701"/>
                </a:lnTo>
                <a:lnTo>
                  <a:pt x="33554" y="1123262"/>
                </a:lnTo>
                <a:lnTo>
                  <a:pt x="36862" y="1129717"/>
                </a:lnTo>
                <a:lnTo>
                  <a:pt x="36623" y="1129279"/>
                </a:lnTo>
                <a:lnTo>
                  <a:pt x="40230" y="1135536"/>
                </a:lnTo>
                <a:lnTo>
                  <a:pt x="39970" y="1135137"/>
                </a:lnTo>
                <a:lnTo>
                  <a:pt x="43876" y="1141195"/>
                </a:lnTo>
                <a:lnTo>
                  <a:pt x="43597" y="1140796"/>
                </a:lnTo>
                <a:lnTo>
                  <a:pt x="47761" y="1146655"/>
                </a:lnTo>
                <a:lnTo>
                  <a:pt x="47482" y="1146276"/>
                </a:lnTo>
                <a:lnTo>
                  <a:pt x="51926" y="1151915"/>
                </a:lnTo>
                <a:lnTo>
                  <a:pt x="51607" y="1151556"/>
                </a:lnTo>
                <a:lnTo>
                  <a:pt x="56309" y="1156976"/>
                </a:lnTo>
                <a:lnTo>
                  <a:pt x="55990" y="1156617"/>
                </a:lnTo>
                <a:lnTo>
                  <a:pt x="60933" y="1161818"/>
                </a:lnTo>
                <a:lnTo>
                  <a:pt x="60613" y="1161479"/>
                </a:lnTo>
                <a:lnTo>
                  <a:pt x="65793" y="1166441"/>
                </a:lnTo>
                <a:lnTo>
                  <a:pt x="65435" y="1166101"/>
                </a:lnTo>
                <a:lnTo>
                  <a:pt x="70876" y="1170805"/>
                </a:lnTo>
                <a:lnTo>
                  <a:pt x="70495" y="1170505"/>
                </a:lnTo>
                <a:lnTo>
                  <a:pt x="72270" y="1171900"/>
                </a:lnTo>
                <a:lnTo>
                  <a:pt x="59956" y="1187561"/>
                </a:lnTo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62">
            <a:extLst xmlns:a="http://schemas.openxmlformats.org/drawingml/2006/main">
              <a:ext uri="{FF2B5EF4-FFF2-40B4-BE49-F238E27FC236}">
                <a16:creationId xmlns:a16="http://schemas.microsoft.com/office/drawing/2014/main" id="{0A114C7C-CED4-4327-8CF0-605C43B8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801" y="1473188"/>
            <a:ext cx="2106003" cy="1375235"/>
          </a:xfrm>
          <a:custGeom xmlns:a="http://schemas.openxmlformats.org/drawingml/2006/main">
            <a:pathLst>
              <a:path w="1872003" h="1222431">
                <a:moveTo>
                  <a:pt x="0" y="1063007"/>
                </a:moveTo>
                <a:lnTo>
                  <a:pt x="0" y="983305"/>
                </a:lnTo>
                <a:lnTo>
                  <a:pt x="19925" y="983305"/>
                </a:lnTo>
                <a:lnTo>
                  <a:pt x="19925" y="1063007"/>
                </a:lnTo>
                <a:lnTo>
                  <a:pt x="0" y="1063007"/>
                </a:lnTo>
                <a:moveTo>
                  <a:pt x="0" y="923528"/>
                </a:moveTo>
                <a:lnTo>
                  <a:pt x="0" y="843826"/>
                </a:lnTo>
                <a:lnTo>
                  <a:pt x="19925" y="843826"/>
                </a:lnTo>
                <a:lnTo>
                  <a:pt x="19925" y="923528"/>
                </a:lnTo>
                <a:lnTo>
                  <a:pt x="0" y="923528"/>
                </a:lnTo>
                <a:moveTo>
                  <a:pt x="0" y="784050"/>
                </a:moveTo>
                <a:lnTo>
                  <a:pt x="0" y="704347"/>
                </a:lnTo>
                <a:lnTo>
                  <a:pt x="19925" y="704347"/>
                </a:lnTo>
                <a:lnTo>
                  <a:pt x="19925" y="784050"/>
                </a:lnTo>
                <a:lnTo>
                  <a:pt x="0" y="784050"/>
                </a:lnTo>
                <a:moveTo>
                  <a:pt x="0" y="644571"/>
                </a:moveTo>
                <a:lnTo>
                  <a:pt x="0" y="564869"/>
                </a:lnTo>
                <a:lnTo>
                  <a:pt x="19925" y="564869"/>
                </a:lnTo>
                <a:lnTo>
                  <a:pt x="19925" y="644571"/>
                </a:lnTo>
                <a:lnTo>
                  <a:pt x="0" y="644571"/>
                </a:lnTo>
                <a:moveTo>
                  <a:pt x="0" y="505092"/>
                </a:moveTo>
                <a:lnTo>
                  <a:pt x="0" y="425390"/>
                </a:lnTo>
                <a:lnTo>
                  <a:pt x="19925" y="425390"/>
                </a:lnTo>
                <a:lnTo>
                  <a:pt x="19925" y="505092"/>
                </a:lnTo>
                <a:lnTo>
                  <a:pt x="0" y="505092"/>
                </a:lnTo>
                <a:moveTo>
                  <a:pt x="0" y="365613"/>
                </a:moveTo>
                <a:lnTo>
                  <a:pt x="0" y="285911"/>
                </a:lnTo>
                <a:lnTo>
                  <a:pt x="19925" y="285911"/>
                </a:lnTo>
                <a:lnTo>
                  <a:pt x="19925" y="365613"/>
                </a:lnTo>
                <a:lnTo>
                  <a:pt x="0" y="365613"/>
                </a:lnTo>
                <a:moveTo>
                  <a:pt x="0" y="226135"/>
                </a:moveTo>
                <a:lnTo>
                  <a:pt x="0" y="159305"/>
                </a:lnTo>
                <a:lnTo>
                  <a:pt x="198" y="151235"/>
                </a:lnTo>
                <a:lnTo>
                  <a:pt x="617" y="145695"/>
                </a:lnTo>
                <a:lnTo>
                  <a:pt x="20483" y="147210"/>
                </a:lnTo>
                <a:lnTo>
                  <a:pt x="20085" y="152490"/>
                </a:lnTo>
                <a:lnTo>
                  <a:pt x="20105" y="151992"/>
                </a:lnTo>
                <a:lnTo>
                  <a:pt x="19905" y="159683"/>
                </a:lnTo>
                <a:lnTo>
                  <a:pt x="19925" y="159424"/>
                </a:lnTo>
                <a:lnTo>
                  <a:pt x="19925" y="226135"/>
                </a:lnTo>
                <a:lnTo>
                  <a:pt x="0" y="226135"/>
                </a:lnTo>
                <a:moveTo>
                  <a:pt x="18451" y="84962"/>
                </a:moveTo>
                <a:lnTo>
                  <a:pt x="19228" y="83428"/>
                </a:lnTo>
                <a:lnTo>
                  <a:pt x="23074" y="76753"/>
                </a:lnTo>
                <a:lnTo>
                  <a:pt x="27218" y="70277"/>
                </a:lnTo>
                <a:lnTo>
                  <a:pt x="31662" y="64021"/>
                </a:lnTo>
                <a:lnTo>
                  <a:pt x="36403" y="58003"/>
                </a:lnTo>
                <a:lnTo>
                  <a:pt x="41404" y="52225"/>
                </a:lnTo>
                <a:lnTo>
                  <a:pt x="46685" y="46685"/>
                </a:lnTo>
                <a:lnTo>
                  <a:pt x="52225" y="41405"/>
                </a:lnTo>
                <a:lnTo>
                  <a:pt x="58003" y="36404"/>
                </a:lnTo>
                <a:lnTo>
                  <a:pt x="64020" y="31681"/>
                </a:lnTo>
                <a:lnTo>
                  <a:pt x="70278" y="27238"/>
                </a:lnTo>
                <a:lnTo>
                  <a:pt x="75816" y="23672"/>
                </a:lnTo>
                <a:lnTo>
                  <a:pt x="86576" y="40449"/>
                </a:lnTo>
                <a:lnTo>
                  <a:pt x="81218" y="43876"/>
                </a:lnTo>
                <a:lnTo>
                  <a:pt x="81614" y="43617"/>
                </a:lnTo>
                <a:lnTo>
                  <a:pt x="75757" y="47781"/>
                </a:lnTo>
                <a:lnTo>
                  <a:pt x="76156" y="47482"/>
                </a:lnTo>
                <a:lnTo>
                  <a:pt x="70496" y="51926"/>
                </a:lnTo>
                <a:lnTo>
                  <a:pt x="70875" y="51627"/>
                </a:lnTo>
                <a:lnTo>
                  <a:pt x="65436" y="56330"/>
                </a:lnTo>
                <a:lnTo>
                  <a:pt x="65794" y="55991"/>
                </a:lnTo>
                <a:lnTo>
                  <a:pt x="60614" y="60952"/>
                </a:lnTo>
                <a:lnTo>
                  <a:pt x="60933" y="60613"/>
                </a:lnTo>
                <a:lnTo>
                  <a:pt x="55991" y="65794"/>
                </a:lnTo>
                <a:lnTo>
                  <a:pt x="56310" y="65455"/>
                </a:lnTo>
                <a:lnTo>
                  <a:pt x="51608" y="70875"/>
                </a:lnTo>
                <a:lnTo>
                  <a:pt x="51925" y="70516"/>
                </a:lnTo>
                <a:lnTo>
                  <a:pt x="47482" y="76155"/>
                </a:lnTo>
                <a:lnTo>
                  <a:pt x="47762" y="75777"/>
                </a:lnTo>
                <a:lnTo>
                  <a:pt x="43598" y="81635"/>
                </a:lnTo>
                <a:lnTo>
                  <a:pt x="43876" y="81236"/>
                </a:lnTo>
                <a:lnTo>
                  <a:pt x="39971" y="87294"/>
                </a:lnTo>
                <a:lnTo>
                  <a:pt x="40231" y="86895"/>
                </a:lnTo>
                <a:lnTo>
                  <a:pt x="36622" y="93152"/>
                </a:lnTo>
                <a:lnTo>
                  <a:pt x="36863" y="92713"/>
                </a:lnTo>
                <a:lnTo>
                  <a:pt x="36185" y="94048"/>
                </a:lnTo>
                <a:lnTo>
                  <a:pt x="18451" y="84962"/>
                </a:lnTo>
                <a:moveTo>
                  <a:pt x="135694" y="1753"/>
                </a:moveTo>
                <a:lnTo>
                  <a:pt x="143125" y="817"/>
                </a:lnTo>
                <a:lnTo>
                  <a:pt x="151215" y="199"/>
                </a:lnTo>
                <a:lnTo>
                  <a:pt x="159285" y="0"/>
                </a:lnTo>
                <a:lnTo>
                  <a:pt x="216570" y="0"/>
                </a:lnTo>
                <a:lnTo>
                  <a:pt x="216570" y="19926"/>
                </a:lnTo>
                <a:lnTo>
                  <a:pt x="159403" y="19926"/>
                </a:lnTo>
                <a:lnTo>
                  <a:pt x="159663" y="19926"/>
                </a:lnTo>
                <a:lnTo>
                  <a:pt x="151972" y="20124"/>
                </a:lnTo>
                <a:lnTo>
                  <a:pt x="152470" y="20085"/>
                </a:lnTo>
                <a:lnTo>
                  <a:pt x="144879" y="20663"/>
                </a:lnTo>
                <a:lnTo>
                  <a:pt x="145397" y="20623"/>
                </a:lnTo>
                <a:lnTo>
                  <a:pt x="138223" y="21519"/>
                </a:lnTo>
                <a:lnTo>
                  <a:pt x="135694" y="1753"/>
                </a:lnTo>
                <a:moveTo>
                  <a:pt x="276347" y="0"/>
                </a:moveTo>
                <a:lnTo>
                  <a:pt x="356048" y="0"/>
                </a:lnTo>
                <a:lnTo>
                  <a:pt x="356048" y="19926"/>
                </a:lnTo>
                <a:lnTo>
                  <a:pt x="276347" y="19926"/>
                </a:lnTo>
                <a:lnTo>
                  <a:pt x="276347" y="0"/>
                </a:lnTo>
                <a:moveTo>
                  <a:pt x="415825" y="0"/>
                </a:moveTo>
                <a:lnTo>
                  <a:pt x="495528" y="0"/>
                </a:lnTo>
                <a:lnTo>
                  <a:pt x="495528" y="19926"/>
                </a:lnTo>
                <a:lnTo>
                  <a:pt x="415825" y="19926"/>
                </a:lnTo>
                <a:lnTo>
                  <a:pt x="415825" y="0"/>
                </a:lnTo>
                <a:moveTo>
                  <a:pt x="555304" y="0"/>
                </a:moveTo>
                <a:lnTo>
                  <a:pt x="635006" y="0"/>
                </a:lnTo>
                <a:lnTo>
                  <a:pt x="635006" y="19926"/>
                </a:lnTo>
                <a:lnTo>
                  <a:pt x="555304" y="19926"/>
                </a:lnTo>
                <a:lnTo>
                  <a:pt x="555304" y="0"/>
                </a:lnTo>
                <a:moveTo>
                  <a:pt x="694784" y="0"/>
                </a:moveTo>
                <a:lnTo>
                  <a:pt x="774484" y="0"/>
                </a:lnTo>
                <a:lnTo>
                  <a:pt x="774484" y="19926"/>
                </a:lnTo>
                <a:lnTo>
                  <a:pt x="694784" y="19926"/>
                </a:lnTo>
                <a:lnTo>
                  <a:pt x="694784" y="0"/>
                </a:lnTo>
                <a:moveTo>
                  <a:pt x="834262" y="0"/>
                </a:moveTo>
                <a:lnTo>
                  <a:pt x="913964" y="0"/>
                </a:lnTo>
                <a:lnTo>
                  <a:pt x="913964" y="19926"/>
                </a:lnTo>
                <a:lnTo>
                  <a:pt x="834262" y="19926"/>
                </a:lnTo>
                <a:lnTo>
                  <a:pt x="834262" y="0"/>
                </a:lnTo>
                <a:moveTo>
                  <a:pt x="973740" y="0"/>
                </a:moveTo>
                <a:lnTo>
                  <a:pt x="1053442" y="0"/>
                </a:lnTo>
                <a:lnTo>
                  <a:pt x="1053442" y="19926"/>
                </a:lnTo>
                <a:lnTo>
                  <a:pt x="973740" y="19926"/>
                </a:lnTo>
                <a:lnTo>
                  <a:pt x="973740" y="0"/>
                </a:lnTo>
                <a:moveTo>
                  <a:pt x="1113220" y="0"/>
                </a:moveTo>
                <a:lnTo>
                  <a:pt x="1192920" y="0"/>
                </a:lnTo>
                <a:lnTo>
                  <a:pt x="1192920" y="19926"/>
                </a:lnTo>
                <a:lnTo>
                  <a:pt x="1113220" y="19926"/>
                </a:lnTo>
                <a:lnTo>
                  <a:pt x="1113220" y="0"/>
                </a:lnTo>
                <a:moveTo>
                  <a:pt x="1252698" y="0"/>
                </a:moveTo>
                <a:lnTo>
                  <a:pt x="1332401" y="0"/>
                </a:lnTo>
                <a:lnTo>
                  <a:pt x="1332401" y="19926"/>
                </a:lnTo>
                <a:lnTo>
                  <a:pt x="1252698" y="19926"/>
                </a:lnTo>
                <a:lnTo>
                  <a:pt x="1252698" y="0"/>
                </a:lnTo>
                <a:moveTo>
                  <a:pt x="1392176" y="0"/>
                </a:moveTo>
                <a:lnTo>
                  <a:pt x="1471879" y="0"/>
                </a:lnTo>
                <a:lnTo>
                  <a:pt x="1471879" y="19926"/>
                </a:lnTo>
                <a:lnTo>
                  <a:pt x="1392176" y="19926"/>
                </a:lnTo>
                <a:lnTo>
                  <a:pt x="1392176" y="0"/>
                </a:lnTo>
                <a:moveTo>
                  <a:pt x="1531654" y="0"/>
                </a:moveTo>
                <a:lnTo>
                  <a:pt x="1611357" y="0"/>
                </a:lnTo>
                <a:lnTo>
                  <a:pt x="1611357" y="19926"/>
                </a:lnTo>
                <a:lnTo>
                  <a:pt x="1531654" y="19926"/>
                </a:lnTo>
                <a:lnTo>
                  <a:pt x="1531654" y="0"/>
                </a:lnTo>
                <a:moveTo>
                  <a:pt x="1671134" y="0"/>
                </a:moveTo>
                <a:lnTo>
                  <a:pt x="1712698" y="0"/>
                </a:lnTo>
                <a:lnTo>
                  <a:pt x="1720769" y="199"/>
                </a:lnTo>
                <a:lnTo>
                  <a:pt x="1728859" y="817"/>
                </a:lnTo>
                <a:lnTo>
                  <a:pt x="1736828" y="1833"/>
                </a:lnTo>
                <a:lnTo>
                  <a:pt x="1744699" y="3228"/>
                </a:lnTo>
                <a:lnTo>
                  <a:pt x="1752411" y="5021"/>
                </a:lnTo>
                <a:lnTo>
                  <a:pt x="1753147" y="5220"/>
                </a:lnTo>
                <a:lnTo>
                  <a:pt x="1747709" y="24389"/>
                </a:lnTo>
                <a:lnTo>
                  <a:pt x="1747210" y="24249"/>
                </a:lnTo>
                <a:lnTo>
                  <a:pt x="1747688" y="24369"/>
                </a:lnTo>
                <a:lnTo>
                  <a:pt x="1740455" y="22715"/>
                </a:lnTo>
                <a:lnTo>
                  <a:pt x="1740933" y="22814"/>
                </a:lnTo>
                <a:lnTo>
                  <a:pt x="1733582" y="21499"/>
                </a:lnTo>
                <a:lnTo>
                  <a:pt x="1734078" y="21559"/>
                </a:lnTo>
                <a:lnTo>
                  <a:pt x="1726606" y="20623"/>
                </a:lnTo>
                <a:lnTo>
                  <a:pt x="1727105" y="20663"/>
                </a:lnTo>
                <a:lnTo>
                  <a:pt x="1719514" y="20085"/>
                </a:lnTo>
                <a:lnTo>
                  <a:pt x="1720011" y="20124"/>
                </a:lnTo>
                <a:lnTo>
                  <a:pt x="1712319" y="19926"/>
                </a:lnTo>
                <a:lnTo>
                  <a:pt x="1712579" y="19926"/>
                </a:lnTo>
                <a:lnTo>
                  <a:pt x="1671134" y="19926"/>
                </a:lnTo>
                <a:lnTo>
                  <a:pt x="1671134" y="0"/>
                </a:lnTo>
                <a:moveTo>
                  <a:pt x="1809876" y="33176"/>
                </a:moveTo>
                <a:lnTo>
                  <a:pt x="1813979" y="36404"/>
                </a:lnTo>
                <a:lnTo>
                  <a:pt x="1819757" y="41405"/>
                </a:lnTo>
                <a:lnTo>
                  <a:pt x="1825297" y="46685"/>
                </a:lnTo>
                <a:lnTo>
                  <a:pt x="1830578" y="52225"/>
                </a:lnTo>
                <a:lnTo>
                  <a:pt x="1835579" y="58003"/>
                </a:lnTo>
                <a:lnTo>
                  <a:pt x="1840322" y="64021"/>
                </a:lnTo>
                <a:lnTo>
                  <a:pt x="1844765" y="70277"/>
                </a:lnTo>
                <a:lnTo>
                  <a:pt x="1848909" y="76753"/>
                </a:lnTo>
                <a:lnTo>
                  <a:pt x="1852754" y="83428"/>
                </a:lnTo>
                <a:lnTo>
                  <a:pt x="1856263" y="90303"/>
                </a:lnTo>
                <a:lnTo>
                  <a:pt x="1859470" y="97356"/>
                </a:lnTo>
                <a:lnTo>
                  <a:pt x="1860546" y="100126"/>
                </a:lnTo>
                <a:lnTo>
                  <a:pt x="1842015" y="107419"/>
                </a:lnTo>
                <a:lnTo>
                  <a:pt x="1841019" y="104908"/>
                </a:lnTo>
                <a:lnTo>
                  <a:pt x="1841199" y="105346"/>
                </a:lnTo>
                <a:lnTo>
                  <a:pt x="1838210" y="98731"/>
                </a:lnTo>
                <a:lnTo>
                  <a:pt x="1838429" y="99169"/>
                </a:lnTo>
                <a:lnTo>
                  <a:pt x="1835121" y="92713"/>
                </a:lnTo>
                <a:lnTo>
                  <a:pt x="1835360" y="93152"/>
                </a:lnTo>
                <a:lnTo>
                  <a:pt x="1831754" y="86895"/>
                </a:lnTo>
                <a:lnTo>
                  <a:pt x="1832013" y="87294"/>
                </a:lnTo>
                <a:lnTo>
                  <a:pt x="1828127" y="81236"/>
                </a:lnTo>
                <a:lnTo>
                  <a:pt x="1828387" y="81635"/>
                </a:lnTo>
                <a:lnTo>
                  <a:pt x="1824222" y="75777"/>
                </a:lnTo>
                <a:lnTo>
                  <a:pt x="1824500" y="76155"/>
                </a:lnTo>
                <a:lnTo>
                  <a:pt x="1820078" y="70516"/>
                </a:lnTo>
                <a:lnTo>
                  <a:pt x="1820376" y="70875"/>
                </a:lnTo>
                <a:lnTo>
                  <a:pt x="1815674" y="65455"/>
                </a:lnTo>
                <a:lnTo>
                  <a:pt x="1815993" y="65794"/>
                </a:lnTo>
                <a:lnTo>
                  <a:pt x="1811052" y="60613"/>
                </a:lnTo>
                <a:lnTo>
                  <a:pt x="1811389" y="60952"/>
                </a:lnTo>
                <a:lnTo>
                  <a:pt x="1806190" y="55991"/>
                </a:lnTo>
                <a:lnTo>
                  <a:pt x="1806548" y="56330"/>
                </a:lnTo>
                <a:lnTo>
                  <a:pt x="1801128" y="51627"/>
                </a:lnTo>
                <a:lnTo>
                  <a:pt x="1801486" y="51926"/>
                </a:lnTo>
                <a:lnTo>
                  <a:pt x="1797563" y="48837"/>
                </a:lnTo>
                <a:lnTo>
                  <a:pt x="1809876" y="33176"/>
                </a:lnTo>
                <a:moveTo>
                  <a:pt x="1872003" y="162174"/>
                </a:moveTo>
                <a:lnTo>
                  <a:pt x="1872003" y="241876"/>
                </a:lnTo>
                <a:lnTo>
                  <a:pt x="1852078" y="241876"/>
                </a:lnTo>
                <a:lnTo>
                  <a:pt x="1852078" y="162174"/>
                </a:lnTo>
                <a:lnTo>
                  <a:pt x="1872003" y="162174"/>
                </a:lnTo>
                <a:moveTo>
                  <a:pt x="1872003" y="301653"/>
                </a:moveTo>
                <a:lnTo>
                  <a:pt x="1872003" y="381355"/>
                </a:lnTo>
                <a:lnTo>
                  <a:pt x="1852078" y="381355"/>
                </a:lnTo>
                <a:lnTo>
                  <a:pt x="1852078" y="301653"/>
                </a:lnTo>
                <a:lnTo>
                  <a:pt x="1872003" y="301653"/>
                </a:lnTo>
                <a:moveTo>
                  <a:pt x="1872003" y="441131"/>
                </a:moveTo>
                <a:lnTo>
                  <a:pt x="1872003" y="520833"/>
                </a:lnTo>
                <a:lnTo>
                  <a:pt x="1852078" y="520833"/>
                </a:lnTo>
                <a:lnTo>
                  <a:pt x="1852078" y="441131"/>
                </a:lnTo>
                <a:lnTo>
                  <a:pt x="1872003" y="441131"/>
                </a:lnTo>
                <a:moveTo>
                  <a:pt x="1872003" y="580610"/>
                </a:moveTo>
                <a:lnTo>
                  <a:pt x="1872003" y="660312"/>
                </a:lnTo>
                <a:lnTo>
                  <a:pt x="1852078" y="660312"/>
                </a:lnTo>
                <a:lnTo>
                  <a:pt x="1852078" y="580610"/>
                </a:lnTo>
                <a:lnTo>
                  <a:pt x="1872003" y="580610"/>
                </a:lnTo>
                <a:moveTo>
                  <a:pt x="1872003" y="720088"/>
                </a:moveTo>
                <a:lnTo>
                  <a:pt x="1872003" y="799791"/>
                </a:lnTo>
                <a:lnTo>
                  <a:pt x="1852078" y="799791"/>
                </a:lnTo>
                <a:lnTo>
                  <a:pt x="1852078" y="720088"/>
                </a:lnTo>
                <a:lnTo>
                  <a:pt x="1872003" y="720088"/>
                </a:lnTo>
                <a:moveTo>
                  <a:pt x="1872003" y="859567"/>
                </a:moveTo>
                <a:lnTo>
                  <a:pt x="1872003" y="939269"/>
                </a:lnTo>
                <a:lnTo>
                  <a:pt x="1852078" y="939269"/>
                </a:lnTo>
                <a:lnTo>
                  <a:pt x="1852078" y="859567"/>
                </a:lnTo>
                <a:lnTo>
                  <a:pt x="1872003" y="859567"/>
                </a:lnTo>
                <a:moveTo>
                  <a:pt x="1872003" y="999046"/>
                </a:moveTo>
                <a:lnTo>
                  <a:pt x="1872003" y="1063126"/>
                </a:lnTo>
                <a:lnTo>
                  <a:pt x="1871784" y="1071196"/>
                </a:lnTo>
                <a:lnTo>
                  <a:pt x="1871167" y="1079306"/>
                </a:lnTo>
                <a:lnTo>
                  <a:pt x="1871087" y="1079963"/>
                </a:lnTo>
                <a:lnTo>
                  <a:pt x="1851321" y="1077453"/>
                </a:lnTo>
                <a:lnTo>
                  <a:pt x="1851380" y="1077034"/>
                </a:lnTo>
                <a:lnTo>
                  <a:pt x="1851321" y="1077533"/>
                </a:lnTo>
                <a:lnTo>
                  <a:pt x="1851898" y="1069941"/>
                </a:lnTo>
                <a:lnTo>
                  <a:pt x="1851877" y="1070439"/>
                </a:lnTo>
                <a:lnTo>
                  <a:pt x="1852078" y="1062748"/>
                </a:lnTo>
                <a:lnTo>
                  <a:pt x="1852078" y="1063007"/>
                </a:lnTo>
                <a:lnTo>
                  <a:pt x="1852078" y="999046"/>
                </a:lnTo>
                <a:lnTo>
                  <a:pt x="1872003" y="999046"/>
                </a:lnTo>
                <a:moveTo>
                  <a:pt x="1851998" y="1140318"/>
                </a:moveTo>
                <a:lnTo>
                  <a:pt x="1848909" y="1145678"/>
                </a:lnTo>
                <a:lnTo>
                  <a:pt x="1844765" y="1152154"/>
                </a:lnTo>
                <a:lnTo>
                  <a:pt x="1840322" y="1158410"/>
                </a:lnTo>
                <a:lnTo>
                  <a:pt x="1835579" y="1164428"/>
                </a:lnTo>
                <a:lnTo>
                  <a:pt x="1830578" y="1170206"/>
                </a:lnTo>
                <a:lnTo>
                  <a:pt x="1825297" y="1175746"/>
                </a:lnTo>
                <a:lnTo>
                  <a:pt x="1819757" y="1181026"/>
                </a:lnTo>
                <a:lnTo>
                  <a:pt x="1813979" y="1186027"/>
                </a:lnTo>
                <a:lnTo>
                  <a:pt x="1807963" y="1190749"/>
                </a:lnTo>
                <a:lnTo>
                  <a:pt x="1801707" y="1195193"/>
                </a:lnTo>
                <a:lnTo>
                  <a:pt x="1795250" y="1199357"/>
                </a:lnTo>
                <a:lnTo>
                  <a:pt x="1793396" y="1200413"/>
                </a:lnTo>
                <a:lnTo>
                  <a:pt x="1783454" y="1183138"/>
                </a:lnTo>
                <a:lnTo>
                  <a:pt x="1785108" y="1182201"/>
                </a:lnTo>
                <a:lnTo>
                  <a:pt x="1784691" y="1182441"/>
                </a:lnTo>
                <a:lnTo>
                  <a:pt x="1790767" y="1178555"/>
                </a:lnTo>
                <a:lnTo>
                  <a:pt x="1790368" y="1178814"/>
                </a:lnTo>
                <a:lnTo>
                  <a:pt x="1796227" y="1174650"/>
                </a:lnTo>
                <a:lnTo>
                  <a:pt x="1795849" y="1174948"/>
                </a:lnTo>
                <a:lnTo>
                  <a:pt x="1801486" y="1170505"/>
                </a:lnTo>
                <a:lnTo>
                  <a:pt x="1801128" y="1170804"/>
                </a:lnTo>
                <a:lnTo>
                  <a:pt x="1806548" y="1166101"/>
                </a:lnTo>
                <a:lnTo>
                  <a:pt x="1806190" y="1166440"/>
                </a:lnTo>
                <a:lnTo>
                  <a:pt x="1811389" y="1161479"/>
                </a:lnTo>
                <a:lnTo>
                  <a:pt x="1811052" y="1161818"/>
                </a:lnTo>
                <a:lnTo>
                  <a:pt x="1815993" y="1156637"/>
                </a:lnTo>
                <a:lnTo>
                  <a:pt x="1815674" y="1156976"/>
                </a:lnTo>
                <a:lnTo>
                  <a:pt x="1820376" y="1151556"/>
                </a:lnTo>
                <a:lnTo>
                  <a:pt x="1820078" y="1151915"/>
                </a:lnTo>
                <a:lnTo>
                  <a:pt x="1824500" y="1146276"/>
                </a:lnTo>
                <a:lnTo>
                  <a:pt x="1824222" y="1146654"/>
                </a:lnTo>
                <a:lnTo>
                  <a:pt x="1828387" y="1140796"/>
                </a:lnTo>
                <a:lnTo>
                  <a:pt x="1828127" y="1141194"/>
                </a:lnTo>
                <a:lnTo>
                  <a:pt x="1832013" y="1135137"/>
                </a:lnTo>
                <a:lnTo>
                  <a:pt x="1831754" y="1135535"/>
                </a:lnTo>
                <a:lnTo>
                  <a:pt x="1834722" y="1130375"/>
                </a:lnTo>
                <a:lnTo>
                  <a:pt x="1851998" y="1140318"/>
                </a:lnTo>
                <a:moveTo>
                  <a:pt x="1733561" y="1221016"/>
                </a:moveTo>
                <a:lnTo>
                  <a:pt x="1728859" y="1221614"/>
                </a:lnTo>
                <a:lnTo>
                  <a:pt x="1720769" y="1222232"/>
                </a:lnTo>
                <a:lnTo>
                  <a:pt x="1712698" y="1222431"/>
                </a:lnTo>
                <a:lnTo>
                  <a:pt x="1652663" y="1222431"/>
                </a:lnTo>
                <a:lnTo>
                  <a:pt x="1652663" y="1202505"/>
                </a:lnTo>
                <a:lnTo>
                  <a:pt x="1712579" y="1202505"/>
                </a:lnTo>
                <a:lnTo>
                  <a:pt x="1712319" y="1202505"/>
                </a:lnTo>
                <a:lnTo>
                  <a:pt x="1720011" y="1202306"/>
                </a:lnTo>
                <a:lnTo>
                  <a:pt x="1719514" y="1202346"/>
                </a:lnTo>
                <a:lnTo>
                  <a:pt x="1727105" y="1201768"/>
                </a:lnTo>
                <a:lnTo>
                  <a:pt x="1726606" y="1201808"/>
                </a:lnTo>
                <a:lnTo>
                  <a:pt x="1731051" y="1201250"/>
                </a:lnTo>
                <a:lnTo>
                  <a:pt x="1733561" y="1221016"/>
                </a:lnTo>
                <a:moveTo>
                  <a:pt x="1592887" y="1222431"/>
                </a:moveTo>
                <a:lnTo>
                  <a:pt x="1513185" y="1222431"/>
                </a:lnTo>
                <a:lnTo>
                  <a:pt x="1513185" y="1202505"/>
                </a:lnTo>
                <a:lnTo>
                  <a:pt x="1592887" y="1202505"/>
                </a:lnTo>
                <a:lnTo>
                  <a:pt x="1592887" y="1222431"/>
                </a:lnTo>
                <a:moveTo>
                  <a:pt x="1453407" y="1222431"/>
                </a:moveTo>
                <a:lnTo>
                  <a:pt x="1373704" y="1222431"/>
                </a:lnTo>
                <a:lnTo>
                  <a:pt x="1373704" y="1202505"/>
                </a:lnTo>
                <a:lnTo>
                  <a:pt x="1453407" y="1202505"/>
                </a:lnTo>
                <a:lnTo>
                  <a:pt x="1453407" y="1222431"/>
                </a:lnTo>
                <a:moveTo>
                  <a:pt x="1313929" y="1222431"/>
                </a:moveTo>
                <a:lnTo>
                  <a:pt x="1234226" y="1222431"/>
                </a:lnTo>
                <a:lnTo>
                  <a:pt x="1234226" y="1202505"/>
                </a:lnTo>
                <a:lnTo>
                  <a:pt x="1313929" y="1202505"/>
                </a:lnTo>
                <a:lnTo>
                  <a:pt x="1313929" y="1222431"/>
                </a:lnTo>
                <a:moveTo>
                  <a:pt x="1174451" y="1222431"/>
                </a:moveTo>
                <a:lnTo>
                  <a:pt x="1094748" y="1222431"/>
                </a:lnTo>
                <a:lnTo>
                  <a:pt x="1094748" y="1202505"/>
                </a:lnTo>
                <a:lnTo>
                  <a:pt x="1174451" y="1202505"/>
                </a:lnTo>
                <a:lnTo>
                  <a:pt x="1174451" y="1222431"/>
                </a:lnTo>
                <a:moveTo>
                  <a:pt x="1034971" y="1222431"/>
                </a:moveTo>
                <a:lnTo>
                  <a:pt x="955270" y="1222431"/>
                </a:lnTo>
                <a:lnTo>
                  <a:pt x="955270" y="1202505"/>
                </a:lnTo>
                <a:lnTo>
                  <a:pt x="1034971" y="1202505"/>
                </a:lnTo>
                <a:lnTo>
                  <a:pt x="1034971" y="1222431"/>
                </a:lnTo>
                <a:moveTo>
                  <a:pt x="895493" y="1222431"/>
                </a:moveTo>
                <a:lnTo>
                  <a:pt x="815790" y="1222431"/>
                </a:lnTo>
                <a:lnTo>
                  <a:pt x="815790" y="1202505"/>
                </a:lnTo>
                <a:lnTo>
                  <a:pt x="895493" y="1202505"/>
                </a:lnTo>
                <a:lnTo>
                  <a:pt x="895493" y="1222431"/>
                </a:lnTo>
                <a:moveTo>
                  <a:pt x="756015" y="1222431"/>
                </a:moveTo>
                <a:lnTo>
                  <a:pt x="676312" y="1222431"/>
                </a:lnTo>
                <a:lnTo>
                  <a:pt x="676312" y="1202505"/>
                </a:lnTo>
                <a:lnTo>
                  <a:pt x="756015" y="1202505"/>
                </a:lnTo>
                <a:lnTo>
                  <a:pt x="756015" y="1222431"/>
                </a:lnTo>
                <a:moveTo>
                  <a:pt x="616535" y="1222431"/>
                </a:moveTo>
                <a:lnTo>
                  <a:pt x="536834" y="1222431"/>
                </a:lnTo>
                <a:lnTo>
                  <a:pt x="536834" y="1202505"/>
                </a:lnTo>
                <a:lnTo>
                  <a:pt x="616535" y="1202505"/>
                </a:lnTo>
                <a:lnTo>
                  <a:pt x="616535" y="1222431"/>
                </a:lnTo>
                <a:moveTo>
                  <a:pt x="477057" y="1222431"/>
                </a:moveTo>
                <a:lnTo>
                  <a:pt x="397354" y="1222431"/>
                </a:lnTo>
                <a:lnTo>
                  <a:pt x="397354" y="1202505"/>
                </a:lnTo>
                <a:lnTo>
                  <a:pt x="477057" y="1202505"/>
                </a:lnTo>
                <a:lnTo>
                  <a:pt x="477057" y="1222431"/>
                </a:lnTo>
                <a:moveTo>
                  <a:pt x="337578" y="1222431"/>
                </a:moveTo>
                <a:lnTo>
                  <a:pt x="257876" y="1222431"/>
                </a:lnTo>
                <a:lnTo>
                  <a:pt x="257876" y="1202505"/>
                </a:lnTo>
                <a:lnTo>
                  <a:pt x="337578" y="1202505"/>
                </a:lnTo>
                <a:lnTo>
                  <a:pt x="337578" y="1222431"/>
                </a:lnTo>
                <a:moveTo>
                  <a:pt x="198098" y="1222431"/>
                </a:moveTo>
                <a:lnTo>
                  <a:pt x="159285" y="1222431"/>
                </a:lnTo>
                <a:lnTo>
                  <a:pt x="151215" y="1222232"/>
                </a:lnTo>
                <a:lnTo>
                  <a:pt x="143125" y="1221614"/>
                </a:lnTo>
                <a:lnTo>
                  <a:pt x="135154" y="1220598"/>
                </a:lnTo>
                <a:lnTo>
                  <a:pt x="127303" y="1219203"/>
                </a:lnTo>
                <a:lnTo>
                  <a:pt x="119573" y="1217409"/>
                </a:lnTo>
                <a:lnTo>
                  <a:pt x="116186" y="1216454"/>
                </a:lnTo>
                <a:lnTo>
                  <a:pt x="121624" y="1197285"/>
                </a:lnTo>
                <a:lnTo>
                  <a:pt x="124774" y="1198181"/>
                </a:lnTo>
                <a:lnTo>
                  <a:pt x="124296" y="1198062"/>
                </a:lnTo>
                <a:lnTo>
                  <a:pt x="131527" y="1199716"/>
                </a:lnTo>
                <a:lnTo>
                  <a:pt x="131051" y="1199617"/>
                </a:lnTo>
                <a:lnTo>
                  <a:pt x="138403" y="1200931"/>
                </a:lnTo>
                <a:lnTo>
                  <a:pt x="137904" y="1200872"/>
                </a:lnTo>
                <a:lnTo>
                  <a:pt x="145397" y="1201808"/>
                </a:lnTo>
                <a:lnTo>
                  <a:pt x="144879" y="1201768"/>
                </a:lnTo>
                <a:lnTo>
                  <a:pt x="152470" y="1202346"/>
                </a:lnTo>
                <a:lnTo>
                  <a:pt x="151972" y="1202306"/>
                </a:lnTo>
                <a:lnTo>
                  <a:pt x="159663" y="1202505"/>
                </a:lnTo>
                <a:lnTo>
                  <a:pt x="159403" y="1202505"/>
                </a:lnTo>
                <a:lnTo>
                  <a:pt x="198098" y="1202505"/>
                </a:lnTo>
                <a:lnTo>
                  <a:pt x="198098" y="1222431"/>
                </a:lnTo>
                <a:moveTo>
                  <a:pt x="59955" y="1187561"/>
                </a:moveTo>
                <a:lnTo>
                  <a:pt x="58003" y="1186027"/>
                </a:lnTo>
                <a:lnTo>
                  <a:pt x="52225" y="1181026"/>
                </a:lnTo>
                <a:lnTo>
                  <a:pt x="46685" y="1175746"/>
                </a:lnTo>
                <a:lnTo>
                  <a:pt x="41404" y="1170206"/>
                </a:lnTo>
                <a:lnTo>
                  <a:pt x="36403" y="1164428"/>
                </a:lnTo>
                <a:lnTo>
                  <a:pt x="31662" y="1158410"/>
                </a:lnTo>
                <a:lnTo>
                  <a:pt x="27218" y="1152154"/>
                </a:lnTo>
                <a:lnTo>
                  <a:pt x="23074" y="1145678"/>
                </a:lnTo>
                <a:lnTo>
                  <a:pt x="19228" y="1139003"/>
                </a:lnTo>
                <a:lnTo>
                  <a:pt x="15720" y="1132128"/>
                </a:lnTo>
                <a:lnTo>
                  <a:pt x="12514" y="1125075"/>
                </a:lnTo>
                <a:lnTo>
                  <a:pt x="10421" y="1119754"/>
                </a:lnTo>
                <a:lnTo>
                  <a:pt x="28972" y="1112442"/>
                </a:lnTo>
                <a:lnTo>
                  <a:pt x="30963" y="1117523"/>
                </a:lnTo>
                <a:lnTo>
                  <a:pt x="30785" y="1117085"/>
                </a:lnTo>
                <a:lnTo>
                  <a:pt x="33774" y="1123700"/>
                </a:lnTo>
                <a:lnTo>
                  <a:pt x="33553" y="1123262"/>
                </a:lnTo>
                <a:lnTo>
                  <a:pt x="36863" y="1129717"/>
                </a:lnTo>
                <a:lnTo>
                  <a:pt x="36622" y="1129279"/>
                </a:lnTo>
                <a:lnTo>
                  <a:pt x="40231" y="1135535"/>
                </a:lnTo>
                <a:lnTo>
                  <a:pt x="39971" y="1135137"/>
                </a:lnTo>
                <a:lnTo>
                  <a:pt x="43876" y="1141194"/>
                </a:lnTo>
                <a:lnTo>
                  <a:pt x="43598" y="1140796"/>
                </a:lnTo>
                <a:lnTo>
                  <a:pt x="47762" y="1146654"/>
                </a:lnTo>
                <a:lnTo>
                  <a:pt x="47482" y="1146276"/>
                </a:lnTo>
                <a:lnTo>
                  <a:pt x="51925" y="1151915"/>
                </a:lnTo>
                <a:lnTo>
                  <a:pt x="51608" y="1151556"/>
                </a:lnTo>
                <a:lnTo>
                  <a:pt x="56310" y="1156976"/>
                </a:lnTo>
                <a:lnTo>
                  <a:pt x="55991" y="1156637"/>
                </a:lnTo>
                <a:lnTo>
                  <a:pt x="60933" y="1161818"/>
                </a:lnTo>
                <a:lnTo>
                  <a:pt x="60614" y="1161479"/>
                </a:lnTo>
                <a:lnTo>
                  <a:pt x="65794" y="1166440"/>
                </a:lnTo>
                <a:lnTo>
                  <a:pt x="65436" y="1166101"/>
                </a:lnTo>
                <a:lnTo>
                  <a:pt x="70875" y="1170804"/>
                </a:lnTo>
                <a:lnTo>
                  <a:pt x="70496" y="1170505"/>
                </a:lnTo>
                <a:lnTo>
                  <a:pt x="72269" y="1171900"/>
                </a:lnTo>
                <a:lnTo>
                  <a:pt x="59955" y="1187561"/>
                </a:lnTo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63">
            <a:extLst xmlns:a="http://schemas.openxmlformats.org/drawingml/2006/main">
              <a:ext uri="{FF2B5EF4-FFF2-40B4-BE49-F238E27FC236}">
                <a16:creationId xmlns:a16="http://schemas.microsoft.com/office/drawing/2014/main" id="{06BED9B6-75AC-4222-8926-1CC5CE83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801" y="2963866"/>
            <a:ext cx="2106003" cy="1375235"/>
          </a:xfrm>
          <a:custGeom xmlns:a="http://schemas.openxmlformats.org/drawingml/2006/main">
            <a:pathLst>
              <a:path w="1872003" h="1222431">
                <a:moveTo>
                  <a:pt x="0" y="1063007"/>
                </a:moveTo>
                <a:lnTo>
                  <a:pt x="0" y="983305"/>
                </a:lnTo>
                <a:lnTo>
                  <a:pt x="19925" y="983305"/>
                </a:lnTo>
                <a:lnTo>
                  <a:pt x="19925" y="1063007"/>
                </a:lnTo>
                <a:lnTo>
                  <a:pt x="0" y="1063007"/>
                </a:lnTo>
                <a:moveTo>
                  <a:pt x="0" y="923528"/>
                </a:moveTo>
                <a:lnTo>
                  <a:pt x="0" y="843827"/>
                </a:lnTo>
                <a:lnTo>
                  <a:pt x="19925" y="843827"/>
                </a:lnTo>
                <a:lnTo>
                  <a:pt x="19925" y="923528"/>
                </a:lnTo>
                <a:lnTo>
                  <a:pt x="0" y="923528"/>
                </a:lnTo>
                <a:moveTo>
                  <a:pt x="0" y="784050"/>
                </a:moveTo>
                <a:lnTo>
                  <a:pt x="0" y="704348"/>
                </a:lnTo>
                <a:lnTo>
                  <a:pt x="19925" y="704348"/>
                </a:lnTo>
                <a:lnTo>
                  <a:pt x="19925" y="784050"/>
                </a:lnTo>
                <a:lnTo>
                  <a:pt x="0" y="784050"/>
                </a:lnTo>
                <a:moveTo>
                  <a:pt x="0" y="644571"/>
                </a:moveTo>
                <a:lnTo>
                  <a:pt x="0" y="564869"/>
                </a:lnTo>
                <a:lnTo>
                  <a:pt x="19925" y="564869"/>
                </a:lnTo>
                <a:lnTo>
                  <a:pt x="19925" y="644571"/>
                </a:lnTo>
                <a:lnTo>
                  <a:pt x="0" y="644571"/>
                </a:lnTo>
                <a:moveTo>
                  <a:pt x="0" y="505093"/>
                </a:moveTo>
                <a:lnTo>
                  <a:pt x="0" y="425390"/>
                </a:lnTo>
                <a:lnTo>
                  <a:pt x="19925" y="425390"/>
                </a:lnTo>
                <a:lnTo>
                  <a:pt x="19925" y="505093"/>
                </a:lnTo>
                <a:lnTo>
                  <a:pt x="0" y="505093"/>
                </a:lnTo>
                <a:moveTo>
                  <a:pt x="0" y="365614"/>
                </a:moveTo>
                <a:lnTo>
                  <a:pt x="0" y="285911"/>
                </a:lnTo>
                <a:lnTo>
                  <a:pt x="19925" y="285911"/>
                </a:lnTo>
                <a:lnTo>
                  <a:pt x="19925" y="365614"/>
                </a:lnTo>
                <a:lnTo>
                  <a:pt x="0" y="365614"/>
                </a:lnTo>
                <a:moveTo>
                  <a:pt x="0" y="226135"/>
                </a:moveTo>
                <a:lnTo>
                  <a:pt x="0" y="159305"/>
                </a:lnTo>
                <a:lnTo>
                  <a:pt x="198" y="151235"/>
                </a:lnTo>
                <a:lnTo>
                  <a:pt x="617" y="145696"/>
                </a:lnTo>
                <a:lnTo>
                  <a:pt x="20483" y="147210"/>
                </a:lnTo>
                <a:lnTo>
                  <a:pt x="20085" y="152490"/>
                </a:lnTo>
                <a:lnTo>
                  <a:pt x="20105" y="151992"/>
                </a:lnTo>
                <a:lnTo>
                  <a:pt x="19905" y="159683"/>
                </a:lnTo>
                <a:lnTo>
                  <a:pt x="19925" y="159424"/>
                </a:lnTo>
                <a:lnTo>
                  <a:pt x="19925" y="226135"/>
                </a:lnTo>
                <a:lnTo>
                  <a:pt x="0" y="226135"/>
                </a:lnTo>
                <a:moveTo>
                  <a:pt x="18451" y="84962"/>
                </a:moveTo>
                <a:lnTo>
                  <a:pt x="19228" y="83429"/>
                </a:lnTo>
                <a:lnTo>
                  <a:pt x="23074" y="76754"/>
                </a:lnTo>
                <a:lnTo>
                  <a:pt x="27218" y="70278"/>
                </a:lnTo>
                <a:lnTo>
                  <a:pt x="31662" y="64021"/>
                </a:lnTo>
                <a:lnTo>
                  <a:pt x="36403" y="58003"/>
                </a:lnTo>
                <a:lnTo>
                  <a:pt x="41404" y="52225"/>
                </a:lnTo>
                <a:lnTo>
                  <a:pt x="46685" y="46686"/>
                </a:lnTo>
                <a:lnTo>
                  <a:pt x="52225" y="41406"/>
                </a:lnTo>
                <a:lnTo>
                  <a:pt x="58003" y="36404"/>
                </a:lnTo>
                <a:lnTo>
                  <a:pt x="64020" y="31682"/>
                </a:lnTo>
                <a:lnTo>
                  <a:pt x="70278" y="27239"/>
                </a:lnTo>
                <a:lnTo>
                  <a:pt x="75816" y="23672"/>
                </a:lnTo>
                <a:lnTo>
                  <a:pt x="86576" y="40449"/>
                </a:lnTo>
                <a:lnTo>
                  <a:pt x="81218" y="43876"/>
                </a:lnTo>
                <a:lnTo>
                  <a:pt x="81614" y="43598"/>
                </a:lnTo>
                <a:lnTo>
                  <a:pt x="75757" y="47782"/>
                </a:lnTo>
                <a:lnTo>
                  <a:pt x="76156" y="47483"/>
                </a:lnTo>
                <a:lnTo>
                  <a:pt x="70496" y="51926"/>
                </a:lnTo>
                <a:lnTo>
                  <a:pt x="70875" y="51627"/>
                </a:lnTo>
                <a:lnTo>
                  <a:pt x="65436" y="56330"/>
                </a:lnTo>
                <a:lnTo>
                  <a:pt x="65794" y="55991"/>
                </a:lnTo>
                <a:lnTo>
                  <a:pt x="60614" y="60952"/>
                </a:lnTo>
                <a:lnTo>
                  <a:pt x="60933" y="60614"/>
                </a:lnTo>
                <a:lnTo>
                  <a:pt x="55991" y="65794"/>
                </a:lnTo>
                <a:lnTo>
                  <a:pt x="56310" y="65456"/>
                </a:lnTo>
                <a:lnTo>
                  <a:pt x="51608" y="70875"/>
                </a:lnTo>
                <a:lnTo>
                  <a:pt x="51925" y="70517"/>
                </a:lnTo>
                <a:lnTo>
                  <a:pt x="47482" y="76156"/>
                </a:lnTo>
                <a:lnTo>
                  <a:pt x="47762" y="75777"/>
                </a:lnTo>
                <a:lnTo>
                  <a:pt x="43598" y="81635"/>
                </a:lnTo>
                <a:lnTo>
                  <a:pt x="43876" y="81236"/>
                </a:lnTo>
                <a:lnTo>
                  <a:pt x="39971" y="87294"/>
                </a:lnTo>
                <a:lnTo>
                  <a:pt x="40231" y="86895"/>
                </a:lnTo>
                <a:lnTo>
                  <a:pt x="36622" y="93152"/>
                </a:lnTo>
                <a:lnTo>
                  <a:pt x="36863" y="92713"/>
                </a:lnTo>
                <a:lnTo>
                  <a:pt x="36185" y="94048"/>
                </a:lnTo>
                <a:lnTo>
                  <a:pt x="18451" y="84962"/>
                </a:lnTo>
                <a:moveTo>
                  <a:pt x="135694" y="1754"/>
                </a:moveTo>
                <a:lnTo>
                  <a:pt x="143125" y="817"/>
                </a:lnTo>
                <a:lnTo>
                  <a:pt x="151215" y="199"/>
                </a:lnTo>
                <a:lnTo>
                  <a:pt x="159285" y="0"/>
                </a:lnTo>
                <a:lnTo>
                  <a:pt x="216570" y="0"/>
                </a:lnTo>
                <a:lnTo>
                  <a:pt x="216570" y="19926"/>
                </a:lnTo>
                <a:lnTo>
                  <a:pt x="159403" y="19926"/>
                </a:lnTo>
                <a:lnTo>
                  <a:pt x="159663" y="19926"/>
                </a:lnTo>
                <a:lnTo>
                  <a:pt x="151972" y="20125"/>
                </a:lnTo>
                <a:lnTo>
                  <a:pt x="152470" y="20085"/>
                </a:lnTo>
                <a:lnTo>
                  <a:pt x="144879" y="20663"/>
                </a:lnTo>
                <a:lnTo>
                  <a:pt x="145397" y="20623"/>
                </a:lnTo>
                <a:lnTo>
                  <a:pt x="138223" y="21520"/>
                </a:lnTo>
                <a:lnTo>
                  <a:pt x="135694" y="1754"/>
                </a:lnTo>
                <a:moveTo>
                  <a:pt x="276347" y="0"/>
                </a:moveTo>
                <a:lnTo>
                  <a:pt x="356048" y="0"/>
                </a:lnTo>
                <a:lnTo>
                  <a:pt x="356048" y="19926"/>
                </a:lnTo>
                <a:lnTo>
                  <a:pt x="276347" y="19926"/>
                </a:lnTo>
                <a:lnTo>
                  <a:pt x="276347" y="0"/>
                </a:lnTo>
                <a:moveTo>
                  <a:pt x="415825" y="0"/>
                </a:moveTo>
                <a:lnTo>
                  <a:pt x="495528" y="0"/>
                </a:lnTo>
                <a:lnTo>
                  <a:pt x="495528" y="19926"/>
                </a:lnTo>
                <a:lnTo>
                  <a:pt x="415825" y="19926"/>
                </a:lnTo>
                <a:lnTo>
                  <a:pt x="415825" y="0"/>
                </a:lnTo>
                <a:moveTo>
                  <a:pt x="555304" y="0"/>
                </a:moveTo>
                <a:lnTo>
                  <a:pt x="635006" y="0"/>
                </a:lnTo>
                <a:lnTo>
                  <a:pt x="635006" y="19926"/>
                </a:lnTo>
                <a:lnTo>
                  <a:pt x="555304" y="19926"/>
                </a:lnTo>
                <a:lnTo>
                  <a:pt x="555304" y="0"/>
                </a:lnTo>
                <a:moveTo>
                  <a:pt x="694784" y="0"/>
                </a:moveTo>
                <a:lnTo>
                  <a:pt x="774484" y="0"/>
                </a:lnTo>
                <a:lnTo>
                  <a:pt x="774484" y="19926"/>
                </a:lnTo>
                <a:lnTo>
                  <a:pt x="694784" y="19926"/>
                </a:lnTo>
                <a:lnTo>
                  <a:pt x="694784" y="0"/>
                </a:lnTo>
                <a:moveTo>
                  <a:pt x="834262" y="0"/>
                </a:moveTo>
                <a:lnTo>
                  <a:pt x="913964" y="0"/>
                </a:lnTo>
                <a:lnTo>
                  <a:pt x="913964" y="19926"/>
                </a:lnTo>
                <a:lnTo>
                  <a:pt x="834262" y="19926"/>
                </a:lnTo>
                <a:lnTo>
                  <a:pt x="834262" y="0"/>
                </a:lnTo>
                <a:moveTo>
                  <a:pt x="973740" y="0"/>
                </a:moveTo>
                <a:lnTo>
                  <a:pt x="1053442" y="0"/>
                </a:lnTo>
                <a:lnTo>
                  <a:pt x="1053442" y="19926"/>
                </a:lnTo>
                <a:lnTo>
                  <a:pt x="973740" y="19926"/>
                </a:lnTo>
                <a:lnTo>
                  <a:pt x="973740" y="0"/>
                </a:lnTo>
                <a:moveTo>
                  <a:pt x="1113220" y="0"/>
                </a:moveTo>
                <a:lnTo>
                  <a:pt x="1192920" y="0"/>
                </a:lnTo>
                <a:lnTo>
                  <a:pt x="1192920" y="19926"/>
                </a:lnTo>
                <a:lnTo>
                  <a:pt x="1113220" y="19926"/>
                </a:lnTo>
                <a:lnTo>
                  <a:pt x="1113220" y="0"/>
                </a:lnTo>
                <a:moveTo>
                  <a:pt x="1252698" y="0"/>
                </a:moveTo>
                <a:lnTo>
                  <a:pt x="1332401" y="0"/>
                </a:lnTo>
                <a:lnTo>
                  <a:pt x="1332401" y="19926"/>
                </a:lnTo>
                <a:lnTo>
                  <a:pt x="1252698" y="19926"/>
                </a:lnTo>
                <a:lnTo>
                  <a:pt x="1252698" y="0"/>
                </a:lnTo>
                <a:moveTo>
                  <a:pt x="1392176" y="0"/>
                </a:moveTo>
                <a:lnTo>
                  <a:pt x="1471879" y="0"/>
                </a:lnTo>
                <a:lnTo>
                  <a:pt x="1471879" y="19926"/>
                </a:lnTo>
                <a:lnTo>
                  <a:pt x="1392176" y="19926"/>
                </a:lnTo>
                <a:lnTo>
                  <a:pt x="1392176" y="0"/>
                </a:lnTo>
                <a:moveTo>
                  <a:pt x="1531654" y="0"/>
                </a:moveTo>
                <a:lnTo>
                  <a:pt x="1611357" y="0"/>
                </a:lnTo>
                <a:lnTo>
                  <a:pt x="1611357" y="19926"/>
                </a:lnTo>
                <a:lnTo>
                  <a:pt x="1531654" y="19926"/>
                </a:lnTo>
                <a:lnTo>
                  <a:pt x="1531654" y="0"/>
                </a:lnTo>
                <a:moveTo>
                  <a:pt x="1671134" y="0"/>
                </a:moveTo>
                <a:lnTo>
                  <a:pt x="1712698" y="0"/>
                </a:lnTo>
                <a:lnTo>
                  <a:pt x="1720769" y="199"/>
                </a:lnTo>
                <a:lnTo>
                  <a:pt x="1728859" y="817"/>
                </a:lnTo>
                <a:lnTo>
                  <a:pt x="1736828" y="1833"/>
                </a:lnTo>
                <a:lnTo>
                  <a:pt x="1744699" y="3228"/>
                </a:lnTo>
                <a:lnTo>
                  <a:pt x="1752411" y="5021"/>
                </a:lnTo>
                <a:lnTo>
                  <a:pt x="1753147" y="5220"/>
                </a:lnTo>
                <a:lnTo>
                  <a:pt x="1747709" y="24389"/>
                </a:lnTo>
                <a:lnTo>
                  <a:pt x="1747210" y="24250"/>
                </a:lnTo>
                <a:lnTo>
                  <a:pt x="1747688" y="24369"/>
                </a:lnTo>
                <a:lnTo>
                  <a:pt x="1740455" y="22715"/>
                </a:lnTo>
                <a:lnTo>
                  <a:pt x="1740933" y="22815"/>
                </a:lnTo>
                <a:lnTo>
                  <a:pt x="1733582" y="21500"/>
                </a:lnTo>
                <a:lnTo>
                  <a:pt x="1734078" y="21560"/>
                </a:lnTo>
                <a:lnTo>
                  <a:pt x="1726606" y="20623"/>
                </a:lnTo>
                <a:lnTo>
                  <a:pt x="1727105" y="20663"/>
                </a:lnTo>
                <a:lnTo>
                  <a:pt x="1719514" y="20085"/>
                </a:lnTo>
                <a:lnTo>
                  <a:pt x="1720011" y="20125"/>
                </a:lnTo>
                <a:lnTo>
                  <a:pt x="1712319" y="19926"/>
                </a:lnTo>
                <a:lnTo>
                  <a:pt x="1712579" y="19926"/>
                </a:lnTo>
                <a:lnTo>
                  <a:pt x="1671134" y="19926"/>
                </a:lnTo>
                <a:lnTo>
                  <a:pt x="1671134" y="0"/>
                </a:lnTo>
                <a:moveTo>
                  <a:pt x="1809876" y="33176"/>
                </a:moveTo>
                <a:lnTo>
                  <a:pt x="1813979" y="36404"/>
                </a:lnTo>
                <a:lnTo>
                  <a:pt x="1819757" y="41406"/>
                </a:lnTo>
                <a:lnTo>
                  <a:pt x="1825297" y="46686"/>
                </a:lnTo>
                <a:lnTo>
                  <a:pt x="1830578" y="52225"/>
                </a:lnTo>
                <a:lnTo>
                  <a:pt x="1835579" y="58003"/>
                </a:lnTo>
                <a:lnTo>
                  <a:pt x="1840322" y="64021"/>
                </a:lnTo>
                <a:lnTo>
                  <a:pt x="1844765" y="70278"/>
                </a:lnTo>
                <a:lnTo>
                  <a:pt x="1848909" y="76754"/>
                </a:lnTo>
                <a:lnTo>
                  <a:pt x="1852754" y="83429"/>
                </a:lnTo>
                <a:lnTo>
                  <a:pt x="1856263" y="90303"/>
                </a:lnTo>
                <a:lnTo>
                  <a:pt x="1859470" y="97356"/>
                </a:lnTo>
                <a:lnTo>
                  <a:pt x="1860546" y="100126"/>
                </a:lnTo>
                <a:lnTo>
                  <a:pt x="1842015" y="107419"/>
                </a:lnTo>
                <a:lnTo>
                  <a:pt x="1841019" y="104908"/>
                </a:lnTo>
                <a:lnTo>
                  <a:pt x="1841199" y="105347"/>
                </a:lnTo>
                <a:lnTo>
                  <a:pt x="1838210" y="98731"/>
                </a:lnTo>
                <a:lnTo>
                  <a:pt x="1838429" y="99170"/>
                </a:lnTo>
                <a:lnTo>
                  <a:pt x="1835121" y="92713"/>
                </a:lnTo>
                <a:lnTo>
                  <a:pt x="1835360" y="93152"/>
                </a:lnTo>
                <a:lnTo>
                  <a:pt x="1831754" y="86895"/>
                </a:lnTo>
                <a:lnTo>
                  <a:pt x="1832013" y="87294"/>
                </a:lnTo>
                <a:lnTo>
                  <a:pt x="1828127" y="81236"/>
                </a:lnTo>
                <a:lnTo>
                  <a:pt x="1828387" y="81635"/>
                </a:lnTo>
                <a:lnTo>
                  <a:pt x="1824222" y="75777"/>
                </a:lnTo>
                <a:lnTo>
                  <a:pt x="1824500" y="76156"/>
                </a:lnTo>
                <a:lnTo>
                  <a:pt x="1820078" y="70517"/>
                </a:lnTo>
                <a:lnTo>
                  <a:pt x="1820376" y="70875"/>
                </a:lnTo>
                <a:lnTo>
                  <a:pt x="1815674" y="65456"/>
                </a:lnTo>
                <a:lnTo>
                  <a:pt x="1815993" y="65794"/>
                </a:lnTo>
                <a:lnTo>
                  <a:pt x="1811052" y="60614"/>
                </a:lnTo>
                <a:lnTo>
                  <a:pt x="1811389" y="60952"/>
                </a:lnTo>
                <a:lnTo>
                  <a:pt x="1806190" y="55991"/>
                </a:lnTo>
                <a:lnTo>
                  <a:pt x="1806548" y="56330"/>
                </a:lnTo>
                <a:lnTo>
                  <a:pt x="1801128" y="51627"/>
                </a:lnTo>
                <a:lnTo>
                  <a:pt x="1801486" y="51926"/>
                </a:lnTo>
                <a:lnTo>
                  <a:pt x="1797563" y="48838"/>
                </a:lnTo>
                <a:lnTo>
                  <a:pt x="1809876" y="33176"/>
                </a:lnTo>
                <a:moveTo>
                  <a:pt x="1872003" y="162174"/>
                </a:moveTo>
                <a:lnTo>
                  <a:pt x="1872003" y="241876"/>
                </a:lnTo>
                <a:lnTo>
                  <a:pt x="1852078" y="241876"/>
                </a:lnTo>
                <a:lnTo>
                  <a:pt x="1852078" y="162174"/>
                </a:lnTo>
                <a:lnTo>
                  <a:pt x="1872003" y="162174"/>
                </a:lnTo>
                <a:moveTo>
                  <a:pt x="1872003" y="301653"/>
                </a:moveTo>
                <a:lnTo>
                  <a:pt x="1872003" y="381355"/>
                </a:lnTo>
                <a:lnTo>
                  <a:pt x="1852078" y="381355"/>
                </a:lnTo>
                <a:lnTo>
                  <a:pt x="1852078" y="301653"/>
                </a:lnTo>
                <a:lnTo>
                  <a:pt x="1872003" y="301653"/>
                </a:lnTo>
                <a:moveTo>
                  <a:pt x="1872003" y="441132"/>
                </a:moveTo>
                <a:lnTo>
                  <a:pt x="1872003" y="520833"/>
                </a:lnTo>
                <a:lnTo>
                  <a:pt x="1852078" y="520833"/>
                </a:lnTo>
                <a:lnTo>
                  <a:pt x="1852078" y="441132"/>
                </a:lnTo>
                <a:lnTo>
                  <a:pt x="1872003" y="441132"/>
                </a:lnTo>
                <a:moveTo>
                  <a:pt x="1872003" y="580610"/>
                </a:moveTo>
                <a:lnTo>
                  <a:pt x="1872003" y="660312"/>
                </a:lnTo>
                <a:lnTo>
                  <a:pt x="1852078" y="660312"/>
                </a:lnTo>
                <a:lnTo>
                  <a:pt x="1852078" y="580610"/>
                </a:lnTo>
                <a:lnTo>
                  <a:pt x="1872003" y="580610"/>
                </a:lnTo>
                <a:moveTo>
                  <a:pt x="1872003" y="720089"/>
                </a:moveTo>
                <a:lnTo>
                  <a:pt x="1872003" y="799791"/>
                </a:lnTo>
                <a:lnTo>
                  <a:pt x="1852078" y="799791"/>
                </a:lnTo>
                <a:lnTo>
                  <a:pt x="1852078" y="720089"/>
                </a:lnTo>
                <a:lnTo>
                  <a:pt x="1872003" y="720089"/>
                </a:lnTo>
                <a:moveTo>
                  <a:pt x="1872003" y="859567"/>
                </a:moveTo>
                <a:lnTo>
                  <a:pt x="1872003" y="939269"/>
                </a:lnTo>
                <a:lnTo>
                  <a:pt x="1852078" y="939269"/>
                </a:lnTo>
                <a:lnTo>
                  <a:pt x="1852078" y="859567"/>
                </a:lnTo>
                <a:lnTo>
                  <a:pt x="1872003" y="859567"/>
                </a:lnTo>
                <a:moveTo>
                  <a:pt x="1872003" y="999046"/>
                </a:moveTo>
                <a:lnTo>
                  <a:pt x="1872003" y="1063127"/>
                </a:lnTo>
                <a:lnTo>
                  <a:pt x="1871784" y="1071196"/>
                </a:lnTo>
                <a:lnTo>
                  <a:pt x="1871167" y="1079306"/>
                </a:lnTo>
                <a:lnTo>
                  <a:pt x="1871087" y="1079964"/>
                </a:lnTo>
                <a:lnTo>
                  <a:pt x="1851321" y="1077453"/>
                </a:lnTo>
                <a:lnTo>
                  <a:pt x="1851380" y="1077035"/>
                </a:lnTo>
                <a:lnTo>
                  <a:pt x="1851321" y="1077533"/>
                </a:lnTo>
                <a:lnTo>
                  <a:pt x="1851898" y="1069941"/>
                </a:lnTo>
                <a:lnTo>
                  <a:pt x="1851877" y="1070439"/>
                </a:lnTo>
                <a:lnTo>
                  <a:pt x="1852078" y="1062748"/>
                </a:lnTo>
                <a:lnTo>
                  <a:pt x="1852078" y="1063007"/>
                </a:lnTo>
                <a:lnTo>
                  <a:pt x="1852078" y="999046"/>
                </a:lnTo>
                <a:lnTo>
                  <a:pt x="1872003" y="999046"/>
                </a:lnTo>
                <a:moveTo>
                  <a:pt x="1851998" y="1140318"/>
                </a:moveTo>
                <a:lnTo>
                  <a:pt x="1848909" y="1145678"/>
                </a:lnTo>
                <a:lnTo>
                  <a:pt x="1844765" y="1152154"/>
                </a:lnTo>
                <a:lnTo>
                  <a:pt x="1840322" y="1158410"/>
                </a:lnTo>
                <a:lnTo>
                  <a:pt x="1835579" y="1164428"/>
                </a:lnTo>
                <a:lnTo>
                  <a:pt x="1830578" y="1170207"/>
                </a:lnTo>
                <a:lnTo>
                  <a:pt x="1825297" y="1175746"/>
                </a:lnTo>
                <a:lnTo>
                  <a:pt x="1819757" y="1181026"/>
                </a:lnTo>
                <a:lnTo>
                  <a:pt x="1813979" y="1186028"/>
                </a:lnTo>
                <a:lnTo>
                  <a:pt x="1807963" y="1190750"/>
                </a:lnTo>
                <a:lnTo>
                  <a:pt x="1801707" y="1195193"/>
                </a:lnTo>
                <a:lnTo>
                  <a:pt x="1795250" y="1199357"/>
                </a:lnTo>
                <a:lnTo>
                  <a:pt x="1793396" y="1200413"/>
                </a:lnTo>
                <a:lnTo>
                  <a:pt x="1783454" y="1183138"/>
                </a:lnTo>
                <a:lnTo>
                  <a:pt x="1785108" y="1182201"/>
                </a:lnTo>
                <a:lnTo>
                  <a:pt x="1784691" y="1182441"/>
                </a:lnTo>
                <a:lnTo>
                  <a:pt x="1790767" y="1178555"/>
                </a:lnTo>
                <a:lnTo>
                  <a:pt x="1790368" y="1178814"/>
                </a:lnTo>
                <a:lnTo>
                  <a:pt x="1796227" y="1174650"/>
                </a:lnTo>
                <a:lnTo>
                  <a:pt x="1795849" y="1174949"/>
                </a:lnTo>
                <a:lnTo>
                  <a:pt x="1801486" y="1170505"/>
                </a:lnTo>
                <a:lnTo>
                  <a:pt x="1801128" y="1170805"/>
                </a:lnTo>
                <a:lnTo>
                  <a:pt x="1806548" y="1166101"/>
                </a:lnTo>
                <a:lnTo>
                  <a:pt x="1806190" y="1166441"/>
                </a:lnTo>
                <a:lnTo>
                  <a:pt x="1811389" y="1161479"/>
                </a:lnTo>
                <a:lnTo>
                  <a:pt x="1811052" y="1161818"/>
                </a:lnTo>
                <a:lnTo>
                  <a:pt x="1815993" y="1156617"/>
                </a:lnTo>
                <a:lnTo>
                  <a:pt x="1815674" y="1156976"/>
                </a:lnTo>
                <a:lnTo>
                  <a:pt x="1820376" y="1151556"/>
                </a:lnTo>
                <a:lnTo>
                  <a:pt x="1820078" y="1151915"/>
                </a:lnTo>
                <a:lnTo>
                  <a:pt x="1824500" y="1146276"/>
                </a:lnTo>
                <a:lnTo>
                  <a:pt x="1824222" y="1146655"/>
                </a:lnTo>
                <a:lnTo>
                  <a:pt x="1828387" y="1140796"/>
                </a:lnTo>
                <a:lnTo>
                  <a:pt x="1828127" y="1141195"/>
                </a:lnTo>
                <a:lnTo>
                  <a:pt x="1832013" y="1135137"/>
                </a:lnTo>
                <a:lnTo>
                  <a:pt x="1831754" y="1135536"/>
                </a:lnTo>
                <a:lnTo>
                  <a:pt x="1834722" y="1130375"/>
                </a:lnTo>
                <a:lnTo>
                  <a:pt x="1851998" y="1140318"/>
                </a:lnTo>
                <a:moveTo>
                  <a:pt x="1733561" y="1221016"/>
                </a:moveTo>
                <a:lnTo>
                  <a:pt x="1728859" y="1221614"/>
                </a:lnTo>
                <a:lnTo>
                  <a:pt x="1720769" y="1222232"/>
                </a:lnTo>
                <a:lnTo>
                  <a:pt x="1712698" y="1222431"/>
                </a:lnTo>
                <a:lnTo>
                  <a:pt x="1652663" y="1222431"/>
                </a:lnTo>
                <a:lnTo>
                  <a:pt x="1652663" y="1202506"/>
                </a:lnTo>
                <a:lnTo>
                  <a:pt x="1712579" y="1202506"/>
                </a:lnTo>
                <a:lnTo>
                  <a:pt x="1712319" y="1202506"/>
                </a:lnTo>
                <a:lnTo>
                  <a:pt x="1720011" y="1202306"/>
                </a:lnTo>
                <a:lnTo>
                  <a:pt x="1719514" y="1202346"/>
                </a:lnTo>
                <a:lnTo>
                  <a:pt x="1727105" y="1201769"/>
                </a:lnTo>
                <a:lnTo>
                  <a:pt x="1726606" y="1201809"/>
                </a:lnTo>
                <a:lnTo>
                  <a:pt x="1731051" y="1201251"/>
                </a:lnTo>
                <a:lnTo>
                  <a:pt x="1733561" y="1221016"/>
                </a:lnTo>
                <a:moveTo>
                  <a:pt x="1592887" y="1222431"/>
                </a:moveTo>
                <a:lnTo>
                  <a:pt x="1513185" y="1222431"/>
                </a:lnTo>
                <a:lnTo>
                  <a:pt x="1513185" y="1202506"/>
                </a:lnTo>
                <a:lnTo>
                  <a:pt x="1592887" y="1202506"/>
                </a:lnTo>
                <a:lnTo>
                  <a:pt x="1592887" y="1222431"/>
                </a:lnTo>
                <a:moveTo>
                  <a:pt x="1453407" y="1222431"/>
                </a:moveTo>
                <a:lnTo>
                  <a:pt x="1373704" y="1222431"/>
                </a:lnTo>
                <a:lnTo>
                  <a:pt x="1373704" y="1202506"/>
                </a:lnTo>
                <a:lnTo>
                  <a:pt x="1453407" y="1202506"/>
                </a:lnTo>
                <a:lnTo>
                  <a:pt x="1453407" y="1222431"/>
                </a:lnTo>
                <a:moveTo>
                  <a:pt x="1313929" y="1222431"/>
                </a:moveTo>
                <a:lnTo>
                  <a:pt x="1234226" y="1222431"/>
                </a:lnTo>
                <a:lnTo>
                  <a:pt x="1234226" y="1202506"/>
                </a:lnTo>
                <a:lnTo>
                  <a:pt x="1313929" y="1202506"/>
                </a:lnTo>
                <a:lnTo>
                  <a:pt x="1313929" y="1222431"/>
                </a:lnTo>
                <a:moveTo>
                  <a:pt x="1174451" y="1222431"/>
                </a:moveTo>
                <a:lnTo>
                  <a:pt x="1094748" y="1222431"/>
                </a:lnTo>
                <a:lnTo>
                  <a:pt x="1094748" y="1202506"/>
                </a:lnTo>
                <a:lnTo>
                  <a:pt x="1174451" y="1202506"/>
                </a:lnTo>
                <a:lnTo>
                  <a:pt x="1174451" y="1222431"/>
                </a:lnTo>
                <a:moveTo>
                  <a:pt x="1034971" y="1222431"/>
                </a:moveTo>
                <a:lnTo>
                  <a:pt x="955270" y="1222431"/>
                </a:lnTo>
                <a:lnTo>
                  <a:pt x="955270" y="1202506"/>
                </a:lnTo>
                <a:lnTo>
                  <a:pt x="1034971" y="1202506"/>
                </a:lnTo>
                <a:lnTo>
                  <a:pt x="1034971" y="1222431"/>
                </a:lnTo>
                <a:moveTo>
                  <a:pt x="895493" y="1222431"/>
                </a:moveTo>
                <a:lnTo>
                  <a:pt x="815790" y="1222431"/>
                </a:lnTo>
                <a:lnTo>
                  <a:pt x="815790" y="1202506"/>
                </a:lnTo>
                <a:lnTo>
                  <a:pt x="895493" y="1202506"/>
                </a:lnTo>
                <a:lnTo>
                  <a:pt x="895493" y="1222431"/>
                </a:lnTo>
                <a:moveTo>
                  <a:pt x="756015" y="1222431"/>
                </a:moveTo>
                <a:lnTo>
                  <a:pt x="676312" y="1222431"/>
                </a:lnTo>
                <a:lnTo>
                  <a:pt x="676312" y="1202506"/>
                </a:lnTo>
                <a:lnTo>
                  <a:pt x="756015" y="1202506"/>
                </a:lnTo>
                <a:lnTo>
                  <a:pt x="756015" y="1222431"/>
                </a:lnTo>
                <a:moveTo>
                  <a:pt x="616535" y="1222431"/>
                </a:moveTo>
                <a:lnTo>
                  <a:pt x="536834" y="1222431"/>
                </a:lnTo>
                <a:lnTo>
                  <a:pt x="536834" y="1202506"/>
                </a:lnTo>
                <a:lnTo>
                  <a:pt x="616535" y="1202506"/>
                </a:lnTo>
                <a:lnTo>
                  <a:pt x="616535" y="1222431"/>
                </a:lnTo>
                <a:moveTo>
                  <a:pt x="477057" y="1222431"/>
                </a:moveTo>
                <a:lnTo>
                  <a:pt x="397354" y="1222431"/>
                </a:lnTo>
                <a:lnTo>
                  <a:pt x="397354" y="1202506"/>
                </a:lnTo>
                <a:lnTo>
                  <a:pt x="477057" y="1202506"/>
                </a:lnTo>
                <a:lnTo>
                  <a:pt x="477057" y="1222431"/>
                </a:lnTo>
                <a:moveTo>
                  <a:pt x="337578" y="1222431"/>
                </a:moveTo>
                <a:lnTo>
                  <a:pt x="257876" y="1222431"/>
                </a:lnTo>
                <a:lnTo>
                  <a:pt x="257876" y="1202506"/>
                </a:lnTo>
                <a:lnTo>
                  <a:pt x="337578" y="1202506"/>
                </a:lnTo>
                <a:lnTo>
                  <a:pt x="337578" y="1222431"/>
                </a:lnTo>
                <a:moveTo>
                  <a:pt x="198098" y="1222431"/>
                </a:moveTo>
                <a:lnTo>
                  <a:pt x="159285" y="1222431"/>
                </a:lnTo>
                <a:lnTo>
                  <a:pt x="151215" y="1222232"/>
                </a:lnTo>
                <a:lnTo>
                  <a:pt x="143125" y="1221614"/>
                </a:lnTo>
                <a:lnTo>
                  <a:pt x="135154" y="1220598"/>
                </a:lnTo>
                <a:lnTo>
                  <a:pt x="127303" y="1219204"/>
                </a:lnTo>
                <a:lnTo>
                  <a:pt x="119573" y="1217410"/>
                </a:lnTo>
                <a:lnTo>
                  <a:pt x="116186" y="1216454"/>
                </a:lnTo>
                <a:lnTo>
                  <a:pt x="121624" y="1197285"/>
                </a:lnTo>
                <a:lnTo>
                  <a:pt x="124774" y="1198182"/>
                </a:lnTo>
                <a:lnTo>
                  <a:pt x="124296" y="1198062"/>
                </a:lnTo>
                <a:lnTo>
                  <a:pt x="131527" y="1199716"/>
                </a:lnTo>
                <a:lnTo>
                  <a:pt x="131051" y="1199617"/>
                </a:lnTo>
                <a:lnTo>
                  <a:pt x="138403" y="1200932"/>
                </a:lnTo>
                <a:lnTo>
                  <a:pt x="137904" y="1200872"/>
                </a:lnTo>
                <a:lnTo>
                  <a:pt x="145397" y="1201809"/>
                </a:lnTo>
                <a:lnTo>
                  <a:pt x="144879" y="1201769"/>
                </a:lnTo>
                <a:lnTo>
                  <a:pt x="152470" y="1202346"/>
                </a:lnTo>
                <a:lnTo>
                  <a:pt x="151972" y="1202306"/>
                </a:lnTo>
                <a:lnTo>
                  <a:pt x="159663" y="1202506"/>
                </a:lnTo>
                <a:lnTo>
                  <a:pt x="159403" y="1202506"/>
                </a:lnTo>
                <a:lnTo>
                  <a:pt x="198098" y="1202506"/>
                </a:lnTo>
                <a:lnTo>
                  <a:pt x="198098" y="1222431"/>
                </a:lnTo>
                <a:moveTo>
                  <a:pt x="59955" y="1187561"/>
                </a:moveTo>
                <a:lnTo>
                  <a:pt x="58003" y="1186028"/>
                </a:lnTo>
                <a:lnTo>
                  <a:pt x="52225" y="1181026"/>
                </a:lnTo>
                <a:lnTo>
                  <a:pt x="46685" y="1175746"/>
                </a:lnTo>
                <a:lnTo>
                  <a:pt x="41404" y="1170207"/>
                </a:lnTo>
                <a:lnTo>
                  <a:pt x="36403" y="1164428"/>
                </a:lnTo>
                <a:lnTo>
                  <a:pt x="31662" y="1158410"/>
                </a:lnTo>
                <a:lnTo>
                  <a:pt x="27218" y="1152154"/>
                </a:lnTo>
                <a:lnTo>
                  <a:pt x="23074" y="1145678"/>
                </a:lnTo>
                <a:lnTo>
                  <a:pt x="19228" y="1139003"/>
                </a:lnTo>
                <a:lnTo>
                  <a:pt x="15720" y="1132129"/>
                </a:lnTo>
                <a:lnTo>
                  <a:pt x="12514" y="1125076"/>
                </a:lnTo>
                <a:lnTo>
                  <a:pt x="10421" y="1119755"/>
                </a:lnTo>
                <a:lnTo>
                  <a:pt x="28972" y="1112442"/>
                </a:lnTo>
                <a:lnTo>
                  <a:pt x="30963" y="1117523"/>
                </a:lnTo>
                <a:lnTo>
                  <a:pt x="30785" y="1117085"/>
                </a:lnTo>
                <a:lnTo>
                  <a:pt x="33774" y="1123701"/>
                </a:lnTo>
                <a:lnTo>
                  <a:pt x="33553" y="1123262"/>
                </a:lnTo>
                <a:lnTo>
                  <a:pt x="36863" y="1129717"/>
                </a:lnTo>
                <a:lnTo>
                  <a:pt x="36622" y="1129279"/>
                </a:lnTo>
                <a:lnTo>
                  <a:pt x="40231" y="1135536"/>
                </a:lnTo>
                <a:lnTo>
                  <a:pt x="39971" y="1135137"/>
                </a:lnTo>
                <a:lnTo>
                  <a:pt x="43876" y="1141195"/>
                </a:lnTo>
                <a:lnTo>
                  <a:pt x="43598" y="1140796"/>
                </a:lnTo>
                <a:lnTo>
                  <a:pt x="47762" y="1146655"/>
                </a:lnTo>
                <a:lnTo>
                  <a:pt x="47482" y="1146276"/>
                </a:lnTo>
                <a:lnTo>
                  <a:pt x="51925" y="1151915"/>
                </a:lnTo>
                <a:lnTo>
                  <a:pt x="51608" y="1151556"/>
                </a:lnTo>
                <a:lnTo>
                  <a:pt x="56310" y="1156976"/>
                </a:lnTo>
                <a:lnTo>
                  <a:pt x="55991" y="1156617"/>
                </a:lnTo>
                <a:lnTo>
                  <a:pt x="60933" y="1161818"/>
                </a:lnTo>
                <a:lnTo>
                  <a:pt x="60614" y="1161479"/>
                </a:lnTo>
                <a:lnTo>
                  <a:pt x="65794" y="1166441"/>
                </a:lnTo>
                <a:lnTo>
                  <a:pt x="65436" y="1166101"/>
                </a:lnTo>
                <a:lnTo>
                  <a:pt x="70875" y="1170805"/>
                </a:lnTo>
                <a:lnTo>
                  <a:pt x="70496" y="1170505"/>
                </a:lnTo>
                <a:lnTo>
                  <a:pt x="72269" y="1171900"/>
                </a:lnTo>
                <a:lnTo>
                  <a:pt x="59955" y="1187561"/>
                </a:lnTo>
              </a:path>
            </a:pathLst>
          </a:custGeom>
          <a:solidFill xmlns:a="http://schemas.openxmlformats.org/drawingml/2006/main">
            <a:srgbClr val="C65F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ext-64 Cluster">
            <a:extLst xmlns:a="http://schemas.openxmlformats.org/drawingml/2006/main">
              <a:ext uri="{FF2B5EF4-FFF2-40B4-BE49-F238E27FC236}">
                <a16:creationId xmlns:a16="http://schemas.microsoft.com/office/drawing/2014/main" id="{E85CBCE0-188E-4A4F-88AD-B467580A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253" y="1294767"/>
            <a:ext cx="958907" cy="376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16" name="text-64 1">
            <a:extLst xmlns:a="http://schemas.openxmlformats.org/drawingml/2006/main">
              <a:ext uri="{FF2B5EF4-FFF2-40B4-BE49-F238E27FC236}">
                <a16:creationId xmlns:a16="http://schemas.microsoft.com/office/drawing/2014/main" id="{D6C85537-9995-4CB1-9A7D-3856E8EE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4051" y="1294897"/>
            <a:ext cx="169533" cy="376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117" name="path-65">
            <a:extLst xmlns:a="http://schemas.openxmlformats.org/drawingml/2006/main">
              <a:ext uri="{FF2B5EF4-FFF2-40B4-BE49-F238E27FC236}">
                <a16:creationId xmlns:a16="http://schemas.microsoft.com/office/drawing/2014/main" id="{425CCFDD-E737-4952-89C0-10189AB8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463" y="1411767"/>
            <a:ext cx="1234685" cy="150637"/>
          </a:xfrm>
          <a:custGeom xmlns:a="http://schemas.openxmlformats.org/drawingml/2006/main">
            <a:pathLst>
              <a:path w="1097498" h="133900">
                <a:moveTo>
                  <a:pt x="0" y="0"/>
                </a:moveTo>
                <a:lnTo>
                  <a:pt x="0" y="133900"/>
                </a:lnTo>
                <a:lnTo>
                  <a:pt x="1097498" y="133900"/>
                </a:lnTo>
                <a:lnTo>
                  <a:pt x="109749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66">
            <a:extLst xmlns:a="http://schemas.openxmlformats.org/drawingml/2006/main">
              <a:ext uri="{FF2B5EF4-FFF2-40B4-BE49-F238E27FC236}">
                <a16:creationId xmlns:a16="http://schemas.microsoft.com/office/drawing/2014/main" id="{42DC08D6-3E42-4E11-A297-32D8DB6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023" y="1399214"/>
            <a:ext cx="1258670" cy="173726"/>
          </a:xfrm>
          <a:custGeom xmlns:a="http://schemas.openxmlformats.org/drawingml/2006/main">
            <a:pathLst>
              <a:path w="1118818" h="154423">
                <a:moveTo>
                  <a:pt x="1118818" y="0"/>
                </a:moveTo>
                <a:lnTo>
                  <a:pt x="1118818" y="154423"/>
                </a:lnTo>
                <a:lnTo>
                  <a:pt x="0" y="154423"/>
                </a:lnTo>
                <a:lnTo>
                  <a:pt x="0" y="0"/>
                </a:lnTo>
                <a:lnTo>
                  <a:pt x="1118818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144460"/>
                </a:lnTo>
                <a:lnTo>
                  <a:pt x="9963" y="134497"/>
                </a:lnTo>
                <a:lnTo>
                  <a:pt x="1108855" y="134497"/>
                </a:lnTo>
                <a:lnTo>
                  <a:pt x="1098892" y="144460"/>
                </a:lnTo>
                <a:lnTo>
                  <a:pt x="1098892" y="9963"/>
                </a:lnTo>
                <a:lnTo>
                  <a:pt x="1108855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67">
            <a:extLst xmlns:a="http://schemas.openxmlformats.org/drawingml/2006/main">
              <a:ext uri="{FF2B5EF4-FFF2-40B4-BE49-F238E27FC236}">
                <a16:creationId xmlns:a16="http://schemas.microsoft.com/office/drawing/2014/main" id="{E8AB8182-B641-431D-A353-0DA31632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38" y="2904687"/>
            <a:ext cx="1237376" cy="150637"/>
          </a:xfrm>
          <a:custGeom xmlns:a="http://schemas.openxmlformats.org/drawingml/2006/main">
            <a:pathLst>
              <a:path w="1099890" h="133899">
                <a:moveTo>
                  <a:pt x="0" y="0"/>
                </a:moveTo>
                <a:lnTo>
                  <a:pt x="0" y="133899"/>
                </a:lnTo>
                <a:lnTo>
                  <a:pt x="1099890" y="133899"/>
                </a:lnTo>
                <a:lnTo>
                  <a:pt x="109989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68">
            <a:extLst xmlns:a="http://schemas.openxmlformats.org/drawingml/2006/main">
              <a:ext uri="{FF2B5EF4-FFF2-40B4-BE49-F238E27FC236}">
                <a16:creationId xmlns:a16="http://schemas.microsoft.com/office/drawing/2014/main" id="{1FB31241-851E-43FE-B3AC-C48F887A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643" y="2893255"/>
            <a:ext cx="1258670" cy="173726"/>
          </a:xfrm>
          <a:custGeom xmlns:a="http://schemas.openxmlformats.org/drawingml/2006/main">
            <a:pathLst>
              <a:path w="1118818" h="154423">
                <a:moveTo>
                  <a:pt x="1118818" y="0"/>
                </a:moveTo>
                <a:lnTo>
                  <a:pt x="1118818" y="154423"/>
                </a:lnTo>
                <a:lnTo>
                  <a:pt x="0" y="154423"/>
                </a:lnTo>
                <a:lnTo>
                  <a:pt x="0" y="0"/>
                </a:lnTo>
                <a:lnTo>
                  <a:pt x="1118818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144460"/>
                </a:lnTo>
                <a:lnTo>
                  <a:pt x="9963" y="134498"/>
                </a:lnTo>
                <a:lnTo>
                  <a:pt x="1108855" y="134498"/>
                </a:lnTo>
                <a:lnTo>
                  <a:pt x="1098892" y="144460"/>
                </a:lnTo>
                <a:lnTo>
                  <a:pt x="1098892" y="9963"/>
                </a:lnTo>
                <a:lnTo>
                  <a:pt x="1108855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69">
            <a:extLst xmlns:a="http://schemas.openxmlformats.org/drawingml/2006/main">
              <a:ext uri="{FF2B5EF4-FFF2-40B4-BE49-F238E27FC236}">
                <a16:creationId xmlns:a16="http://schemas.microsoft.com/office/drawing/2014/main" id="{025CD6C9-2795-45B2-A83B-60E6907F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463" y="2904687"/>
            <a:ext cx="1234685" cy="150637"/>
          </a:xfrm>
          <a:custGeom xmlns:a="http://schemas.openxmlformats.org/drawingml/2006/main">
            <a:pathLst>
              <a:path w="1097498" h="133899">
                <a:moveTo>
                  <a:pt x="0" y="0"/>
                </a:moveTo>
                <a:lnTo>
                  <a:pt x="0" y="133899"/>
                </a:lnTo>
                <a:lnTo>
                  <a:pt x="1097498" y="133899"/>
                </a:lnTo>
                <a:lnTo>
                  <a:pt x="109749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70">
            <a:extLst xmlns:a="http://schemas.openxmlformats.org/drawingml/2006/main">
              <a:ext uri="{FF2B5EF4-FFF2-40B4-BE49-F238E27FC236}">
                <a16:creationId xmlns:a16="http://schemas.microsoft.com/office/drawing/2014/main" id="{A6C78595-B3E6-4529-8954-F56207A5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023" y="2893255"/>
            <a:ext cx="1258670" cy="173726"/>
          </a:xfrm>
          <a:custGeom xmlns:a="http://schemas.openxmlformats.org/drawingml/2006/main">
            <a:pathLst>
              <a:path w="1118818" h="154423">
                <a:moveTo>
                  <a:pt x="1118818" y="0"/>
                </a:moveTo>
                <a:lnTo>
                  <a:pt x="1118818" y="154423"/>
                </a:lnTo>
                <a:lnTo>
                  <a:pt x="0" y="154423"/>
                </a:lnTo>
                <a:lnTo>
                  <a:pt x="0" y="0"/>
                </a:lnTo>
                <a:lnTo>
                  <a:pt x="1118818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144460"/>
                </a:lnTo>
                <a:lnTo>
                  <a:pt x="9963" y="134498"/>
                </a:lnTo>
                <a:lnTo>
                  <a:pt x="1108855" y="134498"/>
                </a:lnTo>
                <a:lnTo>
                  <a:pt x="1098892" y="144460"/>
                </a:lnTo>
                <a:lnTo>
                  <a:pt x="1098892" y="9963"/>
                </a:lnTo>
                <a:lnTo>
                  <a:pt x="1108855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ext-71 Cluster">
            <a:extLst xmlns:a="http://schemas.openxmlformats.org/drawingml/2006/main">
              <a:ext uri="{FF2B5EF4-FFF2-40B4-BE49-F238E27FC236}">
                <a16:creationId xmlns:a16="http://schemas.microsoft.com/office/drawing/2014/main" id="{6E6CE380-D20E-43A2-A279-60257EE7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1252" y="1309338"/>
            <a:ext cx="958905" cy="3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24" name="text-71 2">
            <a:extLst xmlns:a="http://schemas.openxmlformats.org/drawingml/2006/main">
              <a:ext uri="{FF2B5EF4-FFF2-40B4-BE49-F238E27FC236}">
                <a16:creationId xmlns:a16="http://schemas.microsoft.com/office/drawing/2014/main" id="{15E395D2-2880-426F-9F78-539257F2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047" y="1309443"/>
            <a:ext cx="212619" cy="376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125" name="text-72 Cluster">
            <a:extLst xmlns:a="http://schemas.openxmlformats.org/drawingml/2006/main">
              <a:ext uri="{FF2B5EF4-FFF2-40B4-BE49-F238E27FC236}">
                <a16:creationId xmlns:a16="http://schemas.microsoft.com/office/drawing/2014/main" id="{B7973898-07BD-4AE3-A4C8-D395ADC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682" y="2829157"/>
            <a:ext cx="958907" cy="376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26" name="text-72 3">
            <a:extLst xmlns:a="http://schemas.openxmlformats.org/drawingml/2006/main">
              <a:ext uri="{FF2B5EF4-FFF2-40B4-BE49-F238E27FC236}">
                <a16:creationId xmlns:a16="http://schemas.microsoft.com/office/drawing/2014/main" id="{5069A7EF-8629-428F-82E6-3C37844D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9480" y="2829262"/>
            <a:ext cx="212619" cy="376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19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127" name="text-73 Cluster">
            <a:extLst xmlns:a="http://schemas.openxmlformats.org/drawingml/2006/main">
              <a:ext uri="{FF2B5EF4-FFF2-40B4-BE49-F238E27FC236}">
                <a16:creationId xmlns:a16="http://schemas.microsoft.com/office/drawing/2014/main" id="{4F84C79C-E64D-4481-BBC6-52A5A1EF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5561" y="2837003"/>
            <a:ext cx="958905" cy="3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20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28" name="text-73 n">
            <a:extLst xmlns:a="http://schemas.openxmlformats.org/drawingml/2006/main">
              <a:ext uri="{FF2B5EF4-FFF2-40B4-BE49-F238E27FC236}">
                <a16:creationId xmlns:a16="http://schemas.microsoft.com/office/drawing/2014/main" id="{C7FCCE0B-E1CB-4A81-ABD0-240E4F37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6357" y="2837173"/>
            <a:ext cx="189228" cy="376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8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8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defRPr>
            </a:pPr>
            <a:r>
              <a:rPr sz="2118" b="0" i="0">
                <a:solidFill>
                  <a:srgbClr val="C65F1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E0A63F-0735-4569-A58D-7B032E288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a67c9d8294e41"/>
          <a:stretch xmlns:a="http://schemas.openxmlformats.org/drawingml/2006/main"/>
        </p:blipFill>
        <p:spPr>
          <a:xfrm xmlns:a="http://schemas.openxmlformats.org/drawingml/2006/main">
            <a:off x="8060261" y="2171452"/>
            <a:ext cx="836329" cy="564889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C379925-82A5-4543-82A5-D0D6846A4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700014f774a63"/>
          <a:stretch xmlns:a="http://schemas.openxmlformats.org/drawingml/2006/main"/>
        </p:blipFill>
        <p:spPr>
          <a:xfrm xmlns:a="http://schemas.openxmlformats.org/drawingml/2006/main">
            <a:off x="8928432" y="1598719"/>
            <a:ext cx="837246" cy="558164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CF44E23-AC64-49C9-8E66-A4CD571C0C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0a9a33c33401c"/>
          <a:stretch xmlns:a="http://schemas.openxmlformats.org/drawingml/2006/main"/>
        </p:blipFill>
        <p:spPr>
          <a:xfrm xmlns:a="http://schemas.openxmlformats.org/drawingml/2006/main">
            <a:off x="8929451" y="2171452"/>
            <a:ext cx="836329" cy="564889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83C3863-FF12-4111-9124-45F9AB308B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a67b84ddf41c2"/>
          <a:stretch xmlns:a="http://schemas.openxmlformats.org/drawingml/2006/main"/>
        </p:blipFill>
        <p:spPr>
          <a:xfrm xmlns:a="http://schemas.openxmlformats.org/drawingml/2006/main">
            <a:off x="8059803" y="1598719"/>
            <a:ext cx="837246" cy="558164"/>
          </a:xfrm>
          <a:prstGeom xmlns:a="http://schemas.openxmlformats.org/drawingml/2006/main" prst="rect">
            <a:avLst/>
          </a:prstGeom>
        </p:spPr>
      </p:pic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DB67DB-3A81-427F-A1B1-69AC08A35A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080964c914f2c"/>
          <a:stretch xmlns:a="http://schemas.openxmlformats.org/drawingml/2006/main"/>
        </p:blipFill>
        <p:spPr>
          <a:xfrm xmlns:a="http://schemas.openxmlformats.org/drawingml/2006/main">
            <a:off x="11201325" y="1665804"/>
            <a:ext cx="788154" cy="422648"/>
          </a:xfrm>
          <a:prstGeom xmlns:a="http://schemas.openxmlformats.org/drawingml/2006/main" prst="rect">
            <a:avLst/>
          </a:prstGeom>
        </p:spPr>
      </p:pic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53F598B-7601-4B47-A88D-19A8675F8D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6952b1d834d83"/>
          <a:stretch xmlns:a="http://schemas.openxmlformats.org/drawingml/2006/main"/>
        </p:blipFill>
        <p:spPr>
          <a:xfrm xmlns:a="http://schemas.openxmlformats.org/drawingml/2006/main">
            <a:off x="11201325" y="2243246"/>
            <a:ext cx="785465" cy="451340"/>
          </a:xfrm>
          <a:prstGeom xmlns:a="http://schemas.openxmlformats.org/drawingml/2006/main" prst="rect">
            <a:avLst/>
          </a:prstGeom>
        </p:spPr>
      </p:pic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FD56EB3-FE55-46C1-B936-FFC081CBA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075810076457e"/>
          <a:stretch xmlns:a="http://schemas.openxmlformats.org/drawingml/2006/main"/>
        </p:blipFill>
        <p:spPr>
          <a:xfrm xmlns:a="http://schemas.openxmlformats.org/drawingml/2006/main">
            <a:off x="10423124" y="2216061"/>
            <a:ext cx="606852" cy="505710"/>
          </a:xfrm>
          <a:prstGeom xmlns:a="http://schemas.openxmlformats.org/drawingml/2006/main" prst="rect">
            <a:avLst/>
          </a:prstGeom>
        </p:spPr>
      </p:pic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F790729-D0D1-42E1-892B-E1B67DF13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7eeaf81db4227"/>
          <a:stretch xmlns:a="http://schemas.openxmlformats.org/drawingml/2006/main"/>
        </p:blipFill>
        <p:spPr>
          <a:xfrm xmlns:a="http://schemas.openxmlformats.org/drawingml/2006/main">
            <a:off x="10405704" y="1624273"/>
            <a:ext cx="639002" cy="505710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06BB42F-9BDB-4DC9-A7B3-9E6B95CCF5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f1c8200884098"/>
          <a:stretch xmlns:a="http://schemas.openxmlformats.org/drawingml/2006/main"/>
        </p:blipFill>
        <p:spPr>
          <a:xfrm xmlns:a="http://schemas.openxmlformats.org/drawingml/2006/main">
            <a:off x="9022916" y="3760090"/>
            <a:ext cx="652760" cy="489570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C0561DB-4679-48DE-9424-82B76340B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13897925b4dda"/>
          <a:stretch xmlns:a="http://schemas.openxmlformats.org/drawingml/2006/main"/>
        </p:blipFill>
        <p:spPr>
          <a:xfrm xmlns:a="http://schemas.openxmlformats.org/drawingml/2006/main">
            <a:off x="8072917" y="3782613"/>
            <a:ext cx="801604" cy="449905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E368425-8F26-44B5-BF1F-7DFB97CBB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58493be294806"/>
          <a:stretch xmlns:a="http://schemas.openxmlformats.org/drawingml/2006/main"/>
        </p:blipFill>
        <p:spPr>
          <a:xfrm xmlns:a="http://schemas.openxmlformats.org/drawingml/2006/main">
            <a:off x="8955219" y="3186970"/>
            <a:ext cx="788154" cy="444164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5A5D48D-2E2B-4FD1-B499-9946F63E70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1264b63cb44b2"/>
          <a:stretch xmlns:a="http://schemas.openxmlformats.org/drawingml/2006/main"/>
        </p:blipFill>
        <p:spPr>
          <a:xfrm xmlns:a="http://schemas.openxmlformats.org/drawingml/2006/main">
            <a:off x="8086367" y="3161409"/>
            <a:ext cx="788154" cy="492596"/>
          </a:xfrm>
          <a:prstGeom xmlns:a="http://schemas.openxmlformats.org/drawingml/2006/main" prst="rect">
            <a:avLst/>
          </a:prstGeom>
        </p:spPr>
      </p:pic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C06D1E3-2E8F-436F-8456-0FC666396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d95fa8edf48c8"/>
          <a:stretch xmlns:a="http://schemas.openxmlformats.org/drawingml/2006/main"/>
        </p:blipFill>
        <p:spPr>
          <a:xfrm xmlns:a="http://schemas.openxmlformats.org/drawingml/2006/main">
            <a:off x="11282311" y="3749330"/>
            <a:ext cx="639633" cy="505710"/>
          </a:xfrm>
          <a:prstGeom xmlns:a="http://schemas.openxmlformats.org/drawingml/2006/main" prst="rect">
            <a:avLst/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172EEB8-91FA-40E1-82EF-066AAFAB44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68f585fc947a2"/>
          <a:stretch xmlns:a="http://schemas.openxmlformats.org/drawingml/2006/main"/>
        </p:blipFill>
        <p:spPr>
          <a:xfrm xmlns:a="http://schemas.openxmlformats.org/drawingml/2006/main">
            <a:off x="11234133" y="3165612"/>
            <a:ext cx="738679" cy="492260"/>
          </a:xfrm>
          <a:prstGeom xmlns:a="http://schemas.openxmlformats.org/drawingml/2006/main" prst="rect">
            <a:avLst/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31C16E8-C534-47AC-84C2-49B0BF8F6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edfcf0b564380"/>
          <a:stretch xmlns:a="http://schemas.openxmlformats.org/drawingml/2006/main"/>
        </p:blipFill>
        <p:spPr>
          <a:xfrm xmlns:a="http://schemas.openxmlformats.org/drawingml/2006/main">
            <a:off x="10428081" y="3749330"/>
            <a:ext cx="615765" cy="494950"/>
          </a:xfrm>
          <a:prstGeom xmlns:a="http://schemas.openxmlformats.org/drawingml/2006/main" prst="rect">
            <a:avLst/>
          </a:prstGeom>
        </p:spPr>
      </p:pic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4A8A8F1-CDA6-4C3D-B3AF-718C98B3B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906bd220e4610"/>
          <a:stretch xmlns:a="http://schemas.openxmlformats.org/drawingml/2006/main"/>
        </p:blipFill>
        <p:spPr>
          <a:xfrm xmlns:a="http://schemas.openxmlformats.org/drawingml/2006/main">
            <a:off x="10350527" y="3165612"/>
            <a:ext cx="741286" cy="492260"/>
          </a:xfrm>
          <a:prstGeom xmlns:a="http://schemas.openxmlformats.org/drawingml/2006/main" prst="rect">
            <a:avLst/>
          </a:prstGeom>
        </p:spPr>
      </p:pic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4BBD651-9963-48DE-976E-915D0D185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30a83a48b4c6f"/>
          <a:stretch xmlns:a="http://schemas.openxmlformats.org/drawingml/2006/main"/>
        </p:blipFill>
        <p:spPr>
          <a:xfrm xmlns:a="http://schemas.openxmlformats.org/drawingml/2006/main">
            <a:off x="14660258" y="3884052"/>
            <a:ext cx="522298" cy="522298"/>
          </a:xfrm>
          <a:prstGeom xmlns:a="http://schemas.openxmlformats.org/drawingml/2006/main" prst="rect">
            <a:avLst/>
          </a:prstGeom>
        </p:spPr>
      </p:pic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F8975E1-97B6-4735-84ED-A099465721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4b0f1db8f4e97"/>
          <a:stretch xmlns:a="http://schemas.openxmlformats.org/drawingml/2006/main"/>
        </p:blipFill>
        <p:spPr>
          <a:xfrm xmlns:a="http://schemas.openxmlformats.org/drawingml/2006/main">
            <a:off x="15712701" y="3884052"/>
            <a:ext cx="523419" cy="523419"/>
          </a:xfrm>
          <a:prstGeom xmlns:a="http://schemas.openxmlformats.org/drawingml/2006/main" prst="rect">
            <a:avLst/>
          </a:prstGeom>
        </p:spPr>
      </p:pic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EAFC0E4-79B9-4174-9162-EE72ECC239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8e422f8e947bd"/>
          <a:stretch xmlns:a="http://schemas.openxmlformats.org/drawingml/2006/main"/>
        </p:blipFill>
        <p:spPr>
          <a:xfrm xmlns:a="http://schemas.openxmlformats.org/drawingml/2006/main">
            <a:off x="15197129" y="3870602"/>
            <a:ext cx="536868" cy="536868"/>
          </a:xfrm>
          <a:prstGeom xmlns:a="http://schemas.openxmlformats.org/drawingml/2006/main" prst="rect">
            <a:avLst/>
          </a:prstGeom>
        </p:spPr>
      </p:pic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969B28D-4339-4BF1-9271-7AC272C26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b44f85c2a4796"/>
          <a:stretch xmlns:a="http://schemas.openxmlformats.org/drawingml/2006/main"/>
        </p:blipFill>
        <p:spPr>
          <a:xfrm xmlns:a="http://schemas.openxmlformats.org/drawingml/2006/main">
            <a:off x="2136443" y="680774"/>
            <a:ext cx="591539" cy="532385"/>
          </a:xfrm>
          <a:prstGeom xmlns:a="http://schemas.openxmlformats.org/drawingml/2006/main" prst="rect">
            <a:avLst/>
          </a:prstGeom>
        </p:spPr>
      </p:pic>
      <p:sp>
        <p:nvSpPr>
          <p:cNvPr id="149" name="path-94">
            <a:extLst xmlns:a="http://schemas.openxmlformats.org/drawingml/2006/main">
              <a:ext uri="{FF2B5EF4-FFF2-40B4-BE49-F238E27FC236}">
                <a16:creationId xmlns:a16="http://schemas.microsoft.com/office/drawing/2014/main" id="{1B339FF2-865C-4A8A-A364-17AB4FEC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502" y="1326922"/>
            <a:ext cx="599635" cy="2414227"/>
          </a:xfrm>
          <a:custGeom xmlns:a="http://schemas.openxmlformats.org/drawingml/2006/main">
            <a:pathLst>
              <a:path w="533009" h="2145979">
                <a:moveTo>
                  <a:pt x="66193" y="2145621"/>
                </a:moveTo>
                <a:lnTo>
                  <a:pt x="58880" y="2144484"/>
                </a:lnTo>
                <a:lnTo>
                  <a:pt x="51808" y="2142672"/>
                </a:lnTo>
                <a:lnTo>
                  <a:pt x="45013" y="2140201"/>
                </a:lnTo>
                <a:lnTo>
                  <a:pt x="38577" y="2137093"/>
                </a:lnTo>
                <a:lnTo>
                  <a:pt x="32480" y="2133386"/>
                </a:lnTo>
                <a:lnTo>
                  <a:pt x="26821" y="2129142"/>
                </a:lnTo>
                <a:lnTo>
                  <a:pt x="21581" y="2124400"/>
                </a:lnTo>
                <a:lnTo>
                  <a:pt x="16818" y="2119159"/>
                </a:lnTo>
                <a:lnTo>
                  <a:pt x="12575" y="2113480"/>
                </a:lnTo>
                <a:lnTo>
                  <a:pt x="8889" y="2107403"/>
                </a:lnTo>
                <a:lnTo>
                  <a:pt x="5780" y="2100947"/>
                </a:lnTo>
                <a:lnTo>
                  <a:pt x="3290" y="2094173"/>
                </a:lnTo>
                <a:lnTo>
                  <a:pt x="1476" y="2087099"/>
                </a:lnTo>
                <a:lnTo>
                  <a:pt x="360" y="2079766"/>
                </a:lnTo>
                <a:lnTo>
                  <a:pt x="0" y="2072494"/>
                </a:lnTo>
                <a:lnTo>
                  <a:pt x="0" y="73485"/>
                </a:lnTo>
                <a:lnTo>
                  <a:pt x="360" y="66213"/>
                </a:lnTo>
                <a:lnTo>
                  <a:pt x="1476" y="58880"/>
                </a:lnTo>
                <a:lnTo>
                  <a:pt x="3290" y="51806"/>
                </a:lnTo>
                <a:lnTo>
                  <a:pt x="5780" y="45032"/>
                </a:lnTo>
                <a:lnTo>
                  <a:pt x="8889" y="38576"/>
                </a:lnTo>
                <a:lnTo>
                  <a:pt x="12575" y="32498"/>
                </a:lnTo>
                <a:lnTo>
                  <a:pt x="16818" y="26820"/>
                </a:lnTo>
                <a:lnTo>
                  <a:pt x="21581" y="21579"/>
                </a:lnTo>
                <a:lnTo>
                  <a:pt x="26821" y="16837"/>
                </a:lnTo>
                <a:lnTo>
                  <a:pt x="32480" y="12593"/>
                </a:lnTo>
                <a:lnTo>
                  <a:pt x="38577" y="8887"/>
                </a:lnTo>
                <a:lnTo>
                  <a:pt x="45013" y="5778"/>
                </a:lnTo>
                <a:lnTo>
                  <a:pt x="51808" y="3308"/>
                </a:lnTo>
                <a:lnTo>
                  <a:pt x="58880" y="1494"/>
                </a:lnTo>
                <a:lnTo>
                  <a:pt x="66193" y="359"/>
                </a:lnTo>
                <a:lnTo>
                  <a:pt x="73467" y="0"/>
                </a:lnTo>
                <a:lnTo>
                  <a:pt x="459523" y="0"/>
                </a:lnTo>
                <a:lnTo>
                  <a:pt x="466795" y="359"/>
                </a:lnTo>
                <a:lnTo>
                  <a:pt x="474108" y="1494"/>
                </a:lnTo>
                <a:lnTo>
                  <a:pt x="481182" y="3308"/>
                </a:lnTo>
                <a:lnTo>
                  <a:pt x="487976" y="5778"/>
                </a:lnTo>
                <a:lnTo>
                  <a:pt x="494412" y="8887"/>
                </a:lnTo>
                <a:lnTo>
                  <a:pt x="500510" y="12593"/>
                </a:lnTo>
                <a:lnTo>
                  <a:pt x="506169" y="16837"/>
                </a:lnTo>
                <a:lnTo>
                  <a:pt x="511409" y="21579"/>
                </a:lnTo>
                <a:lnTo>
                  <a:pt x="516173" y="26820"/>
                </a:lnTo>
                <a:lnTo>
                  <a:pt x="520417" y="32498"/>
                </a:lnTo>
                <a:lnTo>
                  <a:pt x="524103" y="38576"/>
                </a:lnTo>
                <a:lnTo>
                  <a:pt x="527211" y="45032"/>
                </a:lnTo>
                <a:lnTo>
                  <a:pt x="529701" y="51806"/>
                </a:lnTo>
                <a:lnTo>
                  <a:pt x="531514" y="58880"/>
                </a:lnTo>
                <a:lnTo>
                  <a:pt x="532631" y="66213"/>
                </a:lnTo>
                <a:lnTo>
                  <a:pt x="533009" y="73485"/>
                </a:lnTo>
                <a:lnTo>
                  <a:pt x="533009" y="2072494"/>
                </a:lnTo>
                <a:lnTo>
                  <a:pt x="532631" y="2079766"/>
                </a:lnTo>
                <a:lnTo>
                  <a:pt x="531514" y="2087099"/>
                </a:lnTo>
                <a:lnTo>
                  <a:pt x="529701" y="2094173"/>
                </a:lnTo>
                <a:lnTo>
                  <a:pt x="527211" y="2100947"/>
                </a:lnTo>
                <a:lnTo>
                  <a:pt x="524103" y="2107403"/>
                </a:lnTo>
                <a:lnTo>
                  <a:pt x="520417" y="2113480"/>
                </a:lnTo>
                <a:lnTo>
                  <a:pt x="516173" y="2119159"/>
                </a:lnTo>
                <a:lnTo>
                  <a:pt x="511409" y="2124400"/>
                </a:lnTo>
                <a:lnTo>
                  <a:pt x="506169" y="2129142"/>
                </a:lnTo>
                <a:lnTo>
                  <a:pt x="500510" y="2133386"/>
                </a:lnTo>
                <a:lnTo>
                  <a:pt x="494412" y="2137093"/>
                </a:lnTo>
                <a:lnTo>
                  <a:pt x="487976" y="2140201"/>
                </a:lnTo>
                <a:lnTo>
                  <a:pt x="481182" y="2142672"/>
                </a:lnTo>
                <a:lnTo>
                  <a:pt x="474108" y="2144484"/>
                </a:lnTo>
                <a:lnTo>
                  <a:pt x="466795" y="2145621"/>
                </a:lnTo>
                <a:lnTo>
                  <a:pt x="459523" y="2145979"/>
                </a:lnTo>
                <a:lnTo>
                  <a:pt x="73467" y="2145979"/>
                </a:lnTo>
                <a:lnTo>
                  <a:pt x="66193" y="2145621"/>
                </a:lnTo>
                <a:moveTo>
                  <a:pt x="74224" y="2126073"/>
                </a:moveTo>
                <a:lnTo>
                  <a:pt x="73725" y="2126054"/>
                </a:lnTo>
                <a:lnTo>
                  <a:pt x="459264" y="2126054"/>
                </a:lnTo>
                <a:lnTo>
                  <a:pt x="458765" y="2126073"/>
                </a:lnTo>
                <a:lnTo>
                  <a:pt x="465283" y="2125735"/>
                </a:lnTo>
                <a:lnTo>
                  <a:pt x="464285" y="2125834"/>
                </a:lnTo>
                <a:lnTo>
                  <a:pt x="470623" y="2124878"/>
                </a:lnTo>
                <a:lnTo>
                  <a:pt x="469645" y="2125077"/>
                </a:lnTo>
                <a:lnTo>
                  <a:pt x="475744" y="2123503"/>
                </a:lnTo>
                <a:lnTo>
                  <a:pt x="474808" y="2123802"/>
                </a:lnTo>
                <a:lnTo>
                  <a:pt x="480665" y="2121650"/>
                </a:lnTo>
                <a:lnTo>
                  <a:pt x="479767" y="2122028"/>
                </a:lnTo>
                <a:lnTo>
                  <a:pt x="485347" y="2119339"/>
                </a:lnTo>
                <a:lnTo>
                  <a:pt x="484490" y="2119797"/>
                </a:lnTo>
                <a:lnTo>
                  <a:pt x="489750" y="2116609"/>
                </a:lnTo>
                <a:lnTo>
                  <a:pt x="488953" y="2117147"/>
                </a:lnTo>
                <a:lnTo>
                  <a:pt x="493856" y="2113480"/>
                </a:lnTo>
                <a:lnTo>
                  <a:pt x="493138" y="2114078"/>
                </a:lnTo>
                <a:lnTo>
                  <a:pt x="497660" y="2109974"/>
                </a:lnTo>
                <a:lnTo>
                  <a:pt x="496984" y="2110631"/>
                </a:lnTo>
                <a:lnTo>
                  <a:pt x="501107" y="2106108"/>
                </a:lnTo>
                <a:lnTo>
                  <a:pt x="500490" y="2106845"/>
                </a:lnTo>
                <a:lnTo>
                  <a:pt x="504176" y="2101924"/>
                </a:lnTo>
                <a:lnTo>
                  <a:pt x="503638" y="2102720"/>
                </a:lnTo>
                <a:lnTo>
                  <a:pt x="506828" y="2097460"/>
                </a:lnTo>
                <a:lnTo>
                  <a:pt x="506368" y="2098317"/>
                </a:lnTo>
                <a:lnTo>
                  <a:pt x="509058" y="2092738"/>
                </a:lnTo>
                <a:lnTo>
                  <a:pt x="508660" y="2093635"/>
                </a:lnTo>
                <a:lnTo>
                  <a:pt x="510812" y="2087777"/>
                </a:lnTo>
                <a:lnTo>
                  <a:pt x="510514" y="2088733"/>
                </a:lnTo>
                <a:lnTo>
                  <a:pt x="512086" y="2082616"/>
                </a:lnTo>
                <a:lnTo>
                  <a:pt x="511888" y="2083592"/>
                </a:lnTo>
                <a:lnTo>
                  <a:pt x="512865" y="2077256"/>
                </a:lnTo>
                <a:lnTo>
                  <a:pt x="512765" y="2078272"/>
                </a:lnTo>
                <a:lnTo>
                  <a:pt x="513084" y="2071736"/>
                </a:lnTo>
                <a:lnTo>
                  <a:pt x="513084" y="2072254"/>
                </a:lnTo>
                <a:lnTo>
                  <a:pt x="513084" y="73724"/>
                </a:lnTo>
                <a:lnTo>
                  <a:pt x="513084" y="74242"/>
                </a:lnTo>
                <a:lnTo>
                  <a:pt x="512765" y="67707"/>
                </a:lnTo>
                <a:lnTo>
                  <a:pt x="512865" y="68723"/>
                </a:lnTo>
                <a:lnTo>
                  <a:pt x="511888" y="62387"/>
                </a:lnTo>
                <a:lnTo>
                  <a:pt x="512086" y="63363"/>
                </a:lnTo>
                <a:lnTo>
                  <a:pt x="510514" y="57246"/>
                </a:lnTo>
                <a:lnTo>
                  <a:pt x="510812" y="58202"/>
                </a:lnTo>
                <a:lnTo>
                  <a:pt x="508660" y="52344"/>
                </a:lnTo>
                <a:lnTo>
                  <a:pt x="509058" y="53241"/>
                </a:lnTo>
                <a:lnTo>
                  <a:pt x="506368" y="47662"/>
                </a:lnTo>
                <a:lnTo>
                  <a:pt x="506828" y="48518"/>
                </a:lnTo>
                <a:lnTo>
                  <a:pt x="503638" y="43258"/>
                </a:lnTo>
                <a:lnTo>
                  <a:pt x="504176" y="44036"/>
                </a:lnTo>
                <a:lnTo>
                  <a:pt x="500490" y="39133"/>
                </a:lnTo>
                <a:lnTo>
                  <a:pt x="501107" y="39871"/>
                </a:lnTo>
                <a:lnTo>
                  <a:pt x="496984" y="35348"/>
                </a:lnTo>
                <a:lnTo>
                  <a:pt x="497660" y="36005"/>
                </a:lnTo>
                <a:lnTo>
                  <a:pt x="493138" y="31901"/>
                </a:lnTo>
                <a:lnTo>
                  <a:pt x="493856" y="32498"/>
                </a:lnTo>
                <a:lnTo>
                  <a:pt x="488953" y="28832"/>
                </a:lnTo>
                <a:lnTo>
                  <a:pt x="489750" y="29370"/>
                </a:lnTo>
                <a:lnTo>
                  <a:pt x="484490" y="26182"/>
                </a:lnTo>
                <a:lnTo>
                  <a:pt x="485347" y="26640"/>
                </a:lnTo>
                <a:lnTo>
                  <a:pt x="479767" y="23950"/>
                </a:lnTo>
                <a:lnTo>
                  <a:pt x="480665" y="24329"/>
                </a:lnTo>
                <a:lnTo>
                  <a:pt x="474808" y="22177"/>
                </a:lnTo>
                <a:lnTo>
                  <a:pt x="475744" y="22476"/>
                </a:lnTo>
                <a:lnTo>
                  <a:pt x="469645" y="20902"/>
                </a:lnTo>
                <a:lnTo>
                  <a:pt x="470623" y="21101"/>
                </a:lnTo>
                <a:lnTo>
                  <a:pt x="464285" y="20145"/>
                </a:lnTo>
                <a:lnTo>
                  <a:pt x="465283" y="20244"/>
                </a:lnTo>
                <a:lnTo>
                  <a:pt x="458765" y="19905"/>
                </a:lnTo>
                <a:lnTo>
                  <a:pt x="459264" y="19925"/>
                </a:lnTo>
                <a:lnTo>
                  <a:pt x="73725" y="19925"/>
                </a:lnTo>
                <a:lnTo>
                  <a:pt x="74224" y="19905"/>
                </a:lnTo>
                <a:lnTo>
                  <a:pt x="67708" y="20244"/>
                </a:lnTo>
                <a:lnTo>
                  <a:pt x="68704" y="20145"/>
                </a:lnTo>
                <a:lnTo>
                  <a:pt x="62368" y="21101"/>
                </a:lnTo>
                <a:lnTo>
                  <a:pt x="63363" y="20902"/>
                </a:lnTo>
                <a:lnTo>
                  <a:pt x="57249" y="22476"/>
                </a:lnTo>
                <a:lnTo>
                  <a:pt x="58185" y="22177"/>
                </a:lnTo>
                <a:lnTo>
                  <a:pt x="52325" y="24329"/>
                </a:lnTo>
                <a:lnTo>
                  <a:pt x="53223" y="23950"/>
                </a:lnTo>
                <a:lnTo>
                  <a:pt x="47642" y="26640"/>
                </a:lnTo>
                <a:lnTo>
                  <a:pt x="48500" y="26182"/>
                </a:lnTo>
                <a:lnTo>
                  <a:pt x="43240" y="29370"/>
                </a:lnTo>
                <a:lnTo>
                  <a:pt x="44037" y="28832"/>
                </a:lnTo>
                <a:lnTo>
                  <a:pt x="39135" y="32498"/>
                </a:lnTo>
                <a:lnTo>
                  <a:pt x="39873" y="31901"/>
                </a:lnTo>
                <a:lnTo>
                  <a:pt x="35328" y="36005"/>
                </a:lnTo>
                <a:lnTo>
                  <a:pt x="36007" y="35348"/>
                </a:lnTo>
                <a:lnTo>
                  <a:pt x="31883" y="39871"/>
                </a:lnTo>
                <a:lnTo>
                  <a:pt x="32501" y="39133"/>
                </a:lnTo>
                <a:lnTo>
                  <a:pt x="28833" y="44036"/>
                </a:lnTo>
                <a:lnTo>
                  <a:pt x="29352" y="43258"/>
                </a:lnTo>
                <a:lnTo>
                  <a:pt x="26163" y="48518"/>
                </a:lnTo>
                <a:lnTo>
                  <a:pt x="26621" y="47662"/>
                </a:lnTo>
                <a:lnTo>
                  <a:pt x="23953" y="53241"/>
                </a:lnTo>
                <a:lnTo>
                  <a:pt x="24331" y="52344"/>
                </a:lnTo>
                <a:lnTo>
                  <a:pt x="22178" y="58202"/>
                </a:lnTo>
                <a:lnTo>
                  <a:pt x="22477" y="57246"/>
                </a:lnTo>
                <a:lnTo>
                  <a:pt x="20902" y="63363"/>
                </a:lnTo>
                <a:lnTo>
                  <a:pt x="21103" y="62387"/>
                </a:lnTo>
                <a:lnTo>
                  <a:pt x="20126" y="68723"/>
                </a:lnTo>
                <a:lnTo>
                  <a:pt x="20226" y="67707"/>
                </a:lnTo>
                <a:lnTo>
                  <a:pt x="19907" y="74242"/>
                </a:lnTo>
                <a:lnTo>
                  <a:pt x="19927" y="73724"/>
                </a:lnTo>
                <a:lnTo>
                  <a:pt x="19927" y="2072254"/>
                </a:lnTo>
                <a:lnTo>
                  <a:pt x="19907" y="2071736"/>
                </a:lnTo>
                <a:lnTo>
                  <a:pt x="20226" y="2078272"/>
                </a:lnTo>
                <a:lnTo>
                  <a:pt x="20126" y="2077256"/>
                </a:lnTo>
                <a:lnTo>
                  <a:pt x="21103" y="2083592"/>
                </a:lnTo>
                <a:lnTo>
                  <a:pt x="20902" y="2082616"/>
                </a:lnTo>
                <a:lnTo>
                  <a:pt x="22477" y="2088733"/>
                </a:lnTo>
                <a:lnTo>
                  <a:pt x="22178" y="2087777"/>
                </a:lnTo>
                <a:lnTo>
                  <a:pt x="24331" y="2093635"/>
                </a:lnTo>
                <a:lnTo>
                  <a:pt x="23953" y="2092738"/>
                </a:lnTo>
                <a:lnTo>
                  <a:pt x="26621" y="2098317"/>
                </a:lnTo>
                <a:lnTo>
                  <a:pt x="26163" y="2097460"/>
                </a:lnTo>
                <a:lnTo>
                  <a:pt x="29352" y="2102720"/>
                </a:lnTo>
                <a:lnTo>
                  <a:pt x="28833" y="2101924"/>
                </a:lnTo>
                <a:lnTo>
                  <a:pt x="32501" y="2106845"/>
                </a:lnTo>
                <a:lnTo>
                  <a:pt x="31883" y="2106108"/>
                </a:lnTo>
                <a:lnTo>
                  <a:pt x="36007" y="2110631"/>
                </a:lnTo>
                <a:lnTo>
                  <a:pt x="35328" y="2109974"/>
                </a:lnTo>
                <a:lnTo>
                  <a:pt x="39873" y="2114078"/>
                </a:lnTo>
                <a:lnTo>
                  <a:pt x="39135" y="2113480"/>
                </a:lnTo>
                <a:lnTo>
                  <a:pt x="44037" y="2117147"/>
                </a:lnTo>
                <a:lnTo>
                  <a:pt x="43240" y="2116609"/>
                </a:lnTo>
                <a:lnTo>
                  <a:pt x="48500" y="2119797"/>
                </a:lnTo>
                <a:lnTo>
                  <a:pt x="47642" y="2119339"/>
                </a:lnTo>
                <a:lnTo>
                  <a:pt x="53223" y="2122028"/>
                </a:lnTo>
                <a:lnTo>
                  <a:pt x="52325" y="2121650"/>
                </a:lnTo>
                <a:lnTo>
                  <a:pt x="58185" y="2123802"/>
                </a:lnTo>
                <a:lnTo>
                  <a:pt x="57249" y="2123503"/>
                </a:lnTo>
                <a:lnTo>
                  <a:pt x="63363" y="2125077"/>
                </a:lnTo>
                <a:lnTo>
                  <a:pt x="62368" y="2124878"/>
                </a:lnTo>
                <a:lnTo>
                  <a:pt x="68704" y="2125834"/>
                </a:lnTo>
                <a:lnTo>
                  <a:pt x="67708" y="2125735"/>
                </a:lnTo>
                <a:lnTo>
                  <a:pt x="74224" y="2126073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text-95 Select">
            <a:extLst xmlns:a="http://schemas.openxmlformats.org/drawingml/2006/main">
              <a:ext uri="{FF2B5EF4-FFF2-40B4-BE49-F238E27FC236}">
                <a16:creationId xmlns:a16="http://schemas.microsoft.com/office/drawing/2014/main" id="{83318FE1-7C35-4FDA-964C-DB654697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139350" y="3090551"/>
            <a:ext cx="732392" cy="317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7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7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pPr>
            <a:r>
              <a:rPr sz="1787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rPr>
              <a:t>Select</a:t>
            </a:r>
          </a:p>
        </p:txBody>
      </p:sp>
      <p:sp>
        <p:nvSpPr>
          <p:cNvPr id="151" name="text-95 in">
            <a:extLst xmlns:a="http://schemas.openxmlformats.org/drawingml/2006/main">
              <a:ext uri="{FF2B5EF4-FFF2-40B4-BE49-F238E27FC236}">
                <a16:creationId xmlns:a16="http://schemas.microsoft.com/office/drawing/2014/main" id="{49885975-CA32-4061-B235-CC4CE5C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374114" y="2409610"/>
            <a:ext cx="237642" cy="376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8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8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pPr>
            <a:r>
              <a:rPr sz="2118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52" name="text-95 Cluster">
            <a:extLst xmlns:a="http://schemas.openxmlformats.org/drawingml/2006/main">
              <a:ext uri="{FF2B5EF4-FFF2-40B4-BE49-F238E27FC236}">
                <a16:creationId xmlns:a16="http://schemas.microsoft.com/office/drawing/2014/main" id="{DF65C4F0-7054-4756-AE4A-AE5AE9E2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092943" y="1846626"/>
            <a:ext cx="822784" cy="32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defRPr>
            </a:pPr>
            <a:r>
              <a:rPr sz="1819" b="0" i="0">
                <a:solidFill>
                  <a:srgbClr val="588E31"/>
                </a:solidFill>
                <a:latin typeface="Comic Sans MS"/>
                <a:ea typeface="Comic Sans MS"/>
                <a:cs typeface="Comic Sans MS"/>
              </a:rPr>
              <a:t>Cluster</a:t>
            </a:r>
          </a:p>
        </p:txBody>
      </p:sp>
      <p:sp>
        <p:nvSpPr>
          <p:cNvPr id="153" name="path-96">
            <a:extLst xmlns:a="http://schemas.openxmlformats.org/drawingml/2006/main">
              <a:ext uri="{FF2B5EF4-FFF2-40B4-BE49-F238E27FC236}">
                <a16:creationId xmlns:a16="http://schemas.microsoft.com/office/drawing/2014/main" id="{7C8B090D-6A22-40E1-9AA6-15EA7311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405" y="1342053"/>
            <a:ext cx="1933397" cy="549197"/>
          </a:xfrm>
          <a:custGeom xmlns:a="http://schemas.openxmlformats.org/drawingml/2006/main">
            <a:pathLst>
              <a:path w="1718575" h="488175">
                <a:moveTo>
                  <a:pt x="0" y="420010"/>
                </a:moveTo>
                <a:lnTo>
                  <a:pt x="0" y="360233"/>
                </a:lnTo>
                <a:lnTo>
                  <a:pt x="19925" y="360233"/>
                </a:lnTo>
                <a:lnTo>
                  <a:pt x="19925" y="420010"/>
                </a:lnTo>
                <a:lnTo>
                  <a:pt x="0" y="420010"/>
                </a:lnTo>
                <a:moveTo>
                  <a:pt x="0" y="340308"/>
                </a:moveTo>
                <a:lnTo>
                  <a:pt x="0" y="280531"/>
                </a:lnTo>
                <a:lnTo>
                  <a:pt x="19925" y="280531"/>
                </a:lnTo>
                <a:lnTo>
                  <a:pt x="19925" y="340308"/>
                </a:lnTo>
                <a:lnTo>
                  <a:pt x="0" y="340308"/>
                </a:lnTo>
                <a:moveTo>
                  <a:pt x="0" y="260606"/>
                </a:moveTo>
                <a:lnTo>
                  <a:pt x="0" y="200829"/>
                </a:lnTo>
                <a:lnTo>
                  <a:pt x="19925" y="200829"/>
                </a:lnTo>
                <a:lnTo>
                  <a:pt x="19925" y="260606"/>
                </a:lnTo>
                <a:lnTo>
                  <a:pt x="0" y="260606"/>
                </a:lnTo>
                <a:moveTo>
                  <a:pt x="0" y="180904"/>
                </a:moveTo>
                <a:lnTo>
                  <a:pt x="0" y="121127"/>
                </a:lnTo>
                <a:lnTo>
                  <a:pt x="19925" y="121127"/>
                </a:lnTo>
                <a:lnTo>
                  <a:pt x="19925" y="180904"/>
                </a:lnTo>
                <a:lnTo>
                  <a:pt x="0" y="180904"/>
                </a:lnTo>
                <a:moveTo>
                  <a:pt x="0" y="101202"/>
                </a:moveTo>
                <a:lnTo>
                  <a:pt x="0" y="67906"/>
                </a:lnTo>
                <a:lnTo>
                  <a:pt x="339" y="61211"/>
                </a:lnTo>
                <a:lnTo>
                  <a:pt x="1355" y="54436"/>
                </a:lnTo>
                <a:lnTo>
                  <a:pt x="3048" y="47901"/>
                </a:lnTo>
                <a:lnTo>
                  <a:pt x="5340" y="41624"/>
                </a:lnTo>
                <a:lnTo>
                  <a:pt x="7053" y="38058"/>
                </a:lnTo>
                <a:lnTo>
                  <a:pt x="25006" y="46705"/>
                </a:lnTo>
                <a:lnTo>
                  <a:pt x="23513" y="49834"/>
                </a:lnTo>
                <a:lnTo>
                  <a:pt x="23891" y="48937"/>
                </a:lnTo>
                <a:lnTo>
                  <a:pt x="21918" y="54277"/>
                </a:lnTo>
                <a:lnTo>
                  <a:pt x="22217" y="53341"/>
                </a:lnTo>
                <a:lnTo>
                  <a:pt x="20782" y="58920"/>
                </a:lnTo>
                <a:lnTo>
                  <a:pt x="20982" y="57944"/>
                </a:lnTo>
                <a:lnTo>
                  <a:pt x="20105" y="63722"/>
                </a:lnTo>
                <a:lnTo>
                  <a:pt x="20205" y="62706"/>
                </a:lnTo>
                <a:lnTo>
                  <a:pt x="19905" y="68664"/>
                </a:lnTo>
                <a:lnTo>
                  <a:pt x="19925" y="68165"/>
                </a:lnTo>
                <a:lnTo>
                  <a:pt x="19925" y="101202"/>
                </a:lnTo>
                <a:lnTo>
                  <a:pt x="0" y="101202"/>
                </a:lnTo>
                <a:moveTo>
                  <a:pt x="21001" y="18989"/>
                </a:moveTo>
                <a:lnTo>
                  <a:pt x="24787" y="15562"/>
                </a:lnTo>
                <a:lnTo>
                  <a:pt x="30027" y="11636"/>
                </a:lnTo>
                <a:lnTo>
                  <a:pt x="35647" y="8229"/>
                </a:lnTo>
                <a:lnTo>
                  <a:pt x="41625" y="5340"/>
                </a:lnTo>
                <a:lnTo>
                  <a:pt x="47881" y="3049"/>
                </a:lnTo>
                <a:lnTo>
                  <a:pt x="54417" y="1375"/>
                </a:lnTo>
                <a:lnTo>
                  <a:pt x="61192" y="339"/>
                </a:lnTo>
                <a:lnTo>
                  <a:pt x="67906" y="0"/>
                </a:lnTo>
                <a:lnTo>
                  <a:pt x="83190" y="0"/>
                </a:lnTo>
                <a:lnTo>
                  <a:pt x="83190" y="19926"/>
                </a:lnTo>
                <a:lnTo>
                  <a:pt x="68145" y="19926"/>
                </a:lnTo>
                <a:lnTo>
                  <a:pt x="68665" y="19906"/>
                </a:lnTo>
                <a:lnTo>
                  <a:pt x="62705" y="20204"/>
                </a:lnTo>
                <a:lnTo>
                  <a:pt x="63703" y="20105"/>
                </a:lnTo>
                <a:lnTo>
                  <a:pt x="57923" y="21002"/>
                </a:lnTo>
                <a:lnTo>
                  <a:pt x="58900" y="20802"/>
                </a:lnTo>
                <a:lnTo>
                  <a:pt x="53321" y="22237"/>
                </a:lnTo>
                <a:lnTo>
                  <a:pt x="54276" y="21938"/>
                </a:lnTo>
                <a:lnTo>
                  <a:pt x="48917" y="23891"/>
                </a:lnTo>
                <a:lnTo>
                  <a:pt x="49813" y="23512"/>
                </a:lnTo>
                <a:lnTo>
                  <a:pt x="44732" y="25963"/>
                </a:lnTo>
                <a:lnTo>
                  <a:pt x="45589" y="25505"/>
                </a:lnTo>
                <a:lnTo>
                  <a:pt x="40789" y="28414"/>
                </a:lnTo>
                <a:lnTo>
                  <a:pt x="41584" y="27876"/>
                </a:lnTo>
                <a:lnTo>
                  <a:pt x="37101" y="31223"/>
                </a:lnTo>
                <a:lnTo>
                  <a:pt x="37839" y="30626"/>
                </a:lnTo>
                <a:lnTo>
                  <a:pt x="34412" y="33734"/>
                </a:lnTo>
                <a:lnTo>
                  <a:pt x="21001" y="18989"/>
                </a:lnTo>
                <a:moveTo>
                  <a:pt x="103116" y="0"/>
                </a:moveTo>
                <a:lnTo>
                  <a:pt x="162891" y="0"/>
                </a:lnTo>
                <a:lnTo>
                  <a:pt x="162891" y="19926"/>
                </a:lnTo>
                <a:lnTo>
                  <a:pt x="103116" y="19926"/>
                </a:lnTo>
                <a:lnTo>
                  <a:pt x="103116" y="0"/>
                </a:lnTo>
                <a:moveTo>
                  <a:pt x="182816" y="0"/>
                </a:moveTo>
                <a:lnTo>
                  <a:pt x="242594" y="0"/>
                </a:lnTo>
                <a:lnTo>
                  <a:pt x="242594" y="19926"/>
                </a:lnTo>
                <a:lnTo>
                  <a:pt x="182816" y="19926"/>
                </a:lnTo>
                <a:lnTo>
                  <a:pt x="182816" y="0"/>
                </a:lnTo>
                <a:moveTo>
                  <a:pt x="262519" y="0"/>
                </a:moveTo>
                <a:lnTo>
                  <a:pt x="322296" y="0"/>
                </a:lnTo>
                <a:lnTo>
                  <a:pt x="322296" y="19926"/>
                </a:lnTo>
                <a:lnTo>
                  <a:pt x="262519" y="19926"/>
                </a:lnTo>
                <a:lnTo>
                  <a:pt x="262519" y="0"/>
                </a:lnTo>
                <a:moveTo>
                  <a:pt x="342221" y="0"/>
                </a:moveTo>
                <a:lnTo>
                  <a:pt x="401999" y="0"/>
                </a:lnTo>
                <a:lnTo>
                  <a:pt x="401999" y="19926"/>
                </a:lnTo>
                <a:lnTo>
                  <a:pt x="342221" y="19926"/>
                </a:lnTo>
                <a:lnTo>
                  <a:pt x="342221" y="0"/>
                </a:lnTo>
                <a:moveTo>
                  <a:pt x="421924" y="0"/>
                </a:moveTo>
                <a:lnTo>
                  <a:pt x="481699" y="0"/>
                </a:lnTo>
                <a:lnTo>
                  <a:pt x="481699" y="19926"/>
                </a:lnTo>
                <a:lnTo>
                  <a:pt x="421924" y="19926"/>
                </a:lnTo>
                <a:lnTo>
                  <a:pt x="421924" y="0"/>
                </a:lnTo>
                <a:moveTo>
                  <a:pt x="501625" y="0"/>
                </a:moveTo>
                <a:lnTo>
                  <a:pt x="561402" y="0"/>
                </a:lnTo>
                <a:lnTo>
                  <a:pt x="561402" y="19926"/>
                </a:lnTo>
                <a:lnTo>
                  <a:pt x="501625" y="19926"/>
                </a:lnTo>
                <a:lnTo>
                  <a:pt x="501625" y="0"/>
                </a:lnTo>
                <a:moveTo>
                  <a:pt x="581327" y="0"/>
                </a:moveTo>
                <a:lnTo>
                  <a:pt x="641105" y="0"/>
                </a:lnTo>
                <a:lnTo>
                  <a:pt x="641105" y="19926"/>
                </a:lnTo>
                <a:lnTo>
                  <a:pt x="581327" y="19926"/>
                </a:lnTo>
                <a:lnTo>
                  <a:pt x="581327" y="0"/>
                </a:lnTo>
                <a:moveTo>
                  <a:pt x="661030" y="0"/>
                </a:moveTo>
                <a:lnTo>
                  <a:pt x="720807" y="0"/>
                </a:lnTo>
                <a:lnTo>
                  <a:pt x="720807" y="19926"/>
                </a:lnTo>
                <a:lnTo>
                  <a:pt x="661030" y="19926"/>
                </a:lnTo>
                <a:lnTo>
                  <a:pt x="661030" y="0"/>
                </a:lnTo>
                <a:moveTo>
                  <a:pt x="740732" y="0"/>
                </a:moveTo>
                <a:lnTo>
                  <a:pt x="800508" y="0"/>
                </a:lnTo>
                <a:lnTo>
                  <a:pt x="800508" y="19926"/>
                </a:lnTo>
                <a:lnTo>
                  <a:pt x="740732" y="19926"/>
                </a:lnTo>
                <a:lnTo>
                  <a:pt x="740732" y="0"/>
                </a:lnTo>
                <a:moveTo>
                  <a:pt x="820433" y="0"/>
                </a:moveTo>
                <a:lnTo>
                  <a:pt x="880211" y="0"/>
                </a:lnTo>
                <a:lnTo>
                  <a:pt x="880211" y="19926"/>
                </a:lnTo>
                <a:lnTo>
                  <a:pt x="820433" y="19926"/>
                </a:lnTo>
                <a:lnTo>
                  <a:pt x="820433" y="0"/>
                </a:lnTo>
                <a:moveTo>
                  <a:pt x="900136" y="0"/>
                </a:moveTo>
                <a:lnTo>
                  <a:pt x="959913" y="0"/>
                </a:lnTo>
                <a:lnTo>
                  <a:pt x="959913" y="19926"/>
                </a:lnTo>
                <a:lnTo>
                  <a:pt x="900136" y="19926"/>
                </a:lnTo>
                <a:lnTo>
                  <a:pt x="900136" y="0"/>
                </a:lnTo>
                <a:moveTo>
                  <a:pt x="979838" y="0"/>
                </a:moveTo>
                <a:lnTo>
                  <a:pt x="1039616" y="0"/>
                </a:lnTo>
                <a:lnTo>
                  <a:pt x="1039616" y="19926"/>
                </a:lnTo>
                <a:lnTo>
                  <a:pt x="979838" y="19926"/>
                </a:lnTo>
                <a:lnTo>
                  <a:pt x="979838" y="0"/>
                </a:lnTo>
                <a:moveTo>
                  <a:pt x="1059541" y="0"/>
                </a:moveTo>
                <a:lnTo>
                  <a:pt x="1119316" y="0"/>
                </a:lnTo>
                <a:lnTo>
                  <a:pt x="1119316" y="19926"/>
                </a:lnTo>
                <a:lnTo>
                  <a:pt x="1059541" y="19926"/>
                </a:lnTo>
                <a:lnTo>
                  <a:pt x="1059541" y="0"/>
                </a:lnTo>
                <a:moveTo>
                  <a:pt x="1139242" y="0"/>
                </a:moveTo>
                <a:lnTo>
                  <a:pt x="1199019" y="0"/>
                </a:lnTo>
                <a:lnTo>
                  <a:pt x="1199019" y="19926"/>
                </a:lnTo>
                <a:lnTo>
                  <a:pt x="1139242" y="19926"/>
                </a:lnTo>
                <a:lnTo>
                  <a:pt x="1139242" y="0"/>
                </a:lnTo>
                <a:moveTo>
                  <a:pt x="1218944" y="0"/>
                </a:moveTo>
                <a:lnTo>
                  <a:pt x="1278722" y="0"/>
                </a:lnTo>
                <a:lnTo>
                  <a:pt x="1278722" y="19926"/>
                </a:lnTo>
                <a:lnTo>
                  <a:pt x="1218944" y="19926"/>
                </a:lnTo>
                <a:lnTo>
                  <a:pt x="1218944" y="0"/>
                </a:lnTo>
                <a:moveTo>
                  <a:pt x="1298647" y="0"/>
                </a:moveTo>
                <a:lnTo>
                  <a:pt x="1358424" y="0"/>
                </a:lnTo>
                <a:lnTo>
                  <a:pt x="1358424" y="19926"/>
                </a:lnTo>
                <a:lnTo>
                  <a:pt x="1298647" y="19926"/>
                </a:lnTo>
                <a:lnTo>
                  <a:pt x="1298647" y="0"/>
                </a:lnTo>
                <a:moveTo>
                  <a:pt x="1378349" y="0"/>
                </a:moveTo>
                <a:lnTo>
                  <a:pt x="1438125" y="0"/>
                </a:lnTo>
                <a:lnTo>
                  <a:pt x="1438125" y="19926"/>
                </a:lnTo>
                <a:lnTo>
                  <a:pt x="1378349" y="19926"/>
                </a:lnTo>
                <a:lnTo>
                  <a:pt x="1378349" y="0"/>
                </a:lnTo>
                <a:moveTo>
                  <a:pt x="1458050" y="0"/>
                </a:moveTo>
                <a:lnTo>
                  <a:pt x="1517827" y="0"/>
                </a:lnTo>
                <a:lnTo>
                  <a:pt x="1517827" y="19926"/>
                </a:lnTo>
                <a:lnTo>
                  <a:pt x="1458050" y="19926"/>
                </a:lnTo>
                <a:lnTo>
                  <a:pt x="1458050" y="0"/>
                </a:lnTo>
                <a:moveTo>
                  <a:pt x="1537753" y="0"/>
                </a:moveTo>
                <a:lnTo>
                  <a:pt x="1597530" y="0"/>
                </a:lnTo>
                <a:lnTo>
                  <a:pt x="1597530" y="19926"/>
                </a:lnTo>
                <a:lnTo>
                  <a:pt x="1537753" y="19926"/>
                </a:lnTo>
                <a:lnTo>
                  <a:pt x="1537753" y="0"/>
                </a:lnTo>
                <a:moveTo>
                  <a:pt x="1617455" y="0"/>
                </a:moveTo>
                <a:lnTo>
                  <a:pt x="1650651" y="0"/>
                </a:lnTo>
                <a:lnTo>
                  <a:pt x="1657365" y="339"/>
                </a:lnTo>
                <a:lnTo>
                  <a:pt x="1664140" y="1375"/>
                </a:lnTo>
                <a:lnTo>
                  <a:pt x="1670676" y="3049"/>
                </a:lnTo>
                <a:lnTo>
                  <a:pt x="1676953" y="5340"/>
                </a:lnTo>
                <a:lnTo>
                  <a:pt x="1680600" y="7113"/>
                </a:lnTo>
                <a:lnTo>
                  <a:pt x="1671952" y="25066"/>
                </a:lnTo>
                <a:lnTo>
                  <a:pt x="1668742" y="23512"/>
                </a:lnTo>
                <a:lnTo>
                  <a:pt x="1669640" y="23891"/>
                </a:lnTo>
                <a:lnTo>
                  <a:pt x="1664279" y="21938"/>
                </a:lnTo>
                <a:lnTo>
                  <a:pt x="1665236" y="22237"/>
                </a:lnTo>
                <a:lnTo>
                  <a:pt x="1659657" y="20802"/>
                </a:lnTo>
                <a:lnTo>
                  <a:pt x="1660634" y="21002"/>
                </a:lnTo>
                <a:lnTo>
                  <a:pt x="1654854" y="20105"/>
                </a:lnTo>
                <a:lnTo>
                  <a:pt x="1655852" y="20204"/>
                </a:lnTo>
                <a:lnTo>
                  <a:pt x="1649894" y="19906"/>
                </a:lnTo>
                <a:lnTo>
                  <a:pt x="1650412" y="19926"/>
                </a:lnTo>
                <a:lnTo>
                  <a:pt x="1617455" y="19926"/>
                </a:lnTo>
                <a:lnTo>
                  <a:pt x="1617455" y="0"/>
                </a:lnTo>
                <a:moveTo>
                  <a:pt x="1699648" y="21081"/>
                </a:moveTo>
                <a:lnTo>
                  <a:pt x="1703015" y="24787"/>
                </a:lnTo>
                <a:lnTo>
                  <a:pt x="1706941" y="30048"/>
                </a:lnTo>
                <a:lnTo>
                  <a:pt x="1710349" y="35667"/>
                </a:lnTo>
                <a:lnTo>
                  <a:pt x="1713217" y="41624"/>
                </a:lnTo>
                <a:lnTo>
                  <a:pt x="1715509" y="47901"/>
                </a:lnTo>
                <a:lnTo>
                  <a:pt x="1717202" y="54436"/>
                </a:lnTo>
                <a:lnTo>
                  <a:pt x="1718238" y="61211"/>
                </a:lnTo>
                <a:lnTo>
                  <a:pt x="1718575" y="67906"/>
                </a:lnTo>
                <a:lnTo>
                  <a:pt x="1718575" y="83289"/>
                </a:lnTo>
                <a:lnTo>
                  <a:pt x="1698650" y="83289"/>
                </a:lnTo>
                <a:lnTo>
                  <a:pt x="1698650" y="68165"/>
                </a:lnTo>
                <a:lnTo>
                  <a:pt x="1698650" y="68664"/>
                </a:lnTo>
                <a:lnTo>
                  <a:pt x="1698352" y="62706"/>
                </a:lnTo>
                <a:lnTo>
                  <a:pt x="1698452" y="63722"/>
                </a:lnTo>
                <a:lnTo>
                  <a:pt x="1697575" y="57944"/>
                </a:lnTo>
                <a:lnTo>
                  <a:pt x="1697775" y="58920"/>
                </a:lnTo>
                <a:lnTo>
                  <a:pt x="1696340" y="53341"/>
                </a:lnTo>
                <a:lnTo>
                  <a:pt x="1696639" y="54277"/>
                </a:lnTo>
                <a:lnTo>
                  <a:pt x="1694666" y="48937"/>
                </a:lnTo>
                <a:lnTo>
                  <a:pt x="1695064" y="49834"/>
                </a:lnTo>
                <a:lnTo>
                  <a:pt x="1692613" y="44753"/>
                </a:lnTo>
                <a:lnTo>
                  <a:pt x="1693073" y="45590"/>
                </a:lnTo>
                <a:lnTo>
                  <a:pt x="1690143" y="40788"/>
                </a:lnTo>
                <a:lnTo>
                  <a:pt x="1690681" y="41584"/>
                </a:lnTo>
                <a:lnTo>
                  <a:pt x="1687332" y="37101"/>
                </a:lnTo>
                <a:lnTo>
                  <a:pt x="1687952" y="37839"/>
                </a:lnTo>
                <a:lnTo>
                  <a:pt x="1684903" y="34491"/>
                </a:lnTo>
                <a:lnTo>
                  <a:pt x="1699648" y="21081"/>
                </a:lnTo>
                <a:moveTo>
                  <a:pt x="1718575" y="103214"/>
                </a:moveTo>
                <a:lnTo>
                  <a:pt x="1718575" y="162991"/>
                </a:lnTo>
                <a:lnTo>
                  <a:pt x="1698650" y="162991"/>
                </a:lnTo>
                <a:lnTo>
                  <a:pt x="1698650" y="103214"/>
                </a:lnTo>
                <a:lnTo>
                  <a:pt x="1718575" y="103214"/>
                </a:lnTo>
                <a:moveTo>
                  <a:pt x="1718575" y="182916"/>
                </a:moveTo>
                <a:lnTo>
                  <a:pt x="1718575" y="242693"/>
                </a:lnTo>
                <a:lnTo>
                  <a:pt x="1698650" y="242693"/>
                </a:lnTo>
                <a:lnTo>
                  <a:pt x="1698650" y="182916"/>
                </a:lnTo>
                <a:lnTo>
                  <a:pt x="1718575" y="182916"/>
                </a:lnTo>
                <a:moveTo>
                  <a:pt x="1718575" y="262618"/>
                </a:moveTo>
                <a:lnTo>
                  <a:pt x="1718575" y="322395"/>
                </a:lnTo>
                <a:lnTo>
                  <a:pt x="1698650" y="322395"/>
                </a:lnTo>
                <a:lnTo>
                  <a:pt x="1698650" y="262618"/>
                </a:lnTo>
                <a:lnTo>
                  <a:pt x="1718575" y="262618"/>
                </a:lnTo>
                <a:moveTo>
                  <a:pt x="1718575" y="342321"/>
                </a:moveTo>
                <a:lnTo>
                  <a:pt x="1718575" y="402097"/>
                </a:lnTo>
                <a:lnTo>
                  <a:pt x="1698650" y="402097"/>
                </a:lnTo>
                <a:lnTo>
                  <a:pt x="1698650" y="342321"/>
                </a:lnTo>
                <a:lnTo>
                  <a:pt x="1718575" y="342321"/>
                </a:lnTo>
                <a:moveTo>
                  <a:pt x="1718457" y="422541"/>
                </a:moveTo>
                <a:lnTo>
                  <a:pt x="1718238" y="426964"/>
                </a:lnTo>
                <a:lnTo>
                  <a:pt x="1717202" y="433739"/>
                </a:lnTo>
                <a:lnTo>
                  <a:pt x="1715509" y="440274"/>
                </a:lnTo>
                <a:lnTo>
                  <a:pt x="1713217" y="446551"/>
                </a:lnTo>
                <a:lnTo>
                  <a:pt x="1710349" y="452509"/>
                </a:lnTo>
                <a:lnTo>
                  <a:pt x="1706941" y="458128"/>
                </a:lnTo>
                <a:lnTo>
                  <a:pt x="1703015" y="463388"/>
                </a:lnTo>
                <a:lnTo>
                  <a:pt x="1698611" y="468210"/>
                </a:lnTo>
                <a:lnTo>
                  <a:pt x="1693768" y="472613"/>
                </a:lnTo>
                <a:lnTo>
                  <a:pt x="1688528" y="476539"/>
                </a:lnTo>
                <a:lnTo>
                  <a:pt x="1683906" y="479348"/>
                </a:lnTo>
                <a:lnTo>
                  <a:pt x="1673565" y="462312"/>
                </a:lnTo>
                <a:lnTo>
                  <a:pt x="1677768" y="459762"/>
                </a:lnTo>
                <a:lnTo>
                  <a:pt x="1676973" y="460300"/>
                </a:lnTo>
                <a:lnTo>
                  <a:pt x="1681454" y="456952"/>
                </a:lnTo>
                <a:lnTo>
                  <a:pt x="1680718" y="457550"/>
                </a:lnTo>
                <a:lnTo>
                  <a:pt x="1684863" y="453784"/>
                </a:lnTo>
                <a:lnTo>
                  <a:pt x="1684186" y="454461"/>
                </a:lnTo>
                <a:lnTo>
                  <a:pt x="1687952" y="450337"/>
                </a:lnTo>
                <a:lnTo>
                  <a:pt x="1687332" y="451074"/>
                </a:lnTo>
                <a:lnTo>
                  <a:pt x="1690681" y="446591"/>
                </a:lnTo>
                <a:lnTo>
                  <a:pt x="1690143" y="447388"/>
                </a:lnTo>
                <a:lnTo>
                  <a:pt x="1693073" y="442586"/>
                </a:lnTo>
                <a:lnTo>
                  <a:pt x="1692613" y="443423"/>
                </a:lnTo>
                <a:lnTo>
                  <a:pt x="1695064" y="438342"/>
                </a:lnTo>
                <a:lnTo>
                  <a:pt x="1694666" y="439238"/>
                </a:lnTo>
                <a:lnTo>
                  <a:pt x="1696639" y="433898"/>
                </a:lnTo>
                <a:lnTo>
                  <a:pt x="1696340" y="434835"/>
                </a:lnTo>
                <a:lnTo>
                  <a:pt x="1697775" y="429255"/>
                </a:lnTo>
                <a:lnTo>
                  <a:pt x="1697575" y="430232"/>
                </a:lnTo>
                <a:lnTo>
                  <a:pt x="1698452" y="424454"/>
                </a:lnTo>
                <a:lnTo>
                  <a:pt x="1698352" y="425470"/>
                </a:lnTo>
                <a:lnTo>
                  <a:pt x="1698552" y="421525"/>
                </a:lnTo>
                <a:lnTo>
                  <a:pt x="1718457" y="422541"/>
                </a:lnTo>
                <a:moveTo>
                  <a:pt x="1661529" y="487199"/>
                </a:moveTo>
                <a:lnTo>
                  <a:pt x="1657365" y="487837"/>
                </a:lnTo>
                <a:lnTo>
                  <a:pt x="1650651" y="488175"/>
                </a:lnTo>
                <a:lnTo>
                  <a:pt x="1600298" y="488175"/>
                </a:lnTo>
                <a:lnTo>
                  <a:pt x="1600298" y="468250"/>
                </a:lnTo>
                <a:lnTo>
                  <a:pt x="1650412" y="468250"/>
                </a:lnTo>
                <a:lnTo>
                  <a:pt x="1649894" y="468270"/>
                </a:lnTo>
                <a:lnTo>
                  <a:pt x="1655852" y="467971"/>
                </a:lnTo>
                <a:lnTo>
                  <a:pt x="1654854" y="468071"/>
                </a:lnTo>
                <a:lnTo>
                  <a:pt x="1658522" y="467493"/>
                </a:lnTo>
                <a:lnTo>
                  <a:pt x="1661529" y="487199"/>
                </a:lnTo>
                <a:moveTo>
                  <a:pt x="1580373" y="488175"/>
                </a:moveTo>
                <a:lnTo>
                  <a:pt x="1520596" y="488175"/>
                </a:lnTo>
                <a:lnTo>
                  <a:pt x="1520596" y="468250"/>
                </a:lnTo>
                <a:lnTo>
                  <a:pt x="1580373" y="468250"/>
                </a:lnTo>
                <a:lnTo>
                  <a:pt x="1580373" y="488175"/>
                </a:lnTo>
                <a:moveTo>
                  <a:pt x="1500670" y="488175"/>
                </a:moveTo>
                <a:lnTo>
                  <a:pt x="1440895" y="488175"/>
                </a:lnTo>
                <a:lnTo>
                  <a:pt x="1440895" y="468250"/>
                </a:lnTo>
                <a:lnTo>
                  <a:pt x="1500670" y="468250"/>
                </a:lnTo>
                <a:lnTo>
                  <a:pt x="1500670" y="488175"/>
                </a:lnTo>
                <a:moveTo>
                  <a:pt x="1420970" y="488175"/>
                </a:moveTo>
                <a:lnTo>
                  <a:pt x="1361192" y="488175"/>
                </a:lnTo>
                <a:lnTo>
                  <a:pt x="1361192" y="468250"/>
                </a:lnTo>
                <a:lnTo>
                  <a:pt x="1420970" y="468250"/>
                </a:lnTo>
                <a:lnTo>
                  <a:pt x="1420970" y="488175"/>
                </a:lnTo>
                <a:moveTo>
                  <a:pt x="1341267" y="488175"/>
                </a:moveTo>
                <a:lnTo>
                  <a:pt x="1281490" y="488175"/>
                </a:lnTo>
                <a:lnTo>
                  <a:pt x="1281490" y="468250"/>
                </a:lnTo>
                <a:lnTo>
                  <a:pt x="1341267" y="468250"/>
                </a:lnTo>
                <a:lnTo>
                  <a:pt x="1341267" y="488175"/>
                </a:lnTo>
                <a:moveTo>
                  <a:pt x="1261565" y="488175"/>
                </a:moveTo>
                <a:lnTo>
                  <a:pt x="1201789" y="488175"/>
                </a:lnTo>
                <a:lnTo>
                  <a:pt x="1201789" y="468250"/>
                </a:lnTo>
                <a:lnTo>
                  <a:pt x="1261565" y="468250"/>
                </a:lnTo>
                <a:lnTo>
                  <a:pt x="1261565" y="488175"/>
                </a:lnTo>
                <a:moveTo>
                  <a:pt x="1181862" y="488175"/>
                </a:moveTo>
                <a:lnTo>
                  <a:pt x="1122087" y="488175"/>
                </a:lnTo>
                <a:lnTo>
                  <a:pt x="1122087" y="468250"/>
                </a:lnTo>
                <a:lnTo>
                  <a:pt x="1181862" y="468250"/>
                </a:lnTo>
                <a:lnTo>
                  <a:pt x="1181862" y="488175"/>
                </a:lnTo>
                <a:moveTo>
                  <a:pt x="1102161" y="488175"/>
                </a:moveTo>
                <a:lnTo>
                  <a:pt x="1042384" y="488175"/>
                </a:lnTo>
                <a:lnTo>
                  <a:pt x="1042384" y="468250"/>
                </a:lnTo>
                <a:lnTo>
                  <a:pt x="1102161" y="468250"/>
                </a:lnTo>
                <a:lnTo>
                  <a:pt x="1102161" y="488175"/>
                </a:lnTo>
                <a:moveTo>
                  <a:pt x="1022459" y="488175"/>
                </a:moveTo>
                <a:lnTo>
                  <a:pt x="962681" y="488175"/>
                </a:lnTo>
                <a:lnTo>
                  <a:pt x="962681" y="468250"/>
                </a:lnTo>
                <a:lnTo>
                  <a:pt x="1022459" y="468250"/>
                </a:lnTo>
                <a:lnTo>
                  <a:pt x="1022459" y="488175"/>
                </a:lnTo>
                <a:moveTo>
                  <a:pt x="942756" y="488175"/>
                </a:moveTo>
                <a:lnTo>
                  <a:pt x="882981" y="488175"/>
                </a:lnTo>
                <a:lnTo>
                  <a:pt x="882981" y="468250"/>
                </a:lnTo>
                <a:lnTo>
                  <a:pt x="942756" y="468250"/>
                </a:lnTo>
                <a:lnTo>
                  <a:pt x="942756" y="488175"/>
                </a:lnTo>
                <a:moveTo>
                  <a:pt x="863054" y="488175"/>
                </a:moveTo>
                <a:lnTo>
                  <a:pt x="803278" y="488175"/>
                </a:lnTo>
                <a:lnTo>
                  <a:pt x="803278" y="468250"/>
                </a:lnTo>
                <a:lnTo>
                  <a:pt x="863054" y="468250"/>
                </a:lnTo>
                <a:lnTo>
                  <a:pt x="863054" y="488175"/>
                </a:lnTo>
                <a:moveTo>
                  <a:pt x="783353" y="488175"/>
                </a:moveTo>
                <a:lnTo>
                  <a:pt x="723576" y="488175"/>
                </a:lnTo>
                <a:lnTo>
                  <a:pt x="723576" y="468250"/>
                </a:lnTo>
                <a:lnTo>
                  <a:pt x="783353" y="468250"/>
                </a:lnTo>
                <a:lnTo>
                  <a:pt x="783353" y="488175"/>
                </a:lnTo>
                <a:moveTo>
                  <a:pt x="703650" y="488175"/>
                </a:moveTo>
                <a:lnTo>
                  <a:pt x="643873" y="488175"/>
                </a:lnTo>
                <a:lnTo>
                  <a:pt x="643873" y="468250"/>
                </a:lnTo>
                <a:lnTo>
                  <a:pt x="703650" y="468250"/>
                </a:lnTo>
                <a:lnTo>
                  <a:pt x="703650" y="488175"/>
                </a:lnTo>
                <a:moveTo>
                  <a:pt x="623948" y="488175"/>
                </a:moveTo>
                <a:lnTo>
                  <a:pt x="564172" y="488175"/>
                </a:lnTo>
                <a:lnTo>
                  <a:pt x="564172" y="468250"/>
                </a:lnTo>
                <a:lnTo>
                  <a:pt x="623948" y="468250"/>
                </a:lnTo>
                <a:lnTo>
                  <a:pt x="623948" y="488175"/>
                </a:lnTo>
                <a:moveTo>
                  <a:pt x="544245" y="488175"/>
                </a:moveTo>
                <a:lnTo>
                  <a:pt x="484470" y="488175"/>
                </a:lnTo>
                <a:lnTo>
                  <a:pt x="484470" y="468250"/>
                </a:lnTo>
                <a:lnTo>
                  <a:pt x="544245" y="468250"/>
                </a:lnTo>
                <a:lnTo>
                  <a:pt x="544245" y="488175"/>
                </a:lnTo>
                <a:moveTo>
                  <a:pt x="464545" y="488175"/>
                </a:moveTo>
                <a:lnTo>
                  <a:pt x="404767" y="488175"/>
                </a:lnTo>
                <a:lnTo>
                  <a:pt x="404767" y="468250"/>
                </a:lnTo>
                <a:lnTo>
                  <a:pt x="464545" y="468250"/>
                </a:lnTo>
                <a:lnTo>
                  <a:pt x="464545" y="488175"/>
                </a:lnTo>
                <a:moveTo>
                  <a:pt x="384842" y="488175"/>
                </a:moveTo>
                <a:lnTo>
                  <a:pt x="325064" y="488175"/>
                </a:lnTo>
                <a:lnTo>
                  <a:pt x="325064" y="468250"/>
                </a:lnTo>
                <a:lnTo>
                  <a:pt x="384842" y="468250"/>
                </a:lnTo>
                <a:lnTo>
                  <a:pt x="384842" y="488175"/>
                </a:lnTo>
                <a:moveTo>
                  <a:pt x="305139" y="488175"/>
                </a:moveTo>
                <a:lnTo>
                  <a:pt x="245364" y="488175"/>
                </a:lnTo>
                <a:lnTo>
                  <a:pt x="245364" y="468250"/>
                </a:lnTo>
                <a:lnTo>
                  <a:pt x="305139" y="468250"/>
                </a:lnTo>
                <a:lnTo>
                  <a:pt x="305139" y="488175"/>
                </a:lnTo>
                <a:moveTo>
                  <a:pt x="225437" y="488175"/>
                </a:moveTo>
                <a:lnTo>
                  <a:pt x="165661" y="488175"/>
                </a:lnTo>
                <a:lnTo>
                  <a:pt x="165661" y="468250"/>
                </a:lnTo>
                <a:lnTo>
                  <a:pt x="225437" y="468250"/>
                </a:lnTo>
                <a:lnTo>
                  <a:pt x="225437" y="488175"/>
                </a:lnTo>
                <a:moveTo>
                  <a:pt x="145736" y="488175"/>
                </a:moveTo>
                <a:lnTo>
                  <a:pt x="85959" y="488175"/>
                </a:lnTo>
                <a:lnTo>
                  <a:pt x="85959" y="468250"/>
                </a:lnTo>
                <a:lnTo>
                  <a:pt x="145736" y="468250"/>
                </a:lnTo>
                <a:lnTo>
                  <a:pt x="145736" y="488175"/>
                </a:lnTo>
                <a:moveTo>
                  <a:pt x="65535" y="488056"/>
                </a:moveTo>
                <a:lnTo>
                  <a:pt x="61192" y="487837"/>
                </a:lnTo>
                <a:lnTo>
                  <a:pt x="54417" y="486800"/>
                </a:lnTo>
                <a:lnTo>
                  <a:pt x="47881" y="485127"/>
                </a:lnTo>
                <a:lnTo>
                  <a:pt x="41625" y="482835"/>
                </a:lnTo>
                <a:lnTo>
                  <a:pt x="35647" y="479946"/>
                </a:lnTo>
                <a:lnTo>
                  <a:pt x="30027" y="476539"/>
                </a:lnTo>
                <a:lnTo>
                  <a:pt x="24787" y="472613"/>
                </a:lnTo>
                <a:lnTo>
                  <a:pt x="19946" y="468210"/>
                </a:lnTo>
                <a:lnTo>
                  <a:pt x="15542" y="463388"/>
                </a:lnTo>
                <a:lnTo>
                  <a:pt x="11637" y="458128"/>
                </a:lnTo>
                <a:lnTo>
                  <a:pt x="8767" y="453445"/>
                </a:lnTo>
                <a:lnTo>
                  <a:pt x="25803" y="443104"/>
                </a:lnTo>
                <a:lnTo>
                  <a:pt x="28414" y="447388"/>
                </a:lnTo>
                <a:lnTo>
                  <a:pt x="27876" y="446591"/>
                </a:lnTo>
                <a:lnTo>
                  <a:pt x="31223" y="451074"/>
                </a:lnTo>
                <a:lnTo>
                  <a:pt x="30626" y="450337"/>
                </a:lnTo>
                <a:lnTo>
                  <a:pt x="34371" y="454461"/>
                </a:lnTo>
                <a:lnTo>
                  <a:pt x="33694" y="453784"/>
                </a:lnTo>
                <a:lnTo>
                  <a:pt x="37839" y="457550"/>
                </a:lnTo>
                <a:lnTo>
                  <a:pt x="37101" y="456952"/>
                </a:lnTo>
                <a:lnTo>
                  <a:pt x="41584" y="460300"/>
                </a:lnTo>
                <a:lnTo>
                  <a:pt x="40789" y="459762"/>
                </a:lnTo>
                <a:lnTo>
                  <a:pt x="45589" y="462671"/>
                </a:lnTo>
                <a:lnTo>
                  <a:pt x="44732" y="462212"/>
                </a:lnTo>
                <a:lnTo>
                  <a:pt x="49813" y="464663"/>
                </a:lnTo>
                <a:lnTo>
                  <a:pt x="48917" y="464285"/>
                </a:lnTo>
                <a:lnTo>
                  <a:pt x="54276" y="466237"/>
                </a:lnTo>
                <a:lnTo>
                  <a:pt x="53321" y="465938"/>
                </a:lnTo>
                <a:lnTo>
                  <a:pt x="58900" y="467373"/>
                </a:lnTo>
                <a:lnTo>
                  <a:pt x="57923" y="467174"/>
                </a:lnTo>
                <a:lnTo>
                  <a:pt x="63703" y="468071"/>
                </a:lnTo>
                <a:lnTo>
                  <a:pt x="62705" y="467971"/>
                </a:lnTo>
                <a:lnTo>
                  <a:pt x="66551" y="468150"/>
                </a:lnTo>
                <a:lnTo>
                  <a:pt x="65535" y="488056"/>
                </a:lnTo>
                <a:moveTo>
                  <a:pt x="957" y="431049"/>
                </a:moveTo>
                <a:lnTo>
                  <a:pt x="339" y="426964"/>
                </a:lnTo>
                <a:lnTo>
                  <a:pt x="0" y="420508"/>
                </a:lnTo>
                <a:lnTo>
                  <a:pt x="19905" y="419512"/>
                </a:lnTo>
                <a:lnTo>
                  <a:pt x="20205" y="425470"/>
                </a:lnTo>
                <a:lnTo>
                  <a:pt x="20105" y="424454"/>
                </a:lnTo>
                <a:lnTo>
                  <a:pt x="20643" y="428040"/>
                </a:lnTo>
                <a:lnTo>
                  <a:pt x="957" y="431049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text-97 Two">
            <a:extLst xmlns:a="http://schemas.openxmlformats.org/drawingml/2006/main">
              <a:ext uri="{FF2B5EF4-FFF2-40B4-BE49-F238E27FC236}">
                <a16:creationId xmlns:a16="http://schemas.microsoft.com/office/drawing/2014/main" id="{DD5017E4-ED34-44B7-A92C-64004E1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2821" y="1486708"/>
            <a:ext cx="463610" cy="313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Two</a:t>
            </a:r>
          </a:p>
        </p:txBody>
      </p:sp>
      <p:sp>
        <p:nvSpPr>
          <p:cNvPr id="155" name="text-97 items">
            <a:extLst xmlns:a="http://schemas.openxmlformats.org/drawingml/2006/main">
              <a:ext uri="{FF2B5EF4-FFF2-40B4-BE49-F238E27FC236}">
                <a16:creationId xmlns:a16="http://schemas.microsoft.com/office/drawing/2014/main" id="{E7E69E4C-3804-4531-A98D-76D42B6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3735" y="1486855"/>
            <a:ext cx="614029" cy="313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56" name="text-97 pair">
            <a:extLst xmlns:a="http://schemas.openxmlformats.org/drawingml/2006/main">
              <a:ext uri="{FF2B5EF4-FFF2-40B4-BE49-F238E27FC236}">
                <a16:creationId xmlns:a16="http://schemas.microsoft.com/office/drawing/2014/main" id="{4475C779-1A50-49E2-B1E4-0C0BEA07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4839" y="1487056"/>
            <a:ext cx="444450" cy="313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57" name="path-98">
            <a:extLst xmlns:a="http://schemas.openxmlformats.org/drawingml/2006/main">
              <a:ext uri="{FF2B5EF4-FFF2-40B4-BE49-F238E27FC236}">
                <a16:creationId xmlns:a16="http://schemas.microsoft.com/office/drawing/2014/main" id="{22A921D2-02C4-47F9-81CA-4FAD35DA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405" y="1958499"/>
            <a:ext cx="1933397" cy="549197"/>
          </a:xfrm>
          <a:custGeom xmlns:a="http://schemas.openxmlformats.org/drawingml/2006/main">
            <a:pathLst>
              <a:path w="1718575" h="488176">
                <a:moveTo>
                  <a:pt x="0" y="420010"/>
                </a:moveTo>
                <a:lnTo>
                  <a:pt x="0" y="360234"/>
                </a:lnTo>
                <a:lnTo>
                  <a:pt x="19925" y="360234"/>
                </a:lnTo>
                <a:lnTo>
                  <a:pt x="19925" y="420010"/>
                </a:lnTo>
                <a:lnTo>
                  <a:pt x="0" y="420010"/>
                </a:lnTo>
                <a:moveTo>
                  <a:pt x="0" y="340308"/>
                </a:moveTo>
                <a:lnTo>
                  <a:pt x="0" y="280532"/>
                </a:lnTo>
                <a:lnTo>
                  <a:pt x="19925" y="280532"/>
                </a:lnTo>
                <a:lnTo>
                  <a:pt x="19925" y="340308"/>
                </a:lnTo>
                <a:lnTo>
                  <a:pt x="0" y="340308"/>
                </a:lnTo>
                <a:moveTo>
                  <a:pt x="0" y="260606"/>
                </a:moveTo>
                <a:lnTo>
                  <a:pt x="0" y="200830"/>
                </a:lnTo>
                <a:lnTo>
                  <a:pt x="19925" y="200830"/>
                </a:lnTo>
                <a:lnTo>
                  <a:pt x="19925" y="260606"/>
                </a:lnTo>
                <a:lnTo>
                  <a:pt x="0" y="260606"/>
                </a:lnTo>
                <a:moveTo>
                  <a:pt x="0" y="180904"/>
                </a:moveTo>
                <a:lnTo>
                  <a:pt x="0" y="121127"/>
                </a:lnTo>
                <a:lnTo>
                  <a:pt x="19925" y="121127"/>
                </a:lnTo>
                <a:lnTo>
                  <a:pt x="19925" y="180904"/>
                </a:lnTo>
                <a:lnTo>
                  <a:pt x="0" y="180904"/>
                </a:lnTo>
                <a:moveTo>
                  <a:pt x="0" y="101202"/>
                </a:moveTo>
                <a:lnTo>
                  <a:pt x="0" y="67906"/>
                </a:lnTo>
                <a:lnTo>
                  <a:pt x="339" y="61211"/>
                </a:lnTo>
                <a:lnTo>
                  <a:pt x="1355" y="54437"/>
                </a:lnTo>
                <a:lnTo>
                  <a:pt x="3048" y="47901"/>
                </a:lnTo>
                <a:lnTo>
                  <a:pt x="5340" y="41625"/>
                </a:lnTo>
                <a:lnTo>
                  <a:pt x="7053" y="38058"/>
                </a:lnTo>
                <a:lnTo>
                  <a:pt x="25006" y="46706"/>
                </a:lnTo>
                <a:lnTo>
                  <a:pt x="23513" y="49834"/>
                </a:lnTo>
                <a:lnTo>
                  <a:pt x="23891" y="48937"/>
                </a:lnTo>
                <a:lnTo>
                  <a:pt x="21918" y="54277"/>
                </a:lnTo>
                <a:lnTo>
                  <a:pt x="22217" y="53341"/>
                </a:lnTo>
                <a:lnTo>
                  <a:pt x="20782" y="58920"/>
                </a:lnTo>
                <a:lnTo>
                  <a:pt x="20982" y="57944"/>
                </a:lnTo>
                <a:lnTo>
                  <a:pt x="20105" y="63722"/>
                </a:lnTo>
                <a:lnTo>
                  <a:pt x="20205" y="62706"/>
                </a:lnTo>
                <a:lnTo>
                  <a:pt x="19905" y="68663"/>
                </a:lnTo>
                <a:lnTo>
                  <a:pt x="19925" y="68165"/>
                </a:lnTo>
                <a:lnTo>
                  <a:pt x="19925" y="101202"/>
                </a:lnTo>
                <a:lnTo>
                  <a:pt x="0" y="101202"/>
                </a:lnTo>
                <a:moveTo>
                  <a:pt x="21001" y="18989"/>
                </a:moveTo>
                <a:lnTo>
                  <a:pt x="24787" y="15562"/>
                </a:lnTo>
                <a:lnTo>
                  <a:pt x="30027" y="11636"/>
                </a:lnTo>
                <a:lnTo>
                  <a:pt x="35647" y="8229"/>
                </a:lnTo>
                <a:lnTo>
                  <a:pt x="41625" y="5340"/>
                </a:lnTo>
                <a:lnTo>
                  <a:pt x="47881" y="3049"/>
                </a:lnTo>
                <a:lnTo>
                  <a:pt x="54417" y="1375"/>
                </a:lnTo>
                <a:lnTo>
                  <a:pt x="61192" y="339"/>
                </a:lnTo>
                <a:lnTo>
                  <a:pt x="67906" y="0"/>
                </a:lnTo>
                <a:lnTo>
                  <a:pt x="83190" y="0"/>
                </a:lnTo>
                <a:lnTo>
                  <a:pt x="83190" y="19925"/>
                </a:lnTo>
                <a:lnTo>
                  <a:pt x="68145" y="19925"/>
                </a:lnTo>
                <a:lnTo>
                  <a:pt x="68665" y="19906"/>
                </a:lnTo>
                <a:lnTo>
                  <a:pt x="62705" y="20204"/>
                </a:lnTo>
                <a:lnTo>
                  <a:pt x="63703" y="20105"/>
                </a:lnTo>
                <a:lnTo>
                  <a:pt x="57923" y="21002"/>
                </a:lnTo>
                <a:lnTo>
                  <a:pt x="58900" y="20802"/>
                </a:lnTo>
                <a:lnTo>
                  <a:pt x="53321" y="22237"/>
                </a:lnTo>
                <a:lnTo>
                  <a:pt x="54276" y="21938"/>
                </a:lnTo>
                <a:lnTo>
                  <a:pt x="48917" y="23891"/>
                </a:lnTo>
                <a:lnTo>
                  <a:pt x="49813" y="23512"/>
                </a:lnTo>
                <a:lnTo>
                  <a:pt x="44732" y="25963"/>
                </a:lnTo>
                <a:lnTo>
                  <a:pt x="45589" y="25505"/>
                </a:lnTo>
                <a:lnTo>
                  <a:pt x="40789" y="28414"/>
                </a:lnTo>
                <a:lnTo>
                  <a:pt x="41584" y="27876"/>
                </a:lnTo>
                <a:lnTo>
                  <a:pt x="37101" y="31223"/>
                </a:lnTo>
                <a:lnTo>
                  <a:pt x="37839" y="30626"/>
                </a:lnTo>
                <a:lnTo>
                  <a:pt x="34412" y="33734"/>
                </a:lnTo>
                <a:lnTo>
                  <a:pt x="21001" y="18989"/>
                </a:lnTo>
                <a:moveTo>
                  <a:pt x="103116" y="0"/>
                </a:moveTo>
                <a:lnTo>
                  <a:pt x="162891" y="0"/>
                </a:lnTo>
                <a:lnTo>
                  <a:pt x="162891" y="19925"/>
                </a:lnTo>
                <a:lnTo>
                  <a:pt x="103116" y="19925"/>
                </a:lnTo>
                <a:lnTo>
                  <a:pt x="103116" y="0"/>
                </a:lnTo>
                <a:moveTo>
                  <a:pt x="182816" y="0"/>
                </a:moveTo>
                <a:lnTo>
                  <a:pt x="242594" y="0"/>
                </a:lnTo>
                <a:lnTo>
                  <a:pt x="242594" y="19925"/>
                </a:lnTo>
                <a:lnTo>
                  <a:pt x="182816" y="19925"/>
                </a:lnTo>
                <a:lnTo>
                  <a:pt x="182816" y="0"/>
                </a:lnTo>
                <a:moveTo>
                  <a:pt x="262519" y="0"/>
                </a:moveTo>
                <a:lnTo>
                  <a:pt x="322296" y="0"/>
                </a:lnTo>
                <a:lnTo>
                  <a:pt x="322296" y="19925"/>
                </a:lnTo>
                <a:lnTo>
                  <a:pt x="262519" y="19925"/>
                </a:lnTo>
                <a:lnTo>
                  <a:pt x="262519" y="0"/>
                </a:lnTo>
                <a:moveTo>
                  <a:pt x="342221" y="0"/>
                </a:moveTo>
                <a:lnTo>
                  <a:pt x="401999" y="0"/>
                </a:lnTo>
                <a:lnTo>
                  <a:pt x="401999" y="19925"/>
                </a:lnTo>
                <a:lnTo>
                  <a:pt x="342221" y="19925"/>
                </a:lnTo>
                <a:lnTo>
                  <a:pt x="342221" y="0"/>
                </a:lnTo>
                <a:moveTo>
                  <a:pt x="421924" y="0"/>
                </a:moveTo>
                <a:lnTo>
                  <a:pt x="481699" y="0"/>
                </a:lnTo>
                <a:lnTo>
                  <a:pt x="481699" y="19925"/>
                </a:lnTo>
                <a:lnTo>
                  <a:pt x="421924" y="19925"/>
                </a:lnTo>
                <a:lnTo>
                  <a:pt x="421924" y="0"/>
                </a:lnTo>
                <a:moveTo>
                  <a:pt x="501625" y="0"/>
                </a:moveTo>
                <a:lnTo>
                  <a:pt x="561402" y="0"/>
                </a:lnTo>
                <a:lnTo>
                  <a:pt x="561402" y="19925"/>
                </a:lnTo>
                <a:lnTo>
                  <a:pt x="501625" y="19925"/>
                </a:lnTo>
                <a:lnTo>
                  <a:pt x="501625" y="0"/>
                </a:lnTo>
                <a:moveTo>
                  <a:pt x="581327" y="0"/>
                </a:moveTo>
                <a:lnTo>
                  <a:pt x="641105" y="0"/>
                </a:lnTo>
                <a:lnTo>
                  <a:pt x="641105" y="19925"/>
                </a:lnTo>
                <a:lnTo>
                  <a:pt x="581327" y="19925"/>
                </a:lnTo>
                <a:lnTo>
                  <a:pt x="581327" y="0"/>
                </a:lnTo>
                <a:moveTo>
                  <a:pt x="661030" y="0"/>
                </a:moveTo>
                <a:lnTo>
                  <a:pt x="720807" y="0"/>
                </a:lnTo>
                <a:lnTo>
                  <a:pt x="720807" y="19925"/>
                </a:lnTo>
                <a:lnTo>
                  <a:pt x="661030" y="19925"/>
                </a:lnTo>
                <a:lnTo>
                  <a:pt x="661030" y="0"/>
                </a:lnTo>
                <a:moveTo>
                  <a:pt x="740732" y="0"/>
                </a:moveTo>
                <a:lnTo>
                  <a:pt x="800508" y="0"/>
                </a:lnTo>
                <a:lnTo>
                  <a:pt x="800508" y="19925"/>
                </a:lnTo>
                <a:lnTo>
                  <a:pt x="740732" y="19925"/>
                </a:lnTo>
                <a:lnTo>
                  <a:pt x="740732" y="0"/>
                </a:lnTo>
                <a:moveTo>
                  <a:pt x="820433" y="0"/>
                </a:moveTo>
                <a:lnTo>
                  <a:pt x="880211" y="0"/>
                </a:lnTo>
                <a:lnTo>
                  <a:pt x="880211" y="19925"/>
                </a:lnTo>
                <a:lnTo>
                  <a:pt x="820433" y="19925"/>
                </a:lnTo>
                <a:lnTo>
                  <a:pt x="820433" y="0"/>
                </a:lnTo>
                <a:moveTo>
                  <a:pt x="900136" y="0"/>
                </a:moveTo>
                <a:lnTo>
                  <a:pt x="959913" y="0"/>
                </a:lnTo>
                <a:lnTo>
                  <a:pt x="959913" y="19925"/>
                </a:lnTo>
                <a:lnTo>
                  <a:pt x="900136" y="19925"/>
                </a:lnTo>
                <a:lnTo>
                  <a:pt x="900136" y="0"/>
                </a:lnTo>
                <a:moveTo>
                  <a:pt x="979838" y="0"/>
                </a:moveTo>
                <a:lnTo>
                  <a:pt x="1039616" y="0"/>
                </a:lnTo>
                <a:lnTo>
                  <a:pt x="1039616" y="19925"/>
                </a:lnTo>
                <a:lnTo>
                  <a:pt x="979838" y="19925"/>
                </a:lnTo>
                <a:lnTo>
                  <a:pt x="979838" y="0"/>
                </a:lnTo>
                <a:moveTo>
                  <a:pt x="1059541" y="0"/>
                </a:moveTo>
                <a:lnTo>
                  <a:pt x="1119316" y="0"/>
                </a:lnTo>
                <a:lnTo>
                  <a:pt x="1119316" y="19925"/>
                </a:lnTo>
                <a:lnTo>
                  <a:pt x="1059541" y="19925"/>
                </a:lnTo>
                <a:lnTo>
                  <a:pt x="1059541" y="0"/>
                </a:lnTo>
                <a:moveTo>
                  <a:pt x="1139242" y="0"/>
                </a:moveTo>
                <a:lnTo>
                  <a:pt x="1199019" y="0"/>
                </a:lnTo>
                <a:lnTo>
                  <a:pt x="1199019" y="19925"/>
                </a:lnTo>
                <a:lnTo>
                  <a:pt x="1139242" y="19925"/>
                </a:lnTo>
                <a:lnTo>
                  <a:pt x="1139242" y="0"/>
                </a:lnTo>
                <a:moveTo>
                  <a:pt x="1218944" y="0"/>
                </a:moveTo>
                <a:lnTo>
                  <a:pt x="1278722" y="0"/>
                </a:lnTo>
                <a:lnTo>
                  <a:pt x="1278722" y="19925"/>
                </a:lnTo>
                <a:lnTo>
                  <a:pt x="1218944" y="19925"/>
                </a:lnTo>
                <a:lnTo>
                  <a:pt x="1218944" y="0"/>
                </a:lnTo>
                <a:moveTo>
                  <a:pt x="1298647" y="0"/>
                </a:moveTo>
                <a:lnTo>
                  <a:pt x="1358424" y="0"/>
                </a:lnTo>
                <a:lnTo>
                  <a:pt x="1358424" y="19925"/>
                </a:lnTo>
                <a:lnTo>
                  <a:pt x="1298647" y="19925"/>
                </a:lnTo>
                <a:lnTo>
                  <a:pt x="1298647" y="0"/>
                </a:lnTo>
                <a:moveTo>
                  <a:pt x="1378349" y="0"/>
                </a:moveTo>
                <a:lnTo>
                  <a:pt x="1438125" y="0"/>
                </a:lnTo>
                <a:lnTo>
                  <a:pt x="1438125" y="19925"/>
                </a:lnTo>
                <a:lnTo>
                  <a:pt x="1378349" y="19925"/>
                </a:lnTo>
                <a:lnTo>
                  <a:pt x="1378349" y="0"/>
                </a:lnTo>
                <a:moveTo>
                  <a:pt x="1458050" y="0"/>
                </a:moveTo>
                <a:lnTo>
                  <a:pt x="1517827" y="0"/>
                </a:lnTo>
                <a:lnTo>
                  <a:pt x="1517827" y="19925"/>
                </a:lnTo>
                <a:lnTo>
                  <a:pt x="1458050" y="19925"/>
                </a:lnTo>
                <a:lnTo>
                  <a:pt x="1458050" y="0"/>
                </a:lnTo>
                <a:moveTo>
                  <a:pt x="1537753" y="0"/>
                </a:moveTo>
                <a:lnTo>
                  <a:pt x="1597530" y="0"/>
                </a:lnTo>
                <a:lnTo>
                  <a:pt x="1597530" y="19925"/>
                </a:lnTo>
                <a:lnTo>
                  <a:pt x="1537753" y="19925"/>
                </a:lnTo>
                <a:lnTo>
                  <a:pt x="1537753" y="0"/>
                </a:lnTo>
                <a:moveTo>
                  <a:pt x="1617455" y="0"/>
                </a:moveTo>
                <a:lnTo>
                  <a:pt x="1650651" y="0"/>
                </a:lnTo>
                <a:lnTo>
                  <a:pt x="1657365" y="339"/>
                </a:lnTo>
                <a:lnTo>
                  <a:pt x="1664140" y="1375"/>
                </a:lnTo>
                <a:lnTo>
                  <a:pt x="1670676" y="3049"/>
                </a:lnTo>
                <a:lnTo>
                  <a:pt x="1676953" y="5340"/>
                </a:lnTo>
                <a:lnTo>
                  <a:pt x="1680600" y="7113"/>
                </a:lnTo>
                <a:lnTo>
                  <a:pt x="1671952" y="25066"/>
                </a:lnTo>
                <a:lnTo>
                  <a:pt x="1668742" y="23512"/>
                </a:lnTo>
                <a:lnTo>
                  <a:pt x="1669640" y="23891"/>
                </a:lnTo>
                <a:lnTo>
                  <a:pt x="1664279" y="21938"/>
                </a:lnTo>
                <a:lnTo>
                  <a:pt x="1665236" y="22237"/>
                </a:lnTo>
                <a:lnTo>
                  <a:pt x="1659657" y="20802"/>
                </a:lnTo>
                <a:lnTo>
                  <a:pt x="1660634" y="21002"/>
                </a:lnTo>
                <a:lnTo>
                  <a:pt x="1654854" y="20105"/>
                </a:lnTo>
                <a:lnTo>
                  <a:pt x="1655852" y="20204"/>
                </a:lnTo>
                <a:lnTo>
                  <a:pt x="1649894" y="19906"/>
                </a:lnTo>
                <a:lnTo>
                  <a:pt x="1650412" y="19925"/>
                </a:lnTo>
                <a:lnTo>
                  <a:pt x="1617455" y="19925"/>
                </a:lnTo>
                <a:lnTo>
                  <a:pt x="1617455" y="0"/>
                </a:lnTo>
                <a:moveTo>
                  <a:pt x="1699648" y="21081"/>
                </a:moveTo>
                <a:lnTo>
                  <a:pt x="1703015" y="24787"/>
                </a:lnTo>
                <a:lnTo>
                  <a:pt x="1706941" y="30048"/>
                </a:lnTo>
                <a:lnTo>
                  <a:pt x="1710349" y="35667"/>
                </a:lnTo>
                <a:lnTo>
                  <a:pt x="1713217" y="41625"/>
                </a:lnTo>
                <a:lnTo>
                  <a:pt x="1715509" y="47901"/>
                </a:lnTo>
                <a:lnTo>
                  <a:pt x="1717202" y="54437"/>
                </a:lnTo>
                <a:lnTo>
                  <a:pt x="1718238" y="61211"/>
                </a:lnTo>
                <a:lnTo>
                  <a:pt x="1718575" y="67906"/>
                </a:lnTo>
                <a:lnTo>
                  <a:pt x="1718575" y="83289"/>
                </a:lnTo>
                <a:lnTo>
                  <a:pt x="1698650" y="83289"/>
                </a:lnTo>
                <a:lnTo>
                  <a:pt x="1698650" y="68165"/>
                </a:lnTo>
                <a:lnTo>
                  <a:pt x="1698650" y="68663"/>
                </a:lnTo>
                <a:lnTo>
                  <a:pt x="1698352" y="62706"/>
                </a:lnTo>
                <a:lnTo>
                  <a:pt x="1698452" y="63722"/>
                </a:lnTo>
                <a:lnTo>
                  <a:pt x="1697575" y="57944"/>
                </a:lnTo>
                <a:lnTo>
                  <a:pt x="1697775" y="58920"/>
                </a:lnTo>
                <a:lnTo>
                  <a:pt x="1696340" y="53341"/>
                </a:lnTo>
                <a:lnTo>
                  <a:pt x="1696639" y="54277"/>
                </a:lnTo>
                <a:lnTo>
                  <a:pt x="1694666" y="48937"/>
                </a:lnTo>
                <a:lnTo>
                  <a:pt x="1695064" y="49834"/>
                </a:lnTo>
                <a:lnTo>
                  <a:pt x="1692613" y="44753"/>
                </a:lnTo>
                <a:lnTo>
                  <a:pt x="1693073" y="45590"/>
                </a:lnTo>
                <a:lnTo>
                  <a:pt x="1690143" y="40788"/>
                </a:lnTo>
                <a:lnTo>
                  <a:pt x="1690681" y="41585"/>
                </a:lnTo>
                <a:lnTo>
                  <a:pt x="1687332" y="37101"/>
                </a:lnTo>
                <a:lnTo>
                  <a:pt x="1687952" y="37839"/>
                </a:lnTo>
                <a:lnTo>
                  <a:pt x="1684903" y="34491"/>
                </a:lnTo>
                <a:lnTo>
                  <a:pt x="1699648" y="21081"/>
                </a:lnTo>
                <a:moveTo>
                  <a:pt x="1718575" y="103214"/>
                </a:moveTo>
                <a:lnTo>
                  <a:pt x="1718575" y="162991"/>
                </a:lnTo>
                <a:lnTo>
                  <a:pt x="1698650" y="162991"/>
                </a:lnTo>
                <a:lnTo>
                  <a:pt x="1698650" y="103214"/>
                </a:lnTo>
                <a:lnTo>
                  <a:pt x="1718575" y="103214"/>
                </a:lnTo>
                <a:moveTo>
                  <a:pt x="1718575" y="182916"/>
                </a:moveTo>
                <a:lnTo>
                  <a:pt x="1718575" y="242693"/>
                </a:lnTo>
                <a:lnTo>
                  <a:pt x="1698650" y="242693"/>
                </a:lnTo>
                <a:lnTo>
                  <a:pt x="1698650" y="182916"/>
                </a:lnTo>
                <a:lnTo>
                  <a:pt x="1718575" y="182916"/>
                </a:lnTo>
                <a:moveTo>
                  <a:pt x="1718575" y="262619"/>
                </a:moveTo>
                <a:lnTo>
                  <a:pt x="1718575" y="322395"/>
                </a:lnTo>
                <a:lnTo>
                  <a:pt x="1698650" y="322395"/>
                </a:lnTo>
                <a:lnTo>
                  <a:pt x="1698650" y="262619"/>
                </a:lnTo>
                <a:lnTo>
                  <a:pt x="1718575" y="262619"/>
                </a:lnTo>
                <a:moveTo>
                  <a:pt x="1718575" y="342320"/>
                </a:moveTo>
                <a:lnTo>
                  <a:pt x="1718575" y="402097"/>
                </a:lnTo>
                <a:lnTo>
                  <a:pt x="1698650" y="402097"/>
                </a:lnTo>
                <a:lnTo>
                  <a:pt x="1698650" y="342320"/>
                </a:lnTo>
                <a:lnTo>
                  <a:pt x="1718575" y="342320"/>
                </a:lnTo>
                <a:moveTo>
                  <a:pt x="1718457" y="422541"/>
                </a:moveTo>
                <a:lnTo>
                  <a:pt x="1718238" y="426964"/>
                </a:lnTo>
                <a:lnTo>
                  <a:pt x="1717202" y="433739"/>
                </a:lnTo>
                <a:lnTo>
                  <a:pt x="1715509" y="440275"/>
                </a:lnTo>
                <a:lnTo>
                  <a:pt x="1713217" y="446551"/>
                </a:lnTo>
                <a:lnTo>
                  <a:pt x="1710349" y="452509"/>
                </a:lnTo>
                <a:lnTo>
                  <a:pt x="1706941" y="458128"/>
                </a:lnTo>
                <a:lnTo>
                  <a:pt x="1703015" y="463388"/>
                </a:lnTo>
                <a:lnTo>
                  <a:pt x="1698611" y="468210"/>
                </a:lnTo>
                <a:lnTo>
                  <a:pt x="1693768" y="472614"/>
                </a:lnTo>
                <a:lnTo>
                  <a:pt x="1688528" y="476539"/>
                </a:lnTo>
                <a:lnTo>
                  <a:pt x="1683906" y="479349"/>
                </a:lnTo>
                <a:lnTo>
                  <a:pt x="1673565" y="462312"/>
                </a:lnTo>
                <a:lnTo>
                  <a:pt x="1677768" y="459761"/>
                </a:lnTo>
                <a:lnTo>
                  <a:pt x="1676973" y="460300"/>
                </a:lnTo>
                <a:lnTo>
                  <a:pt x="1681454" y="456952"/>
                </a:lnTo>
                <a:lnTo>
                  <a:pt x="1680718" y="457550"/>
                </a:lnTo>
                <a:lnTo>
                  <a:pt x="1684863" y="453804"/>
                </a:lnTo>
                <a:lnTo>
                  <a:pt x="1684186" y="454461"/>
                </a:lnTo>
                <a:lnTo>
                  <a:pt x="1687952" y="450336"/>
                </a:lnTo>
                <a:lnTo>
                  <a:pt x="1687332" y="451074"/>
                </a:lnTo>
                <a:lnTo>
                  <a:pt x="1690681" y="446591"/>
                </a:lnTo>
                <a:lnTo>
                  <a:pt x="1690143" y="447388"/>
                </a:lnTo>
                <a:lnTo>
                  <a:pt x="1693073" y="442586"/>
                </a:lnTo>
                <a:lnTo>
                  <a:pt x="1692613" y="443423"/>
                </a:lnTo>
                <a:lnTo>
                  <a:pt x="1695064" y="438342"/>
                </a:lnTo>
                <a:lnTo>
                  <a:pt x="1694666" y="439238"/>
                </a:lnTo>
                <a:lnTo>
                  <a:pt x="1696639" y="433898"/>
                </a:lnTo>
                <a:lnTo>
                  <a:pt x="1696340" y="434834"/>
                </a:lnTo>
                <a:lnTo>
                  <a:pt x="1697775" y="429256"/>
                </a:lnTo>
                <a:lnTo>
                  <a:pt x="1697575" y="430232"/>
                </a:lnTo>
                <a:lnTo>
                  <a:pt x="1698452" y="424454"/>
                </a:lnTo>
                <a:lnTo>
                  <a:pt x="1698352" y="425470"/>
                </a:lnTo>
                <a:lnTo>
                  <a:pt x="1698552" y="421524"/>
                </a:lnTo>
                <a:lnTo>
                  <a:pt x="1718457" y="422541"/>
                </a:lnTo>
                <a:moveTo>
                  <a:pt x="1661529" y="487199"/>
                </a:moveTo>
                <a:lnTo>
                  <a:pt x="1657365" y="487837"/>
                </a:lnTo>
                <a:lnTo>
                  <a:pt x="1650651" y="488176"/>
                </a:lnTo>
                <a:lnTo>
                  <a:pt x="1600298" y="488176"/>
                </a:lnTo>
                <a:lnTo>
                  <a:pt x="1600298" y="468250"/>
                </a:lnTo>
                <a:lnTo>
                  <a:pt x="1650412" y="468250"/>
                </a:lnTo>
                <a:lnTo>
                  <a:pt x="1649894" y="468270"/>
                </a:lnTo>
                <a:lnTo>
                  <a:pt x="1655852" y="467971"/>
                </a:lnTo>
                <a:lnTo>
                  <a:pt x="1654854" y="468070"/>
                </a:lnTo>
                <a:lnTo>
                  <a:pt x="1658522" y="467513"/>
                </a:lnTo>
                <a:lnTo>
                  <a:pt x="1661529" y="487199"/>
                </a:lnTo>
                <a:moveTo>
                  <a:pt x="1580373" y="488176"/>
                </a:moveTo>
                <a:lnTo>
                  <a:pt x="1520596" y="488176"/>
                </a:lnTo>
                <a:lnTo>
                  <a:pt x="1520596" y="468250"/>
                </a:lnTo>
                <a:lnTo>
                  <a:pt x="1580373" y="468250"/>
                </a:lnTo>
                <a:lnTo>
                  <a:pt x="1580373" y="488176"/>
                </a:lnTo>
                <a:moveTo>
                  <a:pt x="1500670" y="488176"/>
                </a:moveTo>
                <a:lnTo>
                  <a:pt x="1440895" y="488176"/>
                </a:lnTo>
                <a:lnTo>
                  <a:pt x="1440895" y="468250"/>
                </a:lnTo>
                <a:lnTo>
                  <a:pt x="1500670" y="468250"/>
                </a:lnTo>
                <a:lnTo>
                  <a:pt x="1500670" y="488176"/>
                </a:lnTo>
                <a:moveTo>
                  <a:pt x="1420970" y="488176"/>
                </a:moveTo>
                <a:lnTo>
                  <a:pt x="1361192" y="488176"/>
                </a:lnTo>
                <a:lnTo>
                  <a:pt x="1361192" y="468250"/>
                </a:lnTo>
                <a:lnTo>
                  <a:pt x="1420970" y="468250"/>
                </a:lnTo>
                <a:lnTo>
                  <a:pt x="1420970" y="488176"/>
                </a:lnTo>
                <a:moveTo>
                  <a:pt x="1341267" y="488176"/>
                </a:moveTo>
                <a:lnTo>
                  <a:pt x="1281490" y="488176"/>
                </a:lnTo>
                <a:lnTo>
                  <a:pt x="1281490" y="468250"/>
                </a:lnTo>
                <a:lnTo>
                  <a:pt x="1341267" y="468250"/>
                </a:lnTo>
                <a:lnTo>
                  <a:pt x="1341267" y="488176"/>
                </a:lnTo>
                <a:moveTo>
                  <a:pt x="1261565" y="488176"/>
                </a:moveTo>
                <a:lnTo>
                  <a:pt x="1201789" y="488176"/>
                </a:lnTo>
                <a:lnTo>
                  <a:pt x="1201789" y="468250"/>
                </a:lnTo>
                <a:lnTo>
                  <a:pt x="1261565" y="468250"/>
                </a:lnTo>
                <a:lnTo>
                  <a:pt x="1261565" y="488176"/>
                </a:lnTo>
                <a:moveTo>
                  <a:pt x="1181862" y="488176"/>
                </a:moveTo>
                <a:lnTo>
                  <a:pt x="1122087" y="488176"/>
                </a:lnTo>
                <a:lnTo>
                  <a:pt x="1122087" y="468250"/>
                </a:lnTo>
                <a:lnTo>
                  <a:pt x="1181862" y="468250"/>
                </a:lnTo>
                <a:lnTo>
                  <a:pt x="1181862" y="488176"/>
                </a:lnTo>
                <a:moveTo>
                  <a:pt x="1102161" y="488176"/>
                </a:moveTo>
                <a:lnTo>
                  <a:pt x="1042384" y="488176"/>
                </a:lnTo>
                <a:lnTo>
                  <a:pt x="1042384" y="468250"/>
                </a:lnTo>
                <a:lnTo>
                  <a:pt x="1102161" y="468250"/>
                </a:lnTo>
                <a:lnTo>
                  <a:pt x="1102161" y="488176"/>
                </a:lnTo>
                <a:moveTo>
                  <a:pt x="1022459" y="488176"/>
                </a:moveTo>
                <a:lnTo>
                  <a:pt x="962681" y="488176"/>
                </a:lnTo>
                <a:lnTo>
                  <a:pt x="962681" y="468250"/>
                </a:lnTo>
                <a:lnTo>
                  <a:pt x="1022459" y="468250"/>
                </a:lnTo>
                <a:lnTo>
                  <a:pt x="1022459" y="488176"/>
                </a:lnTo>
                <a:moveTo>
                  <a:pt x="942756" y="488176"/>
                </a:moveTo>
                <a:lnTo>
                  <a:pt x="882981" y="488176"/>
                </a:lnTo>
                <a:lnTo>
                  <a:pt x="882981" y="468250"/>
                </a:lnTo>
                <a:lnTo>
                  <a:pt x="942756" y="468250"/>
                </a:lnTo>
                <a:lnTo>
                  <a:pt x="942756" y="488176"/>
                </a:lnTo>
                <a:moveTo>
                  <a:pt x="863054" y="488176"/>
                </a:moveTo>
                <a:lnTo>
                  <a:pt x="803278" y="488176"/>
                </a:lnTo>
                <a:lnTo>
                  <a:pt x="803278" y="468250"/>
                </a:lnTo>
                <a:lnTo>
                  <a:pt x="863054" y="468250"/>
                </a:lnTo>
                <a:lnTo>
                  <a:pt x="863054" y="488176"/>
                </a:lnTo>
                <a:moveTo>
                  <a:pt x="783353" y="488176"/>
                </a:moveTo>
                <a:lnTo>
                  <a:pt x="723576" y="488176"/>
                </a:lnTo>
                <a:lnTo>
                  <a:pt x="723576" y="468250"/>
                </a:lnTo>
                <a:lnTo>
                  <a:pt x="783353" y="468250"/>
                </a:lnTo>
                <a:lnTo>
                  <a:pt x="783353" y="488176"/>
                </a:lnTo>
                <a:moveTo>
                  <a:pt x="703650" y="488176"/>
                </a:moveTo>
                <a:lnTo>
                  <a:pt x="643873" y="488176"/>
                </a:lnTo>
                <a:lnTo>
                  <a:pt x="643873" y="468250"/>
                </a:lnTo>
                <a:lnTo>
                  <a:pt x="703650" y="468250"/>
                </a:lnTo>
                <a:lnTo>
                  <a:pt x="703650" y="488176"/>
                </a:lnTo>
                <a:moveTo>
                  <a:pt x="623948" y="488176"/>
                </a:moveTo>
                <a:lnTo>
                  <a:pt x="564172" y="488176"/>
                </a:lnTo>
                <a:lnTo>
                  <a:pt x="564172" y="468250"/>
                </a:lnTo>
                <a:lnTo>
                  <a:pt x="623948" y="468250"/>
                </a:lnTo>
                <a:lnTo>
                  <a:pt x="623948" y="488176"/>
                </a:lnTo>
                <a:moveTo>
                  <a:pt x="544245" y="488176"/>
                </a:moveTo>
                <a:lnTo>
                  <a:pt x="484470" y="488176"/>
                </a:lnTo>
                <a:lnTo>
                  <a:pt x="484470" y="468250"/>
                </a:lnTo>
                <a:lnTo>
                  <a:pt x="544245" y="468250"/>
                </a:lnTo>
                <a:lnTo>
                  <a:pt x="544245" y="488176"/>
                </a:lnTo>
                <a:moveTo>
                  <a:pt x="464545" y="488176"/>
                </a:moveTo>
                <a:lnTo>
                  <a:pt x="404767" y="488176"/>
                </a:lnTo>
                <a:lnTo>
                  <a:pt x="404767" y="468250"/>
                </a:lnTo>
                <a:lnTo>
                  <a:pt x="464545" y="468250"/>
                </a:lnTo>
                <a:lnTo>
                  <a:pt x="464545" y="488176"/>
                </a:lnTo>
                <a:moveTo>
                  <a:pt x="384842" y="488176"/>
                </a:moveTo>
                <a:lnTo>
                  <a:pt x="325064" y="488176"/>
                </a:lnTo>
                <a:lnTo>
                  <a:pt x="325064" y="468250"/>
                </a:lnTo>
                <a:lnTo>
                  <a:pt x="384842" y="468250"/>
                </a:lnTo>
                <a:lnTo>
                  <a:pt x="384842" y="488176"/>
                </a:lnTo>
                <a:moveTo>
                  <a:pt x="305139" y="488176"/>
                </a:moveTo>
                <a:lnTo>
                  <a:pt x="245364" y="488176"/>
                </a:lnTo>
                <a:lnTo>
                  <a:pt x="245364" y="468250"/>
                </a:lnTo>
                <a:lnTo>
                  <a:pt x="305139" y="468250"/>
                </a:lnTo>
                <a:lnTo>
                  <a:pt x="305139" y="488176"/>
                </a:lnTo>
                <a:moveTo>
                  <a:pt x="225437" y="488176"/>
                </a:moveTo>
                <a:lnTo>
                  <a:pt x="165661" y="488176"/>
                </a:lnTo>
                <a:lnTo>
                  <a:pt x="165661" y="468250"/>
                </a:lnTo>
                <a:lnTo>
                  <a:pt x="225437" y="468250"/>
                </a:lnTo>
                <a:lnTo>
                  <a:pt x="225437" y="488176"/>
                </a:lnTo>
                <a:moveTo>
                  <a:pt x="145736" y="488176"/>
                </a:moveTo>
                <a:lnTo>
                  <a:pt x="85959" y="488176"/>
                </a:lnTo>
                <a:lnTo>
                  <a:pt x="85959" y="468250"/>
                </a:lnTo>
                <a:lnTo>
                  <a:pt x="145736" y="468250"/>
                </a:lnTo>
                <a:lnTo>
                  <a:pt x="145736" y="488176"/>
                </a:lnTo>
                <a:moveTo>
                  <a:pt x="65535" y="488056"/>
                </a:moveTo>
                <a:lnTo>
                  <a:pt x="61192" y="487837"/>
                </a:lnTo>
                <a:lnTo>
                  <a:pt x="54417" y="486801"/>
                </a:lnTo>
                <a:lnTo>
                  <a:pt x="47881" y="485127"/>
                </a:lnTo>
                <a:lnTo>
                  <a:pt x="41625" y="482835"/>
                </a:lnTo>
                <a:lnTo>
                  <a:pt x="35647" y="479946"/>
                </a:lnTo>
                <a:lnTo>
                  <a:pt x="30027" y="476539"/>
                </a:lnTo>
                <a:lnTo>
                  <a:pt x="24787" y="472614"/>
                </a:lnTo>
                <a:lnTo>
                  <a:pt x="19946" y="468210"/>
                </a:lnTo>
                <a:lnTo>
                  <a:pt x="15542" y="463388"/>
                </a:lnTo>
                <a:lnTo>
                  <a:pt x="11637" y="458128"/>
                </a:lnTo>
                <a:lnTo>
                  <a:pt x="8767" y="453445"/>
                </a:lnTo>
                <a:lnTo>
                  <a:pt x="25803" y="443104"/>
                </a:lnTo>
                <a:lnTo>
                  <a:pt x="28414" y="447388"/>
                </a:lnTo>
                <a:lnTo>
                  <a:pt x="27876" y="446591"/>
                </a:lnTo>
                <a:lnTo>
                  <a:pt x="31223" y="451074"/>
                </a:lnTo>
                <a:lnTo>
                  <a:pt x="30626" y="450336"/>
                </a:lnTo>
                <a:lnTo>
                  <a:pt x="34371" y="454461"/>
                </a:lnTo>
                <a:lnTo>
                  <a:pt x="33694" y="453804"/>
                </a:lnTo>
                <a:lnTo>
                  <a:pt x="37839" y="457550"/>
                </a:lnTo>
                <a:lnTo>
                  <a:pt x="37101" y="456952"/>
                </a:lnTo>
                <a:lnTo>
                  <a:pt x="41584" y="460300"/>
                </a:lnTo>
                <a:lnTo>
                  <a:pt x="40789" y="459761"/>
                </a:lnTo>
                <a:lnTo>
                  <a:pt x="45589" y="462671"/>
                </a:lnTo>
                <a:lnTo>
                  <a:pt x="44732" y="462213"/>
                </a:lnTo>
                <a:lnTo>
                  <a:pt x="49813" y="464663"/>
                </a:lnTo>
                <a:lnTo>
                  <a:pt x="48917" y="464285"/>
                </a:lnTo>
                <a:lnTo>
                  <a:pt x="54276" y="466237"/>
                </a:lnTo>
                <a:lnTo>
                  <a:pt x="53321" y="465939"/>
                </a:lnTo>
                <a:lnTo>
                  <a:pt x="58900" y="467373"/>
                </a:lnTo>
                <a:lnTo>
                  <a:pt x="57923" y="467174"/>
                </a:lnTo>
                <a:lnTo>
                  <a:pt x="63703" y="468070"/>
                </a:lnTo>
                <a:lnTo>
                  <a:pt x="62705" y="467971"/>
                </a:lnTo>
                <a:lnTo>
                  <a:pt x="66551" y="468151"/>
                </a:lnTo>
                <a:lnTo>
                  <a:pt x="65535" y="488056"/>
                </a:lnTo>
                <a:moveTo>
                  <a:pt x="957" y="431049"/>
                </a:moveTo>
                <a:lnTo>
                  <a:pt x="339" y="426964"/>
                </a:lnTo>
                <a:lnTo>
                  <a:pt x="0" y="420508"/>
                </a:lnTo>
                <a:lnTo>
                  <a:pt x="19905" y="419512"/>
                </a:lnTo>
                <a:lnTo>
                  <a:pt x="20205" y="425470"/>
                </a:lnTo>
                <a:lnTo>
                  <a:pt x="20105" y="424454"/>
                </a:lnTo>
                <a:lnTo>
                  <a:pt x="20643" y="428040"/>
                </a:lnTo>
                <a:lnTo>
                  <a:pt x="957" y="431049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text-99 Three">
            <a:extLst xmlns:a="http://schemas.openxmlformats.org/drawingml/2006/main">
              <a:ext uri="{FF2B5EF4-FFF2-40B4-BE49-F238E27FC236}">
                <a16:creationId xmlns:a16="http://schemas.microsoft.com/office/drawing/2014/main" id="{C3F27BCA-7DB7-4FAF-9455-80791C1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6345" y="2102854"/>
            <a:ext cx="675914" cy="31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Three</a:t>
            </a:r>
          </a:p>
        </p:txBody>
      </p:sp>
      <p:sp>
        <p:nvSpPr>
          <p:cNvPr id="159" name="text-99 items">
            <a:extLst xmlns:a="http://schemas.openxmlformats.org/drawingml/2006/main">
              <a:ext uri="{FF2B5EF4-FFF2-40B4-BE49-F238E27FC236}">
                <a16:creationId xmlns:a16="http://schemas.microsoft.com/office/drawing/2014/main" id="{A31D04C7-D6F8-4979-8C8A-4392D65B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0213" y="2103302"/>
            <a:ext cx="614026" cy="31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60" name="text-99 pair">
            <a:extLst xmlns:a="http://schemas.openxmlformats.org/drawingml/2006/main">
              <a:ext uri="{FF2B5EF4-FFF2-40B4-BE49-F238E27FC236}">
                <a16:creationId xmlns:a16="http://schemas.microsoft.com/office/drawing/2014/main" id="{6C84189B-5996-4465-B0F2-92D38674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81315" y="2103501"/>
            <a:ext cx="444453" cy="313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61" name="path-100">
            <a:extLst xmlns:a="http://schemas.openxmlformats.org/drawingml/2006/main">
              <a:ext uri="{FF2B5EF4-FFF2-40B4-BE49-F238E27FC236}">
                <a16:creationId xmlns:a16="http://schemas.microsoft.com/office/drawing/2014/main" id="{03C61E96-E717-4737-A4E0-3FDD1A24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4527" y="2574945"/>
            <a:ext cx="1933397" cy="549198"/>
          </a:xfrm>
          <a:custGeom xmlns:a="http://schemas.openxmlformats.org/drawingml/2006/main">
            <a:pathLst>
              <a:path w="1718575" h="488176">
                <a:moveTo>
                  <a:pt x="0" y="420010"/>
                </a:moveTo>
                <a:lnTo>
                  <a:pt x="0" y="360233"/>
                </a:lnTo>
                <a:lnTo>
                  <a:pt x="19925" y="360233"/>
                </a:lnTo>
                <a:lnTo>
                  <a:pt x="19925" y="420010"/>
                </a:lnTo>
                <a:lnTo>
                  <a:pt x="0" y="420010"/>
                </a:lnTo>
                <a:moveTo>
                  <a:pt x="0" y="340308"/>
                </a:moveTo>
                <a:lnTo>
                  <a:pt x="0" y="280532"/>
                </a:lnTo>
                <a:lnTo>
                  <a:pt x="19925" y="280532"/>
                </a:lnTo>
                <a:lnTo>
                  <a:pt x="19925" y="340308"/>
                </a:lnTo>
                <a:lnTo>
                  <a:pt x="0" y="340308"/>
                </a:lnTo>
                <a:moveTo>
                  <a:pt x="0" y="260606"/>
                </a:moveTo>
                <a:lnTo>
                  <a:pt x="0" y="200829"/>
                </a:lnTo>
                <a:lnTo>
                  <a:pt x="19925" y="200829"/>
                </a:lnTo>
                <a:lnTo>
                  <a:pt x="19925" y="260606"/>
                </a:lnTo>
                <a:lnTo>
                  <a:pt x="0" y="260606"/>
                </a:lnTo>
                <a:moveTo>
                  <a:pt x="0" y="180904"/>
                </a:moveTo>
                <a:lnTo>
                  <a:pt x="0" y="121128"/>
                </a:lnTo>
                <a:lnTo>
                  <a:pt x="19925" y="121128"/>
                </a:lnTo>
                <a:lnTo>
                  <a:pt x="19925" y="180904"/>
                </a:lnTo>
                <a:lnTo>
                  <a:pt x="0" y="180904"/>
                </a:lnTo>
                <a:moveTo>
                  <a:pt x="0" y="101202"/>
                </a:moveTo>
                <a:lnTo>
                  <a:pt x="0" y="67906"/>
                </a:lnTo>
                <a:lnTo>
                  <a:pt x="317" y="61211"/>
                </a:lnTo>
                <a:lnTo>
                  <a:pt x="1353" y="54437"/>
                </a:lnTo>
                <a:lnTo>
                  <a:pt x="3046" y="47901"/>
                </a:lnTo>
                <a:lnTo>
                  <a:pt x="5340" y="41624"/>
                </a:lnTo>
                <a:lnTo>
                  <a:pt x="7053" y="38058"/>
                </a:lnTo>
                <a:lnTo>
                  <a:pt x="25006" y="46706"/>
                </a:lnTo>
                <a:lnTo>
                  <a:pt x="23511" y="49834"/>
                </a:lnTo>
                <a:lnTo>
                  <a:pt x="23889" y="48937"/>
                </a:lnTo>
                <a:lnTo>
                  <a:pt x="21916" y="54277"/>
                </a:lnTo>
                <a:lnTo>
                  <a:pt x="22215" y="53341"/>
                </a:lnTo>
                <a:lnTo>
                  <a:pt x="20782" y="58920"/>
                </a:lnTo>
                <a:lnTo>
                  <a:pt x="20980" y="57944"/>
                </a:lnTo>
                <a:lnTo>
                  <a:pt x="20103" y="63722"/>
                </a:lnTo>
                <a:lnTo>
                  <a:pt x="20203" y="62706"/>
                </a:lnTo>
                <a:lnTo>
                  <a:pt x="19905" y="68663"/>
                </a:lnTo>
                <a:lnTo>
                  <a:pt x="19925" y="68165"/>
                </a:lnTo>
                <a:lnTo>
                  <a:pt x="19925" y="101202"/>
                </a:lnTo>
                <a:lnTo>
                  <a:pt x="0" y="101202"/>
                </a:lnTo>
                <a:moveTo>
                  <a:pt x="21001" y="18989"/>
                </a:moveTo>
                <a:lnTo>
                  <a:pt x="24785" y="15562"/>
                </a:lnTo>
                <a:lnTo>
                  <a:pt x="30027" y="11636"/>
                </a:lnTo>
                <a:lnTo>
                  <a:pt x="35645" y="8229"/>
                </a:lnTo>
                <a:lnTo>
                  <a:pt x="41623" y="5340"/>
                </a:lnTo>
                <a:lnTo>
                  <a:pt x="47879" y="3049"/>
                </a:lnTo>
                <a:lnTo>
                  <a:pt x="54415" y="1375"/>
                </a:lnTo>
                <a:lnTo>
                  <a:pt x="61190" y="339"/>
                </a:lnTo>
                <a:lnTo>
                  <a:pt x="67904" y="0"/>
                </a:lnTo>
                <a:lnTo>
                  <a:pt x="83188" y="0"/>
                </a:lnTo>
                <a:lnTo>
                  <a:pt x="83188" y="19926"/>
                </a:lnTo>
                <a:lnTo>
                  <a:pt x="68143" y="19926"/>
                </a:lnTo>
                <a:lnTo>
                  <a:pt x="68663" y="19906"/>
                </a:lnTo>
                <a:lnTo>
                  <a:pt x="62705" y="20205"/>
                </a:lnTo>
                <a:lnTo>
                  <a:pt x="63701" y="20105"/>
                </a:lnTo>
                <a:lnTo>
                  <a:pt x="57923" y="21002"/>
                </a:lnTo>
                <a:lnTo>
                  <a:pt x="58898" y="20803"/>
                </a:lnTo>
                <a:lnTo>
                  <a:pt x="53319" y="22237"/>
                </a:lnTo>
                <a:lnTo>
                  <a:pt x="54276" y="21938"/>
                </a:lnTo>
                <a:lnTo>
                  <a:pt x="48915" y="23891"/>
                </a:lnTo>
                <a:lnTo>
                  <a:pt x="49813" y="23513"/>
                </a:lnTo>
                <a:lnTo>
                  <a:pt x="44732" y="25963"/>
                </a:lnTo>
                <a:lnTo>
                  <a:pt x="45587" y="25505"/>
                </a:lnTo>
                <a:lnTo>
                  <a:pt x="40787" y="28414"/>
                </a:lnTo>
                <a:lnTo>
                  <a:pt x="41584" y="27875"/>
                </a:lnTo>
                <a:lnTo>
                  <a:pt x="37101" y="31223"/>
                </a:lnTo>
                <a:lnTo>
                  <a:pt x="37837" y="30625"/>
                </a:lnTo>
                <a:lnTo>
                  <a:pt x="34410" y="33734"/>
                </a:lnTo>
                <a:lnTo>
                  <a:pt x="21001" y="18989"/>
                </a:lnTo>
                <a:moveTo>
                  <a:pt x="103114" y="0"/>
                </a:moveTo>
                <a:lnTo>
                  <a:pt x="162889" y="0"/>
                </a:lnTo>
                <a:lnTo>
                  <a:pt x="162889" y="19926"/>
                </a:lnTo>
                <a:lnTo>
                  <a:pt x="103114" y="19926"/>
                </a:lnTo>
                <a:lnTo>
                  <a:pt x="103114" y="0"/>
                </a:lnTo>
                <a:moveTo>
                  <a:pt x="182816" y="0"/>
                </a:moveTo>
                <a:lnTo>
                  <a:pt x="242592" y="0"/>
                </a:lnTo>
                <a:lnTo>
                  <a:pt x="242592" y="19926"/>
                </a:lnTo>
                <a:lnTo>
                  <a:pt x="182816" y="19926"/>
                </a:lnTo>
                <a:lnTo>
                  <a:pt x="182816" y="0"/>
                </a:lnTo>
                <a:moveTo>
                  <a:pt x="262517" y="0"/>
                </a:moveTo>
                <a:lnTo>
                  <a:pt x="322294" y="0"/>
                </a:lnTo>
                <a:lnTo>
                  <a:pt x="322294" y="19926"/>
                </a:lnTo>
                <a:lnTo>
                  <a:pt x="262517" y="19926"/>
                </a:lnTo>
                <a:lnTo>
                  <a:pt x="262517" y="0"/>
                </a:lnTo>
                <a:moveTo>
                  <a:pt x="342219" y="0"/>
                </a:moveTo>
                <a:lnTo>
                  <a:pt x="401997" y="0"/>
                </a:lnTo>
                <a:lnTo>
                  <a:pt x="401997" y="19926"/>
                </a:lnTo>
                <a:lnTo>
                  <a:pt x="342219" y="19926"/>
                </a:lnTo>
                <a:lnTo>
                  <a:pt x="342219" y="0"/>
                </a:lnTo>
                <a:moveTo>
                  <a:pt x="421922" y="0"/>
                </a:moveTo>
                <a:lnTo>
                  <a:pt x="481697" y="0"/>
                </a:lnTo>
                <a:lnTo>
                  <a:pt x="481697" y="19926"/>
                </a:lnTo>
                <a:lnTo>
                  <a:pt x="421922" y="19926"/>
                </a:lnTo>
                <a:lnTo>
                  <a:pt x="421922" y="0"/>
                </a:lnTo>
                <a:moveTo>
                  <a:pt x="501625" y="0"/>
                </a:moveTo>
                <a:lnTo>
                  <a:pt x="561400" y="0"/>
                </a:lnTo>
                <a:lnTo>
                  <a:pt x="561400" y="19926"/>
                </a:lnTo>
                <a:lnTo>
                  <a:pt x="501625" y="19926"/>
                </a:lnTo>
                <a:lnTo>
                  <a:pt x="501625" y="0"/>
                </a:lnTo>
                <a:moveTo>
                  <a:pt x="581325" y="0"/>
                </a:moveTo>
                <a:lnTo>
                  <a:pt x="641103" y="0"/>
                </a:lnTo>
                <a:lnTo>
                  <a:pt x="641103" y="19926"/>
                </a:lnTo>
                <a:lnTo>
                  <a:pt x="581325" y="19926"/>
                </a:lnTo>
                <a:lnTo>
                  <a:pt x="581325" y="0"/>
                </a:lnTo>
                <a:moveTo>
                  <a:pt x="661028" y="0"/>
                </a:moveTo>
                <a:lnTo>
                  <a:pt x="720805" y="0"/>
                </a:lnTo>
                <a:lnTo>
                  <a:pt x="720805" y="19926"/>
                </a:lnTo>
                <a:lnTo>
                  <a:pt x="661028" y="19926"/>
                </a:lnTo>
                <a:lnTo>
                  <a:pt x="661028" y="0"/>
                </a:lnTo>
                <a:moveTo>
                  <a:pt x="740730" y="0"/>
                </a:moveTo>
                <a:lnTo>
                  <a:pt x="800506" y="0"/>
                </a:lnTo>
                <a:lnTo>
                  <a:pt x="800506" y="19926"/>
                </a:lnTo>
                <a:lnTo>
                  <a:pt x="740730" y="19926"/>
                </a:lnTo>
                <a:lnTo>
                  <a:pt x="740730" y="0"/>
                </a:lnTo>
                <a:moveTo>
                  <a:pt x="820433" y="0"/>
                </a:moveTo>
                <a:lnTo>
                  <a:pt x="880209" y="0"/>
                </a:lnTo>
                <a:lnTo>
                  <a:pt x="880209" y="19926"/>
                </a:lnTo>
                <a:lnTo>
                  <a:pt x="820433" y="19926"/>
                </a:lnTo>
                <a:lnTo>
                  <a:pt x="820433" y="0"/>
                </a:lnTo>
                <a:moveTo>
                  <a:pt x="900134" y="0"/>
                </a:moveTo>
                <a:lnTo>
                  <a:pt x="959911" y="0"/>
                </a:lnTo>
                <a:lnTo>
                  <a:pt x="959911" y="19926"/>
                </a:lnTo>
                <a:lnTo>
                  <a:pt x="900134" y="19926"/>
                </a:lnTo>
                <a:lnTo>
                  <a:pt x="900134" y="0"/>
                </a:lnTo>
                <a:moveTo>
                  <a:pt x="979836" y="0"/>
                </a:moveTo>
                <a:lnTo>
                  <a:pt x="1039614" y="0"/>
                </a:lnTo>
                <a:lnTo>
                  <a:pt x="1039614" y="19926"/>
                </a:lnTo>
                <a:lnTo>
                  <a:pt x="979836" y="19926"/>
                </a:lnTo>
                <a:lnTo>
                  <a:pt x="979836" y="0"/>
                </a:lnTo>
                <a:moveTo>
                  <a:pt x="1059539" y="0"/>
                </a:moveTo>
                <a:lnTo>
                  <a:pt x="1119314" y="0"/>
                </a:lnTo>
                <a:lnTo>
                  <a:pt x="1119314" y="19926"/>
                </a:lnTo>
                <a:lnTo>
                  <a:pt x="1059539" y="19926"/>
                </a:lnTo>
                <a:lnTo>
                  <a:pt x="1059539" y="0"/>
                </a:lnTo>
                <a:moveTo>
                  <a:pt x="1139242" y="0"/>
                </a:moveTo>
                <a:lnTo>
                  <a:pt x="1199017" y="0"/>
                </a:lnTo>
                <a:lnTo>
                  <a:pt x="1199017" y="19926"/>
                </a:lnTo>
                <a:lnTo>
                  <a:pt x="1139242" y="19926"/>
                </a:lnTo>
                <a:lnTo>
                  <a:pt x="1139242" y="0"/>
                </a:lnTo>
                <a:moveTo>
                  <a:pt x="1218942" y="0"/>
                </a:moveTo>
                <a:lnTo>
                  <a:pt x="1278720" y="0"/>
                </a:lnTo>
                <a:lnTo>
                  <a:pt x="1278720" y="19926"/>
                </a:lnTo>
                <a:lnTo>
                  <a:pt x="1218942" y="19926"/>
                </a:lnTo>
                <a:lnTo>
                  <a:pt x="1218942" y="0"/>
                </a:lnTo>
                <a:moveTo>
                  <a:pt x="1298645" y="0"/>
                </a:moveTo>
                <a:lnTo>
                  <a:pt x="1358422" y="0"/>
                </a:lnTo>
                <a:lnTo>
                  <a:pt x="1358422" y="19926"/>
                </a:lnTo>
                <a:lnTo>
                  <a:pt x="1298645" y="19926"/>
                </a:lnTo>
                <a:lnTo>
                  <a:pt x="1298645" y="0"/>
                </a:lnTo>
                <a:moveTo>
                  <a:pt x="1378347" y="0"/>
                </a:moveTo>
                <a:lnTo>
                  <a:pt x="1438123" y="0"/>
                </a:lnTo>
                <a:lnTo>
                  <a:pt x="1438123" y="19926"/>
                </a:lnTo>
                <a:lnTo>
                  <a:pt x="1378347" y="19926"/>
                </a:lnTo>
                <a:lnTo>
                  <a:pt x="1378347" y="0"/>
                </a:lnTo>
                <a:moveTo>
                  <a:pt x="1458050" y="0"/>
                </a:moveTo>
                <a:lnTo>
                  <a:pt x="1517825" y="0"/>
                </a:lnTo>
                <a:lnTo>
                  <a:pt x="1517825" y="19926"/>
                </a:lnTo>
                <a:lnTo>
                  <a:pt x="1458050" y="19926"/>
                </a:lnTo>
                <a:lnTo>
                  <a:pt x="1458050" y="0"/>
                </a:lnTo>
                <a:moveTo>
                  <a:pt x="1537751" y="0"/>
                </a:moveTo>
                <a:lnTo>
                  <a:pt x="1597528" y="0"/>
                </a:lnTo>
                <a:lnTo>
                  <a:pt x="1597528" y="19926"/>
                </a:lnTo>
                <a:lnTo>
                  <a:pt x="1537751" y="19926"/>
                </a:lnTo>
                <a:lnTo>
                  <a:pt x="1537751" y="0"/>
                </a:lnTo>
                <a:moveTo>
                  <a:pt x="1617453" y="0"/>
                </a:moveTo>
                <a:lnTo>
                  <a:pt x="1650649" y="0"/>
                </a:lnTo>
                <a:lnTo>
                  <a:pt x="1657365" y="339"/>
                </a:lnTo>
                <a:lnTo>
                  <a:pt x="1664140" y="1375"/>
                </a:lnTo>
                <a:lnTo>
                  <a:pt x="1670674" y="3049"/>
                </a:lnTo>
                <a:lnTo>
                  <a:pt x="1676951" y="5340"/>
                </a:lnTo>
                <a:lnTo>
                  <a:pt x="1680598" y="7114"/>
                </a:lnTo>
                <a:lnTo>
                  <a:pt x="1671950" y="25066"/>
                </a:lnTo>
                <a:lnTo>
                  <a:pt x="1668742" y="23513"/>
                </a:lnTo>
                <a:lnTo>
                  <a:pt x="1669640" y="23891"/>
                </a:lnTo>
                <a:lnTo>
                  <a:pt x="1664277" y="21938"/>
                </a:lnTo>
                <a:lnTo>
                  <a:pt x="1665236" y="22237"/>
                </a:lnTo>
                <a:lnTo>
                  <a:pt x="1659655" y="20803"/>
                </a:lnTo>
                <a:lnTo>
                  <a:pt x="1660632" y="21002"/>
                </a:lnTo>
                <a:lnTo>
                  <a:pt x="1654854" y="20105"/>
                </a:lnTo>
                <a:lnTo>
                  <a:pt x="1655850" y="20205"/>
                </a:lnTo>
                <a:lnTo>
                  <a:pt x="1649892" y="19906"/>
                </a:lnTo>
                <a:lnTo>
                  <a:pt x="1650410" y="19926"/>
                </a:lnTo>
                <a:lnTo>
                  <a:pt x="1617453" y="19926"/>
                </a:lnTo>
                <a:lnTo>
                  <a:pt x="1617453" y="0"/>
                </a:lnTo>
                <a:moveTo>
                  <a:pt x="1699646" y="21081"/>
                </a:moveTo>
                <a:lnTo>
                  <a:pt x="1703013" y="24787"/>
                </a:lnTo>
                <a:lnTo>
                  <a:pt x="1706938" y="30048"/>
                </a:lnTo>
                <a:lnTo>
                  <a:pt x="1710347" y="35667"/>
                </a:lnTo>
                <a:lnTo>
                  <a:pt x="1713215" y="41624"/>
                </a:lnTo>
                <a:lnTo>
                  <a:pt x="1715507" y="47901"/>
                </a:lnTo>
                <a:lnTo>
                  <a:pt x="1717200" y="54437"/>
                </a:lnTo>
                <a:lnTo>
                  <a:pt x="1718236" y="61211"/>
                </a:lnTo>
                <a:lnTo>
                  <a:pt x="1718575" y="67906"/>
                </a:lnTo>
                <a:lnTo>
                  <a:pt x="1718575" y="83289"/>
                </a:lnTo>
                <a:lnTo>
                  <a:pt x="1698650" y="83289"/>
                </a:lnTo>
                <a:lnTo>
                  <a:pt x="1698650" y="68165"/>
                </a:lnTo>
                <a:lnTo>
                  <a:pt x="1698650" y="68663"/>
                </a:lnTo>
                <a:lnTo>
                  <a:pt x="1698352" y="62706"/>
                </a:lnTo>
                <a:lnTo>
                  <a:pt x="1698450" y="63722"/>
                </a:lnTo>
                <a:lnTo>
                  <a:pt x="1697573" y="57944"/>
                </a:lnTo>
                <a:lnTo>
                  <a:pt x="1697773" y="58920"/>
                </a:lnTo>
                <a:lnTo>
                  <a:pt x="1696338" y="53341"/>
                </a:lnTo>
                <a:lnTo>
                  <a:pt x="1696637" y="54277"/>
                </a:lnTo>
                <a:lnTo>
                  <a:pt x="1694666" y="48937"/>
                </a:lnTo>
                <a:lnTo>
                  <a:pt x="1695064" y="49834"/>
                </a:lnTo>
                <a:lnTo>
                  <a:pt x="1692611" y="44753"/>
                </a:lnTo>
                <a:lnTo>
                  <a:pt x="1693071" y="45590"/>
                </a:lnTo>
                <a:lnTo>
                  <a:pt x="1690141" y="40787"/>
                </a:lnTo>
                <a:lnTo>
                  <a:pt x="1690679" y="41584"/>
                </a:lnTo>
                <a:lnTo>
                  <a:pt x="1687332" y="37101"/>
                </a:lnTo>
                <a:lnTo>
                  <a:pt x="1687950" y="37839"/>
                </a:lnTo>
                <a:lnTo>
                  <a:pt x="1684901" y="34491"/>
                </a:lnTo>
                <a:lnTo>
                  <a:pt x="1699646" y="21081"/>
                </a:lnTo>
                <a:moveTo>
                  <a:pt x="1718575" y="103214"/>
                </a:moveTo>
                <a:lnTo>
                  <a:pt x="1718575" y="162991"/>
                </a:lnTo>
                <a:lnTo>
                  <a:pt x="1698650" y="162991"/>
                </a:lnTo>
                <a:lnTo>
                  <a:pt x="1698650" y="103214"/>
                </a:lnTo>
                <a:lnTo>
                  <a:pt x="1718575" y="103214"/>
                </a:lnTo>
                <a:moveTo>
                  <a:pt x="1718575" y="182917"/>
                </a:moveTo>
                <a:lnTo>
                  <a:pt x="1718575" y="242693"/>
                </a:lnTo>
                <a:lnTo>
                  <a:pt x="1698650" y="242693"/>
                </a:lnTo>
                <a:lnTo>
                  <a:pt x="1698650" y="182917"/>
                </a:lnTo>
                <a:lnTo>
                  <a:pt x="1718575" y="182917"/>
                </a:lnTo>
                <a:moveTo>
                  <a:pt x="1718575" y="262618"/>
                </a:moveTo>
                <a:lnTo>
                  <a:pt x="1718575" y="322395"/>
                </a:lnTo>
                <a:lnTo>
                  <a:pt x="1698650" y="322395"/>
                </a:lnTo>
                <a:lnTo>
                  <a:pt x="1698650" y="262618"/>
                </a:lnTo>
                <a:lnTo>
                  <a:pt x="1718575" y="262618"/>
                </a:lnTo>
                <a:moveTo>
                  <a:pt x="1718575" y="342321"/>
                </a:moveTo>
                <a:lnTo>
                  <a:pt x="1718575" y="402098"/>
                </a:lnTo>
                <a:lnTo>
                  <a:pt x="1698650" y="402098"/>
                </a:lnTo>
                <a:lnTo>
                  <a:pt x="1698650" y="342321"/>
                </a:lnTo>
                <a:lnTo>
                  <a:pt x="1718575" y="342321"/>
                </a:lnTo>
                <a:moveTo>
                  <a:pt x="1718455" y="422541"/>
                </a:moveTo>
                <a:lnTo>
                  <a:pt x="1718236" y="426964"/>
                </a:lnTo>
                <a:lnTo>
                  <a:pt x="1717200" y="433739"/>
                </a:lnTo>
                <a:lnTo>
                  <a:pt x="1715507" y="440274"/>
                </a:lnTo>
                <a:lnTo>
                  <a:pt x="1713215" y="446551"/>
                </a:lnTo>
                <a:lnTo>
                  <a:pt x="1710347" y="452509"/>
                </a:lnTo>
                <a:lnTo>
                  <a:pt x="1706938" y="458128"/>
                </a:lnTo>
                <a:lnTo>
                  <a:pt x="1703013" y="463388"/>
                </a:lnTo>
                <a:lnTo>
                  <a:pt x="1698609" y="468210"/>
                </a:lnTo>
                <a:lnTo>
                  <a:pt x="1693768" y="472613"/>
                </a:lnTo>
                <a:lnTo>
                  <a:pt x="1688528" y="476539"/>
                </a:lnTo>
                <a:lnTo>
                  <a:pt x="1683906" y="479349"/>
                </a:lnTo>
                <a:lnTo>
                  <a:pt x="1673563" y="462312"/>
                </a:lnTo>
                <a:lnTo>
                  <a:pt x="1677768" y="459762"/>
                </a:lnTo>
                <a:lnTo>
                  <a:pt x="1676971" y="460300"/>
                </a:lnTo>
                <a:lnTo>
                  <a:pt x="1681454" y="456952"/>
                </a:lnTo>
                <a:lnTo>
                  <a:pt x="1680716" y="457550"/>
                </a:lnTo>
                <a:lnTo>
                  <a:pt x="1684861" y="453804"/>
                </a:lnTo>
                <a:lnTo>
                  <a:pt x="1684184" y="454461"/>
                </a:lnTo>
                <a:lnTo>
                  <a:pt x="1687950" y="450337"/>
                </a:lnTo>
                <a:lnTo>
                  <a:pt x="1687332" y="451074"/>
                </a:lnTo>
                <a:lnTo>
                  <a:pt x="1690679" y="446591"/>
                </a:lnTo>
                <a:lnTo>
                  <a:pt x="1690141" y="447388"/>
                </a:lnTo>
                <a:lnTo>
                  <a:pt x="1693071" y="442586"/>
                </a:lnTo>
                <a:lnTo>
                  <a:pt x="1692611" y="443423"/>
                </a:lnTo>
                <a:lnTo>
                  <a:pt x="1695064" y="438341"/>
                </a:lnTo>
                <a:lnTo>
                  <a:pt x="1694666" y="439238"/>
                </a:lnTo>
                <a:lnTo>
                  <a:pt x="1696637" y="433898"/>
                </a:lnTo>
                <a:lnTo>
                  <a:pt x="1696338" y="434835"/>
                </a:lnTo>
                <a:lnTo>
                  <a:pt x="1697773" y="429256"/>
                </a:lnTo>
                <a:lnTo>
                  <a:pt x="1697573" y="430232"/>
                </a:lnTo>
                <a:lnTo>
                  <a:pt x="1698450" y="424454"/>
                </a:lnTo>
                <a:lnTo>
                  <a:pt x="1698352" y="425470"/>
                </a:lnTo>
                <a:lnTo>
                  <a:pt x="1698550" y="421524"/>
                </a:lnTo>
                <a:lnTo>
                  <a:pt x="1718455" y="422541"/>
                </a:lnTo>
                <a:moveTo>
                  <a:pt x="1661527" y="487199"/>
                </a:moveTo>
                <a:lnTo>
                  <a:pt x="1657365" y="487836"/>
                </a:lnTo>
                <a:lnTo>
                  <a:pt x="1650649" y="488176"/>
                </a:lnTo>
                <a:lnTo>
                  <a:pt x="1600296" y="488176"/>
                </a:lnTo>
                <a:lnTo>
                  <a:pt x="1600296" y="468250"/>
                </a:lnTo>
                <a:lnTo>
                  <a:pt x="1650410" y="468250"/>
                </a:lnTo>
                <a:lnTo>
                  <a:pt x="1649892" y="468270"/>
                </a:lnTo>
                <a:lnTo>
                  <a:pt x="1655850" y="467971"/>
                </a:lnTo>
                <a:lnTo>
                  <a:pt x="1654854" y="468071"/>
                </a:lnTo>
                <a:lnTo>
                  <a:pt x="1658520" y="467513"/>
                </a:lnTo>
                <a:lnTo>
                  <a:pt x="1661527" y="487199"/>
                </a:lnTo>
                <a:moveTo>
                  <a:pt x="1580371" y="488176"/>
                </a:moveTo>
                <a:lnTo>
                  <a:pt x="1520596" y="488176"/>
                </a:lnTo>
                <a:lnTo>
                  <a:pt x="1520596" y="468250"/>
                </a:lnTo>
                <a:lnTo>
                  <a:pt x="1580371" y="468250"/>
                </a:lnTo>
                <a:lnTo>
                  <a:pt x="1580371" y="488176"/>
                </a:lnTo>
                <a:moveTo>
                  <a:pt x="1500668" y="488176"/>
                </a:moveTo>
                <a:lnTo>
                  <a:pt x="1440893" y="488176"/>
                </a:lnTo>
                <a:lnTo>
                  <a:pt x="1440893" y="468250"/>
                </a:lnTo>
                <a:lnTo>
                  <a:pt x="1500668" y="468250"/>
                </a:lnTo>
                <a:lnTo>
                  <a:pt x="1500668" y="488176"/>
                </a:lnTo>
                <a:moveTo>
                  <a:pt x="1420968" y="488176"/>
                </a:moveTo>
                <a:lnTo>
                  <a:pt x="1361190" y="488176"/>
                </a:lnTo>
                <a:lnTo>
                  <a:pt x="1361190" y="468250"/>
                </a:lnTo>
                <a:lnTo>
                  <a:pt x="1420968" y="468250"/>
                </a:lnTo>
                <a:lnTo>
                  <a:pt x="1420968" y="488176"/>
                </a:lnTo>
                <a:moveTo>
                  <a:pt x="1341265" y="488176"/>
                </a:moveTo>
                <a:lnTo>
                  <a:pt x="1281488" y="488176"/>
                </a:lnTo>
                <a:lnTo>
                  <a:pt x="1281488" y="468250"/>
                </a:lnTo>
                <a:lnTo>
                  <a:pt x="1341265" y="468250"/>
                </a:lnTo>
                <a:lnTo>
                  <a:pt x="1341265" y="488176"/>
                </a:lnTo>
                <a:moveTo>
                  <a:pt x="1261563" y="488176"/>
                </a:moveTo>
                <a:lnTo>
                  <a:pt x="1201787" y="488176"/>
                </a:lnTo>
                <a:lnTo>
                  <a:pt x="1201787" y="468250"/>
                </a:lnTo>
                <a:lnTo>
                  <a:pt x="1261563" y="468250"/>
                </a:lnTo>
                <a:lnTo>
                  <a:pt x="1261563" y="488176"/>
                </a:lnTo>
                <a:moveTo>
                  <a:pt x="1181862" y="488176"/>
                </a:moveTo>
                <a:lnTo>
                  <a:pt x="1122085" y="488176"/>
                </a:lnTo>
                <a:lnTo>
                  <a:pt x="1122085" y="468250"/>
                </a:lnTo>
                <a:lnTo>
                  <a:pt x="1181862" y="468250"/>
                </a:lnTo>
                <a:lnTo>
                  <a:pt x="1181862" y="488176"/>
                </a:lnTo>
                <a:moveTo>
                  <a:pt x="1102159" y="488176"/>
                </a:moveTo>
                <a:lnTo>
                  <a:pt x="1042382" y="488176"/>
                </a:lnTo>
                <a:lnTo>
                  <a:pt x="1042382" y="468250"/>
                </a:lnTo>
                <a:lnTo>
                  <a:pt x="1102159" y="468250"/>
                </a:lnTo>
                <a:lnTo>
                  <a:pt x="1102159" y="488176"/>
                </a:lnTo>
                <a:moveTo>
                  <a:pt x="1022457" y="488176"/>
                </a:moveTo>
                <a:lnTo>
                  <a:pt x="962679" y="488176"/>
                </a:lnTo>
                <a:lnTo>
                  <a:pt x="962679" y="468250"/>
                </a:lnTo>
                <a:lnTo>
                  <a:pt x="1022457" y="468250"/>
                </a:lnTo>
                <a:lnTo>
                  <a:pt x="1022457" y="488176"/>
                </a:lnTo>
                <a:moveTo>
                  <a:pt x="942754" y="488176"/>
                </a:moveTo>
                <a:lnTo>
                  <a:pt x="882979" y="488176"/>
                </a:lnTo>
                <a:lnTo>
                  <a:pt x="882979" y="468250"/>
                </a:lnTo>
                <a:lnTo>
                  <a:pt x="942754" y="468250"/>
                </a:lnTo>
                <a:lnTo>
                  <a:pt x="942754" y="488176"/>
                </a:lnTo>
                <a:moveTo>
                  <a:pt x="863054" y="488176"/>
                </a:moveTo>
                <a:lnTo>
                  <a:pt x="803276" y="488176"/>
                </a:lnTo>
                <a:lnTo>
                  <a:pt x="803276" y="468250"/>
                </a:lnTo>
                <a:lnTo>
                  <a:pt x="863054" y="468250"/>
                </a:lnTo>
                <a:lnTo>
                  <a:pt x="863054" y="488176"/>
                </a:lnTo>
                <a:moveTo>
                  <a:pt x="783351" y="488176"/>
                </a:moveTo>
                <a:lnTo>
                  <a:pt x="723573" y="488176"/>
                </a:lnTo>
                <a:lnTo>
                  <a:pt x="723573" y="468250"/>
                </a:lnTo>
                <a:lnTo>
                  <a:pt x="783351" y="468250"/>
                </a:lnTo>
                <a:lnTo>
                  <a:pt x="783351" y="488176"/>
                </a:lnTo>
                <a:moveTo>
                  <a:pt x="703648" y="488176"/>
                </a:moveTo>
                <a:lnTo>
                  <a:pt x="643871" y="488176"/>
                </a:lnTo>
                <a:lnTo>
                  <a:pt x="643871" y="468250"/>
                </a:lnTo>
                <a:lnTo>
                  <a:pt x="703648" y="468250"/>
                </a:lnTo>
                <a:lnTo>
                  <a:pt x="703648" y="488176"/>
                </a:lnTo>
                <a:moveTo>
                  <a:pt x="623946" y="488176"/>
                </a:moveTo>
                <a:lnTo>
                  <a:pt x="564170" y="488176"/>
                </a:lnTo>
                <a:lnTo>
                  <a:pt x="564170" y="468250"/>
                </a:lnTo>
                <a:lnTo>
                  <a:pt x="623946" y="468250"/>
                </a:lnTo>
                <a:lnTo>
                  <a:pt x="623946" y="488176"/>
                </a:lnTo>
                <a:moveTo>
                  <a:pt x="544245" y="488176"/>
                </a:moveTo>
                <a:lnTo>
                  <a:pt x="484468" y="488176"/>
                </a:lnTo>
                <a:lnTo>
                  <a:pt x="484468" y="468250"/>
                </a:lnTo>
                <a:lnTo>
                  <a:pt x="544245" y="468250"/>
                </a:lnTo>
                <a:lnTo>
                  <a:pt x="544245" y="488176"/>
                </a:lnTo>
                <a:moveTo>
                  <a:pt x="464543" y="488176"/>
                </a:moveTo>
                <a:lnTo>
                  <a:pt x="404765" y="488176"/>
                </a:lnTo>
                <a:lnTo>
                  <a:pt x="404765" y="468250"/>
                </a:lnTo>
                <a:lnTo>
                  <a:pt x="464543" y="468250"/>
                </a:lnTo>
                <a:lnTo>
                  <a:pt x="464543" y="488176"/>
                </a:lnTo>
                <a:moveTo>
                  <a:pt x="384840" y="488176"/>
                </a:moveTo>
                <a:lnTo>
                  <a:pt x="325062" y="488176"/>
                </a:lnTo>
                <a:lnTo>
                  <a:pt x="325062" y="468250"/>
                </a:lnTo>
                <a:lnTo>
                  <a:pt x="384840" y="468250"/>
                </a:lnTo>
                <a:lnTo>
                  <a:pt x="384840" y="488176"/>
                </a:lnTo>
                <a:moveTo>
                  <a:pt x="305137" y="488176"/>
                </a:moveTo>
                <a:lnTo>
                  <a:pt x="245362" y="488176"/>
                </a:lnTo>
                <a:lnTo>
                  <a:pt x="245362" y="468250"/>
                </a:lnTo>
                <a:lnTo>
                  <a:pt x="305137" y="468250"/>
                </a:lnTo>
                <a:lnTo>
                  <a:pt x="305137" y="488176"/>
                </a:lnTo>
                <a:moveTo>
                  <a:pt x="225437" y="488176"/>
                </a:moveTo>
                <a:lnTo>
                  <a:pt x="165659" y="488176"/>
                </a:lnTo>
                <a:lnTo>
                  <a:pt x="165659" y="468250"/>
                </a:lnTo>
                <a:lnTo>
                  <a:pt x="225437" y="468250"/>
                </a:lnTo>
                <a:lnTo>
                  <a:pt x="225437" y="488176"/>
                </a:lnTo>
                <a:moveTo>
                  <a:pt x="145734" y="488176"/>
                </a:moveTo>
                <a:lnTo>
                  <a:pt x="85957" y="488176"/>
                </a:lnTo>
                <a:lnTo>
                  <a:pt x="85957" y="468250"/>
                </a:lnTo>
                <a:lnTo>
                  <a:pt x="145734" y="468250"/>
                </a:lnTo>
                <a:lnTo>
                  <a:pt x="145734" y="488176"/>
                </a:lnTo>
                <a:moveTo>
                  <a:pt x="65535" y="488056"/>
                </a:moveTo>
                <a:lnTo>
                  <a:pt x="61190" y="487836"/>
                </a:lnTo>
                <a:lnTo>
                  <a:pt x="54415" y="486801"/>
                </a:lnTo>
                <a:lnTo>
                  <a:pt x="47879" y="485126"/>
                </a:lnTo>
                <a:lnTo>
                  <a:pt x="41623" y="482836"/>
                </a:lnTo>
                <a:lnTo>
                  <a:pt x="35645" y="479946"/>
                </a:lnTo>
                <a:lnTo>
                  <a:pt x="30027" y="476539"/>
                </a:lnTo>
                <a:lnTo>
                  <a:pt x="24785" y="472613"/>
                </a:lnTo>
                <a:lnTo>
                  <a:pt x="19944" y="468210"/>
                </a:lnTo>
                <a:lnTo>
                  <a:pt x="15540" y="463388"/>
                </a:lnTo>
                <a:lnTo>
                  <a:pt x="11635" y="458128"/>
                </a:lnTo>
                <a:lnTo>
                  <a:pt x="8767" y="453445"/>
                </a:lnTo>
                <a:lnTo>
                  <a:pt x="25803" y="443104"/>
                </a:lnTo>
                <a:lnTo>
                  <a:pt x="28412" y="447388"/>
                </a:lnTo>
                <a:lnTo>
                  <a:pt x="27874" y="446591"/>
                </a:lnTo>
                <a:lnTo>
                  <a:pt x="31221" y="451074"/>
                </a:lnTo>
                <a:lnTo>
                  <a:pt x="30624" y="450337"/>
                </a:lnTo>
                <a:lnTo>
                  <a:pt x="34369" y="454461"/>
                </a:lnTo>
                <a:lnTo>
                  <a:pt x="33692" y="453804"/>
                </a:lnTo>
                <a:lnTo>
                  <a:pt x="37837" y="457550"/>
                </a:lnTo>
                <a:lnTo>
                  <a:pt x="37101" y="456952"/>
                </a:lnTo>
                <a:lnTo>
                  <a:pt x="41584" y="460300"/>
                </a:lnTo>
                <a:lnTo>
                  <a:pt x="40787" y="459762"/>
                </a:lnTo>
                <a:lnTo>
                  <a:pt x="45587" y="462671"/>
                </a:lnTo>
                <a:lnTo>
                  <a:pt x="44732" y="462212"/>
                </a:lnTo>
                <a:lnTo>
                  <a:pt x="49813" y="464664"/>
                </a:lnTo>
                <a:lnTo>
                  <a:pt x="48915" y="464285"/>
                </a:lnTo>
                <a:lnTo>
                  <a:pt x="54276" y="466237"/>
                </a:lnTo>
                <a:lnTo>
                  <a:pt x="53319" y="465938"/>
                </a:lnTo>
                <a:lnTo>
                  <a:pt x="58898" y="467374"/>
                </a:lnTo>
                <a:lnTo>
                  <a:pt x="57923" y="467174"/>
                </a:lnTo>
                <a:lnTo>
                  <a:pt x="63701" y="468071"/>
                </a:lnTo>
                <a:lnTo>
                  <a:pt x="62705" y="467971"/>
                </a:lnTo>
                <a:lnTo>
                  <a:pt x="66549" y="468150"/>
                </a:lnTo>
                <a:lnTo>
                  <a:pt x="65535" y="488056"/>
                </a:lnTo>
                <a:moveTo>
                  <a:pt x="955" y="431049"/>
                </a:moveTo>
                <a:lnTo>
                  <a:pt x="317" y="426964"/>
                </a:lnTo>
                <a:lnTo>
                  <a:pt x="0" y="420508"/>
                </a:lnTo>
                <a:lnTo>
                  <a:pt x="19905" y="419512"/>
                </a:lnTo>
                <a:lnTo>
                  <a:pt x="20203" y="425470"/>
                </a:lnTo>
                <a:lnTo>
                  <a:pt x="20103" y="424454"/>
                </a:lnTo>
                <a:lnTo>
                  <a:pt x="20643" y="428041"/>
                </a:lnTo>
                <a:lnTo>
                  <a:pt x="955" y="431049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text-101 Four">
            <a:extLst xmlns:a="http://schemas.openxmlformats.org/drawingml/2006/main">
              <a:ext uri="{FF2B5EF4-FFF2-40B4-BE49-F238E27FC236}">
                <a16:creationId xmlns:a16="http://schemas.microsoft.com/office/drawing/2014/main" id="{7D7F84C8-8753-40B6-9D8F-3C2947EF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7043" y="2719971"/>
            <a:ext cx="517301" cy="313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Four</a:t>
            </a:r>
          </a:p>
        </p:txBody>
      </p:sp>
      <p:sp>
        <p:nvSpPr>
          <p:cNvPr id="163" name="text-101 items">
            <a:extLst xmlns:a="http://schemas.openxmlformats.org/drawingml/2006/main">
              <a:ext uri="{FF2B5EF4-FFF2-40B4-BE49-F238E27FC236}">
                <a16:creationId xmlns:a16="http://schemas.microsoft.com/office/drawing/2014/main" id="{921E3083-E8CC-4AC7-81C4-E0845D0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1758" y="2719748"/>
            <a:ext cx="614026" cy="31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64" name="text-101 pair">
            <a:extLst xmlns:a="http://schemas.openxmlformats.org/drawingml/2006/main">
              <a:ext uri="{FF2B5EF4-FFF2-40B4-BE49-F238E27FC236}">
                <a16:creationId xmlns:a16="http://schemas.microsoft.com/office/drawing/2014/main" id="{483E5F72-31AA-42AD-866B-76F7BE4D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2860" y="2719946"/>
            <a:ext cx="444453" cy="313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65" name="path-102">
            <a:extLst xmlns:a="http://schemas.openxmlformats.org/drawingml/2006/main">
              <a:ext uri="{FF2B5EF4-FFF2-40B4-BE49-F238E27FC236}">
                <a16:creationId xmlns:a16="http://schemas.microsoft.com/office/drawing/2014/main" id="{35DAD3BF-9B62-4166-9E81-01964BC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4527" y="3191391"/>
            <a:ext cx="1933397" cy="549197"/>
          </a:xfrm>
          <a:custGeom xmlns:a="http://schemas.openxmlformats.org/drawingml/2006/main">
            <a:pathLst>
              <a:path w="1718575" h="488175">
                <a:moveTo>
                  <a:pt x="0" y="420010"/>
                </a:moveTo>
                <a:lnTo>
                  <a:pt x="0" y="360233"/>
                </a:lnTo>
                <a:lnTo>
                  <a:pt x="19925" y="360233"/>
                </a:lnTo>
                <a:lnTo>
                  <a:pt x="19925" y="420010"/>
                </a:lnTo>
                <a:lnTo>
                  <a:pt x="0" y="420010"/>
                </a:lnTo>
                <a:moveTo>
                  <a:pt x="0" y="340308"/>
                </a:moveTo>
                <a:lnTo>
                  <a:pt x="0" y="280531"/>
                </a:lnTo>
                <a:lnTo>
                  <a:pt x="19925" y="280531"/>
                </a:lnTo>
                <a:lnTo>
                  <a:pt x="19925" y="340308"/>
                </a:lnTo>
                <a:lnTo>
                  <a:pt x="0" y="340308"/>
                </a:lnTo>
                <a:moveTo>
                  <a:pt x="0" y="260606"/>
                </a:moveTo>
                <a:lnTo>
                  <a:pt x="0" y="200829"/>
                </a:lnTo>
                <a:lnTo>
                  <a:pt x="19925" y="200829"/>
                </a:lnTo>
                <a:lnTo>
                  <a:pt x="19925" y="260606"/>
                </a:lnTo>
                <a:lnTo>
                  <a:pt x="0" y="260606"/>
                </a:lnTo>
                <a:moveTo>
                  <a:pt x="0" y="180904"/>
                </a:moveTo>
                <a:lnTo>
                  <a:pt x="0" y="121127"/>
                </a:lnTo>
                <a:lnTo>
                  <a:pt x="19925" y="121127"/>
                </a:lnTo>
                <a:lnTo>
                  <a:pt x="19925" y="180904"/>
                </a:lnTo>
                <a:lnTo>
                  <a:pt x="0" y="180904"/>
                </a:lnTo>
                <a:moveTo>
                  <a:pt x="0" y="101202"/>
                </a:moveTo>
                <a:lnTo>
                  <a:pt x="0" y="67906"/>
                </a:lnTo>
                <a:lnTo>
                  <a:pt x="317" y="61211"/>
                </a:lnTo>
                <a:lnTo>
                  <a:pt x="1353" y="54436"/>
                </a:lnTo>
                <a:lnTo>
                  <a:pt x="3046" y="47901"/>
                </a:lnTo>
                <a:lnTo>
                  <a:pt x="5340" y="41624"/>
                </a:lnTo>
                <a:lnTo>
                  <a:pt x="7053" y="38057"/>
                </a:lnTo>
                <a:lnTo>
                  <a:pt x="25006" y="46705"/>
                </a:lnTo>
                <a:lnTo>
                  <a:pt x="23511" y="49833"/>
                </a:lnTo>
                <a:lnTo>
                  <a:pt x="23889" y="48937"/>
                </a:lnTo>
                <a:lnTo>
                  <a:pt x="21916" y="54277"/>
                </a:lnTo>
                <a:lnTo>
                  <a:pt x="22215" y="53341"/>
                </a:lnTo>
                <a:lnTo>
                  <a:pt x="20782" y="58920"/>
                </a:lnTo>
                <a:lnTo>
                  <a:pt x="20980" y="57944"/>
                </a:lnTo>
                <a:lnTo>
                  <a:pt x="20103" y="63721"/>
                </a:lnTo>
                <a:lnTo>
                  <a:pt x="20203" y="62705"/>
                </a:lnTo>
                <a:lnTo>
                  <a:pt x="19905" y="68663"/>
                </a:lnTo>
                <a:lnTo>
                  <a:pt x="19925" y="68165"/>
                </a:lnTo>
                <a:lnTo>
                  <a:pt x="19925" y="101202"/>
                </a:lnTo>
                <a:lnTo>
                  <a:pt x="0" y="101202"/>
                </a:lnTo>
                <a:moveTo>
                  <a:pt x="21001" y="18989"/>
                </a:moveTo>
                <a:lnTo>
                  <a:pt x="24785" y="15562"/>
                </a:lnTo>
                <a:lnTo>
                  <a:pt x="30027" y="11636"/>
                </a:lnTo>
                <a:lnTo>
                  <a:pt x="35645" y="8229"/>
                </a:lnTo>
                <a:lnTo>
                  <a:pt x="41623" y="5340"/>
                </a:lnTo>
                <a:lnTo>
                  <a:pt x="47879" y="3048"/>
                </a:lnTo>
                <a:lnTo>
                  <a:pt x="54415" y="1375"/>
                </a:lnTo>
                <a:lnTo>
                  <a:pt x="61190" y="338"/>
                </a:lnTo>
                <a:lnTo>
                  <a:pt x="67904" y="0"/>
                </a:lnTo>
                <a:lnTo>
                  <a:pt x="83188" y="0"/>
                </a:lnTo>
                <a:lnTo>
                  <a:pt x="83188" y="19925"/>
                </a:lnTo>
                <a:lnTo>
                  <a:pt x="68143" y="19925"/>
                </a:lnTo>
                <a:lnTo>
                  <a:pt x="68663" y="19906"/>
                </a:lnTo>
                <a:lnTo>
                  <a:pt x="62705" y="20204"/>
                </a:lnTo>
                <a:lnTo>
                  <a:pt x="63701" y="20105"/>
                </a:lnTo>
                <a:lnTo>
                  <a:pt x="57923" y="21002"/>
                </a:lnTo>
                <a:lnTo>
                  <a:pt x="58898" y="20802"/>
                </a:lnTo>
                <a:lnTo>
                  <a:pt x="53319" y="22236"/>
                </a:lnTo>
                <a:lnTo>
                  <a:pt x="54276" y="21938"/>
                </a:lnTo>
                <a:lnTo>
                  <a:pt x="48915" y="23890"/>
                </a:lnTo>
                <a:lnTo>
                  <a:pt x="49813" y="23512"/>
                </a:lnTo>
                <a:lnTo>
                  <a:pt x="44732" y="25963"/>
                </a:lnTo>
                <a:lnTo>
                  <a:pt x="45587" y="25504"/>
                </a:lnTo>
                <a:lnTo>
                  <a:pt x="40787" y="28414"/>
                </a:lnTo>
                <a:lnTo>
                  <a:pt x="41584" y="27876"/>
                </a:lnTo>
                <a:lnTo>
                  <a:pt x="37101" y="31223"/>
                </a:lnTo>
                <a:lnTo>
                  <a:pt x="37837" y="30625"/>
                </a:lnTo>
                <a:lnTo>
                  <a:pt x="34410" y="33734"/>
                </a:lnTo>
                <a:lnTo>
                  <a:pt x="21001" y="18989"/>
                </a:lnTo>
                <a:moveTo>
                  <a:pt x="103114" y="0"/>
                </a:moveTo>
                <a:lnTo>
                  <a:pt x="162889" y="0"/>
                </a:lnTo>
                <a:lnTo>
                  <a:pt x="162889" y="19925"/>
                </a:lnTo>
                <a:lnTo>
                  <a:pt x="103114" y="19925"/>
                </a:lnTo>
                <a:lnTo>
                  <a:pt x="103114" y="0"/>
                </a:lnTo>
                <a:moveTo>
                  <a:pt x="182816" y="0"/>
                </a:moveTo>
                <a:lnTo>
                  <a:pt x="242592" y="0"/>
                </a:lnTo>
                <a:lnTo>
                  <a:pt x="242592" y="19925"/>
                </a:lnTo>
                <a:lnTo>
                  <a:pt x="182816" y="19925"/>
                </a:lnTo>
                <a:lnTo>
                  <a:pt x="182816" y="0"/>
                </a:lnTo>
                <a:moveTo>
                  <a:pt x="262517" y="0"/>
                </a:moveTo>
                <a:lnTo>
                  <a:pt x="322294" y="0"/>
                </a:lnTo>
                <a:lnTo>
                  <a:pt x="322294" y="19925"/>
                </a:lnTo>
                <a:lnTo>
                  <a:pt x="262517" y="19925"/>
                </a:lnTo>
                <a:lnTo>
                  <a:pt x="262517" y="0"/>
                </a:lnTo>
                <a:moveTo>
                  <a:pt x="342219" y="0"/>
                </a:moveTo>
                <a:lnTo>
                  <a:pt x="401997" y="0"/>
                </a:lnTo>
                <a:lnTo>
                  <a:pt x="401997" y="19925"/>
                </a:lnTo>
                <a:lnTo>
                  <a:pt x="342219" y="19925"/>
                </a:lnTo>
                <a:lnTo>
                  <a:pt x="342219" y="0"/>
                </a:lnTo>
                <a:moveTo>
                  <a:pt x="421922" y="0"/>
                </a:moveTo>
                <a:lnTo>
                  <a:pt x="481697" y="0"/>
                </a:lnTo>
                <a:lnTo>
                  <a:pt x="481697" y="19925"/>
                </a:lnTo>
                <a:lnTo>
                  <a:pt x="421922" y="19925"/>
                </a:lnTo>
                <a:lnTo>
                  <a:pt x="421922" y="0"/>
                </a:lnTo>
                <a:moveTo>
                  <a:pt x="501625" y="0"/>
                </a:moveTo>
                <a:lnTo>
                  <a:pt x="561400" y="0"/>
                </a:lnTo>
                <a:lnTo>
                  <a:pt x="561400" y="19925"/>
                </a:lnTo>
                <a:lnTo>
                  <a:pt x="501625" y="19925"/>
                </a:lnTo>
                <a:lnTo>
                  <a:pt x="501625" y="0"/>
                </a:lnTo>
                <a:moveTo>
                  <a:pt x="581325" y="0"/>
                </a:moveTo>
                <a:lnTo>
                  <a:pt x="641103" y="0"/>
                </a:lnTo>
                <a:lnTo>
                  <a:pt x="641103" y="19925"/>
                </a:lnTo>
                <a:lnTo>
                  <a:pt x="581325" y="19925"/>
                </a:lnTo>
                <a:lnTo>
                  <a:pt x="581325" y="0"/>
                </a:lnTo>
                <a:moveTo>
                  <a:pt x="661028" y="0"/>
                </a:moveTo>
                <a:lnTo>
                  <a:pt x="720805" y="0"/>
                </a:lnTo>
                <a:lnTo>
                  <a:pt x="720805" y="19925"/>
                </a:lnTo>
                <a:lnTo>
                  <a:pt x="661028" y="19925"/>
                </a:lnTo>
                <a:lnTo>
                  <a:pt x="661028" y="0"/>
                </a:lnTo>
                <a:moveTo>
                  <a:pt x="740730" y="0"/>
                </a:moveTo>
                <a:lnTo>
                  <a:pt x="800506" y="0"/>
                </a:lnTo>
                <a:lnTo>
                  <a:pt x="800506" y="19925"/>
                </a:lnTo>
                <a:lnTo>
                  <a:pt x="740730" y="19925"/>
                </a:lnTo>
                <a:lnTo>
                  <a:pt x="740730" y="0"/>
                </a:lnTo>
                <a:moveTo>
                  <a:pt x="820433" y="0"/>
                </a:moveTo>
                <a:lnTo>
                  <a:pt x="880209" y="0"/>
                </a:lnTo>
                <a:lnTo>
                  <a:pt x="880209" y="19925"/>
                </a:lnTo>
                <a:lnTo>
                  <a:pt x="820433" y="19925"/>
                </a:lnTo>
                <a:lnTo>
                  <a:pt x="820433" y="0"/>
                </a:lnTo>
                <a:moveTo>
                  <a:pt x="900134" y="0"/>
                </a:moveTo>
                <a:lnTo>
                  <a:pt x="959911" y="0"/>
                </a:lnTo>
                <a:lnTo>
                  <a:pt x="959911" y="19925"/>
                </a:lnTo>
                <a:lnTo>
                  <a:pt x="900134" y="19925"/>
                </a:lnTo>
                <a:lnTo>
                  <a:pt x="900134" y="0"/>
                </a:lnTo>
                <a:moveTo>
                  <a:pt x="979836" y="0"/>
                </a:moveTo>
                <a:lnTo>
                  <a:pt x="1039614" y="0"/>
                </a:lnTo>
                <a:lnTo>
                  <a:pt x="1039614" y="19925"/>
                </a:lnTo>
                <a:lnTo>
                  <a:pt x="979836" y="19925"/>
                </a:lnTo>
                <a:lnTo>
                  <a:pt x="979836" y="0"/>
                </a:lnTo>
                <a:moveTo>
                  <a:pt x="1059539" y="0"/>
                </a:moveTo>
                <a:lnTo>
                  <a:pt x="1119314" y="0"/>
                </a:lnTo>
                <a:lnTo>
                  <a:pt x="1119314" y="19925"/>
                </a:lnTo>
                <a:lnTo>
                  <a:pt x="1059539" y="19925"/>
                </a:lnTo>
                <a:lnTo>
                  <a:pt x="1059539" y="0"/>
                </a:lnTo>
                <a:moveTo>
                  <a:pt x="1139242" y="0"/>
                </a:moveTo>
                <a:lnTo>
                  <a:pt x="1199017" y="0"/>
                </a:lnTo>
                <a:lnTo>
                  <a:pt x="1199017" y="19925"/>
                </a:lnTo>
                <a:lnTo>
                  <a:pt x="1139242" y="19925"/>
                </a:lnTo>
                <a:lnTo>
                  <a:pt x="1139242" y="0"/>
                </a:lnTo>
                <a:moveTo>
                  <a:pt x="1218942" y="0"/>
                </a:moveTo>
                <a:lnTo>
                  <a:pt x="1278720" y="0"/>
                </a:lnTo>
                <a:lnTo>
                  <a:pt x="1278720" y="19925"/>
                </a:lnTo>
                <a:lnTo>
                  <a:pt x="1218942" y="19925"/>
                </a:lnTo>
                <a:lnTo>
                  <a:pt x="1218942" y="0"/>
                </a:lnTo>
                <a:moveTo>
                  <a:pt x="1298645" y="0"/>
                </a:moveTo>
                <a:lnTo>
                  <a:pt x="1358422" y="0"/>
                </a:lnTo>
                <a:lnTo>
                  <a:pt x="1358422" y="19925"/>
                </a:lnTo>
                <a:lnTo>
                  <a:pt x="1298645" y="19925"/>
                </a:lnTo>
                <a:lnTo>
                  <a:pt x="1298645" y="0"/>
                </a:lnTo>
                <a:moveTo>
                  <a:pt x="1378347" y="0"/>
                </a:moveTo>
                <a:lnTo>
                  <a:pt x="1438123" y="0"/>
                </a:lnTo>
                <a:lnTo>
                  <a:pt x="1438123" y="19925"/>
                </a:lnTo>
                <a:lnTo>
                  <a:pt x="1378347" y="19925"/>
                </a:lnTo>
                <a:lnTo>
                  <a:pt x="1378347" y="0"/>
                </a:lnTo>
                <a:moveTo>
                  <a:pt x="1458050" y="0"/>
                </a:moveTo>
                <a:lnTo>
                  <a:pt x="1517825" y="0"/>
                </a:lnTo>
                <a:lnTo>
                  <a:pt x="1517825" y="19925"/>
                </a:lnTo>
                <a:lnTo>
                  <a:pt x="1458050" y="19925"/>
                </a:lnTo>
                <a:lnTo>
                  <a:pt x="1458050" y="0"/>
                </a:lnTo>
                <a:moveTo>
                  <a:pt x="1537751" y="0"/>
                </a:moveTo>
                <a:lnTo>
                  <a:pt x="1597528" y="0"/>
                </a:lnTo>
                <a:lnTo>
                  <a:pt x="1597528" y="19925"/>
                </a:lnTo>
                <a:lnTo>
                  <a:pt x="1537751" y="19925"/>
                </a:lnTo>
                <a:lnTo>
                  <a:pt x="1537751" y="0"/>
                </a:lnTo>
                <a:moveTo>
                  <a:pt x="1617453" y="0"/>
                </a:moveTo>
                <a:lnTo>
                  <a:pt x="1650649" y="0"/>
                </a:lnTo>
                <a:lnTo>
                  <a:pt x="1657365" y="338"/>
                </a:lnTo>
                <a:lnTo>
                  <a:pt x="1664140" y="1375"/>
                </a:lnTo>
                <a:lnTo>
                  <a:pt x="1670674" y="3048"/>
                </a:lnTo>
                <a:lnTo>
                  <a:pt x="1676951" y="5340"/>
                </a:lnTo>
                <a:lnTo>
                  <a:pt x="1680598" y="7114"/>
                </a:lnTo>
                <a:lnTo>
                  <a:pt x="1671950" y="25066"/>
                </a:lnTo>
                <a:lnTo>
                  <a:pt x="1668742" y="23512"/>
                </a:lnTo>
                <a:lnTo>
                  <a:pt x="1669640" y="23890"/>
                </a:lnTo>
                <a:lnTo>
                  <a:pt x="1664277" y="21938"/>
                </a:lnTo>
                <a:lnTo>
                  <a:pt x="1665236" y="22236"/>
                </a:lnTo>
                <a:lnTo>
                  <a:pt x="1659655" y="20802"/>
                </a:lnTo>
                <a:lnTo>
                  <a:pt x="1660632" y="21002"/>
                </a:lnTo>
                <a:lnTo>
                  <a:pt x="1654854" y="20105"/>
                </a:lnTo>
                <a:lnTo>
                  <a:pt x="1655850" y="20204"/>
                </a:lnTo>
                <a:lnTo>
                  <a:pt x="1649892" y="19906"/>
                </a:lnTo>
                <a:lnTo>
                  <a:pt x="1650410" y="19925"/>
                </a:lnTo>
                <a:lnTo>
                  <a:pt x="1617453" y="19925"/>
                </a:lnTo>
                <a:lnTo>
                  <a:pt x="1617453" y="0"/>
                </a:lnTo>
                <a:moveTo>
                  <a:pt x="1699646" y="21081"/>
                </a:moveTo>
                <a:lnTo>
                  <a:pt x="1703013" y="24787"/>
                </a:lnTo>
                <a:lnTo>
                  <a:pt x="1706938" y="30047"/>
                </a:lnTo>
                <a:lnTo>
                  <a:pt x="1710347" y="35666"/>
                </a:lnTo>
                <a:lnTo>
                  <a:pt x="1713215" y="41624"/>
                </a:lnTo>
                <a:lnTo>
                  <a:pt x="1715507" y="47901"/>
                </a:lnTo>
                <a:lnTo>
                  <a:pt x="1717200" y="54436"/>
                </a:lnTo>
                <a:lnTo>
                  <a:pt x="1718236" y="61211"/>
                </a:lnTo>
                <a:lnTo>
                  <a:pt x="1718575" y="67906"/>
                </a:lnTo>
                <a:lnTo>
                  <a:pt x="1718575" y="83289"/>
                </a:lnTo>
                <a:lnTo>
                  <a:pt x="1698650" y="83289"/>
                </a:lnTo>
                <a:lnTo>
                  <a:pt x="1698650" y="68165"/>
                </a:lnTo>
                <a:lnTo>
                  <a:pt x="1698650" y="68663"/>
                </a:lnTo>
                <a:lnTo>
                  <a:pt x="1698352" y="62705"/>
                </a:lnTo>
                <a:lnTo>
                  <a:pt x="1698450" y="63721"/>
                </a:lnTo>
                <a:lnTo>
                  <a:pt x="1697573" y="57944"/>
                </a:lnTo>
                <a:lnTo>
                  <a:pt x="1697773" y="58920"/>
                </a:lnTo>
                <a:lnTo>
                  <a:pt x="1696338" y="53341"/>
                </a:lnTo>
                <a:lnTo>
                  <a:pt x="1696637" y="54277"/>
                </a:lnTo>
                <a:lnTo>
                  <a:pt x="1694666" y="48937"/>
                </a:lnTo>
                <a:lnTo>
                  <a:pt x="1695064" y="49833"/>
                </a:lnTo>
                <a:lnTo>
                  <a:pt x="1692611" y="44753"/>
                </a:lnTo>
                <a:lnTo>
                  <a:pt x="1693071" y="45590"/>
                </a:lnTo>
                <a:lnTo>
                  <a:pt x="1690141" y="40787"/>
                </a:lnTo>
                <a:lnTo>
                  <a:pt x="1690679" y="41584"/>
                </a:lnTo>
                <a:lnTo>
                  <a:pt x="1687332" y="37101"/>
                </a:lnTo>
                <a:lnTo>
                  <a:pt x="1687950" y="37839"/>
                </a:lnTo>
                <a:lnTo>
                  <a:pt x="1684901" y="34491"/>
                </a:lnTo>
                <a:lnTo>
                  <a:pt x="1699646" y="21081"/>
                </a:lnTo>
                <a:moveTo>
                  <a:pt x="1718575" y="103214"/>
                </a:moveTo>
                <a:lnTo>
                  <a:pt x="1718575" y="162991"/>
                </a:lnTo>
                <a:lnTo>
                  <a:pt x="1698650" y="162991"/>
                </a:lnTo>
                <a:lnTo>
                  <a:pt x="1698650" y="103214"/>
                </a:lnTo>
                <a:lnTo>
                  <a:pt x="1718575" y="103214"/>
                </a:lnTo>
                <a:moveTo>
                  <a:pt x="1718575" y="182916"/>
                </a:moveTo>
                <a:lnTo>
                  <a:pt x="1718575" y="242693"/>
                </a:lnTo>
                <a:lnTo>
                  <a:pt x="1698650" y="242693"/>
                </a:lnTo>
                <a:lnTo>
                  <a:pt x="1698650" y="182916"/>
                </a:lnTo>
                <a:lnTo>
                  <a:pt x="1718575" y="182916"/>
                </a:lnTo>
                <a:moveTo>
                  <a:pt x="1718575" y="262618"/>
                </a:moveTo>
                <a:lnTo>
                  <a:pt x="1718575" y="322395"/>
                </a:lnTo>
                <a:lnTo>
                  <a:pt x="1698650" y="322395"/>
                </a:lnTo>
                <a:lnTo>
                  <a:pt x="1698650" y="262618"/>
                </a:lnTo>
                <a:lnTo>
                  <a:pt x="1718575" y="262618"/>
                </a:lnTo>
                <a:moveTo>
                  <a:pt x="1718575" y="342321"/>
                </a:moveTo>
                <a:lnTo>
                  <a:pt x="1718575" y="402097"/>
                </a:lnTo>
                <a:lnTo>
                  <a:pt x="1698650" y="402097"/>
                </a:lnTo>
                <a:lnTo>
                  <a:pt x="1698650" y="342321"/>
                </a:lnTo>
                <a:lnTo>
                  <a:pt x="1718575" y="342321"/>
                </a:lnTo>
                <a:moveTo>
                  <a:pt x="1718455" y="422540"/>
                </a:moveTo>
                <a:lnTo>
                  <a:pt x="1718236" y="426964"/>
                </a:lnTo>
                <a:lnTo>
                  <a:pt x="1717200" y="433739"/>
                </a:lnTo>
                <a:lnTo>
                  <a:pt x="1715507" y="440274"/>
                </a:lnTo>
                <a:lnTo>
                  <a:pt x="1713215" y="446550"/>
                </a:lnTo>
                <a:lnTo>
                  <a:pt x="1710347" y="452509"/>
                </a:lnTo>
                <a:lnTo>
                  <a:pt x="1706938" y="458128"/>
                </a:lnTo>
                <a:lnTo>
                  <a:pt x="1703013" y="463387"/>
                </a:lnTo>
                <a:lnTo>
                  <a:pt x="1698609" y="468210"/>
                </a:lnTo>
                <a:lnTo>
                  <a:pt x="1693768" y="472613"/>
                </a:lnTo>
                <a:lnTo>
                  <a:pt x="1688528" y="476538"/>
                </a:lnTo>
                <a:lnTo>
                  <a:pt x="1683906" y="479348"/>
                </a:lnTo>
                <a:lnTo>
                  <a:pt x="1673563" y="462312"/>
                </a:lnTo>
                <a:lnTo>
                  <a:pt x="1677768" y="459762"/>
                </a:lnTo>
                <a:lnTo>
                  <a:pt x="1676971" y="460299"/>
                </a:lnTo>
                <a:lnTo>
                  <a:pt x="1681454" y="456951"/>
                </a:lnTo>
                <a:lnTo>
                  <a:pt x="1680716" y="457549"/>
                </a:lnTo>
                <a:lnTo>
                  <a:pt x="1684861" y="453804"/>
                </a:lnTo>
                <a:lnTo>
                  <a:pt x="1684184" y="454461"/>
                </a:lnTo>
                <a:lnTo>
                  <a:pt x="1687950" y="450337"/>
                </a:lnTo>
                <a:lnTo>
                  <a:pt x="1687332" y="451074"/>
                </a:lnTo>
                <a:lnTo>
                  <a:pt x="1690679" y="446591"/>
                </a:lnTo>
                <a:lnTo>
                  <a:pt x="1690141" y="447388"/>
                </a:lnTo>
                <a:lnTo>
                  <a:pt x="1693071" y="442586"/>
                </a:lnTo>
                <a:lnTo>
                  <a:pt x="1692611" y="443422"/>
                </a:lnTo>
                <a:lnTo>
                  <a:pt x="1695064" y="438342"/>
                </a:lnTo>
                <a:lnTo>
                  <a:pt x="1694666" y="439238"/>
                </a:lnTo>
                <a:lnTo>
                  <a:pt x="1696637" y="433898"/>
                </a:lnTo>
                <a:lnTo>
                  <a:pt x="1696338" y="434835"/>
                </a:lnTo>
                <a:lnTo>
                  <a:pt x="1697773" y="429255"/>
                </a:lnTo>
                <a:lnTo>
                  <a:pt x="1697573" y="430232"/>
                </a:lnTo>
                <a:lnTo>
                  <a:pt x="1698450" y="424453"/>
                </a:lnTo>
                <a:lnTo>
                  <a:pt x="1698352" y="425469"/>
                </a:lnTo>
                <a:lnTo>
                  <a:pt x="1698550" y="421524"/>
                </a:lnTo>
                <a:lnTo>
                  <a:pt x="1718455" y="422540"/>
                </a:lnTo>
                <a:moveTo>
                  <a:pt x="1661527" y="487199"/>
                </a:moveTo>
                <a:lnTo>
                  <a:pt x="1657365" y="487836"/>
                </a:lnTo>
                <a:lnTo>
                  <a:pt x="1650649" y="488175"/>
                </a:lnTo>
                <a:lnTo>
                  <a:pt x="1600296" y="488175"/>
                </a:lnTo>
                <a:lnTo>
                  <a:pt x="1600296" y="468250"/>
                </a:lnTo>
                <a:lnTo>
                  <a:pt x="1650410" y="468250"/>
                </a:lnTo>
                <a:lnTo>
                  <a:pt x="1649892" y="468270"/>
                </a:lnTo>
                <a:lnTo>
                  <a:pt x="1655850" y="467971"/>
                </a:lnTo>
                <a:lnTo>
                  <a:pt x="1654854" y="468070"/>
                </a:lnTo>
                <a:lnTo>
                  <a:pt x="1658520" y="467512"/>
                </a:lnTo>
                <a:lnTo>
                  <a:pt x="1661527" y="487199"/>
                </a:lnTo>
                <a:moveTo>
                  <a:pt x="1580371" y="488175"/>
                </a:moveTo>
                <a:lnTo>
                  <a:pt x="1520596" y="488175"/>
                </a:lnTo>
                <a:lnTo>
                  <a:pt x="1520596" y="468250"/>
                </a:lnTo>
                <a:lnTo>
                  <a:pt x="1580371" y="468250"/>
                </a:lnTo>
                <a:lnTo>
                  <a:pt x="1580371" y="488175"/>
                </a:lnTo>
                <a:moveTo>
                  <a:pt x="1500668" y="488175"/>
                </a:moveTo>
                <a:lnTo>
                  <a:pt x="1440893" y="488175"/>
                </a:lnTo>
                <a:lnTo>
                  <a:pt x="1440893" y="468250"/>
                </a:lnTo>
                <a:lnTo>
                  <a:pt x="1500668" y="468250"/>
                </a:lnTo>
                <a:lnTo>
                  <a:pt x="1500668" y="488175"/>
                </a:lnTo>
                <a:moveTo>
                  <a:pt x="1420968" y="488175"/>
                </a:moveTo>
                <a:lnTo>
                  <a:pt x="1361190" y="488175"/>
                </a:lnTo>
                <a:lnTo>
                  <a:pt x="1361190" y="468250"/>
                </a:lnTo>
                <a:lnTo>
                  <a:pt x="1420968" y="468250"/>
                </a:lnTo>
                <a:lnTo>
                  <a:pt x="1420968" y="488175"/>
                </a:lnTo>
                <a:moveTo>
                  <a:pt x="1341265" y="488175"/>
                </a:moveTo>
                <a:lnTo>
                  <a:pt x="1281488" y="488175"/>
                </a:lnTo>
                <a:lnTo>
                  <a:pt x="1281488" y="468250"/>
                </a:lnTo>
                <a:lnTo>
                  <a:pt x="1341265" y="468250"/>
                </a:lnTo>
                <a:lnTo>
                  <a:pt x="1341265" y="488175"/>
                </a:lnTo>
                <a:moveTo>
                  <a:pt x="1261563" y="488175"/>
                </a:moveTo>
                <a:lnTo>
                  <a:pt x="1201787" y="488175"/>
                </a:lnTo>
                <a:lnTo>
                  <a:pt x="1201787" y="468250"/>
                </a:lnTo>
                <a:lnTo>
                  <a:pt x="1261563" y="468250"/>
                </a:lnTo>
                <a:lnTo>
                  <a:pt x="1261563" y="488175"/>
                </a:lnTo>
                <a:moveTo>
                  <a:pt x="1181862" y="488175"/>
                </a:moveTo>
                <a:lnTo>
                  <a:pt x="1122085" y="488175"/>
                </a:lnTo>
                <a:lnTo>
                  <a:pt x="1122085" y="468250"/>
                </a:lnTo>
                <a:lnTo>
                  <a:pt x="1181862" y="468250"/>
                </a:lnTo>
                <a:lnTo>
                  <a:pt x="1181862" y="488175"/>
                </a:lnTo>
                <a:moveTo>
                  <a:pt x="1102159" y="488175"/>
                </a:moveTo>
                <a:lnTo>
                  <a:pt x="1042382" y="488175"/>
                </a:lnTo>
                <a:lnTo>
                  <a:pt x="1042382" y="468250"/>
                </a:lnTo>
                <a:lnTo>
                  <a:pt x="1102159" y="468250"/>
                </a:lnTo>
                <a:lnTo>
                  <a:pt x="1102159" y="488175"/>
                </a:lnTo>
                <a:moveTo>
                  <a:pt x="1022457" y="488175"/>
                </a:moveTo>
                <a:lnTo>
                  <a:pt x="962679" y="488175"/>
                </a:lnTo>
                <a:lnTo>
                  <a:pt x="962679" y="468250"/>
                </a:lnTo>
                <a:lnTo>
                  <a:pt x="1022457" y="468250"/>
                </a:lnTo>
                <a:lnTo>
                  <a:pt x="1022457" y="488175"/>
                </a:lnTo>
                <a:moveTo>
                  <a:pt x="942754" y="488175"/>
                </a:moveTo>
                <a:lnTo>
                  <a:pt x="882979" y="488175"/>
                </a:lnTo>
                <a:lnTo>
                  <a:pt x="882979" y="468250"/>
                </a:lnTo>
                <a:lnTo>
                  <a:pt x="942754" y="468250"/>
                </a:lnTo>
                <a:lnTo>
                  <a:pt x="942754" y="488175"/>
                </a:lnTo>
                <a:moveTo>
                  <a:pt x="863054" y="488175"/>
                </a:moveTo>
                <a:lnTo>
                  <a:pt x="803276" y="488175"/>
                </a:lnTo>
                <a:lnTo>
                  <a:pt x="803276" y="468250"/>
                </a:lnTo>
                <a:lnTo>
                  <a:pt x="863054" y="468250"/>
                </a:lnTo>
                <a:lnTo>
                  <a:pt x="863054" y="488175"/>
                </a:lnTo>
                <a:moveTo>
                  <a:pt x="783351" y="488175"/>
                </a:moveTo>
                <a:lnTo>
                  <a:pt x="723573" y="488175"/>
                </a:lnTo>
                <a:lnTo>
                  <a:pt x="723573" y="468250"/>
                </a:lnTo>
                <a:lnTo>
                  <a:pt x="783351" y="468250"/>
                </a:lnTo>
                <a:lnTo>
                  <a:pt x="783351" y="488175"/>
                </a:lnTo>
                <a:moveTo>
                  <a:pt x="703648" y="488175"/>
                </a:moveTo>
                <a:lnTo>
                  <a:pt x="643871" y="488175"/>
                </a:lnTo>
                <a:lnTo>
                  <a:pt x="643871" y="468250"/>
                </a:lnTo>
                <a:lnTo>
                  <a:pt x="703648" y="468250"/>
                </a:lnTo>
                <a:lnTo>
                  <a:pt x="703648" y="488175"/>
                </a:lnTo>
                <a:moveTo>
                  <a:pt x="623946" y="488175"/>
                </a:moveTo>
                <a:lnTo>
                  <a:pt x="564170" y="488175"/>
                </a:lnTo>
                <a:lnTo>
                  <a:pt x="564170" y="468250"/>
                </a:lnTo>
                <a:lnTo>
                  <a:pt x="623946" y="468250"/>
                </a:lnTo>
                <a:lnTo>
                  <a:pt x="623946" y="488175"/>
                </a:lnTo>
                <a:moveTo>
                  <a:pt x="544245" y="488175"/>
                </a:moveTo>
                <a:lnTo>
                  <a:pt x="484468" y="488175"/>
                </a:lnTo>
                <a:lnTo>
                  <a:pt x="484468" y="468250"/>
                </a:lnTo>
                <a:lnTo>
                  <a:pt x="544245" y="468250"/>
                </a:lnTo>
                <a:lnTo>
                  <a:pt x="544245" y="488175"/>
                </a:lnTo>
                <a:moveTo>
                  <a:pt x="464543" y="488175"/>
                </a:moveTo>
                <a:lnTo>
                  <a:pt x="404765" y="488175"/>
                </a:lnTo>
                <a:lnTo>
                  <a:pt x="404765" y="468250"/>
                </a:lnTo>
                <a:lnTo>
                  <a:pt x="464543" y="468250"/>
                </a:lnTo>
                <a:lnTo>
                  <a:pt x="464543" y="488175"/>
                </a:lnTo>
                <a:moveTo>
                  <a:pt x="384840" y="488175"/>
                </a:moveTo>
                <a:lnTo>
                  <a:pt x="325062" y="488175"/>
                </a:lnTo>
                <a:lnTo>
                  <a:pt x="325062" y="468250"/>
                </a:lnTo>
                <a:lnTo>
                  <a:pt x="384840" y="468250"/>
                </a:lnTo>
                <a:lnTo>
                  <a:pt x="384840" y="488175"/>
                </a:lnTo>
                <a:moveTo>
                  <a:pt x="305137" y="488175"/>
                </a:moveTo>
                <a:lnTo>
                  <a:pt x="245362" y="488175"/>
                </a:lnTo>
                <a:lnTo>
                  <a:pt x="245362" y="468250"/>
                </a:lnTo>
                <a:lnTo>
                  <a:pt x="305137" y="468250"/>
                </a:lnTo>
                <a:lnTo>
                  <a:pt x="305137" y="488175"/>
                </a:lnTo>
                <a:moveTo>
                  <a:pt x="225437" y="488175"/>
                </a:moveTo>
                <a:lnTo>
                  <a:pt x="165659" y="488175"/>
                </a:lnTo>
                <a:lnTo>
                  <a:pt x="165659" y="468250"/>
                </a:lnTo>
                <a:lnTo>
                  <a:pt x="225437" y="468250"/>
                </a:lnTo>
                <a:lnTo>
                  <a:pt x="225437" y="488175"/>
                </a:lnTo>
                <a:moveTo>
                  <a:pt x="145734" y="488175"/>
                </a:moveTo>
                <a:lnTo>
                  <a:pt x="85957" y="488175"/>
                </a:lnTo>
                <a:lnTo>
                  <a:pt x="85957" y="468250"/>
                </a:lnTo>
                <a:lnTo>
                  <a:pt x="145734" y="468250"/>
                </a:lnTo>
                <a:lnTo>
                  <a:pt x="145734" y="488175"/>
                </a:lnTo>
                <a:moveTo>
                  <a:pt x="65535" y="488056"/>
                </a:moveTo>
                <a:lnTo>
                  <a:pt x="61190" y="487836"/>
                </a:lnTo>
                <a:lnTo>
                  <a:pt x="54415" y="486800"/>
                </a:lnTo>
                <a:lnTo>
                  <a:pt x="47879" y="485126"/>
                </a:lnTo>
                <a:lnTo>
                  <a:pt x="41623" y="482835"/>
                </a:lnTo>
                <a:lnTo>
                  <a:pt x="35645" y="479946"/>
                </a:lnTo>
                <a:lnTo>
                  <a:pt x="30027" y="476538"/>
                </a:lnTo>
                <a:lnTo>
                  <a:pt x="24785" y="472613"/>
                </a:lnTo>
                <a:lnTo>
                  <a:pt x="19944" y="468210"/>
                </a:lnTo>
                <a:lnTo>
                  <a:pt x="15540" y="463387"/>
                </a:lnTo>
                <a:lnTo>
                  <a:pt x="11635" y="458128"/>
                </a:lnTo>
                <a:lnTo>
                  <a:pt x="8767" y="453445"/>
                </a:lnTo>
                <a:lnTo>
                  <a:pt x="25803" y="443103"/>
                </a:lnTo>
                <a:lnTo>
                  <a:pt x="28412" y="447388"/>
                </a:lnTo>
                <a:lnTo>
                  <a:pt x="27874" y="446591"/>
                </a:lnTo>
                <a:lnTo>
                  <a:pt x="31221" y="451074"/>
                </a:lnTo>
                <a:lnTo>
                  <a:pt x="30624" y="450337"/>
                </a:lnTo>
                <a:lnTo>
                  <a:pt x="34369" y="454461"/>
                </a:lnTo>
                <a:lnTo>
                  <a:pt x="33692" y="453804"/>
                </a:lnTo>
                <a:lnTo>
                  <a:pt x="37837" y="457549"/>
                </a:lnTo>
                <a:lnTo>
                  <a:pt x="37101" y="456951"/>
                </a:lnTo>
                <a:lnTo>
                  <a:pt x="41584" y="460299"/>
                </a:lnTo>
                <a:lnTo>
                  <a:pt x="40787" y="459762"/>
                </a:lnTo>
                <a:lnTo>
                  <a:pt x="45587" y="462671"/>
                </a:lnTo>
                <a:lnTo>
                  <a:pt x="44732" y="462212"/>
                </a:lnTo>
                <a:lnTo>
                  <a:pt x="49813" y="464663"/>
                </a:lnTo>
                <a:lnTo>
                  <a:pt x="48915" y="464285"/>
                </a:lnTo>
                <a:lnTo>
                  <a:pt x="54276" y="466237"/>
                </a:lnTo>
                <a:lnTo>
                  <a:pt x="53319" y="465938"/>
                </a:lnTo>
                <a:lnTo>
                  <a:pt x="58898" y="467373"/>
                </a:lnTo>
                <a:lnTo>
                  <a:pt x="57923" y="467174"/>
                </a:lnTo>
                <a:lnTo>
                  <a:pt x="63701" y="468070"/>
                </a:lnTo>
                <a:lnTo>
                  <a:pt x="62705" y="467971"/>
                </a:lnTo>
                <a:lnTo>
                  <a:pt x="66549" y="468150"/>
                </a:lnTo>
                <a:lnTo>
                  <a:pt x="65535" y="488056"/>
                </a:lnTo>
                <a:moveTo>
                  <a:pt x="955" y="431048"/>
                </a:moveTo>
                <a:lnTo>
                  <a:pt x="317" y="426964"/>
                </a:lnTo>
                <a:lnTo>
                  <a:pt x="0" y="420508"/>
                </a:lnTo>
                <a:lnTo>
                  <a:pt x="19905" y="419512"/>
                </a:lnTo>
                <a:lnTo>
                  <a:pt x="20203" y="425469"/>
                </a:lnTo>
                <a:lnTo>
                  <a:pt x="20103" y="424453"/>
                </a:lnTo>
                <a:lnTo>
                  <a:pt x="20643" y="428040"/>
                </a:lnTo>
                <a:lnTo>
                  <a:pt x="955" y="431048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text-103 Five">
            <a:extLst xmlns:a="http://schemas.openxmlformats.org/drawingml/2006/main">
              <a:ext uri="{FF2B5EF4-FFF2-40B4-BE49-F238E27FC236}">
                <a16:creationId xmlns:a16="http://schemas.microsoft.com/office/drawing/2014/main" id="{FBA5FE68-01A5-436B-ACDC-2DE866AE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0581" y="3336599"/>
            <a:ext cx="469531" cy="312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Five</a:t>
            </a:r>
          </a:p>
        </p:txBody>
      </p:sp>
      <p:sp>
        <p:nvSpPr>
          <p:cNvPr id="167" name="text-103 items">
            <a:extLst xmlns:a="http://schemas.openxmlformats.org/drawingml/2006/main">
              <a:ext uri="{FF2B5EF4-FFF2-40B4-BE49-F238E27FC236}">
                <a16:creationId xmlns:a16="http://schemas.microsoft.com/office/drawing/2014/main" id="{29B26DE5-AACB-4FA0-A8E9-5446363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8220" y="3336193"/>
            <a:ext cx="614026" cy="31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68" name="text-103 pair">
            <a:extLst xmlns:a="http://schemas.openxmlformats.org/drawingml/2006/main">
              <a:ext uri="{FF2B5EF4-FFF2-40B4-BE49-F238E27FC236}">
                <a16:creationId xmlns:a16="http://schemas.microsoft.com/office/drawing/2014/main" id="{ECDC19D4-4FDB-4A7C-9603-36143C1D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9322" y="3336392"/>
            <a:ext cx="444453" cy="313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69" name="text-104 Items">
            <a:extLst xmlns:a="http://schemas.openxmlformats.org/drawingml/2006/main">
              <a:ext uri="{FF2B5EF4-FFF2-40B4-BE49-F238E27FC236}">
                <a16:creationId xmlns:a16="http://schemas.microsoft.com/office/drawing/2014/main" id="{EBEEFCC9-F01D-4C7C-91C6-2910B035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6479" y="4007622"/>
            <a:ext cx="673419" cy="313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70" name="text-104 pair">
            <a:extLst xmlns:a="http://schemas.openxmlformats.org/drawingml/2006/main">
              <a:ext uri="{FF2B5EF4-FFF2-40B4-BE49-F238E27FC236}">
                <a16:creationId xmlns:a16="http://schemas.microsoft.com/office/drawing/2014/main" id="{42A0C355-E74C-4BEA-942B-45F3334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96988" y="4007759"/>
            <a:ext cx="444450" cy="313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71" name="text-104 =">
            <a:extLst xmlns:a="http://schemas.openxmlformats.org/drawingml/2006/main">
              <a:ext uri="{FF2B5EF4-FFF2-40B4-BE49-F238E27FC236}">
                <a16:creationId xmlns:a16="http://schemas.microsoft.com/office/drawing/2014/main" id="{2EFDF819-5215-4C95-A114-E25072D0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8846" y="4008307"/>
            <a:ext cx="153983" cy="31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=</a:t>
            </a:r>
          </a:p>
        </p:txBody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AD6EF14-D69C-4F5A-A0B7-A30F4E3326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a051bcc8042dd"/>
          <a:stretch xmlns:a="http://schemas.openxmlformats.org/drawingml/2006/main"/>
        </p:blipFill>
        <p:spPr>
          <a:xfrm xmlns:a="http://schemas.openxmlformats.org/drawingml/2006/main">
            <a:off x="13645947" y="1485539"/>
            <a:ext cx="756480" cy="756480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3DD7454-431F-4424-BF20-BF062EA61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8b3c8fdf4464b"/>
          <a:stretch xmlns:a="http://schemas.openxmlformats.org/drawingml/2006/main"/>
        </p:blipFill>
        <p:spPr>
          <a:xfrm xmlns:a="http://schemas.openxmlformats.org/drawingml/2006/main">
            <a:off x="13645432" y="3019413"/>
            <a:ext cx="755292" cy="755292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CE40556-B125-4DB9-9464-CF1461BFBA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5a66b2f564611"/>
          <a:stretch xmlns:a="http://schemas.openxmlformats.org/drawingml/2006/main"/>
        </p:blipFill>
        <p:spPr>
          <a:xfrm xmlns:a="http://schemas.openxmlformats.org/drawingml/2006/main">
            <a:off x="13667558" y="1967824"/>
            <a:ext cx="693064" cy="693064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6AE1F62-79A3-4083-AA5A-371B2D594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3f66762834edc"/>
          <a:stretch xmlns:a="http://schemas.openxmlformats.org/drawingml/2006/main"/>
        </p:blipFill>
        <p:spPr>
          <a:xfrm xmlns:a="http://schemas.openxmlformats.org/drawingml/2006/main">
            <a:off x="13669778" y="2490099"/>
            <a:ext cx="670715" cy="670715"/>
          </a:xfrm>
          <a:prstGeom xmlns:a="http://schemas.openxmlformats.org/drawingml/2006/main" prst="rect">
            <a:avLst/>
          </a:prstGeom>
        </p:spPr>
      </p:pic>
      <p:sp>
        <p:nvSpPr>
          <p:cNvPr id="176" name="path-109">
            <a:extLst xmlns:a="http://schemas.openxmlformats.org/drawingml/2006/main">
              <a:ext uri="{FF2B5EF4-FFF2-40B4-BE49-F238E27FC236}">
                <a16:creationId xmlns:a16="http://schemas.microsoft.com/office/drawing/2014/main" id="{E70F8B5C-306A-4308-9C8F-4740E985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782" y="5928187"/>
            <a:ext cx="1546719" cy="408871"/>
          </a:xfrm>
          <a:custGeom xmlns:a="http://schemas.openxmlformats.org/drawingml/2006/main">
            <a:pathLst>
              <a:path w="1374861" h="363441">
                <a:moveTo>
                  <a:pt x="0" y="0"/>
                </a:moveTo>
                <a:lnTo>
                  <a:pt x="0" y="363441"/>
                </a:lnTo>
                <a:lnTo>
                  <a:pt x="1374861" y="363441"/>
                </a:lnTo>
                <a:lnTo>
                  <a:pt x="1374861" y="0"/>
                </a:lnTo>
                <a:close/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10">
            <a:extLst xmlns:a="http://schemas.openxmlformats.org/drawingml/2006/main">
              <a:ext uri="{FF2B5EF4-FFF2-40B4-BE49-F238E27FC236}">
                <a16:creationId xmlns:a16="http://schemas.microsoft.com/office/drawing/2014/main" id="{1F57BB48-9D2C-4E6E-A640-B0EB07F8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789" y="5916082"/>
            <a:ext cx="1569135" cy="432633"/>
          </a:xfrm>
          <a:custGeom xmlns:a="http://schemas.openxmlformats.org/drawingml/2006/main">
            <a:pathLst>
              <a:path w="1394787" h="384562">
                <a:moveTo>
                  <a:pt x="1394787" y="0"/>
                </a:moveTo>
                <a:lnTo>
                  <a:pt x="1394787" y="384562"/>
                </a:lnTo>
                <a:lnTo>
                  <a:pt x="0" y="384562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374599"/>
                </a:lnTo>
                <a:lnTo>
                  <a:pt x="9963" y="364637"/>
                </a:lnTo>
                <a:lnTo>
                  <a:pt x="1384824" y="364637"/>
                </a:lnTo>
                <a:lnTo>
                  <a:pt x="1374861" y="374599"/>
                </a:lnTo>
                <a:lnTo>
                  <a:pt x="1374861" y="9963"/>
                </a:lnTo>
                <a:lnTo>
                  <a:pt x="1384824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9F58C4C-B2CA-48BA-81F7-33CA7660DB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fa47910f24dcc"/>
          <a:stretch xmlns:a="http://schemas.openxmlformats.org/drawingml/2006/main"/>
        </p:blipFill>
        <p:spPr>
          <a:xfrm xmlns:a="http://schemas.openxmlformats.org/drawingml/2006/main">
            <a:off x="2456858" y="5524919"/>
            <a:ext cx="360029" cy="330639"/>
          </a:xfrm>
          <a:prstGeom xmlns:a="http://schemas.openxmlformats.org/drawingml/2006/main" prst="rect">
            <a:avLst/>
          </a:prstGeom>
        </p:spPr>
      </p:pic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C3A40E6-3406-4FDE-B7E3-7A221003F5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af310f7554147"/>
          <a:stretch xmlns:a="http://schemas.openxmlformats.org/drawingml/2006/main"/>
        </p:blipFill>
        <p:spPr>
          <a:xfrm xmlns:a="http://schemas.openxmlformats.org/drawingml/2006/main">
            <a:off x="3400705" y="5484569"/>
            <a:ext cx="376593" cy="376593"/>
          </a:xfrm>
          <a:prstGeom xmlns:a="http://schemas.openxmlformats.org/drawingml/2006/main" prst="rect">
            <a:avLst/>
          </a:prstGeom>
        </p:spPr>
      </p:pic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33E717F-342B-4A05-A94D-25213A8D6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02c1ebbc142b2"/>
          <a:stretch xmlns:a="http://schemas.openxmlformats.org/drawingml/2006/main"/>
        </p:blipFill>
        <p:spPr>
          <a:xfrm xmlns:a="http://schemas.openxmlformats.org/drawingml/2006/main">
            <a:off x="2936690" y="5526040"/>
            <a:ext cx="365384" cy="365384"/>
          </a:xfrm>
          <a:prstGeom xmlns:a="http://schemas.openxmlformats.org/drawingml/2006/main" prst="rect">
            <a:avLst/>
          </a:prstGeom>
        </p:spPr>
      </p:pic>
      <p:sp>
        <p:nvSpPr>
          <p:cNvPr id="181" name="text-114 Single">
            <a:extLst xmlns:a="http://schemas.openxmlformats.org/drawingml/2006/main">
              <a:ext uri="{FF2B5EF4-FFF2-40B4-BE49-F238E27FC236}">
                <a16:creationId xmlns:a16="http://schemas.microsoft.com/office/drawing/2014/main" id="{1588398F-AD76-42F3-B1B8-A9652CF8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7507" y="5970869"/>
            <a:ext cx="679260" cy="314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Single</a:t>
            </a:r>
          </a:p>
        </p:txBody>
      </p:sp>
      <p:sp>
        <p:nvSpPr>
          <p:cNvPr id="182" name="text-114 Item">
            <a:extLst xmlns:a="http://schemas.openxmlformats.org/drawingml/2006/main">
              <a:ext uri="{FF2B5EF4-FFF2-40B4-BE49-F238E27FC236}">
                <a16:creationId xmlns:a16="http://schemas.microsoft.com/office/drawing/2014/main" id="{A79AA931-3544-4B11-A78B-17AAFD44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4738" y="5971301"/>
            <a:ext cx="564380" cy="31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</a:t>
            </a:r>
          </a:p>
        </p:txBody>
      </p:sp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1B8B4F4-5C9D-4F9A-9270-F8E854E37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f84174f164cec"/>
          <a:stretch xmlns:a="http://schemas.openxmlformats.org/drawingml/2006/main"/>
        </p:blipFill>
        <p:spPr>
          <a:xfrm xmlns:a="http://schemas.openxmlformats.org/drawingml/2006/main">
            <a:off x="2360593" y="6485454"/>
            <a:ext cx="415821" cy="415821"/>
          </a:xfrm>
          <a:prstGeom xmlns:a="http://schemas.openxmlformats.org/drawingml/2006/main" prst="rect">
            <a:avLst/>
          </a:prstGeom>
        </p:spPr>
      </p:pic>
      <p:sp>
        <p:nvSpPr>
          <p:cNvPr id="184" name="path-116">
            <a:extLst xmlns:a="http://schemas.openxmlformats.org/drawingml/2006/main">
              <a:ext uri="{FF2B5EF4-FFF2-40B4-BE49-F238E27FC236}">
                <a16:creationId xmlns:a16="http://schemas.microsoft.com/office/drawing/2014/main" id="{FDD2A9D7-5503-453F-9B38-E2DDE4D6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992" y="6939607"/>
            <a:ext cx="1546719" cy="408871"/>
          </a:xfrm>
          <a:custGeom xmlns:a="http://schemas.openxmlformats.org/drawingml/2006/main">
            <a:pathLst>
              <a:path w="1374861" h="363441">
                <a:moveTo>
                  <a:pt x="0" y="0"/>
                </a:moveTo>
                <a:lnTo>
                  <a:pt x="0" y="363441"/>
                </a:lnTo>
                <a:lnTo>
                  <a:pt x="1374861" y="363441"/>
                </a:lnTo>
                <a:lnTo>
                  <a:pt x="1374861" y="0"/>
                </a:lnTo>
                <a:close/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17">
            <a:extLst xmlns:a="http://schemas.openxmlformats.org/drawingml/2006/main">
              <a:ext uri="{FF2B5EF4-FFF2-40B4-BE49-F238E27FC236}">
                <a16:creationId xmlns:a16="http://schemas.microsoft.com/office/drawing/2014/main" id="{342BE7C8-A830-4B43-8DFA-F549FF83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559" y="6928174"/>
            <a:ext cx="1569135" cy="432634"/>
          </a:xfrm>
          <a:custGeom xmlns:a="http://schemas.openxmlformats.org/drawingml/2006/main">
            <a:pathLst>
              <a:path w="1394787" h="384563">
                <a:moveTo>
                  <a:pt x="1394787" y="0"/>
                </a:moveTo>
                <a:lnTo>
                  <a:pt x="1394787" y="384563"/>
                </a:lnTo>
                <a:lnTo>
                  <a:pt x="0" y="384563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5"/>
                </a:moveTo>
                <a:lnTo>
                  <a:pt x="19925" y="9962"/>
                </a:lnTo>
                <a:lnTo>
                  <a:pt x="19925" y="374601"/>
                </a:lnTo>
                <a:lnTo>
                  <a:pt x="9963" y="364637"/>
                </a:lnTo>
                <a:lnTo>
                  <a:pt x="1384824" y="364637"/>
                </a:lnTo>
                <a:lnTo>
                  <a:pt x="1374861" y="374601"/>
                </a:lnTo>
                <a:lnTo>
                  <a:pt x="1374861" y="9962"/>
                </a:lnTo>
                <a:lnTo>
                  <a:pt x="1384824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D618EC2-DD41-4AD8-9D01-04BD865734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d085bf9e642ac"/>
          <a:stretch xmlns:a="http://schemas.openxmlformats.org/drawingml/2006/main"/>
        </p:blipFill>
        <p:spPr>
          <a:xfrm xmlns:a="http://schemas.openxmlformats.org/drawingml/2006/main">
            <a:off x="3391739" y="6485454"/>
            <a:ext cx="406854" cy="406854"/>
          </a:xfrm>
          <a:prstGeom xmlns:a="http://schemas.openxmlformats.org/drawingml/2006/main" prst="rect">
            <a:avLst/>
          </a:prstGeom>
        </p:spPr>
      </p:pic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5F67645-D012-42E2-9F4C-5A550B0E4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9197e719d4fd3"/>
          <a:stretch xmlns:a="http://schemas.openxmlformats.org/drawingml/2006/main"/>
        </p:blipFill>
        <p:spPr>
          <a:xfrm xmlns:a="http://schemas.openxmlformats.org/drawingml/2006/main">
            <a:off x="2927723" y="6526924"/>
            <a:ext cx="394526" cy="394526"/>
          </a:xfrm>
          <a:prstGeom xmlns:a="http://schemas.openxmlformats.org/drawingml/2006/main" prst="rect">
            <a:avLst/>
          </a:prstGeom>
        </p:spPr>
      </p:pic>
      <p:sp>
        <p:nvSpPr>
          <p:cNvPr id="188" name="text-120 Items">
            <a:extLst xmlns:a="http://schemas.openxmlformats.org/drawingml/2006/main">
              <a:ext uri="{FF2B5EF4-FFF2-40B4-BE49-F238E27FC236}">
                <a16:creationId xmlns:a16="http://schemas.microsoft.com/office/drawing/2014/main" id="{50A5EEEF-AAB2-4763-82AE-FC40C11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6138" y="7014758"/>
            <a:ext cx="673418" cy="313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189" name="text-120 Pair">
            <a:extLst xmlns:a="http://schemas.openxmlformats.org/drawingml/2006/main">
              <a:ext uri="{FF2B5EF4-FFF2-40B4-BE49-F238E27FC236}">
                <a16:creationId xmlns:a16="http://schemas.microsoft.com/office/drawing/2014/main" id="{F6F7C6F1-560C-4F3D-9D8A-F38BFE27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6644" y="7015010"/>
            <a:ext cx="441071" cy="3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190" name="text-121 (a)">
            <a:extLst xmlns:a="http://schemas.openxmlformats.org/drawingml/2006/main">
              <a:ext uri="{FF2B5EF4-FFF2-40B4-BE49-F238E27FC236}">
                <a16:creationId xmlns:a16="http://schemas.microsoft.com/office/drawing/2014/main" id="{1DE7FFBD-A955-46B3-BEBE-CAB9200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425" y="85863"/>
            <a:ext cx="526089" cy="501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191" name="text-121 Data">
            <a:extLst xmlns:a="http://schemas.openxmlformats.org/drawingml/2006/main">
              <a:ext uri="{FF2B5EF4-FFF2-40B4-BE49-F238E27FC236}">
                <a16:creationId xmlns:a16="http://schemas.microsoft.com/office/drawing/2014/main" id="{DB5B61B2-6BA5-4019-9E8D-A310F292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5992" y="85615"/>
            <a:ext cx="890886" cy="502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192" name="text-121 preparation">
            <a:extLst xmlns:a="http://schemas.openxmlformats.org/drawingml/2006/main">
              <a:ext uri="{FF2B5EF4-FFF2-40B4-BE49-F238E27FC236}">
                <a16:creationId xmlns:a16="http://schemas.microsoft.com/office/drawing/2014/main" id="{26E65362-A4A3-45CD-8F77-EBA0E846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942" y="85472"/>
            <a:ext cx="2038308" cy="5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preparation</a:t>
            </a:r>
          </a:p>
        </p:txBody>
      </p:sp>
      <p:sp>
        <p:nvSpPr>
          <p:cNvPr id="193" name="path-122">
            <a:extLst xmlns:a="http://schemas.openxmlformats.org/drawingml/2006/main">
              <a:ext uri="{FF2B5EF4-FFF2-40B4-BE49-F238E27FC236}">
                <a16:creationId xmlns:a16="http://schemas.microsoft.com/office/drawing/2014/main" id="{89CCDF81-E221-468B-B9A7-53369DDE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91" y="4640599"/>
            <a:ext cx="14682622" cy="36986"/>
          </a:xfrm>
          <a:custGeom xmlns:a="http://schemas.openxmlformats.org/drawingml/2006/main">
            <a:pathLst>
              <a:path w="13051220" h="32877">
                <a:moveTo>
                  <a:pt x="0" y="0"/>
                </a:moveTo>
                <a:lnTo>
                  <a:pt x="89665" y="19"/>
                </a:lnTo>
                <a:lnTo>
                  <a:pt x="89665" y="29908"/>
                </a:lnTo>
                <a:lnTo>
                  <a:pt x="0" y="29888"/>
                </a:lnTo>
                <a:lnTo>
                  <a:pt x="0" y="0"/>
                </a:lnTo>
                <a:moveTo>
                  <a:pt x="119553" y="19"/>
                </a:moveTo>
                <a:lnTo>
                  <a:pt x="209218" y="40"/>
                </a:lnTo>
                <a:lnTo>
                  <a:pt x="209218" y="29928"/>
                </a:lnTo>
                <a:lnTo>
                  <a:pt x="119553" y="29908"/>
                </a:lnTo>
                <a:lnTo>
                  <a:pt x="119553" y="19"/>
                </a:lnTo>
                <a:moveTo>
                  <a:pt x="239106" y="59"/>
                </a:moveTo>
                <a:lnTo>
                  <a:pt x="328771" y="80"/>
                </a:lnTo>
                <a:lnTo>
                  <a:pt x="328771" y="29968"/>
                </a:lnTo>
                <a:lnTo>
                  <a:pt x="239106" y="29948"/>
                </a:lnTo>
                <a:lnTo>
                  <a:pt x="239106" y="59"/>
                </a:lnTo>
                <a:moveTo>
                  <a:pt x="358659" y="80"/>
                </a:moveTo>
                <a:lnTo>
                  <a:pt x="448324" y="99"/>
                </a:lnTo>
                <a:lnTo>
                  <a:pt x="448324" y="29987"/>
                </a:lnTo>
                <a:lnTo>
                  <a:pt x="358659" y="29968"/>
                </a:lnTo>
                <a:lnTo>
                  <a:pt x="358659" y="80"/>
                </a:lnTo>
                <a:moveTo>
                  <a:pt x="478212" y="99"/>
                </a:moveTo>
                <a:lnTo>
                  <a:pt x="567877" y="139"/>
                </a:lnTo>
                <a:lnTo>
                  <a:pt x="567877" y="30027"/>
                </a:lnTo>
                <a:lnTo>
                  <a:pt x="478212" y="29987"/>
                </a:lnTo>
                <a:lnTo>
                  <a:pt x="478212" y="99"/>
                </a:lnTo>
                <a:moveTo>
                  <a:pt x="597766" y="139"/>
                </a:moveTo>
                <a:lnTo>
                  <a:pt x="687431" y="159"/>
                </a:lnTo>
                <a:lnTo>
                  <a:pt x="687431" y="30048"/>
                </a:lnTo>
                <a:lnTo>
                  <a:pt x="597766" y="30027"/>
                </a:lnTo>
                <a:lnTo>
                  <a:pt x="597766" y="139"/>
                </a:lnTo>
                <a:moveTo>
                  <a:pt x="717319" y="159"/>
                </a:moveTo>
                <a:lnTo>
                  <a:pt x="806984" y="179"/>
                </a:lnTo>
                <a:lnTo>
                  <a:pt x="806984" y="30067"/>
                </a:lnTo>
                <a:lnTo>
                  <a:pt x="717319" y="30048"/>
                </a:lnTo>
                <a:lnTo>
                  <a:pt x="717319" y="159"/>
                </a:lnTo>
                <a:moveTo>
                  <a:pt x="836872" y="199"/>
                </a:moveTo>
                <a:lnTo>
                  <a:pt x="926537" y="219"/>
                </a:lnTo>
                <a:lnTo>
                  <a:pt x="926537" y="30107"/>
                </a:lnTo>
                <a:lnTo>
                  <a:pt x="836872" y="30087"/>
                </a:lnTo>
                <a:lnTo>
                  <a:pt x="836872" y="199"/>
                </a:lnTo>
                <a:moveTo>
                  <a:pt x="956425" y="219"/>
                </a:moveTo>
                <a:lnTo>
                  <a:pt x="1046090" y="239"/>
                </a:lnTo>
                <a:lnTo>
                  <a:pt x="1046090" y="30127"/>
                </a:lnTo>
                <a:lnTo>
                  <a:pt x="956425" y="30107"/>
                </a:lnTo>
                <a:lnTo>
                  <a:pt x="956425" y="219"/>
                </a:lnTo>
                <a:moveTo>
                  <a:pt x="1075979" y="239"/>
                </a:moveTo>
                <a:lnTo>
                  <a:pt x="1165643" y="259"/>
                </a:lnTo>
                <a:lnTo>
                  <a:pt x="1165643" y="30147"/>
                </a:lnTo>
                <a:lnTo>
                  <a:pt x="1075979" y="30127"/>
                </a:lnTo>
                <a:lnTo>
                  <a:pt x="1075979" y="239"/>
                </a:lnTo>
                <a:moveTo>
                  <a:pt x="1195531" y="279"/>
                </a:moveTo>
                <a:lnTo>
                  <a:pt x="1285197" y="298"/>
                </a:lnTo>
                <a:lnTo>
                  <a:pt x="1285197" y="30187"/>
                </a:lnTo>
                <a:lnTo>
                  <a:pt x="1195531" y="30167"/>
                </a:lnTo>
                <a:lnTo>
                  <a:pt x="1195531" y="279"/>
                </a:lnTo>
                <a:moveTo>
                  <a:pt x="1315085" y="298"/>
                </a:moveTo>
                <a:lnTo>
                  <a:pt x="1404750" y="318"/>
                </a:lnTo>
                <a:lnTo>
                  <a:pt x="1404750" y="30207"/>
                </a:lnTo>
                <a:lnTo>
                  <a:pt x="1315085" y="30187"/>
                </a:lnTo>
                <a:lnTo>
                  <a:pt x="1315085" y="298"/>
                </a:lnTo>
                <a:moveTo>
                  <a:pt x="1434638" y="338"/>
                </a:moveTo>
                <a:lnTo>
                  <a:pt x="1524302" y="358"/>
                </a:lnTo>
                <a:lnTo>
                  <a:pt x="1524302" y="30247"/>
                </a:lnTo>
                <a:lnTo>
                  <a:pt x="1434638" y="30227"/>
                </a:lnTo>
                <a:lnTo>
                  <a:pt x="1434638" y="338"/>
                </a:lnTo>
                <a:moveTo>
                  <a:pt x="1554191" y="358"/>
                </a:moveTo>
                <a:lnTo>
                  <a:pt x="1643856" y="378"/>
                </a:lnTo>
                <a:lnTo>
                  <a:pt x="1643856" y="30266"/>
                </a:lnTo>
                <a:lnTo>
                  <a:pt x="1554191" y="30247"/>
                </a:lnTo>
                <a:lnTo>
                  <a:pt x="1554191" y="358"/>
                </a:lnTo>
                <a:moveTo>
                  <a:pt x="1673744" y="378"/>
                </a:moveTo>
                <a:lnTo>
                  <a:pt x="1763409" y="398"/>
                </a:lnTo>
                <a:lnTo>
                  <a:pt x="1763409" y="30286"/>
                </a:lnTo>
                <a:lnTo>
                  <a:pt x="1673744" y="30266"/>
                </a:lnTo>
                <a:lnTo>
                  <a:pt x="1673744" y="378"/>
                </a:lnTo>
                <a:moveTo>
                  <a:pt x="1793297" y="418"/>
                </a:moveTo>
                <a:lnTo>
                  <a:pt x="1882962" y="438"/>
                </a:lnTo>
                <a:lnTo>
                  <a:pt x="1882962" y="30326"/>
                </a:lnTo>
                <a:lnTo>
                  <a:pt x="1793297" y="30306"/>
                </a:lnTo>
                <a:lnTo>
                  <a:pt x="1793297" y="418"/>
                </a:lnTo>
                <a:moveTo>
                  <a:pt x="1912850" y="438"/>
                </a:moveTo>
                <a:lnTo>
                  <a:pt x="2002515" y="458"/>
                </a:lnTo>
                <a:lnTo>
                  <a:pt x="2002515" y="30346"/>
                </a:lnTo>
                <a:lnTo>
                  <a:pt x="1912850" y="30326"/>
                </a:lnTo>
                <a:lnTo>
                  <a:pt x="1912850" y="438"/>
                </a:lnTo>
                <a:moveTo>
                  <a:pt x="2032403" y="458"/>
                </a:moveTo>
                <a:lnTo>
                  <a:pt x="2122069" y="478"/>
                </a:lnTo>
                <a:lnTo>
                  <a:pt x="2122069" y="30366"/>
                </a:lnTo>
                <a:lnTo>
                  <a:pt x="2032403" y="30346"/>
                </a:lnTo>
                <a:lnTo>
                  <a:pt x="2032403" y="458"/>
                </a:lnTo>
                <a:moveTo>
                  <a:pt x="2151957" y="498"/>
                </a:moveTo>
                <a:lnTo>
                  <a:pt x="2241621" y="518"/>
                </a:lnTo>
                <a:lnTo>
                  <a:pt x="2241621" y="30406"/>
                </a:lnTo>
                <a:lnTo>
                  <a:pt x="2151957" y="30386"/>
                </a:lnTo>
                <a:lnTo>
                  <a:pt x="2151957" y="498"/>
                </a:lnTo>
                <a:moveTo>
                  <a:pt x="2271510" y="518"/>
                </a:moveTo>
                <a:lnTo>
                  <a:pt x="2361175" y="538"/>
                </a:lnTo>
                <a:lnTo>
                  <a:pt x="2361175" y="30426"/>
                </a:lnTo>
                <a:lnTo>
                  <a:pt x="2271510" y="30406"/>
                </a:lnTo>
                <a:lnTo>
                  <a:pt x="2271510" y="518"/>
                </a:lnTo>
                <a:moveTo>
                  <a:pt x="2391063" y="538"/>
                </a:moveTo>
                <a:lnTo>
                  <a:pt x="2480728" y="578"/>
                </a:lnTo>
                <a:lnTo>
                  <a:pt x="2480728" y="30466"/>
                </a:lnTo>
                <a:lnTo>
                  <a:pt x="2391063" y="30426"/>
                </a:lnTo>
                <a:lnTo>
                  <a:pt x="2391063" y="538"/>
                </a:lnTo>
                <a:moveTo>
                  <a:pt x="2510616" y="578"/>
                </a:moveTo>
                <a:lnTo>
                  <a:pt x="2600281" y="597"/>
                </a:lnTo>
                <a:lnTo>
                  <a:pt x="2600281" y="30486"/>
                </a:lnTo>
                <a:lnTo>
                  <a:pt x="2510616" y="30466"/>
                </a:lnTo>
                <a:lnTo>
                  <a:pt x="2510616" y="578"/>
                </a:lnTo>
                <a:moveTo>
                  <a:pt x="2630169" y="597"/>
                </a:moveTo>
                <a:lnTo>
                  <a:pt x="2719834" y="617"/>
                </a:lnTo>
                <a:lnTo>
                  <a:pt x="2719834" y="30506"/>
                </a:lnTo>
                <a:lnTo>
                  <a:pt x="2630169" y="30486"/>
                </a:lnTo>
                <a:lnTo>
                  <a:pt x="2630169" y="597"/>
                </a:lnTo>
                <a:moveTo>
                  <a:pt x="2749722" y="637"/>
                </a:moveTo>
                <a:lnTo>
                  <a:pt x="2839388" y="657"/>
                </a:lnTo>
                <a:lnTo>
                  <a:pt x="2839388" y="30546"/>
                </a:lnTo>
                <a:lnTo>
                  <a:pt x="2749722" y="30526"/>
                </a:lnTo>
                <a:lnTo>
                  <a:pt x="2749722" y="637"/>
                </a:lnTo>
                <a:moveTo>
                  <a:pt x="2869276" y="657"/>
                </a:moveTo>
                <a:lnTo>
                  <a:pt x="2958941" y="677"/>
                </a:lnTo>
                <a:lnTo>
                  <a:pt x="2958941" y="30565"/>
                </a:lnTo>
                <a:lnTo>
                  <a:pt x="2869276" y="30546"/>
                </a:lnTo>
                <a:lnTo>
                  <a:pt x="2869276" y="657"/>
                </a:lnTo>
                <a:moveTo>
                  <a:pt x="2988829" y="677"/>
                </a:moveTo>
                <a:lnTo>
                  <a:pt x="3078494" y="697"/>
                </a:lnTo>
                <a:lnTo>
                  <a:pt x="3078494" y="30585"/>
                </a:lnTo>
                <a:lnTo>
                  <a:pt x="2988829" y="30565"/>
                </a:lnTo>
                <a:lnTo>
                  <a:pt x="2988829" y="677"/>
                </a:lnTo>
                <a:moveTo>
                  <a:pt x="3108382" y="717"/>
                </a:moveTo>
                <a:lnTo>
                  <a:pt x="3198047" y="737"/>
                </a:lnTo>
                <a:lnTo>
                  <a:pt x="3198047" y="30625"/>
                </a:lnTo>
                <a:lnTo>
                  <a:pt x="3108382" y="30605"/>
                </a:lnTo>
                <a:lnTo>
                  <a:pt x="3108382" y="717"/>
                </a:lnTo>
                <a:moveTo>
                  <a:pt x="3227935" y="737"/>
                </a:moveTo>
                <a:lnTo>
                  <a:pt x="3317600" y="757"/>
                </a:lnTo>
                <a:lnTo>
                  <a:pt x="3317600" y="30645"/>
                </a:lnTo>
                <a:lnTo>
                  <a:pt x="3227935" y="30625"/>
                </a:lnTo>
                <a:lnTo>
                  <a:pt x="3227935" y="737"/>
                </a:lnTo>
                <a:moveTo>
                  <a:pt x="3347489" y="757"/>
                </a:moveTo>
                <a:lnTo>
                  <a:pt x="3437153" y="797"/>
                </a:lnTo>
                <a:lnTo>
                  <a:pt x="3437153" y="30685"/>
                </a:lnTo>
                <a:lnTo>
                  <a:pt x="3347489" y="30645"/>
                </a:lnTo>
                <a:lnTo>
                  <a:pt x="3347489" y="757"/>
                </a:lnTo>
                <a:moveTo>
                  <a:pt x="3467041" y="797"/>
                </a:moveTo>
                <a:lnTo>
                  <a:pt x="3556706" y="817"/>
                </a:lnTo>
                <a:lnTo>
                  <a:pt x="3556706" y="30705"/>
                </a:lnTo>
                <a:lnTo>
                  <a:pt x="3467041" y="30685"/>
                </a:lnTo>
                <a:lnTo>
                  <a:pt x="3467041" y="797"/>
                </a:lnTo>
                <a:moveTo>
                  <a:pt x="3586595" y="817"/>
                </a:moveTo>
                <a:lnTo>
                  <a:pt x="3676260" y="837"/>
                </a:lnTo>
                <a:lnTo>
                  <a:pt x="3676260" y="30725"/>
                </a:lnTo>
                <a:lnTo>
                  <a:pt x="3586595" y="30705"/>
                </a:lnTo>
                <a:lnTo>
                  <a:pt x="3586595" y="817"/>
                </a:lnTo>
                <a:moveTo>
                  <a:pt x="3706148" y="857"/>
                </a:moveTo>
                <a:lnTo>
                  <a:pt x="3795812" y="877"/>
                </a:lnTo>
                <a:lnTo>
                  <a:pt x="3795812" y="30765"/>
                </a:lnTo>
                <a:lnTo>
                  <a:pt x="3706148" y="30745"/>
                </a:lnTo>
                <a:lnTo>
                  <a:pt x="3706148" y="857"/>
                </a:lnTo>
                <a:moveTo>
                  <a:pt x="3825701" y="877"/>
                </a:moveTo>
                <a:lnTo>
                  <a:pt x="3915366" y="896"/>
                </a:lnTo>
                <a:lnTo>
                  <a:pt x="3915366" y="30785"/>
                </a:lnTo>
                <a:lnTo>
                  <a:pt x="3825701" y="30765"/>
                </a:lnTo>
                <a:lnTo>
                  <a:pt x="3825701" y="877"/>
                </a:lnTo>
                <a:moveTo>
                  <a:pt x="3945254" y="896"/>
                </a:moveTo>
                <a:lnTo>
                  <a:pt x="4034919" y="916"/>
                </a:lnTo>
                <a:lnTo>
                  <a:pt x="4034919" y="30805"/>
                </a:lnTo>
                <a:lnTo>
                  <a:pt x="3945254" y="30785"/>
                </a:lnTo>
                <a:lnTo>
                  <a:pt x="3945254" y="896"/>
                </a:lnTo>
                <a:moveTo>
                  <a:pt x="4064807" y="936"/>
                </a:moveTo>
                <a:lnTo>
                  <a:pt x="4154472" y="956"/>
                </a:lnTo>
                <a:lnTo>
                  <a:pt x="4154472" y="30845"/>
                </a:lnTo>
                <a:lnTo>
                  <a:pt x="4064807" y="30825"/>
                </a:lnTo>
                <a:lnTo>
                  <a:pt x="4064807" y="936"/>
                </a:lnTo>
                <a:moveTo>
                  <a:pt x="4184360" y="956"/>
                </a:moveTo>
                <a:lnTo>
                  <a:pt x="4274025" y="976"/>
                </a:lnTo>
                <a:lnTo>
                  <a:pt x="4274025" y="30864"/>
                </a:lnTo>
                <a:lnTo>
                  <a:pt x="4184360" y="30845"/>
                </a:lnTo>
                <a:lnTo>
                  <a:pt x="4184360" y="956"/>
                </a:lnTo>
                <a:moveTo>
                  <a:pt x="4303913" y="976"/>
                </a:moveTo>
                <a:lnTo>
                  <a:pt x="4393579" y="996"/>
                </a:lnTo>
                <a:lnTo>
                  <a:pt x="4393579" y="30884"/>
                </a:lnTo>
                <a:lnTo>
                  <a:pt x="4303913" y="30864"/>
                </a:lnTo>
                <a:lnTo>
                  <a:pt x="4303913" y="976"/>
                </a:lnTo>
                <a:moveTo>
                  <a:pt x="4423467" y="1016"/>
                </a:moveTo>
                <a:lnTo>
                  <a:pt x="4513131" y="1036"/>
                </a:lnTo>
                <a:lnTo>
                  <a:pt x="4513131" y="30924"/>
                </a:lnTo>
                <a:lnTo>
                  <a:pt x="4423467" y="30904"/>
                </a:lnTo>
                <a:lnTo>
                  <a:pt x="4423467" y="1016"/>
                </a:lnTo>
                <a:moveTo>
                  <a:pt x="4543020" y="1036"/>
                </a:moveTo>
                <a:lnTo>
                  <a:pt x="4632685" y="1056"/>
                </a:lnTo>
                <a:lnTo>
                  <a:pt x="4632685" y="30944"/>
                </a:lnTo>
                <a:lnTo>
                  <a:pt x="4543020" y="30924"/>
                </a:lnTo>
                <a:lnTo>
                  <a:pt x="4543020" y="1036"/>
                </a:lnTo>
                <a:moveTo>
                  <a:pt x="4662573" y="1076"/>
                </a:moveTo>
                <a:lnTo>
                  <a:pt x="4752238" y="1096"/>
                </a:lnTo>
                <a:lnTo>
                  <a:pt x="4752238" y="30984"/>
                </a:lnTo>
                <a:lnTo>
                  <a:pt x="4662573" y="30964"/>
                </a:lnTo>
                <a:lnTo>
                  <a:pt x="4662573" y="1076"/>
                </a:lnTo>
                <a:moveTo>
                  <a:pt x="4782126" y="1096"/>
                </a:moveTo>
                <a:lnTo>
                  <a:pt x="4871791" y="1116"/>
                </a:lnTo>
                <a:lnTo>
                  <a:pt x="4871791" y="31004"/>
                </a:lnTo>
                <a:lnTo>
                  <a:pt x="4782126" y="30984"/>
                </a:lnTo>
                <a:lnTo>
                  <a:pt x="4782126" y="1096"/>
                </a:lnTo>
                <a:moveTo>
                  <a:pt x="4901680" y="1116"/>
                </a:moveTo>
                <a:lnTo>
                  <a:pt x="4991344" y="1136"/>
                </a:lnTo>
                <a:lnTo>
                  <a:pt x="4991344" y="31024"/>
                </a:lnTo>
                <a:lnTo>
                  <a:pt x="4901680" y="31004"/>
                </a:lnTo>
                <a:lnTo>
                  <a:pt x="4901680" y="1116"/>
                </a:lnTo>
                <a:moveTo>
                  <a:pt x="5021233" y="1156"/>
                </a:moveTo>
                <a:lnTo>
                  <a:pt x="5110898" y="1175"/>
                </a:lnTo>
                <a:lnTo>
                  <a:pt x="5110898" y="31064"/>
                </a:lnTo>
                <a:lnTo>
                  <a:pt x="5021233" y="31044"/>
                </a:lnTo>
                <a:lnTo>
                  <a:pt x="5021233" y="1156"/>
                </a:lnTo>
                <a:moveTo>
                  <a:pt x="5140786" y="1175"/>
                </a:moveTo>
                <a:lnTo>
                  <a:pt x="5230451" y="1195"/>
                </a:lnTo>
                <a:lnTo>
                  <a:pt x="5230451" y="31084"/>
                </a:lnTo>
                <a:lnTo>
                  <a:pt x="5140786" y="31064"/>
                </a:lnTo>
                <a:lnTo>
                  <a:pt x="5140786" y="1175"/>
                </a:lnTo>
                <a:moveTo>
                  <a:pt x="5260339" y="1195"/>
                </a:moveTo>
                <a:lnTo>
                  <a:pt x="5350004" y="1215"/>
                </a:lnTo>
                <a:lnTo>
                  <a:pt x="5350004" y="31103"/>
                </a:lnTo>
                <a:lnTo>
                  <a:pt x="5260339" y="31084"/>
                </a:lnTo>
                <a:lnTo>
                  <a:pt x="5260339" y="1195"/>
                </a:lnTo>
                <a:moveTo>
                  <a:pt x="5379892" y="1235"/>
                </a:moveTo>
                <a:lnTo>
                  <a:pt x="5469557" y="1255"/>
                </a:lnTo>
                <a:lnTo>
                  <a:pt x="5469557" y="31143"/>
                </a:lnTo>
                <a:lnTo>
                  <a:pt x="5379892" y="31124"/>
                </a:lnTo>
                <a:lnTo>
                  <a:pt x="5379892" y="1235"/>
                </a:lnTo>
                <a:moveTo>
                  <a:pt x="5499445" y="1255"/>
                </a:moveTo>
                <a:lnTo>
                  <a:pt x="5589110" y="1275"/>
                </a:lnTo>
                <a:lnTo>
                  <a:pt x="5589110" y="31163"/>
                </a:lnTo>
                <a:lnTo>
                  <a:pt x="5499445" y="31143"/>
                </a:lnTo>
                <a:lnTo>
                  <a:pt x="5499445" y="1255"/>
                </a:lnTo>
                <a:moveTo>
                  <a:pt x="5618997" y="1295"/>
                </a:moveTo>
                <a:lnTo>
                  <a:pt x="5708663" y="1315"/>
                </a:lnTo>
                <a:lnTo>
                  <a:pt x="5708663" y="31203"/>
                </a:lnTo>
                <a:lnTo>
                  <a:pt x="5618997" y="31183"/>
                </a:lnTo>
                <a:lnTo>
                  <a:pt x="5618997" y="1295"/>
                </a:lnTo>
                <a:moveTo>
                  <a:pt x="5738552" y="1315"/>
                </a:moveTo>
                <a:lnTo>
                  <a:pt x="5828216" y="1335"/>
                </a:lnTo>
                <a:lnTo>
                  <a:pt x="5828216" y="31223"/>
                </a:lnTo>
                <a:lnTo>
                  <a:pt x="5738552" y="31203"/>
                </a:lnTo>
                <a:lnTo>
                  <a:pt x="5738552" y="1315"/>
                </a:lnTo>
                <a:moveTo>
                  <a:pt x="5858105" y="1335"/>
                </a:moveTo>
                <a:lnTo>
                  <a:pt x="5947768" y="1354"/>
                </a:lnTo>
                <a:lnTo>
                  <a:pt x="5947768" y="31243"/>
                </a:lnTo>
                <a:lnTo>
                  <a:pt x="5858105" y="31223"/>
                </a:lnTo>
                <a:lnTo>
                  <a:pt x="5858105" y="1335"/>
                </a:lnTo>
                <a:moveTo>
                  <a:pt x="5977658" y="1375"/>
                </a:moveTo>
                <a:lnTo>
                  <a:pt x="6067323" y="1394"/>
                </a:lnTo>
                <a:lnTo>
                  <a:pt x="6067323" y="31283"/>
                </a:lnTo>
                <a:lnTo>
                  <a:pt x="5977658" y="31263"/>
                </a:lnTo>
                <a:lnTo>
                  <a:pt x="5977658" y="1375"/>
                </a:lnTo>
                <a:moveTo>
                  <a:pt x="6097211" y="1394"/>
                </a:moveTo>
                <a:lnTo>
                  <a:pt x="6186876" y="1415"/>
                </a:lnTo>
                <a:lnTo>
                  <a:pt x="6186876" y="31303"/>
                </a:lnTo>
                <a:lnTo>
                  <a:pt x="6097211" y="31283"/>
                </a:lnTo>
                <a:lnTo>
                  <a:pt x="6097211" y="1394"/>
                </a:lnTo>
                <a:moveTo>
                  <a:pt x="6216764" y="1415"/>
                </a:moveTo>
                <a:lnTo>
                  <a:pt x="6306429" y="1434"/>
                </a:lnTo>
                <a:lnTo>
                  <a:pt x="6306429" y="31322"/>
                </a:lnTo>
                <a:lnTo>
                  <a:pt x="6216764" y="31303"/>
                </a:lnTo>
                <a:lnTo>
                  <a:pt x="6216764" y="1415"/>
                </a:lnTo>
                <a:moveTo>
                  <a:pt x="6336317" y="1455"/>
                </a:moveTo>
                <a:lnTo>
                  <a:pt x="6425982" y="1474"/>
                </a:lnTo>
                <a:lnTo>
                  <a:pt x="6425982" y="31362"/>
                </a:lnTo>
                <a:lnTo>
                  <a:pt x="6336317" y="31343"/>
                </a:lnTo>
                <a:lnTo>
                  <a:pt x="6336317" y="1455"/>
                </a:lnTo>
                <a:moveTo>
                  <a:pt x="6455870" y="1474"/>
                </a:moveTo>
                <a:lnTo>
                  <a:pt x="6545535" y="1494"/>
                </a:lnTo>
                <a:lnTo>
                  <a:pt x="6545535" y="31383"/>
                </a:lnTo>
                <a:lnTo>
                  <a:pt x="6455870" y="31362"/>
                </a:lnTo>
                <a:lnTo>
                  <a:pt x="6455870" y="1474"/>
                </a:lnTo>
                <a:moveTo>
                  <a:pt x="6575423" y="1514"/>
                </a:moveTo>
                <a:lnTo>
                  <a:pt x="6665088" y="1534"/>
                </a:lnTo>
                <a:lnTo>
                  <a:pt x="6665088" y="31422"/>
                </a:lnTo>
                <a:lnTo>
                  <a:pt x="6575423" y="31402"/>
                </a:lnTo>
                <a:lnTo>
                  <a:pt x="6575423" y="1514"/>
                </a:lnTo>
                <a:moveTo>
                  <a:pt x="6694976" y="1534"/>
                </a:moveTo>
                <a:lnTo>
                  <a:pt x="6784641" y="1554"/>
                </a:lnTo>
                <a:lnTo>
                  <a:pt x="6784641" y="31442"/>
                </a:lnTo>
                <a:lnTo>
                  <a:pt x="6694976" y="31422"/>
                </a:lnTo>
                <a:lnTo>
                  <a:pt x="6694976" y="1534"/>
                </a:lnTo>
                <a:moveTo>
                  <a:pt x="6814531" y="1554"/>
                </a:moveTo>
                <a:lnTo>
                  <a:pt x="6904194" y="1574"/>
                </a:lnTo>
                <a:lnTo>
                  <a:pt x="6904194" y="31462"/>
                </a:lnTo>
                <a:lnTo>
                  <a:pt x="6814531" y="31442"/>
                </a:lnTo>
                <a:lnTo>
                  <a:pt x="6814531" y="1554"/>
                </a:lnTo>
                <a:moveTo>
                  <a:pt x="6934084" y="1594"/>
                </a:moveTo>
                <a:lnTo>
                  <a:pt x="7023749" y="1614"/>
                </a:lnTo>
                <a:lnTo>
                  <a:pt x="7023749" y="31502"/>
                </a:lnTo>
                <a:lnTo>
                  <a:pt x="6934084" y="31482"/>
                </a:lnTo>
                <a:lnTo>
                  <a:pt x="6934084" y="1594"/>
                </a:lnTo>
                <a:moveTo>
                  <a:pt x="7053637" y="1614"/>
                </a:moveTo>
                <a:lnTo>
                  <a:pt x="7143302" y="1634"/>
                </a:lnTo>
                <a:lnTo>
                  <a:pt x="7143302" y="31522"/>
                </a:lnTo>
                <a:lnTo>
                  <a:pt x="7053637" y="31502"/>
                </a:lnTo>
                <a:lnTo>
                  <a:pt x="7053637" y="1614"/>
                </a:lnTo>
                <a:moveTo>
                  <a:pt x="7173189" y="1634"/>
                </a:moveTo>
                <a:lnTo>
                  <a:pt x="7262855" y="1653"/>
                </a:lnTo>
                <a:lnTo>
                  <a:pt x="7262855" y="31542"/>
                </a:lnTo>
                <a:lnTo>
                  <a:pt x="7173189" y="31522"/>
                </a:lnTo>
                <a:lnTo>
                  <a:pt x="7173189" y="1634"/>
                </a:lnTo>
                <a:moveTo>
                  <a:pt x="7292742" y="1673"/>
                </a:moveTo>
                <a:lnTo>
                  <a:pt x="7382408" y="1693"/>
                </a:lnTo>
                <a:lnTo>
                  <a:pt x="7382408" y="31582"/>
                </a:lnTo>
                <a:lnTo>
                  <a:pt x="7292742" y="31562"/>
                </a:lnTo>
                <a:lnTo>
                  <a:pt x="7292742" y="1673"/>
                </a:lnTo>
                <a:moveTo>
                  <a:pt x="7412295" y="1693"/>
                </a:moveTo>
                <a:lnTo>
                  <a:pt x="7501960" y="1713"/>
                </a:lnTo>
                <a:lnTo>
                  <a:pt x="7501960" y="31601"/>
                </a:lnTo>
                <a:lnTo>
                  <a:pt x="7412295" y="31582"/>
                </a:lnTo>
                <a:lnTo>
                  <a:pt x="7412295" y="1693"/>
                </a:lnTo>
                <a:moveTo>
                  <a:pt x="7531848" y="1733"/>
                </a:moveTo>
                <a:lnTo>
                  <a:pt x="7621513" y="1753"/>
                </a:lnTo>
                <a:lnTo>
                  <a:pt x="7621513" y="31641"/>
                </a:lnTo>
                <a:lnTo>
                  <a:pt x="7531848" y="31621"/>
                </a:lnTo>
                <a:lnTo>
                  <a:pt x="7531848" y="1733"/>
                </a:lnTo>
                <a:moveTo>
                  <a:pt x="7651401" y="1753"/>
                </a:moveTo>
                <a:lnTo>
                  <a:pt x="7741066" y="1773"/>
                </a:lnTo>
                <a:lnTo>
                  <a:pt x="7741066" y="31661"/>
                </a:lnTo>
                <a:lnTo>
                  <a:pt x="7651401" y="31641"/>
                </a:lnTo>
                <a:lnTo>
                  <a:pt x="7651401" y="1753"/>
                </a:lnTo>
                <a:moveTo>
                  <a:pt x="7770956" y="1773"/>
                </a:moveTo>
                <a:lnTo>
                  <a:pt x="7860619" y="1793"/>
                </a:lnTo>
                <a:lnTo>
                  <a:pt x="7860619" y="31681"/>
                </a:lnTo>
                <a:lnTo>
                  <a:pt x="7770956" y="31661"/>
                </a:lnTo>
                <a:lnTo>
                  <a:pt x="7770956" y="1773"/>
                </a:lnTo>
                <a:moveTo>
                  <a:pt x="7890509" y="1813"/>
                </a:moveTo>
                <a:lnTo>
                  <a:pt x="7980174" y="1833"/>
                </a:lnTo>
                <a:lnTo>
                  <a:pt x="7980174" y="31721"/>
                </a:lnTo>
                <a:lnTo>
                  <a:pt x="7890509" y="31701"/>
                </a:lnTo>
                <a:lnTo>
                  <a:pt x="7890509" y="1813"/>
                </a:lnTo>
                <a:moveTo>
                  <a:pt x="8010062" y="1833"/>
                </a:moveTo>
                <a:lnTo>
                  <a:pt x="8099727" y="1853"/>
                </a:lnTo>
                <a:lnTo>
                  <a:pt x="8099727" y="31741"/>
                </a:lnTo>
                <a:lnTo>
                  <a:pt x="8010062" y="31721"/>
                </a:lnTo>
                <a:lnTo>
                  <a:pt x="8010062" y="1833"/>
                </a:lnTo>
                <a:moveTo>
                  <a:pt x="8129615" y="1853"/>
                </a:moveTo>
                <a:lnTo>
                  <a:pt x="8219280" y="1873"/>
                </a:lnTo>
                <a:lnTo>
                  <a:pt x="8219280" y="31761"/>
                </a:lnTo>
                <a:lnTo>
                  <a:pt x="8129615" y="31741"/>
                </a:lnTo>
                <a:lnTo>
                  <a:pt x="8129615" y="1853"/>
                </a:lnTo>
                <a:moveTo>
                  <a:pt x="8249168" y="1893"/>
                </a:moveTo>
                <a:lnTo>
                  <a:pt x="8338833" y="1913"/>
                </a:lnTo>
                <a:lnTo>
                  <a:pt x="8338833" y="31801"/>
                </a:lnTo>
                <a:lnTo>
                  <a:pt x="8249168" y="31781"/>
                </a:lnTo>
                <a:lnTo>
                  <a:pt x="8249168" y="1893"/>
                </a:lnTo>
                <a:moveTo>
                  <a:pt x="8368721" y="1913"/>
                </a:moveTo>
                <a:lnTo>
                  <a:pt x="8458386" y="1933"/>
                </a:lnTo>
                <a:lnTo>
                  <a:pt x="8458386" y="31821"/>
                </a:lnTo>
                <a:lnTo>
                  <a:pt x="8368721" y="31801"/>
                </a:lnTo>
                <a:lnTo>
                  <a:pt x="8368721" y="1913"/>
                </a:lnTo>
                <a:moveTo>
                  <a:pt x="8488274" y="1952"/>
                </a:moveTo>
                <a:lnTo>
                  <a:pt x="8577939" y="1972"/>
                </a:lnTo>
                <a:lnTo>
                  <a:pt x="8577939" y="31861"/>
                </a:lnTo>
                <a:lnTo>
                  <a:pt x="8488274" y="31841"/>
                </a:lnTo>
                <a:lnTo>
                  <a:pt x="8488274" y="1952"/>
                </a:lnTo>
                <a:moveTo>
                  <a:pt x="8607826" y="1972"/>
                </a:moveTo>
                <a:lnTo>
                  <a:pt x="8697492" y="1992"/>
                </a:lnTo>
                <a:lnTo>
                  <a:pt x="8697492" y="31881"/>
                </a:lnTo>
                <a:lnTo>
                  <a:pt x="8607826" y="31861"/>
                </a:lnTo>
                <a:lnTo>
                  <a:pt x="8607826" y="1972"/>
                </a:lnTo>
                <a:moveTo>
                  <a:pt x="8727381" y="1992"/>
                </a:moveTo>
                <a:lnTo>
                  <a:pt x="8817045" y="2012"/>
                </a:lnTo>
                <a:lnTo>
                  <a:pt x="8817045" y="31900"/>
                </a:lnTo>
                <a:lnTo>
                  <a:pt x="8727381" y="31881"/>
                </a:lnTo>
                <a:lnTo>
                  <a:pt x="8727381" y="1992"/>
                </a:lnTo>
                <a:moveTo>
                  <a:pt x="8846934" y="2032"/>
                </a:moveTo>
                <a:lnTo>
                  <a:pt x="8936598" y="2052"/>
                </a:lnTo>
                <a:lnTo>
                  <a:pt x="8936598" y="31940"/>
                </a:lnTo>
                <a:lnTo>
                  <a:pt x="8846934" y="31920"/>
                </a:lnTo>
                <a:lnTo>
                  <a:pt x="8846934" y="2032"/>
                </a:lnTo>
                <a:moveTo>
                  <a:pt x="8966487" y="2052"/>
                </a:moveTo>
                <a:lnTo>
                  <a:pt x="9056152" y="2072"/>
                </a:lnTo>
                <a:lnTo>
                  <a:pt x="9056152" y="31960"/>
                </a:lnTo>
                <a:lnTo>
                  <a:pt x="8966487" y="31940"/>
                </a:lnTo>
                <a:lnTo>
                  <a:pt x="8966487" y="2052"/>
                </a:lnTo>
                <a:moveTo>
                  <a:pt x="9086040" y="2072"/>
                </a:moveTo>
                <a:lnTo>
                  <a:pt x="9175705" y="2092"/>
                </a:lnTo>
                <a:lnTo>
                  <a:pt x="9175705" y="31980"/>
                </a:lnTo>
                <a:lnTo>
                  <a:pt x="9086040" y="31960"/>
                </a:lnTo>
                <a:lnTo>
                  <a:pt x="9086040" y="2072"/>
                </a:lnTo>
                <a:moveTo>
                  <a:pt x="9205593" y="2112"/>
                </a:moveTo>
                <a:lnTo>
                  <a:pt x="9295258" y="2132"/>
                </a:lnTo>
                <a:lnTo>
                  <a:pt x="9295258" y="32020"/>
                </a:lnTo>
                <a:lnTo>
                  <a:pt x="9205593" y="32000"/>
                </a:lnTo>
                <a:lnTo>
                  <a:pt x="9205593" y="2112"/>
                </a:lnTo>
                <a:moveTo>
                  <a:pt x="9325146" y="2132"/>
                </a:moveTo>
                <a:lnTo>
                  <a:pt x="9414811" y="2152"/>
                </a:lnTo>
                <a:lnTo>
                  <a:pt x="9414811" y="32040"/>
                </a:lnTo>
                <a:lnTo>
                  <a:pt x="9325146" y="32020"/>
                </a:lnTo>
                <a:lnTo>
                  <a:pt x="9325146" y="2132"/>
                </a:lnTo>
                <a:moveTo>
                  <a:pt x="9444699" y="2172"/>
                </a:moveTo>
                <a:lnTo>
                  <a:pt x="9534364" y="2192"/>
                </a:lnTo>
                <a:lnTo>
                  <a:pt x="9534364" y="32080"/>
                </a:lnTo>
                <a:lnTo>
                  <a:pt x="9444699" y="32060"/>
                </a:lnTo>
                <a:lnTo>
                  <a:pt x="9444699" y="2172"/>
                </a:lnTo>
                <a:moveTo>
                  <a:pt x="9564252" y="2192"/>
                </a:moveTo>
                <a:lnTo>
                  <a:pt x="9653917" y="2212"/>
                </a:lnTo>
                <a:lnTo>
                  <a:pt x="9653917" y="32100"/>
                </a:lnTo>
                <a:lnTo>
                  <a:pt x="9564252" y="32080"/>
                </a:lnTo>
                <a:lnTo>
                  <a:pt x="9564252" y="2192"/>
                </a:lnTo>
                <a:moveTo>
                  <a:pt x="9683805" y="2212"/>
                </a:moveTo>
                <a:lnTo>
                  <a:pt x="9773470" y="2232"/>
                </a:lnTo>
                <a:lnTo>
                  <a:pt x="9773470" y="32120"/>
                </a:lnTo>
                <a:lnTo>
                  <a:pt x="9683805" y="32100"/>
                </a:lnTo>
                <a:lnTo>
                  <a:pt x="9683805" y="2212"/>
                </a:lnTo>
                <a:moveTo>
                  <a:pt x="9803360" y="2251"/>
                </a:moveTo>
                <a:lnTo>
                  <a:pt x="9893023" y="2271"/>
                </a:lnTo>
                <a:lnTo>
                  <a:pt x="9893023" y="32160"/>
                </a:lnTo>
                <a:lnTo>
                  <a:pt x="9803360" y="32140"/>
                </a:lnTo>
                <a:lnTo>
                  <a:pt x="9803360" y="2251"/>
                </a:lnTo>
                <a:moveTo>
                  <a:pt x="9922913" y="2271"/>
                </a:moveTo>
                <a:lnTo>
                  <a:pt x="10012578" y="2291"/>
                </a:lnTo>
                <a:lnTo>
                  <a:pt x="10012578" y="32180"/>
                </a:lnTo>
                <a:lnTo>
                  <a:pt x="9922913" y="32160"/>
                </a:lnTo>
                <a:lnTo>
                  <a:pt x="9922913" y="2271"/>
                </a:lnTo>
                <a:moveTo>
                  <a:pt x="10042466" y="2291"/>
                </a:moveTo>
                <a:lnTo>
                  <a:pt x="10132131" y="2311"/>
                </a:lnTo>
                <a:lnTo>
                  <a:pt x="10132131" y="32199"/>
                </a:lnTo>
                <a:lnTo>
                  <a:pt x="10042466" y="32180"/>
                </a:lnTo>
                <a:lnTo>
                  <a:pt x="10042466" y="2291"/>
                </a:lnTo>
                <a:moveTo>
                  <a:pt x="10162018" y="2331"/>
                </a:moveTo>
                <a:lnTo>
                  <a:pt x="10251684" y="2351"/>
                </a:lnTo>
                <a:lnTo>
                  <a:pt x="10251684" y="32239"/>
                </a:lnTo>
                <a:lnTo>
                  <a:pt x="10162018" y="32219"/>
                </a:lnTo>
                <a:lnTo>
                  <a:pt x="10162018" y="2331"/>
                </a:lnTo>
                <a:moveTo>
                  <a:pt x="10281571" y="2351"/>
                </a:moveTo>
                <a:lnTo>
                  <a:pt x="10371237" y="2371"/>
                </a:lnTo>
                <a:lnTo>
                  <a:pt x="10371237" y="32259"/>
                </a:lnTo>
                <a:lnTo>
                  <a:pt x="10281571" y="32239"/>
                </a:lnTo>
                <a:lnTo>
                  <a:pt x="10281571" y="2351"/>
                </a:lnTo>
                <a:moveTo>
                  <a:pt x="10401124" y="2391"/>
                </a:moveTo>
                <a:lnTo>
                  <a:pt x="10490789" y="2410"/>
                </a:lnTo>
                <a:lnTo>
                  <a:pt x="10490789" y="32299"/>
                </a:lnTo>
                <a:lnTo>
                  <a:pt x="10401124" y="32279"/>
                </a:lnTo>
                <a:lnTo>
                  <a:pt x="10401124" y="2391"/>
                </a:lnTo>
                <a:moveTo>
                  <a:pt x="10520677" y="2410"/>
                </a:moveTo>
                <a:lnTo>
                  <a:pt x="10610342" y="2431"/>
                </a:lnTo>
                <a:lnTo>
                  <a:pt x="10610342" y="32319"/>
                </a:lnTo>
                <a:lnTo>
                  <a:pt x="10520677" y="32299"/>
                </a:lnTo>
                <a:lnTo>
                  <a:pt x="10520677" y="2410"/>
                </a:lnTo>
                <a:moveTo>
                  <a:pt x="10640230" y="2431"/>
                </a:moveTo>
                <a:lnTo>
                  <a:pt x="10729895" y="2451"/>
                </a:lnTo>
                <a:lnTo>
                  <a:pt x="10729895" y="32339"/>
                </a:lnTo>
                <a:lnTo>
                  <a:pt x="10640230" y="32319"/>
                </a:lnTo>
                <a:lnTo>
                  <a:pt x="10640230" y="2431"/>
                </a:lnTo>
                <a:moveTo>
                  <a:pt x="10759785" y="2471"/>
                </a:moveTo>
                <a:lnTo>
                  <a:pt x="10849448" y="2491"/>
                </a:lnTo>
                <a:lnTo>
                  <a:pt x="10849448" y="32379"/>
                </a:lnTo>
                <a:lnTo>
                  <a:pt x="10759785" y="32359"/>
                </a:lnTo>
                <a:lnTo>
                  <a:pt x="10759785" y="2471"/>
                </a:lnTo>
                <a:moveTo>
                  <a:pt x="10879338" y="2491"/>
                </a:moveTo>
                <a:lnTo>
                  <a:pt x="10969003" y="2510"/>
                </a:lnTo>
                <a:lnTo>
                  <a:pt x="10969003" y="32399"/>
                </a:lnTo>
                <a:lnTo>
                  <a:pt x="10879338" y="32379"/>
                </a:lnTo>
                <a:lnTo>
                  <a:pt x="10879338" y="2491"/>
                </a:lnTo>
                <a:moveTo>
                  <a:pt x="10998891" y="2510"/>
                </a:moveTo>
                <a:lnTo>
                  <a:pt x="11088556" y="2531"/>
                </a:lnTo>
                <a:lnTo>
                  <a:pt x="11088556" y="32419"/>
                </a:lnTo>
                <a:lnTo>
                  <a:pt x="10998891" y="32399"/>
                </a:lnTo>
                <a:lnTo>
                  <a:pt x="10998891" y="2510"/>
                </a:lnTo>
                <a:moveTo>
                  <a:pt x="11118444" y="2550"/>
                </a:moveTo>
                <a:lnTo>
                  <a:pt x="11208109" y="2570"/>
                </a:lnTo>
                <a:lnTo>
                  <a:pt x="11208109" y="32459"/>
                </a:lnTo>
                <a:lnTo>
                  <a:pt x="11118444" y="32439"/>
                </a:lnTo>
                <a:lnTo>
                  <a:pt x="11118444" y="2550"/>
                </a:lnTo>
                <a:moveTo>
                  <a:pt x="11237997" y="2570"/>
                </a:moveTo>
                <a:lnTo>
                  <a:pt x="11327662" y="2590"/>
                </a:lnTo>
                <a:lnTo>
                  <a:pt x="11327662" y="32478"/>
                </a:lnTo>
                <a:lnTo>
                  <a:pt x="11237997" y="32459"/>
                </a:lnTo>
                <a:lnTo>
                  <a:pt x="11237997" y="2570"/>
                </a:lnTo>
                <a:moveTo>
                  <a:pt x="11357550" y="2610"/>
                </a:moveTo>
                <a:lnTo>
                  <a:pt x="11447215" y="2630"/>
                </a:lnTo>
                <a:lnTo>
                  <a:pt x="11447215" y="32518"/>
                </a:lnTo>
                <a:lnTo>
                  <a:pt x="11357550" y="32498"/>
                </a:lnTo>
                <a:lnTo>
                  <a:pt x="11357550" y="2610"/>
                </a:lnTo>
                <a:moveTo>
                  <a:pt x="11477103" y="2630"/>
                </a:moveTo>
                <a:lnTo>
                  <a:pt x="11566768" y="2650"/>
                </a:lnTo>
                <a:lnTo>
                  <a:pt x="11566768" y="32538"/>
                </a:lnTo>
                <a:lnTo>
                  <a:pt x="11477103" y="32518"/>
                </a:lnTo>
                <a:lnTo>
                  <a:pt x="11477103" y="2630"/>
                </a:lnTo>
                <a:moveTo>
                  <a:pt x="11596655" y="2650"/>
                </a:moveTo>
                <a:lnTo>
                  <a:pt x="11686321" y="2670"/>
                </a:lnTo>
                <a:lnTo>
                  <a:pt x="11686321" y="32558"/>
                </a:lnTo>
                <a:lnTo>
                  <a:pt x="11596655" y="32538"/>
                </a:lnTo>
                <a:lnTo>
                  <a:pt x="11596655" y="2650"/>
                </a:lnTo>
                <a:moveTo>
                  <a:pt x="11716208" y="2689"/>
                </a:moveTo>
                <a:lnTo>
                  <a:pt x="11805874" y="2709"/>
                </a:lnTo>
                <a:lnTo>
                  <a:pt x="11805874" y="32598"/>
                </a:lnTo>
                <a:lnTo>
                  <a:pt x="11716208" y="32578"/>
                </a:lnTo>
                <a:lnTo>
                  <a:pt x="11716208" y="2689"/>
                </a:lnTo>
                <a:moveTo>
                  <a:pt x="11835763" y="2709"/>
                </a:moveTo>
                <a:lnTo>
                  <a:pt x="11925427" y="2729"/>
                </a:lnTo>
                <a:lnTo>
                  <a:pt x="11925427" y="32618"/>
                </a:lnTo>
                <a:lnTo>
                  <a:pt x="11835763" y="32598"/>
                </a:lnTo>
                <a:lnTo>
                  <a:pt x="11835763" y="2709"/>
                </a:lnTo>
                <a:moveTo>
                  <a:pt x="11955316" y="2729"/>
                </a:moveTo>
                <a:lnTo>
                  <a:pt x="12044981" y="2750"/>
                </a:lnTo>
                <a:lnTo>
                  <a:pt x="12044981" y="32638"/>
                </a:lnTo>
                <a:lnTo>
                  <a:pt x="11955316" y="32618"/>
                </a:lnTo>
                <a:lnTo>
                  <a:pt x="11955316" y="2729"/>
                </a:lnTo>
                <a:moveTo>
                  <a:pt x="12074869" y="2769"/>
                </a:moveTo>
                <a:lnTo>
                  <a:pt x="12164534" y="2790"/>
                </a:lnTo>
                <a:lnTo>
                  <a:pt x="12164534" y="32678"/>
                </a:lnTo>
                <a:lnTo>
                  <a:pt x="12074869" y="32657"/>
                </a:lnTo>
                <a:lnTo>
                  <a:pt x="12074869" y="2769"/>
                </a:lnTo>
                <a:moveTo>
                  <a:pt x="12194422" y="2790"/>
                </a:moveTo>
                <a:lnTo>
                  <a:pt x="12284087" y="2809"/>
                </a:lnTo>
                <a:lnTo>
                  <a:pt x="12284087" y="32697"/>
                </a:lnTo>
                <a:lnTo>
                  <a:pt x="12194422" y="32678"/>
                </a:lnTo>
                <a:lnTo>
                  <a:pt x="12194422" y="2790"/>
                </a:lnTo>
                <a:moveTo>
                  <a:pt x="12313975" y="2829"/>
                </a:moveTo>
                <a:lnTo>
                  <a:pt x="12403640" y="2849"/>
                </a:lnTo>
                <a:lnTo>
                  <a:pt x="12403640" y="32737"/>
                </a:lnTo>
                <a:lnTo>
                  <a:pt x="12313975" y="32718"/>
                </a:lnTo>
                <a:lnTo>
                  <a:pt x="12313975" y="2829"/>
                </a:lnTo>
                <a:moveTo>
                  <a:pt x="12433528" y="2849"/>
                </a:moveTo>
                <a:lnTo>
                  <a:pt x="12523193" y="2869"/>
                </a:lnTo>
                <a:lnTo>
                  <a:pt x="12523193" y="32758"/>
                </a:lnTo>
                <a:lnTo>
                  <a:pt x="12433528" y="32737"/>
                </a:lnTo>
                <a:lnTo>
                  <a:pt x="12433528" y="2849"/>
                </a:lnTo>
                <a:moveTo>
                  <a:pt x="12553081" y="2869"/>
                </a:moveTo>
                <a:lnTo>
                  <a:pt x="12642746" y="2889"/>
                </a:lnTo>
                <a:lnTo>
                  <a:pt x="12642746" y="32777"/>
                </a:lnTo>
                <a:lnTo>
                  <a:pt x="12553081" y="32758"/>
                </a:lnTo>
                <a:lnTo>
                  <a:pt x="12553081" y="2869"/>
                </a:lnTo>
                <a:moveTo>
                  <a:pt x="12672634" y="2909"/>
                </a:moveTo>
                <a:lnTo>
                  <a:pt x="12762299" y="2929"/>
                </a:lnTo>
                <a:lnTo>
                  <a:pt x="12762299" y="32817"/>
                </a:lnTo>
                <a:lnTo>
                  <a:pt x="12672634" y="32797"/>
                </a:lnTo>
                <a:lnTo>
                  <a:pt x="12672634" y="2909"/>
                </a:lnTo>
                <a:moveTo>
                  <a:pt x="12792189" y="2929"/>
                </a:moveTo>
                <a:lnTo>
                  <a:pt x="12881852" y="2949"/>
                </a:lnTo>
                <a:lnTo>
                  <a:pt x="12881852" y="32837"/>
                </a:lnTo>
                <a:lnTo>
                  <a:pt x="12792189" y="32817"/>
                </a:lnTo>
                <a:lnTo>
                  <a:pt x="12792189" y="2929"/>
                </a:lnTo>
                <a:moveTo>
                  <a:pt x="12911742" y="2949"/>
                </a:moveTo>
                <a:lnTo>
                  <a:pt x="13001407" y="2969"/>
                </a:lnTo>
                <a:lnTo>
                  <a:pt x="13001407" y="32857"/>
                </a:lnTo>
                <a:lnTo>
                  <a:pt x="12911742" y="32837"/>
                </a:lnTo>
                <a:lnTo>
                  <a:pt x="12911742" y="2949"/>
                </a:lnTo>
                <a:moveTo>
                  <a:pt x="13031295" y="2988"/>
                </a:moveTo>
                <a:lnTo>
                  <a:pt x="13051220" y="2988"/>
                </a:lnTo>
                <a:lnTo>
                  <a:pt x="13051220" y="32877"/>
                </a:lnTo>
                <a:lnTo>
                  <a:pt x="13031295" y="32877"/>
                </a:lnTo>
                <a:lnTo>
                  <a:pt x="13031295" y="2988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23">
            <a:extLst xmlns:a="http://schemas.openxmlformats.org/drawingml/2006/main">
              <a:ext uri="{FF2B5EF4-FFF2-40B4-BE49-F238E27FC236}">
                <a16:creationId xmlns:a16="http://schemas.microsoft.com/office/drawing/2014/main" id="{4D2DE35D-D0A2-4BF3-BC00-3AC04F5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18" y="5388180"/>
            <a:ext cx="2045480" cy="2156439"/>
          </a:xfrm>
          <a:custGeom xmlns:a="http://schemas.openxmlformats.org/drawingml/2006/main">
            <a:pathLst>
              <a:path w="1818204" h="1916835">
                <a:moveTo>
                  <a:pt x="239" y="177656"/>
                </a:moveTo>
                <a:lnTo>
                  <a:pt x="957" y="168151"/>
                </a:lnTo>
                <a:lnTo>
                  <a:pt x="2152" y="158786"/>
                </a:lnTo>
                <a:lnTo>
                  <a:pt x="3806" y="149561"/>
                </a:lnTo>
                <a:lnTo>
                  <a:pt x="5898" y="140495"/>
                </a:lnTo>
                <a:lnTo>
                  <a:pt x="8429" y="131608"/>
                </a:lnTo>
                <a:lnTo>
                  <a:pt x="11358" y="122901"/>
                </a:lnTo>
                <a:lnTo>
                  <a:pt x="14725" y="114393"/>
                </a:lnTo>
                <a:lnTo>
                  <a:pt x="18471" y="106083"/>
                </a:lnTo>
                <a:lnTo>
                  <a:pt x="22615" y="98013"/>
                </a:lnTo>
                <a:lnTo>
                  <a:pt x="27119" y="90163"/>
                </a:lnTo>
                <a:lnTo>
                  <a:pt x="31980" y="82571"/>
                </a:lnTo>
                <a:lnTo>
                  <a:pt x="37201" y="75219"/>
                </a:lnTo>
                <a:lnTo>
                  <a:pt x="42760" y="68145"/>
                </a:lnTo>
                <a:lnTo>
                  <a:pt x="48658" y="61350"/>
                </a:lnTo>
                <a:lnTo>
                  <a:pt x="54855" y="54855"/>
                </a:lnTo>
                <a:lnTo>
                  <a:pt x="61351" y="48658"/>
                </a:lnTo>
                <a:lnTo>
                  <a:pt x="68145" y="42760"/>
                </a:lnTo>
                <a:lnTo>
                  <a:pt x="75219" y="37221"/>
                </a:lnTo>
                <a:lnTo>
                  <a:pt x="82571" y="31980"/>
                </a:lnTo>
                <a:lnTo>
                  <a:pt x="90163" y="27119"/>
                </a:lnTo>
                <a:lnTo>
                  <a:pt x="98014" y="22615"/>
                </a:lnTo>
                <a:lnTo>
                  <a:pt x="106084" y="18471"/>
                </a:lnTo>
                <a:lnTo>
                  <a:pt x="114392" y="14725"/>
                </a:lnTo>
                <a:lnTo>
                  <a:pt x="122901" y="11357"/>
                </a:lnTo>
                <a:lnTo>
                  <a:pt x="131608" y="8428"/>
                </a:lnTo>
                <a:lnTo>
                  <a:pt x="140495" y="5898"/>
                </a:lnTo>
                <a:lnTo>
                  <a:pt x="149561" y="3805"/>
                </a:lnTo>
                <a:lnTo>
                  <a:pt x="158787" y="2152"/>
                </a:lnTo>
                <a:lnTo>
                  <a:pt x="168152" y="956"/>
                </a:lnTo>
                <a:lnTo>
                  <a:pt x="177656" y="239"/>
                </a:lnTo>
                <a:lnTo>
                  <a:pt x="187161" y="0"/>
                </a:lnTo>
                <a:lnTo>
                  <a:pt x="1631044" y="0"/>
                </a:lnTo>
                <a:lnTo>
                  <a:pt x="1640549" y="239"/>
                </a:lnTo>
                <a:lnTo>
                  <a:pt x="1650053" y="956"/>
                </a:lnTo>
                <a:lnTo>
                  <a:pt x="1659418" y="2152"/>
                </a:lnTo>
                <a:lnTo>
                  <a:pt x="1668643" y="3805"/>
                </a:lnTo>
                <a:lnTo>
                  <a:pt x="1677710" y="5898"/>
                </a:lnTo>
                <a:lnTo>
                  <a:pt x="1686597" y="8428"/>
                </a:lnTo>
                <a:lnTo>
                  <a:pt x="1695304" y="11357"/>
                </a:lnTo>
                <a:lnTo>
                  <a:pt x="1703812" y="14725"/>
                </a:lnTo>
                <a:lnTo>
                  <a:pt x="1712121" y="18471"/>
                </a:lnTo>
                <a:lnTo>
                  <a:pt x="1720191" y="22615"/>
                </a:lnTo>
                <a:lnTo>
                  <a:pt x="1728041" y="27119"/>
                </a:lnTo>
                <a:lnTo>
                  <a:pt x="1735633" y="31980"/>
                </a:lnTo>
                <a:lnTo>
                  <a:pt x="1742986" y="37221"/>
                </a:lnTo>
                <a:lnTo>
                  <a:pt x="1750059" y="42760"/>
                </a:lnTo>
                <a:lnTo>
                  <a:pt x="1756854" y="48658"/>
                </a:lnTo>
                <a:lnTo>
                  <a:pt x="1763350" y="54855"/>
                </a:lnTo>
                <a:lnTo>
                  <a:pt x="1769546" y="61350"/>
                </a:lnTo>
                <a:lnTo>
                  <a:pt x="1775444" y="68145"/>
                </a:lnTo>
                <a:lnTo>
                  <a:pt x="1781003" y="75219"/>
                </a:lnTo>
                <a:lnTo>
                  <a:pt x="1786224" y="82571"/>
                </a:lnTo>
                <a:lnTo>
                  <a:pt x="1791086" y="90163"/>
                </a:lnTo>
                <a:lnTo>
                  <a:pt x="1795589" y="98013"/>
                </a:lnTo>
                <a:lnTo>
                  <a:pt x="1799733" y="106083"/>
                </a:lnTo>
                <a:lnTo>
                  <a:pt x="1803479" y="114393"/>
                </a:lnTo>
                <a:lnTo>
                  <a:pt x="1806847" y="122901"/>
                </a:lnTo>
                <a:lnTo>
                  <a:pt x="1809776" y="131608"/>
                </a:lnTo>
                <a:lnTo>
                  <a:pt x="1812306" y="140495"/>
                </a:lnTo>
                <a:lnTo>
                  <a:pt x="1814399" y="149561"/>
                </a:lnTo>
                <a:lnTo>
                  <a:pt x="1816052" y="158786"/>
                </a:lnTo>
                <a:lnTo>
                  <a:pt x="1817248" y="168151"/>
                </a:lnTo>
                <a:lnTo>
                  <a:pt x="1817965" y="177656"/>
                </a:lnTo>
                <a:lnTo>
                  <a:pt x="1818204" y="187160"/>
                </a:lnTo>
                <a:lnTo>
                  <a:pt x="1818204" y="1729674"/>
                </a:lnTo>
                <a:lnTo>
                  <a:pt x="1817965" y="1739180"/>
                </a:lnTo>
                <a:lnTo>
                  <a:pt x="1817248" y="1748683"/>
                </a:lnTo>
                <a:lnTo>
                  <a:pt x="1816052" y="1758049"/>
                </a:lnTo>
                <a:lnTo>
                  <a:pt x="1814399" y="1767275"/>
                </a:lnTo>
                <a:lnTo>
                  <a:pt x="1812306" y="1776341"/>
                </a:lnTo>
                <a:lnTo>
                  <a:pt x="1809776" y="1785228"/>
                </a:lnTo>
                <a:lnTo>
                  <a:pt x="1806847" y="1793935"/>
                </a:lnTo>
                <a:lnTo>
                  <a:pt x="1803479" y="1802443"/>
                </a:lnTo>
                <a:lnTo>
                  <a:pt x="1799733" y="1810752"/>
                </a:lnTo>
                <a:lnTo>
                  <a:pt x="1795589" y="1818822"/>
                </a:lnTo>
                <a:lnTo>
                  <a:pt x="1791086" y="1826673"/>
                </a:lnTo>
                <a:lnTo>
                  <a:pt x="1786224" y="1834264"/>
                </a:lnTo>
                <a:lnTo>
                  <a:pt x="1781003" y="1841617"/>
                </a:lnTo>
                <a:lnTo>
                  <a:pt x="1775444" y="1848690"/>
                </a:lnTo>
                <a:lnTo>
                  <a:pt x="1769546" y="1855485"/>
                </a:lnTo>
                <a:lnTo>
                  <a:pt x="1763350" y="1861980"/>
                </a:lnTo>
                <a:lnTo>
                  <a:pt x="1756854" y="1868177"/>
                </a:lnTo>
                <a:lnTo>
                  <a:pt x="1750059" y="1874075"/>
                </a:lnTo>
                <a:lnTo>
                  <a:pt x="1742986" y="1879634"/>
                </a:lnTo>
                <a:lnTo>
                  <a:pt x="1735633" y="1884856"/>
                </a:lnTo>
                <a:lnTo>
                  <a:pt x="1728041" y="1889717"/>
                </a:lnTo>
                <a:lnTo>
                  <a:pt x="1720191" y="1894220"/>
                </a:lnTo>
                <a:lnTo>
                  <a:pt x="1712121" y="1898364"/>
                </a:lnTo>
                <a:lnTo>
                  <a:pt x="1703812" y="1902111"/>
                </a:lnTo>
                <a:lnTo>
                  <a:pt x="1695304" y="1905478"/>
                </a:lnTo>
                <a:lnTo>
                  <a:pt x="1686597" y="1908427"/>
                </a:lnTo>
                <a:lnTo>
                  <a:pt x="1677710" y="1910938"/>
                </a:lnTo>
                <a:lnTo>
                  <a:pt x="1668643" y="1913030"/>
                </a:lnTo>
                <a:lnTo>
                  <a:pt x="1659418" y="1914684"/>
                </a:lnTo>
                <a:lnTo>
                  <a:pt x="1650053" y="1915879"/>
                </a:lnTo>
                <a:lnTo>
                  <a:pt x="1640549" y="1916597"/>
                </a:lnTo>
                <a:lnTo>
                  <a:pt x="1631044" y="1916835"/>
                </a:lnTo>
                <a:lnTo>
                  <a:pt x="187161" y="1916835"/>
                </a:lnTo>
                <a:lnTo>
                  <a:pt x="177656" y="1916597"/>
                </a:lnTo>
                <a:lnTo>
                  <a:pt x="168152" y="1915879"/>
                </a:lnTo>
                <a:lnTo>
                  <a:pt x="158787" y="1914684"/>
                </a:lnTo>
                <a:lnTo>
                  <a:pt x="149561" y="1913030"/>
                </a:lnTo>
                <a:lnTo>
                  <a:pt x="140495" y="1910938"/>
                </a:lnTo>
                <a:lnTo>
                  <a:pt x="131608" y="1908427"/>
                </a:lnTo>
                <a:lnTo>
                  <a:pt x="122901" y="1905478"/>
                </a:lnTo>
                <a:lnTo>
                  <a:pt x="114392" y="1902111"/>
                </a:lnTo>
                <a:lnTo>
                  <a:pt x="106084" y="1898364"/>
                </a:lnTo>
                <a:lnTo>
                  <a:pt x="98014" y="1894220"/>
                </a:lnTo>
                <a:lnTo>
                  <a:pt x="90163" y="1889717"/>
                </a:lnTo>
                <a:lnTo>
                  <a:pt x="82571" y="1884856"/>
                </a:lnTo>
                <a:lnTo>
                  <a:pt x="75219" y="1879634"/>
                </a:lnTo>
                <a:lnTo>
                  <a:pt x="68145" y="1874075"/>
                </a:lnTo>
                <a:lnTo>
                  <a:pt x="61351" y="1868177"/>
                </a:lnTo>
                <a:lnTo>
                  <a:pt x="54855" y="1861980"/>
                </a:lnTo>
                <a:lnTo>
                  <a:pt x="48658" y="1855485"/>
                </a:lnTo>
                <a:lnTo>
                  <a:pt x="42760" y="1848690"/>
                </a:lnTo>
                <a:lnTo>
                  <a:pt x="37201" y="1841617"/>
                </a:lnTo>
                <a:lnTo>
                  <a:pt x="31980" y="1834264"/>
                </a:lnTo>
                <a:lnTo>
                  <a:pt x="27119" y="1826673"/>
                </a:lnTo>
                <a:lnTo>
                  <a:pt x="22615" y="1818822"/>
                </a:lnTo>
                <a:lnTo>
                  <a:pt x="18471" y="1810752"/>
                </a:lnTo>
                <a:lnTo>
                  <a:pt x="14725" y="1802443"/>
                </a:lnTo>
                <a:lnTo>
                  <a:pt x="11358" y="1793935"/>
                </a:lnTo>
                <a:lnTo>
                  <a:pt x="8429" y="1785228"/>
                </a:lnTo>
                <a:lnTo>
                  <a:pt x="5898" y="1776341"/>
                </a:lnTo>
                <a:lnTo>
                  <a:pt x="3806" y="1767275"/>
                </a:lnTo>
                <a:lnTo>
                  <a:pt x="2152" y="1758049"/>
                </a:lnTo>
                <a:lnTo>
                  <a:pt x="957" y="1748683"/>
                </a:lnTo>
                <a:lnTo>
                  <a:pt x="239" y="1739180"/>
                </a:lnTo>
                <a:lnTo>
                  <a:pt x="0" y="1729674"/>
                </a:lnTo>
                <a:lnTo>
                  <a:pt x="0" y="187160"/>
                </a:lnTo>
                <a:lnTo>
                  <a:pt x="239" y="177656"/>
                </a:lnTo>
                <a:moveTo>
                  <a:pt x="19926" y="187539"/>
                </a:moveTo>
                <a:lnTo>
                  <a:pt x="19926" y="187300"/>
                </a:lnTo>
                <a:lnTo>
                  <a:pt x="19926" y="1729535"/>
                </a:lnTo>
                <a:lnTo>
                  <a:pt x="19926" y="1729296"/>
                </a:lnTo>
                <a:lnTo>
                  <a:pt x="20145" y="1738422"/>
                </a:lnTo>
                <a:lnTo>
                  <a:pt x="20125" y="1737924"/>
                </a:lnTo>
                <a:lnTo>
                  <a:pt x="20822" y="1746911"/>
                </a:lnTo>
                <a:lnTo>
                  <a:pt x="20763" y="1746412"/>
                </a:lnTo>
                <a:lnTo>
                  <a:pt x="21898" y="1755299"/>
                </a:lnTo>
                <a:lnTo>
                  <a:pt x="21819" y="1754801"/>
                </a:lnTo>
                <a:lnTo>
                  <a:pt x="23373" y="1763528"/>
                </a:lnTo>
                <a:lnTo>
                  <a:pt x="23273" y="1763050"/>
                </a:lnTo>
                <a:lnTo>
                  <a:pt x="25246" y="1771618"/>
                </a:lnTo>
                <a:lnTo>
                  <a:pt x="25126" y="1771140"/>
                </a:lnTo>
                <a:lnTo>
                  <a:pt x="27517" y="1779548"/>
                </a:lnTo>
                <a:lnTo>
                  <a:pt x="27378" y="1779090"/>
                </a:lnTo>
                <a:lnTo>
                  <a:pt x="30168" y="1787319"/>
                </a:lnTo>
                <a:lnTo>
                  <a:pt x="29988" y="1786861"/>
                </a:lnTo>
                <a:lnTo>
                  <a:pt x="33176" y="1794911"/>
                </a:lnTo>
                <a:lnTo>
                  <a:pt x="32977" y="1794473"/>
                </a:lnTo>
                <a:lnTo>
                  <a:pt x="36523" y="1802324"/>
                </a:lnTo>
                <a:lnTo>
                  <a:pt x="36324" y="1801886"/>
                </a:lnTo>
                <a:lnTo>
                  <a:pt x="40230" y="1809536"/>
                </a:lnTo>
                <a:lnTo>
                  <a:pt x="40011" y="1809099"/>
                </a:lnTo>
                <a:lnTo>
                  <a:pt x="44275" y="1816530"/>
                </a:lnTo>
                <a:lnTo>
                  <a:pt x="44016" y="1816111"/>
                </a:lnTo>
                <a:lnTo>
                  <a:pt x="48638" y="1823306"/>
                </a:lnTo>
                <a:lnTo>
                  <a:pt x="48360" y="1822927"/>
                </a:lnTo>
                <a:lnTo>
                  <a:pt x="53321" y="1829860"/>
                </a:lnTo>
                <a:lnTo>
                  <a:pt x="53022" y="1829482"/>
                </a:lnTo>
                <a:lnTo>
                  <a:pt x="58282" y="1836177"/>
                </a:lnTo>
                <a:lnTo>
                  <a:pt x="57983" y="1835819"/>
                </a:lnTo>
                <a:lnTo>
                  <a:pt x="63563" y="1842255"/>
                </a:lnTo>
                <a:lnTo>
                  <a:pt x="63244" y="1841896"/>
                </a:lnTo>
                <a:lnTo>
                  <a:pt x="69122" y="1848053"/>
                </a:lnTo>
                <a:lnTo>
                  <a:pt x="68783" y="1847734"/>
                </a:lnTo>
                <a:lnTo>
                  <a:pt x="74940" y="1853592"/>
                </a:lnTo>
                <a:lnTo>
                  <a:pt x="74581" y="1853273"/>
                </a:lnTo>
                <a:lnTo>
                  <a:pt x="81017" y="1858852"/>
                </a:lnTo>
                <a:lnTo>
                  <a:pt x="80659" y="1858554"/>
                </a:lnTo>
                <a:lnTo>
                  <a:pt x="87354" y="1863814"/>
                </a:lnTo>
                <a:lnTo>
                  <a:pt x="86975" y="1863534"/>
                </a:lnTo>
                <a:lnTo>
                  <a:pt x="93909" y="1868476"/>
                </a:lnTo>
                <a:lnTo>
                  <a:pt x="93530" y="1868198"/>
                </a:lnTo>
                <a:lnTo>
                  <a:pt x="100724" y="1872820"/>
                </a:lnTo>
                <a:lnTo>
                  <a:pt x="100305" y="1872561"/>
                </a:lnTo>
                <a:lnTo>
                  <a:pt x="107737" y="1876825"/>
                </a:lnTo>
                <a:lnTo>
                  <a:pt x="107299" y="1876606"/>
                </a:lnTo>
                <a:lnTo>
                  <a:pt x="114950" y="1880511"/>
                </a:lnTo>
                <a:lnTo>
                  <a:pt x="114512" y="1880312"/>
                </a:lnTo>
                <a:lnTo>
                  <a:pt x="122363" y="1883858"/>
                </a:lnTo>
                <a:lnTo>
                  <a:pt x="121924" y="1883660"/>
                </a:lnTo>
                <a:lnTo>
                  <a:pt x="129974" y="1886847"/>
                </a:lnTo>
                <a:lnTo>
                  <a:pt x="129516" y="1886668"/>
                </a:lnTo>
                <a:lnTo>
                  <a:pt x="137745" y="1889458"/>
                </a:lnTo>
                <a:lnTo>
                  <a:pt x="137287" y="1889319"/>
                </a:lnTo>
                <a:lnTo>
                  <a:pt x="145695" y="1891710"/>
                </a:lnTo>
                <a:lnTo>
                  <a:pt x="145217" y="1891590"/>
                </a:lnTo>
                <a:lnTo>
                  <a:pt x="153785" y="1893563"/>
                </a:lnTo>
                <a:lnTo>
                  <a:pt x="153307" y="1893463"/>
                </a:lnTo>
                <a:lnTo>
                  <a:pt x="162035" y="1895017"/>
                </a:lnTo>
                <a:lnTo>
                  <a:pt x="161536" y="1894937"/>
                </a:lnTo>
                <a:lnTo>
                  <a:pt x="170423" y="1896074"/>
                </a:lnTo>
                <a:lnTo>
                  <a:pt x="169925" y="1896014"/>
                </a:lnTo>
                <a:lnTo>
                  <a:pt x="178912" y="1896711"/>
                </a:lnTo>
                <a:lnTo>
                  <a:pt x="178413" y="1896691"/>
                </a:lnTo>
                <a:lnTo>
                  <a:pt x="187539" y="1896910"/>
                </a:lnTo>
                <a:lnTo>
                  <a:pt x="187300" y="1896910"/>
                </a:lnTo>
                <a:lnTo>
                  <a:pt x="1630904" y="1896910"/>
                </a:lnTo>
                <a:lnTo>
                  <a:pt x="1630665" y="1896910"/>
                </a:lnTo>
                <a:lnTo>
                  <a:pt x="1639792" y="1896691"/>
                </a:lnTo>
                <a:lnTo>
                  <a:pt x="1639293" y="1896711"/>
                </a:lnTo>
                <a:lnTo>
                  <a:pt x="1648280" y="1896014"/>
                </a:lnTo>
                <a:lnTo>
                  <a:pt x="1647782" y="1896074"/>
                </a:lnTo>
                <a:lnTo>
                  <a:pt x="1656668" y="1894937"/>
                </a:lnTo>
                <a:lnTo>
                  <a:pt x="1656170" y="1895017"/>
                </a:lnTo>
                <a:lnTo>
                  <a:pt x="1664897" y="1893463"/>
                </a:lnTo>
                <a:lnTo>
                  <a:pt x="1664419" y="1893563"/>
                </a:lnTo>
                <a:lnTo>
                  <a:pt x="1672987" y="1891590"/>
                </a:lnTo>
                <a:lnTo>
                  <a:pt x="1672509" y="1891710"/>
                </a:lnTo>
                <a:lnTo>
                  <a:pt x="1680918" y="1889319"/>
                </a:lnTo>
                <a:lnTo>
                  <a:pt x="1680459" y="1889458"/>
                </a:lnTo>
                <a:lnTo>
                  <a:pt x="1688688" y="1886668"/>
                </a:lnTo>
                <a:lnTo>
                  <a:pt x="1688231" y="1886847"/>
                </a:lnTo>
                <a:lnTo>
                  <a:pt x="1696280" y="1883660"/>
                </a:lnTo>
                <a:lnTo>
                  <a:pt x="1695841" y="1883858"/>
                </a:lnTo>
                <a:lnTo>
                  <a:pt x="1703693" y="1880312"/>
                </a:lnTo>
                <a:lnTo>
                  <a:pt x="1703254" y="1880511"/>
                </a:lnTo>
                <a:lnTo>
                  <a:pt x="1710905" y="1876606"/>
                </a:lnTo>
                <a:lnTo>
                  <a:pt x="1710467" y="1876825"/>
                </a:lnTo>
                <a:lnTo>
                  <a:pt x="1717900" y="1872561"/>
                </a:lnTo>
                <a:lnTo>
                  <a:pt x="1717481" y="1872820"/>
                </a:lnTo>
                <a:lnTo>
                  <a:pt x="1724674" y="1868198"/>
                </a:lnTo>
                <a:lnTo>
                  <a:pt x="1724276" y="1868476"/>
                </a:lnTo>
                <a:lnTo>
                  <a:pt x="1731229" y="1863534"/>
                </a:lnTo>
                <a:lnTo>
                  <a:pt x="1730851" y="1863814"/>
                </a:lnTo>
                <a:lnTo>
                  <a:pt x="1737546" y="1858554"/>
                </a:lnTo>
                <a:lnTo>
                  <a:pt x="1737187" y="1858852"/>
                </a:lnTo>
                <a:lnTo>
                  <a:pt x="1743623" y="1853273"/>
                </a:lnTo>
                <a:lnTo>
                  <a:pt x="1743264" y="1853592"/>
                </a:lnTo>
                <a:lnTo>
                  <a:pt x="1749422" y="1847734"/>
                </a:lnTo>
                <a:lnTo>
                  <a:pt x="1749083" y="1848053"/>
                </a:lnTo>
                <a:lnTo>
                  <a:pt x="1754961" y="1841896"/>
                </a:lnTo>
                <a:lnTo>
                  <a:pt x="1754642" y="1842255"/>
                </a:lnTo>
                <a:lnTo>
                  <a:pt x="1760221" y="1835819"/>
                </a:lnTo>
                <a:lnTo>
                  <a:pt x="1759922" y="1836177"/>
                </a:lnTo>
                <a:lnTo>
                  <a:pt x="1765183" y="1829482"/>
                </a:lnTo>
                <a:lnTo>
                  <a:pt x="1764884" y="1829860"/>
                </a:lnTo>
                <a:lnTo>
                  <a:pt x="1769845" y="1822927"/>
                </a:lnTo>
                <a:lnTo>
                  <a:pt x="1769566" y="1823306"/>
                </a:lnTo>
                <a:lnTo>
                  <a:pt x="1774189" y="1816111"/>
                </a:lnTo>
                <a:lnTo>
                  <a:pt x="1773930" y="1816530"/>
                </a:lnTo>
                <a:lnTo>
                  <a:pt x="1778194" y="1809099"/>
                </a:lnTo>
                <a:lnTo>
                  <a:pt x="1777975" y="1809536"/>
                </a:lnTo>
                <a:lnTo>
                  <a:pt x="1781880" y="1801886"/>
                </a:lnTo>
                <a:lnTo>
                  <a:pt x="1781681" y="1802324"/>
                </a:lnTo>
                <a:lnTo>
                  <a:pt x="1785228" y="1794473"/>
                </a:lnTo>
                <a:lnTo>
                  <a:pt x="1785028" y="1794911"/>
                </a:lnTo>
                <a:lnTo>
                  <a:pt x="1788217" y="1786861"/>
                </a:lnTo>
                <a:lnTo>
                  <a:pt x="1788037" y="1787319"/>
                </a:lnTo>
                <a:lnTo>
                  <a:pt x="1790827" y="1779090"/>
                </a:lnTo>
                <a:lnTo>
                  <a:pt x="1790687" y="1779548"/>
                </a:lnTo>
                <a:lnTo>
                  <a:pt x="1793078" y="1771140"/>
                </a:lnTo>
                <a:lnTo>
                  <a:pt x="1792959" y="1771618"/>
                </a:lnTo>
                <a:lnTo>
                  <a:pt x="1794932" y="1763050"/>
                </a:lnTo>
                <a:lnTo>
                  <a:pt x="1794832" y="1763528"/>
                </a:lnTo>
                <a:lnTo>
                  <a:pt x="1796386" y="1754801"/>
                </a:lnTo>
                <a:lnTo>
                  <a:pt x="1796306" y="1755299"/>
                </a:lnTo>
                <a:lnTo>
                  <a:pt x="1797442" y="1746412"/>
                </a:lnTo>
                <a:lnTo>
                  <a:pt x="1797382" y="1746911"/>
                </a:lnTo>
                <a:lnTo>
                  <a:pt x="1798080" y="1737924"/>
                </a:lnTo>
                <a:lnTo>
                  <a:pt x="1798060" y="1738422"/>
                </a:lnTo>
                <a:lnTo>
                  <a:pt x="1798279" y="1729296"/>
                </a:lnTo>
                <a:lnTo>
                  <a:pt x="1798279" y="1729535"/>
                </a:lnTo>
                <a:lnTo>
                  <a:pt x="1798279" y="187300"/>
                </a:lnTo>
                <a:lnTo>
                  <a:pt x="1798279" y="187539"/>
                </a:lnTo>
                <a:lnTo>
                  <a:pt x="1798060" y="178413"/>
                </a:lnTo>
                <a:lnTo>
                  <a:pt x="1798080" y="178931"/>
                </a:lnTo>
                <a:lnTo>
                  <a:pt x="1797382" y="169925"/>
                </a:lnTo>
                <a:lnTo>
                  <a:pt x="1797442" y="170423"/>
                </a:lnTo>
                <a:lnTo>
                  <a:pt x="1796306" y="161536"/>
                </a:lnTo>
                <a:lnTo>
                  <a:pt x="1796386" y="162034"/>
                </a:lnTo>
                <a:lnTo>
                  <a:pt x="1794832" y="153307"/>
                </a:lnTo>
                <a:lnTo>
                  <a:pt x="1794932" y="153785"/>
                </a:lnTo>
                <a:lnTo>
                  <a:pt x="1792959" y="145217"/>
                </a:lnTo>
                <a:lnTo>
                  <a:pt x="1793078" y="145695"/>
                </a:lnTo>
                <a:lnTo>
                  <a:pt x="1790687" y="137287"/>
                </a:lnTo>
                <a:lnTo>
                  <a:pt x="1790827" y="137745"/>
                </a:lnTo>
                <a:lnTo>
                  <a:pt x="1788037" y="129516"/>
                </a:lnTo>
                <a:lnTo>
                  <a:pt x="1788217" y="129974"/>
                </a:lnTo>
                <a:lnTo>
                  <a:pt x="1785028" y="121924"/>
                </a:lnTo>
                <a:lnTo>
                  <a:pt x="1785228" y="122362"/>
                </a:lnTo>
                <a:lnTo>
                  <a:pt x="1781681" y="114512"/>
                </a:lnTo>
                <a:lnTo>
                  <a:pt x="1781880" y="114950"/>
                </a:lnTo>
                <a:lnTo>
                  <a:pt x="1777975" y="107299"/>
                </a:lnTo>
                <a:lnTo>
                  <a:pt x="1778194" y="107737"/>
                </a:lnTo>
                <a:lnTo>
                  <a:pt x="1773930" y="100305"/>
                </a:lnTo>
                <a:lnTo>
                  <a:pt x="1774189" y="100724"/>
                </a:lnTo>
                <a:lnTo>
                  <a:pt x="1769566" y="93531"/>
                </a:lnTo>
                <a:lnTo>
                  <a:pt x="1769845" y="93929"/>
                </a:lnTo>
                <a:lnTo>
                  <a:pt x="1764884" y="86975"/>
                </a:lnTo>
                <a:lnTo>
                  <a:pt x="1765183" y="87353"/>
                </a:lnTo>
                <a:lnTo>
                  <a:pt x="1759922" y="80658"/>
                </a:lnTo>
                <a:lnTo>
                  <a:pt x="1760221" y="81017"/>
                </a:lnTo>
                <a:lnTo>
                  <a:pt x="1754642" y="74581"/>
                </a:lnTo>
                <a:lnTo>
                  <a:pt x="1754961" y="74940"/>
                </a:lnTo>
                <a:lnTo>
                  <a:pt x="1749083" y="68783"/>
                </a:lnTo>
                <a:lnTo>
                  <a:pt x="1749422" y="69122"/>
                </a:lnTo>
                <a:lnTo>
                  <a:pt x="1743264" y="63243"/>
                </a:lnTo>
                <a:lnTo>
                  <a:pt x="1743623" y="63563"/>
                </a:lnTo>
                <a:lnTo>
                  <a:pt x="1737187" y="57983"/>
                </a:lnTo>
                <a:lnTo>
                  <a:pt x="1737546" y="58282"/>
                </a:lnTo>
                <a:lnTo>
                  <a:pt x="1730851" y="53022"/>
                </a:lnTo>
                <a:lnTo>
                  <a:pt x="1731229" y="53321"/>
                </a:lnTo>
                <a:lnTo>
                  <a:pt x="1724276" y="48359"/>
                </a:lnTo>
                <a:lnTo>
                  <a:pt x="1724674" y="48638"/>
                </a:lnTo>
                <a:lnTo>
                  <a:pt x="1717481" y="44015"/>
                </a:lnTo>
                <a:lnTo>
                  <a:pt x="1717900" y="44274"/>
                </a:lnTo>
                <a:lnTo>
                  <a:pt x="1710467" y="40010"/>
                </a:lnTo>
                <a:lnTo>
                  <a:pt x="1710905" y="40230"/>
                </a:lnTo>
                <a:lnTo>
                  <a:pt x="1703254" y="36324"/>
                </a:lnTo>
                <a:lnTo>
                  <a:pt x="1703693" y="36523"/>
                </a:lnTo>
                <a:lnTo>
                  <a:pt x="1695841" y="32977"/>
                </a:lnTo>
                <a:lnTo>
                  <a:pt x="1696280" y="33176"/>
                </a:lnTo>
                <a:lnTo>
                  <a:pt x="1688231" y="29987"/>
                </a:lnTo>
                <a:lnTo>
                  <a:pt x="1688688" y="30167"/>
                </a:lnTo>
                <a:lnTo>
                  <a:pt x="1680459" y="27378"/>
                </a:lnTo>
                <a:lnTo>
                  <a:pt x="1680918" y="27517"/>
                </a:lnTo>
                <a:lnTo>
                  <a:pt x="1672509" y="25126"/>
                </a:lnTo>
                <a:lnTo>
                  <a:pt x="1672987" y="25246"/>
                </a:lnTo>
                <a:lnTo>
                  <a:pt x="1664419" y="23273"/>
                </a:lnTo>
                <a:lnTo>
                  <a:pt x="1664897" y="23372"/>
                </a:lnTo>
                <a:lnTo>
                  <a:pt x="1656170" y="21819"/>
                </a:lnTo>
                <a:lnTo>
                  <a:pt x="1656668" y="21898"/>
                </a:lnTo>
                <a:lnTo>
                  <a:pt x="1647782" y="20762"/>
                </a:lnTo>
                <a:lnTo>
                  <a:pt x="1648280" y="20822"/>
                </a:lnTo>
                <a:lnTo>
                  <a:pt x="1639293" y="20124"/>
                </a:lnTo>
                <a:lnTo>
                  <a:pt x="1639792" y="20144"/>
                </a:lnTo>
                <a:lnTo>
                  <a:pt x="1630665" y="19926"/>
                </a:lnTo>
                <a:lnTo>
                  <a:pt x="1630904" y="19926"/>
                </a:lnTo>
                <a:lnTo>
                  <a:pt x="187300" y="19926"/>
                </a:lnTo>
                <a:lnTo>
                  <a:pt x="187539" y="19926"/>
                </a:lnTo>
                <a:lnTo>
                  <a:pt x="178413" y="20144"/>
                </a:lnTo>
                <a:lnTo>
                  <a:pt x="178912" y="20124"/>
                </a:lnTo>
                <a:lnTo>
                  <a:pt x="169925" y="20822"/>
                </a:lnTo>
                <a:lnTo>
                  <a:pt x="170423" y="20762"/>
                </a:lnTo>
                <a:lnTo>
                  <a:pt x="161536" y="21898"/>
                </a:lnTo>
                <a:lnTo>
                  <a:pt x="162035" y="21819"/>
                </a:lnTo>
                <a:lnTo>
                  <a:pt x="153307" y="23372"/>
                </a:lnTo>
                <a:lnTo>
                  <a:pt x="153785" y="23273"/>
                </a:lnTo>
                <a:lnTo>
                  <a:pt x="145217" y="25246"/>
                </a:lnTo>
                <a:lnTo>
                  <a:pt x="145695" y="25126"/>
                </a:lnTo>
                <a:lnTo>
                  <a:pt x="137287" y="27517"/>
                </a:lnTo>
                <a:lnTo>
                  <a:pt x="137745" y="27378"/>
                </a:lnTo>
                <a:lnTo>
                  <a:pt x="129516" y="30167"/>
                </a:lnTo>
                <a:lnTo>
                  <a:pt x="129974" y="29987"/>
                </a:lnTo>
                <a:lnTo>
                  <a:pt x="121924" y="33176"/>
                </a:lnTo>
                <a:lnTo>
                  <a:pt x="122363" y="32977"/>
                </a:lnTo>
                <a:lnTo>
                  <a:pt x="114512" y="36523"/>
                </a:lnTo>
                <a:lnTo>
                  <a:pt x="114950" y="36324"/>
                </a:lnTo>
                <a:lnTo>
                  <a:pt x="107299" y="40230"/>
                </a:lnTo>
                <a:lnTo>
                  <a:pt x="107737" y="40010"/>
                </a:lnTo>
                <a:lnTo>
                  <a:pt x="100305" y="44274"/>
                </a:lnTo>
                <a:lnTo>
                  <a:pt x="100724" y="44015"/>
                </a:lnTo>
                <a:lnTo>
                  <a:pt x="93530" y="48638"/>
                </a:lnTo>
                <a:lnTo>
                  <a:pt x="93909" y="48359"/>
                </a:lnTo>
                <a:lnTo>
                  <a:pt x="86975" y="53321"/>
                </a:lnTo>
                <a:lnTo>
                  <a:pt x="87354" y="53022"/>
                </a:lnTo>
                <a:lnTo>
                  <a:pt x="80659" y="58282"/>
                </a:lnTo>
                <a:lnTo>
                  <a:pt x="81017" y="57983"/>
                </a:lnTo>
                <a:lnTo>
                  <a:pt x="74581" y="63563"/>
                </a:lnTo>
                <a:lnTo>
                  <a:pt x="74940" y="63243"/>
                </a:lnTo>
                <a:lnTo>
                  <a:pt x="68783" y="69122"/>
                </a:lnTo>
                <a:lnTo>
                  <a:pt x="69122" y="68783"/>
                </a:lnTo>
                <a:lnTo>
                  <a:pt x="63244" y="74940"/>
                </a:lnTo>
                <a:lnTo>
                  <a:pt x="63563" y="74581"/>
                </a:lnTo>
                <a:lnTo>
                  <a:pt x="57983" y="81017"/>
                </a:lnTo>
                <a:lnTo>
                  <a:pt x="58282" y="80658"/>
                </a:lnTo>
                <a:lnTo>
                  <a:pt x="53022" y="87353"/>
                </a:lnTo>
                <a:lnTo>
                  <a:pt x="53321" y="86975"/>
                </a:lnTo>
                <a:lnTo>
                  <a:pt x="48360" y="93929"/>
                </a:lnTo>
                <a:lnTo>
                  <a:pt x="48638" y="93531"/>
                </a:lnTo>
                <a:lnTo>
                  <a:pt x="44016" y="100724"/>
                </a:lnTo>
                <a:lnTo>
                  <a:pt x="44275" y="100305"/>
                </a:lnTo>
                <a:lnTo>
                  <a:pt x="40011" y="107737"/>
                </a:lnTo>
                <a:lnTo>
                  <a:pt x="40230" y="107299"/>
                </a:lnTo>
                <a:lnTo>
                  <a:pt x="36324" y="114950"/>
                </a:lnTo>
                <a:lnTo>
                  <a:pt x="36523" y="114512"/>
                </a:lnTo>
                <a:lnTo>
                  <a:pt x="32977" y="122362"/>
                </a:lnTo>
                <a:lnTo>
                  <a:pt x="33176" y="121924"/>
                </a:lnTo>
                <a:lnTo>
                  <a:pt x="29988" y="129974"/>
                </a:lnTo>
                <a:lnTo>
                  <a:pt x="30168" y="129516"/>
                </a:lnTo>
                <a:lnTo>
                  <a:pt x="27378" y="137745"/>
                </a:lnTo>
                <a:lnTo>
                  <a:pt x="27517" y="137287"/>
                </a:lnTo>
                <a:lnTo>
                  <a:pt x="25126" y="145695"/>
                </a:lnTo>
                <a:lnTo>
                  <a:pt x="25246" y="145217"/>
                </a:lnTo>
                <a:lnTo>
                  <a:pt x="23273" y="153785"/>
                </a:lnTo>
                <a:lnTo>
                  <a:pt x="23373" y="153307"/>
                </a:lnTo>
                <a:lnTo>
                  <a:pt x="21819" y="162034"/>
                </a:lnTo>
                <a:lnTo>
                  <a:pt x="21898" y="161536"/>
                </a:lnTo>
                <a:lnTo>
                  <a:pt x="20763" y="170423"/>
                </a:lnTo>
                <a:lnTo>
                  <a:pt x="20822" y="169925"/>
                </a:lnTo>
                <a:lnTo>
                  <a:pt x="20125" y="178931"/>
                </a:lnTo>
                <a:lnTo>
                  <a:pt x="20145" y="178413"/>
                </a:lnTo>
                <a:lnTo>
                  <a:pt x="19926" y="187539"/>
                </a:lnTo>
              </a:path>
            </a:pathLst>
          </a:custGeom>
          <a:solidFill xmlns:a="http://schemas.openxmlformats.org/drawingml/2006/main">
            <a:srgbClr val="588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24">
            <a:extLst xmlns:a="http://schemas.openxmlformats.org/drawingml/2006/main">
              <a:ext uri="{FF2B5EF4-FFF2-40B4-BE49-F238E27FC236}">
                <a16:creationId xmlns:a16="http://schemas.microsoft.com/office/drawing/2014/main" id="{3C3488EB-B3AF-4F39-B097-594DE3C9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255" y="6456313"/>
            <a:ext cx="1735060" cy="25778"/>
          </a:xfrm>
          <a:custGeom xmlns:a="http://schemas.openxmlformats.org/drawingml/2006/main">
            <a:pathLst>
              <a:path w="1542276" h="22914">
                <a:moveTo>
                  <a:pt x="40" y="0"/>
                </a:moveTo>
                <a:lnTo>
                  <a:pt x="59817" y="119"/>
                </a:lnTo>
                <a:lnTo>
                  <a:pt x="59777" y="20045"/>
                </a:lnTo>
                <a:lnTo>
                  <a:pt x="0" y="19926"/>
                </a:lnTo>
                <a:lnTo>
                  <a:pt x="40" y="0"/>
                </a:lnTo>
                <a:moveTo>
                  <a:pt x="79742" y="159"/>
                </a:moveTo>
                <a:lnTo>
                  <a:pt x="139519" y="279"/>
                </a:lnTo>
                <a:lnTo>
                  <a:pt x="139479" y="20205"/>
                </a:lnTo>
                <a:lnTo>
                  <a:pt x="79702" y="20085"/>
                </a:lnTo>
                <a:lnTo>
                  <a:pt x="79742" y="159"/>
                </a:lnTo>
                <a:moveTo>
                  <a:pt x="159444" y="319"/>
                </a:moveTo>
                <a:lnTo>
                  <a:pt x="219220" y="419"/>
                </a:lnTo>
                <a:lnTo>
                  <a:pt x="219181" y="20344"/>
                </a:lnTo>
                <a:lnTo>
                  <a:pt x="159404" y="20244"/>
                </a:lnTo>
                <a:lnTo>
                  <a:pt x="159444" y="319"/>
                </a:lnTo>
                <a:moveTo>
                  <a:pt x="239146" y="458"/>
                </a:moveTo>
                <a:lnTo>
                  <a:pt x="298923" y="578"/>
                </a:lnTo>
                <a:lnTo>
                  <a:pt x="298883" y="20503"/>
                </a:lnTo>
                <a:lnTo>
                  <a:pt x="239107" y="20384"/>
                </a:lnTo>
                <a:lnTo>
                  <a:pt x="239146" y="458"/>
                </a:lnTo>
                <a:moveTo>
                  <a:pt x="318848" y="618"/>
                </a:moveTo>
                <a:lnTo>
                  <a:pt x="378625" y="737"/>
                </a:lnTo>
                <a:lnTo>
                  <a:pt x="378585" y="20663"/>
                </a:lnTo>
                <a:lnTo>
                  <a:pt x="318808" y="20544"/>
                </a:lnTo>
                <a:lnTo>
                  <a:pt x="318848" y="618"/>
                </a:lnTo>
                <a:moveTo>
                  <a:pt x="398551" y="777"/>
                </a:moveTo>
                <a:lnTo>
                  <a:pt x="458327" y="896"/>
                </a:lnTo>
                <a:lnTo>
                  <a:pt x="458287" y="20822"/>
                </a:lnTo>
                <a:lnTo>
                  <a:pt x="398511" y="20703"/>
                </a:lnTo>
                <a:lnTo>
                  <a:pt x="398551" y="777"/>
                </a:lnTo>
                <a:moveTo>
                  <a:pt x="478252" y="936"/>
                </a:moveTo>
                <a:lnTo>
                  <a:pt x="538029" y="1036"/>
                </a:lnTo>
                <a:lnTo>
                  <a:pt x="537989" y="20962"/>
                </a:lnTo>
                <a:lnTo>
                  <a:pt x="478212" y="20862"/>
                </a:lnTo>
                <a:lnTo>
                  <a:pt x="478252" y="936"/>
                </a:lnTo>
                <a:moveTo>
                  <a:pt x="557955" y="1076"/>
                </a:moveTo>
                <a:lnTo>
                  <a:pt x="617731" y="1195"/>
                </a:lnTo>
                <a:lnTo>
                  <a:pt x="617692" y="21121"/>
                </a:lnTo>
                <a:lnTo>
                  <a:pt x="557915" y="21001"/>
                </a:lnTo>
                <a:lnTo>
                  <a:pt x="557955" y="1076"/>
                </a:lnTo>
                <a:moveTo>
                  <a:pt x="637657" y="1235"/>
                </a:moveTo>
                <a:lnTo>
                  <a:pt x="697433" y="1355"/>
                </a:lnTo>
                <a:lnTo>
                  <a:pt x="697393" y="21281"/>
                </a:lnTo>
                <a:lnTo>
                  <a:pt x="637617" y="21160"/>
                </a:lnTo>
                <a:lnTo>
                  <a:pt x="637657" y="1235"/>
                </a:lnTo>
                <a:moveTo>
                  <a:pt x="717359" y="1395"/>
                </a:moveTo>
                <a:lnTo>
                  <a:pt x="777136" y="1514"/>
                </a:lnTo>
                <a:lnTo>
                  <a:pt x="777096" y="21440"/>
                </a:lnTo>
                <a:lnTo>
                  <a:pt x="717319" y="21320"/>
                </a:lnTo>
                <a:lnTo>
                  <a:pt x="717359" y="1395"/>
                </a:lnTo>
                <a:moveTo>
                  <a:pt x="797061" y="1554"/>
                </a:moveTo>
                <a:lnTo>
                  <a:pt x="856837" y="1654"/>
                </a:lnTo>
                <a:lnTo>
                  <a:pt x="856797" y="21580"/>
                </a:lnTo>
                <a:lnTo>
                  <a:pt x="797021" y="21480"/>
                </a:lnTo>
                <a:lnTo>
                  <a:pt x="797061" y="1554"/>
                </a:lnTo>
                <a:moveTo>
                  <a:pt x="876763" y="1694"/>
                </a:moveTo>
                <a:lnTo>
                  <a:pt x="936540" y="1813"/>
                </a:lnTo>
                <a:lnTo>
                  <a:pt x="936500" y="21739"/>
                </a:lnTo>
                <a:lnTo>
                  <a:pt x="876723" y="21619"/>
                </a:lnTo>
                <a:lnTo>
                  <a:pt x="876763" y="1694"/>
                </a:lnTo>
                <a:moveTo>
                  <a:pt x="956465" y="1853"/>
                </a:moveTo>
                <a:lnTo>
                  <a:pt x="1016242" y="1973"/>
                </a:lnTo>
                <a:lnTo>
                  <a:pt x="1016202" y="21898"/>
                </a:lnTo>
                <a:lnTo>
                  <a:pt x="956425" y="21778"/>
                </a:lnTo>
                <a:lnTo>
                  <a:pt x="956465" y="1853"/>
                </a:lnTo>
                <a:moveTo>
                  <a:pt x="1036167" y="2012"/>
                </a:moveTo>
                <a:lnTo>
                  <a:pt x="1095944" y="2132"/>
                </a:lnTo>
                <a:lnTo>
                  <a:pt x="1095904" y="22057"/>
                </a:lnTo>
                <a:lnTo>
                  <a:pt x="1036127" y="21938"/>
                </a:lnTo>
                <a:lnTo>
                  <a:pt x="1036167" y="2012"/>
                </a:lnTo>
                <a:moveTo>
                  <a:pt x="1115869" y="2172"/>
                </a:moveTo>
                <a:lnTo>
                  <a:pt x="1175646" y="2271"/>
                </a:lnTo>
                <a:lnTo>
                  <a:pt x="1175606" y="22197"/>
                </a:lnTo>
                <a:lnTo>
                  <a:pt x="1115829" y="22098"/>
                </a:lnTo>
                <a:lnTo>
                  <a:pt x="1115869" y="2172"/>
                </a:lnTo>
                <a:moveTo>
                  <a:pt x="1195571" y="2311"/>
                </a:moveTo>
                <a:lnTo>
                  <a:pt x="1255348" y="2430"/>
                </a:lnTo>
                <a:lnTo>
                  <a:pt x="1255308" y="22356"/>
                </a:lnTo>
                <a:lnTo>
                  <a:pt x="1195531" y="22237"/>
                </a:lnTo>
                <a:lnTo>
                  <a:pt x="1195571" y="2311"/>
                </a:lnTo>
                <a:moveTo>
                  <a:pt x="1275273" y="2471"/>
                </a:moveTo>
                <a:lnTo>
                  <a:pt x="1335050" y="2590"/>
                </a:lnTo>
                <a:lnTo>
                  <a:pt x="1335011" y="22516"/>
                </a:lnTo>
                <a:lnTo>
                  <a:pt x="1275234" y="22396"/>
                </a:lnTo>
                <a:lnTo>
                  <a:pt x="1275273" y="2471"/>
                </a:lnTo>
                <a:moveTo>
                  <a:pt x="1354976" y="2630"/>
                </a:moveTo>
                <a:lnTo>
                  <a:pt x="1414752" y="2750"/>
                </a:lnTo>
                <a:lnTo>
                  <a:pt x="1414713" y="22675"/>
                </a:lnTo>
                <a:lnTo>
                  <a:pt x="1354936" y="22555"/>
                </a:lnTo>
                <a:lnTo>
                  <a:pt x="1354976" y="2630"/>
                </a:lnTo>
                <a:moveTo>
                  <a:pt x="1434678" y="2789"/>
                </a:moveTo>
                <a:lnTo>
                  <a:pt x="1494454" y="2889"/>
                </a:lnTo>
                <a:lnTo>
                  <a:pt x="1494415" y="22814"/>
                </a:lnTo>
                <a:lnTo>
                  <a:pt x="1434638" y="22715"/>
                </a:lnTo>
                <a:lnTo>
                  <a:pt x="1434678" y="2789"/>
                </a:lnTo>
                <a:moveTo>
                  <a:pt x="1514380" y="2929"/>
                </a:moveTo>
                <a:lnTo>
                  <a:pt x="1542276" y="2989"/>
                </a:lnTo>
                <a:lnTo>
                  <a:pt x="1542236" y="22914"/>
                </a:lnTo>
                <a:lnTo>
                  <a:pt x="1514340" y="22855"/>
                </a:lnTo>
                <a:lnTo>
                  <a:pt x="1514380" y="2929"/>
                </a:lnTo>
              </a:path>
            </a:pathLst>
          </a:custGeom>
          <a:solidFill xmlns:a="http://schemas.openxmlformats.org/drawingml/2006/main">
            <a:srgbClr val="ACD78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66F4ADA-0BE8-4E80-9C33-B3908EE47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304485ed84c37"/>
          <a:stretch xmlns:a="http://schemas.openxmlformats.org/drawingml/2006/main"/>
        </p:blipFill>
        <p:spPr>
          <a:xfrm xmlns:a="http://schemas.openxmlformats.org/drawingml/2006/main">
            <a:off x="5068247" y="5559664"/>
            <a:ext cx="667107" cy="667107"/>
          </a:xfrm>
          <a:prstGeom xmlns:a="http://schemas.openxmlformats.org/drawingml/2006/main" prst="rect">
            <a:avLst/>
          </a:prstGeom>
        </p:spPr>
      </p:pic>
      <p:sp>
        <p:nvSpPr>
          <p:cNvPr id="197" name="text-126 InternLM-">
            <a:extLst xmlns:a="http://schemas.openxmlformats.org/drawingml/2006/main">
              <a:ext uri="{FF2B5EF4-FFF2-40B4-BE49-F238E27FC236}">
                <a16:creationId xmlns:a16="http://schemas.microsoft.com/office/drawing/2014/main" id="{7D10691B-C006-4EE9-A1E2-D6CAB71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8021" y="6316036"/>
            <a:ext cx="1148733" cy="31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InternLM-</a:t>
            </a:r>
          </a:p>
        </p:txBody>
      </p:sp>
      <p:sp>
        <p:nvSpPr>
          <p:cNvPr id="198" name="text-127 Chat-20B">
            <a:extLst xmlns:a="http://schemas.openxmlformats.org/drawingml/2006/main">
              <a:ext uri="{FF2B5EF4-FFF2-40B4-BE49-F238E27FC236}">
                <a16:creationId xmlns:a16="http://schemas.microsoft.com/office/drawing/2014/main" id="{9BB5EA14-F338-42F3-8422-CDD86937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303" y="6585293"/>
            <a:ext cx="1032749" cy="313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Chat-20B</a:t>
            </a:r>
          </a:p>
        </p:txBody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5AD7DFA-9DA9-487A-A79A-3478BF825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11fed171e4fef"/>
          <a:stretch xmlns:a="http://schemas.openxmlformats.org/drawingml/2006/main"/>
        </p:blipFill>
        <p:spPr>
          <a:xfrm xmlns:a="http://schemas.openxmlformats.org/drawingml/2006/main">
            <a:off x="2043403" y="9300931"/>
            <a:ext cx="460653" cy="460653"/>
          </a:xfrm>
          <a:prstGeom xmlns:a="http://schemas.openxmlformats.org/drawingml/2006/main" prst="rect">
            <a:avLst/>
          </a:prstGeom>
        </p:spPr>
      </p:pic>
      <p:sp>
        <p:nvSpPr>
          <p:cNvPr id="200" name="path-129">
            <a:extLst xmlns:a="http://schemas.openxmlformats.org/drawingml/2006/main">
              <a:ext uri="{FF2B5EF4-FFF2-40B4-BE49-F238E27FC236}">
                <a16:creationId xmlns:a16="http://schemas.microsoft.com/office/drawing/2014/main" id="{D74AE191-C74F-42B7-8C84-F3FA760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886" y="5801759"/>
            <a:ext cx="1546719" cy="572958"/>
          </a:xfrm>
          <a:custGeom xmlns:a="http://schemas.openxmlformats.org/drawingml/2006/main">
            <a:pathLst>
              <a:path w="1374861" h="509296">
                <a:moveTo>
                  <a:pt x="0" y="0"/>
                </a:moveTo>
                <a:lnTo>
                  <a:pt x="0" y="509296"/>
                </a:lnTo>
                <a:lnTo>
                  <a:pt x="1374861" y="509296"/>
                </a:lnTo>
                <a:lnTo>
                  <a:pt x="1374861" y="0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30">
            <a:extLst xmlns:a="http://schemas.openxmlformats.org/drawingml/2006/main">
              <a:ext uri="{FF2B5EF4-FFF2-40B4-BE49-F238E27FC236}">
                <a16:creationId xmlns:a16="http://schemas.microsoft.com/office/drawing/2014/main" id="{7E0E46AD-4733-4DDE-B0CF-127C5E9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126" y="5791672"/>
            <a:ext cx="1569135" cy="592908"/>
          </a:xfrm>
          <a:custGeom xmlns:a="http://schemas.openxmlformats.org/drawingml/2006/main">
            <a:pathLst>
              <a:path w="1394787" h="527029">
                <a:moveTo>
                  <a:pt x="1394787" y="0"/>
                </a:moveTo>
                <a:lnTo>
                  <a:pt x="1394787" y="527029"/>
                </a:lnTo>
                <a:lnTo>
                  <a:pt x="0" y="527029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517067"/>
                </a:lnTo>
                <a:lnTo>
                  <a:pt x="9963" y="507104"/>
                </a:lnTo>
                <a:lnTo>
                  <a:pt x="1384824" y="507104"/>
                </a:lnTo>
                <a:lnTo>
                  <a:pt x="1374862" y="517067"/>
                </a:lnTo>
                <a:lnTo>
                  <a:pt x="1374862" y="9963"/>
                </a:lnTo>
                <a:lnTo>
                  <a:pt x="1384824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text-131 Single">
            <a:extLst xmlns:a="http://schemas.openxmlformats.org/drawingml/2006/main">
              <a:ext uri="{FF2B5EF4-FFF2-40B4-BE49-F238E27FC236}">
                <a16:creationId xmlns:a16="http://schemas.microsoft.com/office/drawing/2014/main" id="{B9109684-02C2-4266-BF8F-C66193C4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82" y="5824043"/>
            <a:ext cx="679260" cy="314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Single</a:t>
            </a:r>
          </a:p>
        </p:txBody>
      </p:sp>
      <p:sp>
        <p:nvSpPr>
          <p:cNvPr id="203" name="text-131 Item">
            <a:extLst xmlns:a="http://schemas.openxmlformats.org/drawingml/2006/main">
              <a:ext uri="{FF2B5EF4-FFF2-40B4-BE49-F238E27FC236}">
                <a16:creationId xmlns:a16="http://schemas.microsoft.com/office/drawing/2014/main" id="{54FF8C82-9F25-4FAD-9A06-B918E824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0513" y="5824474"/>
            <a:ext cx="564380" cy="31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</a:t>
            </a:r>
          </a:p>
        </p:txBody>
      </p:sp>
      <p:sp>
        <p:nvSpPr>
          <p:cNvPr id="204" name="text-132 &amp;">
            <a:extLst xmlns:a="http://schemas.openxmlformats.org/drawingml/2006/main">
              <a:ext uri="{FF2B5EF4-FFF2-40B4-BE49-F238E27FC236}">
                <a16:creationId xmlns:a16="http://schemas.microsoft.com/office/drawing/2014/main" id="{87ED38FF-5636-4B1E-89F9-9454AEF4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3543" y="6094127"/>
            <a:ext cx="186112" cy="312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205" name="text-132 Summaty">
            <a:extLst xmlns:a="http://schemas.openxmlformats.org/drawingml/2006/main">
              <a:ext uri="{FF2B5EF4-FFF2-40B4-BE49-F238E27FC236}">
                <a16:creationId xmlns:a16="http://schemas.microsoft.com/office/drawing/2014/main" id="{9D039D9F-95DB-43D3-BB3C-F1B22D09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7617" y="6093479"/>
            <a:ext cx="995876" cy="313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Summaty</a:t>
            </a:r>
          </a:p>
        </p:txBody>
      </p:sp>
      <p:sp>
        <p:nvSpPr>
          <p:cNvPr id="206" name="path-133">
            <a:extLst xmlns:a="http://schemas.openxmlformats.org/drawingml/2006/main">
              <a:ext uri="{FF2B5EF4-FFF2-40B4-BE49-F238E27FC236}">
                <a16:creationId xmlns:a16="http://schemas.microsoft.com/office/drawing/2014/main" id="{7E09058A-A33F-4F00-AA53-5DAEA6D8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886" y="6848148"/>
            <a:ext cx="1546719" cy="602549"/>
          </a:xfrm>
          <a:custGeom xmlns:a="http://schemas.openxmlformats.org/drawingml/2006/main">
            <a:pathLst>
              <a:path w="1374861" h="535599">
                <a:moveTo>
                  <a:pt x="0" y="0"/>
                </a:moveTo>
                <a:lnTo>
                  <a:pt x="0" y="535599"/>
                </a:lnTo>
                <a:lnTo>
                  <a:pt x="1374861" y="535599"/>
                </a:lnTo>
                <a:lnTo>
                  <a:pt x="1374861" y="0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134">
            <a:extLst xmlns:a="http://schemas.openxmlformats.org/drawingml/2006/main">
              <a:ext uri="{FF2B5EF4-FFF2-40B4-BE49-F238E27FC236}">
                <a16:creationId xmlns:a16="http://schemas.microsoft.com/office/drawing/2014/main" id="{64A58F66-879A-45FC-A0D3-0BF21A93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126" y="6837389"/>
            <a:ext cx="1569135" cy="624292"/>
          </a:xfrm>
          <a:custGeom xmlns:a="http://schemas.openxmlformats.org/drawingml/2006/main">
            <a:pathLst>
              <a:path w="1394787" h="554926">
                <a:moveTo>
                  <a:pt x="1394787" y="0"/>
                </a:moveTo>
                <a:lnTo>
                  <a:pt x="1394787" y="554926"/>
                </a:lnTo>
                <a:lnTo>
                  <a:pt x="0" y="554926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544963"/>
                </a:lnTo>
                <a:lnTo>
                  <a:pt x="9963" y="535000"/>
                </a:lnTo>
                <a:lnTo>
                  <a:pt x="1384824" y="535000"/>
                </a:lnTo>
                <a:lnTo>
                  <a:pt x="1374862" y="544963"/>
                </a:lnTo>
                <a:lnTo>
                  <a:pt x="1374862" y="9963"/>
                </a:lnTo>
                <a:lnTo>
                  <a:pt x="1384824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text-135 Multi">
            <a:extLst xmlns:a="http://schemas.openxmlformats.org/drawingml/2006/main">
              <a:ext uri="{FF2B5EF4-FFF2-40B4-BE49-F238E27FC236}">
                <a16:creationId xmlns:a16="http://schemas.microsoft.com/office/drawing/2014/main" id="{CFB331E0-DC6D-406C-A033-2C330F44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743" y="6893289"/>
            <a:ext cx="584837" cy="314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209" name="text-135 Items">
            <a:extLst xmlns:a="http://schemas.openxmlformats.org/drawingml/2006/main">
              <a:ext uri="{FF2B5EF4-FFF2-40B4-BE49-F238E27FC236}">
                <a16:creationId xmlns:a16="http://schemas.microsoft.com/office/drawing/2014/main" id="{5C031293-2D2C-4F2B-960F-83AFCF3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1706" y="6893710"/>
            <a:ext cx="673419" cy="313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210" name="text-136 &amp;">
            <a:extLst xmlns:a="http://schemas.openxmlformats.org/drawingml/2006/main">
              <a:ext uri="{FF2B5EF4-FFF2-40B4-BE49-F238E27FC236}">
                <a16:creationId xmlns:a16="http://schemas.microsoft.com/office/drawing/2014/main" id="{B329FA9F-9FFF-46EA-9791-D656ABCA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10" y="7163381"/>
            <a:ext cx="186112" cy="312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211" name="text-136 Summary">
            <a:extLst xmlns:a="http://schemas.openxmlformats.org/drawingml/2006/main">
              <a:ext uri="{FF2B5EF4-FFF2-40B4-BE49-F238E27FC236}">
                <a16:creationId xmlns:a16="http://schemas.microsoft.com/office/drawing/2014/main" id="{B1425794-BBED-4129-BC87-D02C95F3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9684" y="7162679"/>
            <a:ext cx="998129" cy="313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Summary</a:t>
            </a:r>
          </a:p>
        </p:txBody>
      </p:sp>
      <p:sp>
        <p:nvSpPr>
          <p:cNvPr id="212" name="path-137">
            <a:extLst xmlns:a="http://schemas.openxmlformats.org/drawingml/2006/main">
              <a:ext uri="{FF2B5EF4-FFF2-40B4-BE49-F238E27FC236}">
                <a16:creationId xmlns:a16="http://schemas.microsoft.com/office/drawing/2014/main" id="{3984DCFF-CF62-4F62-B849-2D618C50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460" y="5388180"/>
            <a:ext cx="2045481" cy="2157562"/>
          </a:xfrm>
          <a:custGeom xmlns:a="http://schemas.openxmlformats.org/drawingml/2006/main">
            <a:pathLst>
              <a:path w="1818205" h="1917833">
                <a:moveTo>
                  <a:pt x="240" y="177656"/>
                </a:moveTo>
                <a:lnTo>
                  <a:pt x="956" y="168151"/>
                </a:lnTo>
                <a:lnTo>
                  <a:pt x="2152" y="158786"/>
                </a:lnTo>
                <a:lnTo>
                  <a:pt x="3806" y="149561"/>
                </a:lnTo>
                <a:lnTo>
                  <a:pt x="5898" y="140495"/>
                </a:lnTo>
                <a:lnTo>
                  <a:pt x="8429" y="131608"/>
                </a:lnTo>
                <a:lnTo>
                  <a:pt x="11358" y="122901"/>
                </a:lnTo>
                <a:lnTo>
                  <a:pt x="14725" y="114393"/>
                </a:lnTo>
                <a:lnTo>
                  <a:pt x="18471" y="106083"/>
                </a:lnTo>
                <a:lnTo>
                  <a:pt x="22616" y="98013"/>
                </a:lnTo>
                <a:lnTo>
                  <a:pt x="27119" y="90163"/>
                </a:lnTo>
                <a:lnTo>
                  <a:pt x="31981" y="82571"/>
                </a:lnTo>
                <a:lnTo>
                  <a:pt x="37201" y="75219"/>
                </a:lnTo>
                <a:lnTo>
                  <a:pt x="42761" y="68145"/>
                </a:lnTo>
                <a:lnTo>
                  <a:pt x="48658" y="61350"/>
                </a:lnTo>
                <a:lnTo>
                  <a:pt x="54855" y="54855"/>
                </a:lnTo>
                <a:lnTo>
                  <a:pt x="61351" y="48658"/>
                </a:lnTo>
                <a:lnTo>
                  <a:pt x="68145" y="42760"/>
                </a:lnTo>
                <a:lnTo>
                  <a:pt x="75219" y="37221"/>
                </a:lnTo>
                <a:lnTo>
                  <a:pt x="82571" y="31980"/>
                </a:lnTo>
                <a:lnTo>
                  <a:pt x="90164" y="27119"/>
                </a:lnTo>
                <a:lnTo>
                  <a:pt x="98014" y="22615"/>
                </a:lnTo>
                <a:lnTo>
                  <a:pt x="106084" y="18471"/>
                </a:lnTo>
                <a:lnTo>
                  <a:pt x="114392" y="14725"/>
                </a:lnTo>
                <a:lnTo>
                  <a:pt x="122901" y="11357"/>
                </a:lnTo>
                <a:lnTo>
                  <a:pt x="131608" y="8428"/>
                </a:lnTo>
                <a:lnTo>
                  <a:pt x="140495" y="5898"/>
                </a:lnTo>
                <a:lnTo>
                  <a:pt x="149561" y="3805"/>
                </a:lnTo>
                <a:lnTo>
                  <a:pt x="158787" y="2152"/>
                </a:lnTo>
                <a:lnTo>
                  <a:pt x="168152" y="956"/>
                </a:lnTo>
                <a:lnTo>
                  <a:pt x="177657" y="239"/>
                </a:lnTo>
                <a:lnTo>
                  <a:pt x="187161" y="0"/>
                </a:lnTo>
                <a:lnTo>
                  <a:pt x="1631045" y="0"/>
                </a:lnTo>
                <a:lnTo>
                  <a:pt x="1640549" y="239"/>
                </a:lnTo>
                <a:lnTo>
                  <a:pt x="1650052" y="956"/>
                </a:lnTo>
                <a:lnTo>
                  <a:pt x="1659417" y="2152"/>
                </a:lnTo>
                <a:lnTo>
                  <a:pt x="1668644" y="3805"/>
                </a:lnTo>
                <a:lnTo>
                  <a:pt x="1677709" y="5898"/>
                </a:lnTo>
                <a:lnTo>
                  <a:pt x="1686596" y="8428"/>
                </a:lnTo>
                <a:lnTo>
                  <a:pt x="1695304" y="11357"/>
                </a:lnTo>
                <a:lnTo>
                  <a:pt x="1703813" y="14725"/>
                </a:lnTo>
                <a:lnTo>
                  <a:pt x="1712121" y="18471"/>
                </a:lnTo>
                <a:lnTo>
                  <a:pt x="1720191" y="22615"/>
                </a:lnTo>
                <a:lnTo>
                  <a:pt x="1728041" y="27119"/>
                </a:lnTo>
                <a:lnTo>
                  <a:pt x="1735632" y="31980"/>
                </a:lnTo>
                <a:lnTo>
                  <a:pt x="1742986" y="37221"/>
                </a:lnTo>
                <a:lnTo>
                  <a:pt x="1750060" y="42760"/>
                </a:lnTo>
                <a:lnTo>
                  <a:pt x="1756854" y="48658"/>
                </a:lnTo>
                <a:lnTo>
                  <a:pt x="1763349" y="54855"/>
                </a:lnTo>
                <a:lnTo>
                  <a:pt x="1769545" y="61350"/>
                </a:lnTo>
                <a:lnTo>
                  <a:pt x="1775444" y="68145"/>
                </a:lnTo>
                <a:lnTo>
                  <a:pt x="1780984" y="75219"/>
                </a:lnTo>
                <a:lnTo>
                  <a:pt x="1786224" y="82571"/>
                </a:lnTo>
                <a:lnTo>
                  <a:pt x="1791086" y="90163"/>
                </a:lnTo>
                <a:lnTo>
                  <a:pt x="1795590" y="98013"/>
                </a:lnTo>
                <a:lnTo>
                  <a:pt x="1799734" y="106083"/>
                </a:lnTo>
                <a:lnTo>
                  <a:pt x="1803479" y="114393"/>
                </a:lnTo>
                <a:lnTo>
                  <a:pt x="1806846" y="122901"/>
                </a:lnTo>
                <a:lnTo>
                  <a:pt x="1809776" y="131608"/>
                </a:lnTo>
                <a:lnTo>
                  <a:pt x="1812307" y="140495"/>
                </a:lnTo>
                <a:lnTo>
                  <a:pt x="1814399" y="149561"/>
                </a:lnTo>
                <a:lnTo>
                  <a:pt x="1816052" y="158786"/>
                </a:lnTo>
                <a:lnTo>
                  <a:pt x="1817248" y="168151"/>
                </a:lnTo>
                <a:lnTo>
                  <a:pt x="1817966" y="177656"/>
                </a:lnTo>
                <a:lnTo>
                  <a:pt x="1818205" y="187160"/>
                </a:lnTo>
                <a:lnTo>
                  <a:pt x="1818205" y="1730672"/>
                </a:lnTo>
                <a:lnTo>
                  <a:pt x="1817966" y="1740176"/>
                </a:lnTo>
                <a:lnTo>
                  <a:pt x="1817248" y="1749680"/>
                </a:lnTo>
                <a:lnTo>
                  <a:pt x="1816052" y="1759045"/>
                </a:lnTo>
                <a:lnTo>
                  <a:pt x="1814399" y="1768271"/>
                </a:lnTo>
                <a:lnTo>
                  <a:pt x="1812307" y="1777336"/>
                </a:lnTo>
                <a:lnTo>
                  <a:pt x="1809776" y="1786224"/>
                </a:lnTo>
                <a:lnTo>
                  <a:pt x="1806846" y="1794931"/>
                </a:lnTo>
                <a:lnTo>
                  <a:pt x="1803479" y="1803440"/>
                </a:lnTo>
                <a:lnTo>
                  <a:pt x="1799734" y="1811748"/>
                </a:lnTo>
                <a:lnTo>
                  <a:pt x="1795590" y="1819818"/>
                </a:lnTo>
                <a:lnTo>
                  <a:pt x="1791086" y="1827668"/>
                </a:lnTo>
                <a:lnTo>
                  <a:pt x="1786224" y="1835261"/>
                </a:lnTo>
                <a:lnTo>
                  <a:pt x="1780984" y="1842613"/>
                </a:lnTo>
                <a:lnTo>
                  <a:pt x="1775444" y="1849687"/>
                </a:lnTo>
                <a:lnTo>
                  <a:pt x="1769545" y="1856481"/>
                </a:lnTo>
                <a:lnTo>
                  <a:pt x="1763349" y="1862976"/>
                </a:lnTo>
                <a:lnTo>
                  <a:pt x="1756854" y="1869174"/>
                </a:lnTo>
                <a:lnTo>
                  <a:pt x="1750060" y="1875071"/>
                </a:lnTo>
                <a:lnTo>
                  <a:pt x="1742986" y="1880631"/>
                </a:lnTo>
                <a:lnTo>
                  <a:pt x="1735632" y="1885851"/>
                </a:lnTo>
                <a:lnTo>
                  <a:pt x="1728041" y="1890713"/>
                </a:lnTo>
                <a:lnTo>
                  <a:pt x="1720191" y="1895217"/>
                </a:lnTo>
                <a:lnTo>
                  <a:pt x="1712121" y="1899361"/>
                </a:lnTo>
                <a:lnTo>
                  <a:pt x="1703813" y="1903106"/>
                </a:lnTo>
                <a:lnTo>
                  <a:pt x="1695304" y="1906474"/>
                </a:lnTo>
                <a:lnTo>
                  <a:pt x="1686596" y="1909403"/>
                </a:lnTo>
                <a:lnTo>
                  <a:pt x="1677709" y="1911934"/>
                </a:lnTo>
                <a:lnTo>
                  <a:pt x="1668644" y="1914026"/>
                </a:lnTo>
                <a:lnTo>
                  <a:pt x="1659417" y="1915680"/>
                </a:lnTo>
                <a:lnTo>
                  <a:pt x="1650052" y="1916876"/>
                </a:lnTo>
                <a:lnTo>
                  <a:pt x="1640549" y="1917592"/>
                </a:lnTo>
                <a:lnTo>
                  <a:pt x="1631045" y="1917833"/>
                </a:lnTo>
                <a:lnTo>
                  <a:pt x="187161" y="1917833"/>
                </a:lnTo>
                <a:lnTo>
                  <a:pt x="177657" y="1917592"/>
                </a:lnTo>
                <a:lnTo>
                  <a:pt x="168152" y="1916876"/>
                </a:lnTo>
                <a:lnTo>
                  <a:pt x="158787" y="1915680"/>
                </a:lnTo>
                <a:lnTo>
                  <a:pt x="149561" y="1914026"/>
                </a:lnTo>
                <a:lnTo>
                  <a:pt x="140495" y="1911934"/>
                </a:lnTo>
                <a:lnTo>
                  <a:pt x="131608" y="1909403"/>
                </a:lnTo>
                <a:lnTo>
                  <a:pt x="122901" y="1906474"/>
                </a:lnTo>
                <a:lnTo>
                  <a:pt x="114392" y="1903106"/>
                </a:lnTo>
                <a:lnTo>
                  <a:pt x="106084" y="1899361"/>
                </a:lnTo>
                <a:lnTo>
                  <a:pt x="98014" y="1895217"/>
                </a:lnTo>
                <a:lnTo>
                  <a:pt x="90164" y="1890713"/>
                </a:lnTo>
                <a:lnTo>
                  <a:pt x="82571" y="1885851"/>
                </a:lnTo>
                <a:lnTo>
                  <a:pt x="75219" y="1880631"/>
                </a:lnTo>
                <a:lnTo>
                  <a:pt x="68145" y="1875071"/>
                </a:lnTo>
                <a:lnTo>
                  <a:pt x="61351" y="1869174"/>
                </a:lnTo>
                <a:lnTo>
                  <a:pt x="54855" y="1862976"/>
                </a:lnTo>
                <a:lnTo>
                  <a:pt x="48658" y="1856481"/>
                </a:lnTo>
                <a:lnTo>
                  <a:pt x="42761" y="1849687"/>
                </a:lnTo>
                <a:lnTo>
                  <a:pt x="37201" y="1842613"/>
                </a:lnTo>
                <a:lnTo>
                  <a:pt x="31981" y="1835261"/>
                </a:lnTo>
                <a:lnTo>
                  <a:pt x="27119" y="1827668"/>
                </a:lnTo>
                <a:lnTo>
                  <a:pt x="22616" y="1819818"/>
                </a:lnTo>
                <a:lnTo>
                  <a:pt x="18471" y="1811748"/>
                </a:lnTo>
                <a:lnTo>
                  <a:pt x="14725" y="1803440"/>
                </a:lnTo>
                <a:lnTo>
                  <a:pt x="11358" y="1794931"/>
                </a:lnTo>
                <a:lnTo>
                  <a:pt x="8429" y="1786224"/>
                </a:lnTo>
                <a:lnTo>
                  <a:pt x="5898" y="1777336"/>
                </a:lnTo>
                <a:lnTo>
                  <a:pt x="3806" y="1768271"/>
                </a:lnTo>
                <a:lnTo>
                  <a:pt x="2152" y="1759045"/>
                </a:lnTo>
                <a:lnTo>
                  <a:pt x="956" y="1749680"/>
                </a:lnTo>
                <a:lnTo>
                  <a:pt x="240" y="1740176"/>
                </a:lnTo>
                <a:lnTo>
                  <a:pt x="0" y="1730672"/>
                </a:lnTo>
                <a:lnTo>
                  <a:pt x="0" y="187160"/>
                </a:lnTo>
                <a:lnTo>
                  <a:pt x="240" y="177656"/>
                </a:lnTo>
                <a:moveTo>
                  <a:pt x="19926" y="187539"/>
                </a:moveTo>
                <a:lnTo>
                  <a:pt x="19926" y="187300"/>
                </a:lnTo>
                <a:lnTo>
                  <a:pt x="19926" y="1730531"/>
                </a:lnTo>
                <a:lnTo>
                  <a:pt x="19926" y="1730293"/>
                </a:lnTo>
                <a:lnTo>
                  <a:pt x="20145" y="1739418"/>
                </a:lnTo>
                <a:lnTo>
                  <a:pt x="20125" y="1738921"/>
                </a:lnTo>
                <a:lnTo>
                  <a:pt x="20802" y="1747907"/>
                </a:lnTo>
                <a:lnTo>
                  <a:pt x="20763" y="1747409"/>
                </a:lnTo>
                <a:lnTo>
                  <a:pt x="21898" y="1756295"/>
                </a:lnTo>
                <a:lnTo>
                  <a:pt x="21818" y="1755797"/>
                </a:lnTo>
                <a:lnTo>
                  <a:pt x="23373" y="1764525"/>
                </a:lnTo>
                <a:lnTo>
                  <a:pt x="23273" y="1764046"/>
                </a:lnTo>
                <a:lnTo>
                  <a:pt x="25246" y="1772614"/>
                </a:lnTo>
                <a:lnTo>
                  <a:pt x="25126" y="1772136"/>
                </a:lnTo>
                <a:lnTo>
                  <a:pt x="27517" y="1780545"/>
                </a:lnTo>
                <a:lnTo>
                  <a:pt x="27378" y="1780086"/>
                </a:lnTo>
                <a:lnTo>
                  <a:pt x="30167" y="1788316"/>
                </a:lnTo>
                <a:lnTo>
                  <a:pt x="29988" y="1787857"/>
                </a:lnTo>
                <a:lnTo>
                  <a:pt x="33176" y="1795908"/>
                </a:lnTo>
                <a:lnTo>
                  <a:pt x="32977" y="1795468"/>
                </a:lnTo>
                <a:lnTo>
                  <a:pt x="36523" y="1803319"/>
                </a:lnTo>
                <a:lnTo>
                  <a:pt x="36324" y="1802882"/>
                </a:lnTo>
                <a:lnTo>
                  <a:pt x="40230" y="1810533"/>
                </a:lnTo>
                <a:lnTo>
                  <a:pt x="40011" y="1810094"/>
                </a:lnTo>
                <a:lnTo>
                  <a:pt x="44275" y="1817526"/>
                </a:lnTo>
                <a:lnTo>
                  <a:pt x="44016" y="1817108"/>
                </a:lnTo>
                <a:lnTo>
                  <a:pt x="48638" y="1824301"/>
                </a:lnTo>
                <a:lnTo>
                  <a:pt x="48359" y="1823923"/>
                </a:lnTo>
                <a:lnTo>
                  <a:pt x="53301" y="1830857"/>
                </a:lnTo>
                <a:lnTo>
                  <a:pt x="53022" y="1830479"/>
                </a:lnTo>
                <a:lnTo>
                  <a:pt x="58282" y="1837173"/>
                </a:lnTo>
                <a:lnTo>
                  <a:pt x="57983" y="1836815"/>
                </a:lnTo>
                <a:lnTo>
                  <a:pt x="63562" y="1843251"/>
                </a:lnTo>
                <a:lnTo>
                  <a:pt x="63244" y="1842891"/>
                </a:lnTo>
                <a:lnTo>
                  <a:pt x="69102" y="1849049"/>
                </a:lnTo>
                <a:lnTo>
                  <a:pt x="68783" y="1848730"/>
                </a:lnTo>
                <a:lnTo>
                  <a:pt x="74940" y="1854588"/>
                </a:lnTo>
                <a:lnTo>
                  <a:pt x="74581" y="1854270"/>
                </a:lnTo>
                <a:lnTo>
                  <a:pt x="81017" y="1859848"/>
                </a:lnTo>
                <a:lnTo>
                  <a:pt x="80658" y="1859550"/>
                </a:lnTo>
                <a:lnTo>
                  <a:pt x="87353" y="1864810"/>
                </a:lnTo>
                <a:lnTo>
                  <a:pt x="86975" y="1864531"/>
                </a:lnTo>
                <a:lnTo>
                  <a:pt x="93909" y="1869473"/>
                </a:lnTo>
                <a:lnTo>
                  <a:pt x="93530" y="1869193"/>
                </a:lnTo>
                <a:lnTo>
                  <a:pt x="100724" y="1873816"/>
                </a:lnTo>
                <a:lnTo>
                  <a:pt x="100306" y="1873557"/>
                </a:lnTo>
                <a:lnTo>
                  <a:pt x="107738" y="1877821"/>
                </a:lnTo>
                <a:lnTo>
                  <a:pt x="107299" y="1877602"/>
                </a:lnTo>
                <a:lnTo>
                  <a:pt x="114950" y="1881508"/>
                </a:lnTo>
                <a:lnTo>
                  <a:pt x="114512" y="1881309"/>
                </a:lnTo>
                <a:lnTo>
                  <a:pt x="122363" y="1884856"/>
                </a:lnTo>
                <a:lnTo>
                  <a:pt x="121924" y="1884655"/>
                </a:lnTo>
                <a:lnTo>
                  <a:pt x="129974" y="1887845"/>
                </a:lnTo>
                <a:lnTo>
                  <a:pt x="129516" y="1887665"/>
                </a:lnTo>
                <a:lnTo>
                  <a:pt x="137745" y="1890453"/>
                </a:lnTo>
                <a:lnTo>
                  <a:pt x="137287" y="1890314"/>
                </a:lnTo>
                <a:lnTo>
                  <a:pt x="145696" y="1892706"/>
                </a:lnTo>
                <a:lnTo>
                  <a:pt x="145218" y="1892586"/>
                </a:lnTo>
                <a:lnTo>
                  <a:pt x="153786" y="1894559"/>
                </a:lnTo>
                <a:lnTo>
                  <a:pt x="153307" y="1894459"/>
                </a:lnTo>
                <a:lnTo>
                  <a:pt x="162035" y="1896014"/>
                </a:lnTo>
                <a:lnTo>
                  <a:pt x="161537" y="1895934"/>
                </a:lnTo>
                <a:lnTo>
                  <a:pt x="170423" y="1897069"/>
                </a:lnTo>
                <a:lnTo>
                  <a:pt x="169925" y="1897010"/>
                </a:lnTo>
                <a:lnTo>
                  <a:pt x="178911" y="1897707"/>
                </a:lnTo>
                <a:lnTo>
                  <a:pt x="178413" y="1897687"/>
                </a:lnTo>
                <a:lnTo>
                  <a:pt x="187539" y="1897906"/>
                </a:lnTo>
                <a:lnTo>
                  <a:pt x="187300" y="1897906"/>
                </a:lnTo>
                <a:lnTo>
                  <a:pt x="1630904" y="1897906"/>
                </a:lnTo>
                <a:lnTo>
                  <a:pt x="1630666" y="1897906"/>
                </a:lnTo>
                <a:lnTo>
                  <a:pt x="1639791" y="1897687"/>
                </a:lnTo>
                <a:lnTo>
                  <a:pt x="1639274" y="1897707"/>
                </a:lnTo>
                <a:lnTo>
                  <a:pt x="1648279" y="1897010"/>
                </a:lnTo>
                <a:lnTo>
                  <a:pt x="1647783" y="1897069"/>
                </a:lnTo>
                <a:lnTo>
                  <a:pt x="1656668" y="1895934"/>
                </a:lnTo>
                <a:lnTo>
                  <a:pt x="1656171" y="1896014"/>
                </a:lnTo>
                <a:lnTo>
                  <a:pt x="1664897" y="1894459"/>
                </a:lnTo>
                <a:lnTo>
                  <a:pt x="1664420" y="1894559"/>
                </a:lnTo>
                <a:lnTo>
                  <a:pt x="1672986" y="1892586"/>
                </a:lnTo>
                <a:lnTo>
                  <a:pt x="1672510" y="1892706"/>
                </a:lnTo>
                <a:lnTo>
                  <a:pt x="1680917" y="1890314"/>
                </a:lnTo>
                <a:lnTo>
                  <a:pt x="1680459" y="1890453"/>
                </a:lnTo>
                <a:lnTo>
                  <a:pt x="1688688" y="1887665"/>
                </a:lnTo>
                <a:lnTo>
                  <a:pt x="1688230" y="1887845"/>
                </a:lnTo>
                <a:lnTo>
                  <a:pt x="1696281" y="1884655"/>
                </a:lnTo>
                <a:lnTo>
                  <a:pt x="1695841" y="1884856"/>
                </a:lnTo>
                <a:lnTo>
                  <a:pt x="1703692" y="1881309"/>
                </a:lnTo>
                <a:lnTo>
                  <a:pt x="1703254" y="1881508"/>
                </a:lnTo>
                <a:lnTo>
                  <a:pt x="1710905" y="1877602"/>
                </a:lnTo>
                <a:lnTo>
                  <a:pt x="1710467" y="1877821"/>
                </a:lnTo>
                <a:lnTo>
                  <a:pt x="1717899" y="1873557"/>
                </a:lnTo>
                <a:lnTo>
                  <a:pt x="1717482" y="1873816"/>
                </a:lnTo>
                <a:lnTo>
                  <a:pt x="1724674" y="1869193"/>
                </a:lnTo>
                <a:lnTo>
                  <a:pt x="1724275" y="1869473"/>
                </a:lnTo>
                <a:lnTo>
                  <a:pt x="1731229" y="1864531"/>
                </a:lnTo>
                <a:lnTo>
                  <a:pt x="1730850" y="1864810"/>
                </a:lnTo>
                <a:lnTo>
                  <a:pt x="1737546" y="1859550"/>
                </a:lnTo>
                <a:lnTo>
                  <a:pt x="1737188" y="1859848"/>
                </a:lnTo>
                <a:lnTo>
                  <a:pt x="1743624" y="1854270"/>
                </a:lnTo>
                <a:lnTo>
                  <a:pt x="1743264" y="1854588"/>
                </a:lnTo>
                <a:lnTo>
                  <a:pt x="1749422" y="1848730"/>
                </a:lnTo>
                <a:lnTo>
                  <a:pt x="1749083" y="1849049"/>
                </a:lnTo>
                <a:lnTo>
                  <a:pt x="1754960" y="1842891"/>
                </a:lnTo>
                <a:lnTo>
                  <a:pt x="1754641" y="1843251"/>
                </a:lnTo>
                <a:lnTo>
                  <a:pt x="1760221" y="1836815"/>
                </a:lnTo>
                <a:lnTo>
                  <a:pt x="1759922" y="1837173"/>
                </a:lnTo>
                <a:lnTo>
                  <a:pt x="1765183" y="1830479"/>
                </a:lnTo>
                <a:lnTo>
                  <a:pt x="1764884" y="1830857"/>
                </a:lnTo>
                <a:lnTo>
                  <a:pt x="1769844" y="1823923"/>
                </a:lnTo>
                <a:lnTo>
                  <a:pt x="1769566" y="1824301"/>
                </a:lnTo>
                <a:lnTo>
                  <a:pt x="1774188" y="1817108"/>
                </a:lnTo>
                <a:lnTo>
                  <a:pt x="1773931" y="1817526"/>
                </a:lnTo>
                <a:lnTo>
                  <a:pt x="1778193" y="1810094"/>
                </a:lnTo>
                <a:lnTo>
                  <a:pt x="1777975" y="1810533"/>
                </a:lnTo>
                <a:lnTo>
                  <a:pt x="1781880" y="1802882"/>
                </a:lnTo>
                <a:lnTo>
                  <a:pt x="1781681" y="1803319"/>
                </a:lnTo>
                <a:lnTo>
                  <a:pt x="1785228" y="1795468"/>
                </a:lnTo>
                <a:lnTo>
                  <a:pt x="1785028" y="1795908"/>
                </a:lnTo>
                <a:lnTo>
                  <a:pt x="1788217" y="1787857"/>
                </a:lnTo>
                <a:lnTo>
                  <a:pt x="1788037" y="1788316"/>
                </a:lnTo>
                <a:lnTo>
                  <a:pt x="1790826" y="1780086"/>
                </a:lnTo>
                <a:lnTo>
                  <a:pt x="1790687" y="1780545"/>
                </a:lnTo>
                <a:lnTo>
                  <a:pt x="1793079" y="1772136"/>
                </a:lnTo>
                <a:lnTo>
                  <a:pt x="1792958" y="1772614"/>
                </a:lnTo>
                <a:lnTo>
                  <a:pt x="1794931" y="1764046"/>
                </a:lnTo>
                <a:lnTo>
                  <a:pt x="1794831" y="1764525"/>
                </a:lnTo>
                <a:lnTo>
                  <a:pt x="1796385" y="1755797"/>
                </a:lnTo>
                <a:lnTo>
                  <a:pt x="1796305" y="1756295"/>
                </a:lnTo>
                <a:lnTo>
                  <a:pt x="1797442" y="1747409"/>
                </a:lnTo>
                <a:lnTo>
                  <a:pt x="1797383" y="1747907"/>
                </a:lnTo>
                <a:lnTo>
                  <a:pt x="1798080" y="1738921"/>
                </a:lnTo>
                <a:lnTo>
                  <a:pt x="1798059" y="1739418"/>
                </a:lnTo>
                <a:lnTo>
                  <a:pt x="1798278" y="1730293"/>
                </a:lnTo>
                <a:lnTo>
                  <a:pt x="1798278" y="1730531"/>
                </a:lnTo>
                <a:lnTo>
                  <a:pt x="1798278" y="187300"/>
                </a:lnTo>
                <a:lnTo>
                  <a:pt x="1798278" y="187539"/>
                </a:lnTo>
                <a:lnTo>
                  <a:pt x="1798059" y="178413"/>
                </a:lnTo>
                <a:lnTo>
                  <a:pt x="1798080" y="178931"/>
                </a:lnTo>
                <a:lnTo>
                  <a:pt x="1797383" y="169925"/>
                </a:lnTo>
                <a:lnTo>
                  <a:pt x="1797442" y="170423"/>
                </a:lnTo>
                <a:lnTo>
                  <a:pt x="1796305" y="161536"/>
                </a:lnTo>
                <a:lnTo>
                  <a:pt x="1796385" y="162034"/>
                </a:lnTo>
                <a:lnTo>
                  <a:pt x="1794831" y="153307"/>
                </a:lnTo>
                <a:lnTo>
                  <a:pt x="1794931" y="153785"/>
                </a:lnTo>
                <a:lnTo>
                  <a:pt x="1792958" y="145217"/>
                </a:lnTo>
                <a:lnTo>
                  <a:pt x="1793079" y="145695"/>
                </a:lnTo>
                <a:lnTo>
                  <a:pt x="1790687" y="137287"/>
                </a:lnTo>
                <a:lnTo>
                  <a:pt x="1790826" y="137745"/>
                </a:lnTo>
                <a:lnTo>
                  <a:pt x="1788037" y="129516"/>
                </a:lnTo>
                <a:lnTo>
                  <a:pt x="1788217" y="129974"/>
                </a:lnTo>
                <a:lnTo>
                  <a:pt x="1785028" y="121924"/>
                </a:lnTo>
                <a:lnTo>
                  <a:pt x="1785228" y="122362"/>
                </a:lnTo>
                <a:lnTo>
                  <a:pt x="1781681" y="114512"/>
                </a:lnTo>
                <a:lnTo>
                  <a:pt x="1781880" y="114950"/>
                </a:lnTo>
                <a:lnTo>
                  <a:pt x="1777975" y="107299"/>
                </a:lnTo>
                <a:lnTo>
                  <a:pt x="1778193" y="107737"/>
                </a:lnTo>
                <a:lnTo>
                  <a:pt x="1773931" y="100305"/>
                </a:lnTo>
                <a:lnTo>
                  <a:pt x="1774188" y="100724"/>
                </a:lnTo>
                <a:lnTo>
                  <a:pt x="1769566" y="93531"/>
                </a:lnTo>
                <a:lnTo>
                  <a:pt x="1769844" y="93929"/>
                </a:lnTo>
                <a:lnTo>
                  <a:pt x="1764884" y="86975"/>
                </a:lnTo>
                <a:lnTo>
                  <a:pt x="1765183" y="87353"/>
                </a:lnTo>
                <a:lnTo>
                  <a:pt x="1759922" y="80658"/>
                </a:lnTo>
                <a:lnTo>
                  <a:pt x="1760221" y="81017"/>
                </a:lnTo>
                <a:lnTo>
                  <a:pt x="1754641" y="74581"/>
                </a:lnTo>
                <a:lnTo>
                  <a:pt x="1754960" y="74940"/>
                </a:lnTo>
                <a:lnTo>
                  <a:pt x="1749083" y="68783"/>
                </a:lnTo>
                <a:lnTo>
                  <a:pt x="1749422" y="69122"/>
                </a:lnTo>
                <a:lnTo>
                  <a:pt x="1743264" y="63243"/>
                </a:lnTo>
                <a:lnTo>
                  <a:pt x="1743624" y="63563"/>
                </a:lnTo>
                <a:lnTo>
                  <a:pt x="1737188" y="57983"/>
                </a:lnTo>
                <a:lnTo>
                  <a:pt x="1737546" y="58282"/>
                </a:lnTo>
                <a:lnTo>
                  <a:pt x="1730850" y="53022"/>
                </a:lnTo>
                <a:lnTo>
                  <a:pt x="1731229" y="53321"/>
                </a:lnTo>
                <a:lnTo>
                  <a:pt x="1724275" y="48359"/>
                </a:lnTo>
                <a:lnTo>
                  <a:pt x="1724674" y="48638"/>
                </a:lnTo>
                <a:lnTo>
                  <a:pt x="1717482" y="44015"/>
                </a:lnTo>
                <a:lnTo>
                  <a:pt x="1717899" y="44274"/>
                </a:lnTo>
                <a:lnTo>
                  <a:pt x="1710467" y="40010"/>
                </a:lnTo>
                <a:lnTo>
                  <a:pt x="1710905" y="40230"/>
                </a:lnTo>
                <a:lnTo>
                  <a:pt x="1703254" y="36324"/>
                </a:lnTo>
                <a:lnTo>
                  <a:pt x="1703692" y="36523"/>
                </a:lnTo>
                <a:lnTo>
                  <a:pt x="1695841" y="32977"/>
                </a:lnTo>
                <a:lnTo>
                  <a:pt x="1696281" y="33176"/>
                </a:lnTo>
                <a:lnTo>
                  <a:pt x="1688230" y="29987"/>
                </a:lnTo>
                <a:lnTo>
                  <a:pt x="1688688" y="30167"/>
                </a:lnTo>
                <a:lnTo>
                  <a:pt x="1680459" y="27378"/>
                </a:lnTo>
                <a:lnTo>
                  <a:pt x="1680917" y="27517"/>
                </a:lnTo>
                <a:lnTo>
                  <a:pt x="1672510" y="25126"/>
                </a:lnTo>
                <a:lnTo>
                  <a:pt x="1672986" y="25246"/>
                </a:lnTo>
                <a:lnTo>
                  <a:pt x="1664420" y="23273"/>
                </a:lnTo>
                <a:lnTo>
                  <a:pt x="1664897" y="23372"/>
                </a:lnTo>
                <a:lnTo>
                  <a:pt x="1656171" y="21819"/>
                </a:lnTo>
                <a:lnTo>
                  <a:pt x="1656668" y="21898"/>
                </a:lnTo>
                <a:lnTo>
                  <a:pt x="1647783" y="20762"/>
                </a:lnTo>
                <a:lnTo>
                  <a:pt x="1648279" y="20822"/>
                </a:lnTo>
                <a:lnTo>
                  <a:pt x="1639274" y="20124"/>
                </a:lnTo>
                <a:lnTo>
                  <a:pt x="1639791" y="20144"/>
                </a:lnTo>
                <a:lnTo>
                  <a:pt x="1630666" y="19926"/>
                </a:lnTo>
                <a:lnTo>
                  <a:pt x="1630904" y="19926"/>
                </a:lnTo>
                <a:lnTo>
                  <a:pt x="187300" y="19926"/>
                </a:lnTo>
                <a:lnTo>
                  <a:pt x="187539" y="19926"/>
                </a:lnTo>
                <a:lnTo>
                  <a:pt x="178413" y="20144"/>
                </a:lnTo>
                <a:lnTo>
                  <a:pt x="178911" y="20124"/>
                </a:lnTo>
                <a:lnTo>
                  <a:pt x="169925" y="20822"/>
                </a:lnTo>
                <a:lnTo>
                  <a:pt x="170423" y="20762"/>
                </a:lnTo>
                <a:lnTo>
                  <a:pt x="161537" y="21898"/>
                </a:lnTo>
                <a:lnTo>
                  <a:pt x="162035" y="21819"/>
                </a:lnTo>
                <a:lnTo>
                  <a:pt x="153307" y="23372"/>
                </a:lnTo>
                <a:lnTo>
                  <a:pt x="153786" y="23273"/>
                </a:lnTo>
                <a:lnTo>
                  <a:pt x="145218" y="25246"/>
                </a:lnTo>
                <a:lnTo>
                  <a:pt x="145696" y="25126"/>
                </a:lnTo>
                <a:lnTo>
                  <a:pt x="137287" y="27517"/>
                </a:lnTo>
                <a:lnTo>
                  <a:pt x="137745" y="27378"/>
                </a:lnTo>
                <a:lnTo>
                  <a:pt x="129516" y="30167"/>
                </a:lnTo>
                <a:lnTo>
                  <a:pt x="129974" y="29987"/>
                </a:lnTo>
                <a:lnTo>
                  <a:pt x="121924" y="33176"/>
                </a:lnTo>
                <a:lnTo>
                  <a:pt x="122363" y="32977"/>
                </a:lnTo>
                <a:lnTo>
                  <a:pt x="114512" y="36523"/>
                </a:lnTo>
                <a:lnTo>
                  <a:pt x="114950" y="36324"/>
                </a:lnTo>
                <a:lnTo>
                  <a:pt x="107299" y="40230"/>
                </a:lnTo>
                <a:lnTo>
                  <a:pt x="107738" y="40010"/>
                </a:lnTo>
                <a:lnTo>
                  <a:pt x="100306" y="44274"/>
                </a:lnTo>
                <a:lnTo>
                  <a:pt x="100724" y="44015"/>
                </a:lnTo>
                <a:lnTo>
                  <a:pt x="93530" y="48638"/>
                </a:lnTo>
                <a:lnTo>
                  <a:pt x="93909" y="48359"/>
                </a:lnTo>
                <a:lnTo>
                  <a:pt x="86975" y="53321"/>
                </a:lnTo>
                <a:lnTo>
                  <a:pt x="87353" y="53022"/>
                </a:lnTo>
                <a:lnTo>
                  <a:pt x="80658" y="58282"/>
                </a:lnTo>
                <a:lnTo>
                  <a:pt x="81017" y="57983"/>
                </a:lnTo>
                <a:lnTo>
                  <a:pt x="74581" y="63563"/>
                </a:lnTo>
                <a:lnTo>
                  <a:pt x="74940" y="63243"/>
                </a:lnTo>
                <a:lnTo>
                  <a:pt x="68783" y="69122"/>
                </a:lnTo>
                <a:lnTo>
                  <a:pt x="69102" y="68783"/>
                </a:lnTo>
                <a:lnTo>
                  <a:pt x="63244" y="74940"/>
                </a:lnTo>
                <a:lnTo>
                  <a:pt x="63562" y="74581"/>
                </a:lnTo>
                <a:lnTo>
                  <a:pt x="57983" y="81017"/>
                </a:lnTo>
                <a:lnTo>
                  <a:pt x="58282" y="80658"/>
                </a:lnTo>
                <a:lnTo>
                  <a:pt x="53022" y="87353"/>
                </a:lnTo>
                <a:lnTo>
                  <a:pt x="53301" y="86975"/>
                </a:lnTo>
                <a:lnTo>
                  <a:pt x="48359" y="93929"/>
                </a:lnTo>
                <a:lnTo>
                  <a:pt x="48638" y="93531"/>
                </a:lnTo>
                <a:lnTo>
                  <a:pt x="44016" y="100724"/>
                </a:lnTo>
                <a:lnTo>
                  <a:pt x="44275" y="100305"/>
                </a:lnTo>
                <a:lnTo>
                  <a:pt x="40011" y="107737"/>
                </a:lnTo>
                <a:lnTo>
                  <a:pt x="40230" y="107299"/>
                </a:lnTo>
                <a:lnTo>
                  <a:pt x="36324" y="114950"/>
                </a:lnTo>
                <a:lnTo>
                  <a:pt x="36523" y="114512"/>
                </a:lnTo>
                <a:lnTo>
                  <a:pt x="32977" y="122362"/>
                </a:lnTo>
                <a:lnTo>
                  <a:pt x="33176" y="121924"/>
                </a:lnTo>
                <a:lnTo>
                  <a:pt x="29988" y="129974"/>
                </a:lnTo>
                <a:lnTo>
                  <a:pt x="30167" y="129516"/>
                </a:lnTo>
                <a:lnTo>
                  <a:pt x="27378" y="137745"/>
                </a:lnTo>
                <a:lnTo>
                  <a:pt x="27517" y="137287"/>
                </a:lnTo>
                <a:lnTo>
                  <a:pt x="25126" y="145695"/>
                </a:lnTo>
                <a:lnTo>
                  <a:pt x="25246" y="145217"/>
                </a:lnTo>
                <a:lnTo>
                  <a:pt x="23273" y="153785"/>
                </a:lnTo>
                <a:lnTo>
                  <a:pt x="23373" y="153307"/>
                </a:lnTo>
                <a:lnTo>
                  <a:pt x="21818" y="162034"/>
                </a:lnTo>
                <a:lnTo>
                  <a:pt x="21898" y="161536"/>
                </a:lnTo>
                <a:lnTo>
                  <a:pt x="20763" y="170423"/>
                </a:lnTo>
                <a:lnTo>
                  <a:pt x="20802" y="169925"/>
                </a:lnTo>
                <a:lnTo>
                  <a:pt x="20125" y="178931"/>
                </a:lnTo>
                <a:lnTo>
                  <a:pt x="20145" y="178413"/>
                </a:lnTo>
                <a:lnTo>
                  <a:pt x="19926" y="187539"/>
                </a:lnTo>
              </a:path>
            </a:pathLst>
          </a:custGeom>
          <a:solidFill xmlns:a="http://schemas.openxmlformats.org/drawingml/2006/main">
            <a:srgbClr val="E3C13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AAFAEED-F2A7-4514-B288-3569E48EC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45ffce8484bb8"/>
          <a:stretch xmlns:a="http://schemas.openxmlformats.org/drawingml/2006/main"/>
        </p:blipFill>
        <p:spPr>
          <a:xfrm xmlns:a="http://schemas.openxmlformats.org/drawingml/2006/main">
            <a:off x="2050128" y="8250732"/>
            <a:ext cx="460653" cy="460653"/>
          </a:xfrm>
          <a:prstGeom xmlns:a="http://schemas.openxmlformats.org/drawingml/2006/main" prst="rect">
            <a:avLst/>
          </a:prstGeom>
        </p:spPr>
      </p:pic>
      <p:sp>
        <p:nvSpPr>
          <p:cNvPr id="214" name="path-139">
            <a:extLst xmlns:a="http://schemas.openxmlformats.org/drawingml/2006/main">
              <a:ext uri="{FF2B5EF4-FFF2-40B4-BE49-F238E27FC236}">
                <a16:creationId xmlns:a16="http://schemas.microsoft.com/office/drawing/2014/main" id="{04AC8418-77FB-4B88-9905-CC063103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714" y="6446226"/>
            <a:ext cx="1735060" cy="25778"/>
          </a:xfrm>
          <a:custGeom xmlns:a="http://schemas.openxmlformats.org/drawingml/2006/main">
            <a:pathLst>
              <a:path w="1542275" h="22914">
                <a:moveTo>
                  <a:pt x="39" y="0"/>
                </a:moveTo>
                <a:lnTo>
                  <a:pt x="59816" y="120"/>
                </a:lnTo>
                <a:lnTo>
                  <a:pt x="59776" y="20045"/>
                </a:lnTo>
                <a:lnTo>
                  <a:pt x="0" y="19925"/>
                </a:lnTo>
                <a:lnTo>
                  <a:pt x="39" y="0"/>
                </a:lnTo>
                <a:moveTo>
                  <a:pt x="79741" y="159"/>
                </a:moveTo>
                <a:lnTo>
                  <a:pt x="139518" y="279"/>
                </a:lnTo>
                <a:lnTo>
                  <a:pt x="139479" y="20204"/>
                </a:lnTo>
                <a:lnTo>
                  <a:pt x="79702" y="20085"/>
                </a:lnTo>
                <a:lnTo>
                  <a:pt x="79741" y="159"/>
                </a:lnTo>
                <a:moveTo>
                  <a:pt x="159444" y="299"/>
                </a:moveTo>
                <a:lnTo>
                  <a:pt x="219220" y="418"/>
                </a:lnTo>
                <a:lnTo>
                  <a:pt x="219181" y="20344"/>
                </a:lnTo>
                <a:lnTo>
                  <a:pt x="159404" y="20225"/>
                </a:lnTo>
                <a:lnTo>
                  <a:pt x="159444" y="299"/>
                </a:lnTo>
                <a:moveTo>
                  <a:pt x="239145" y="458"/>
                </a:moveTo>
                <a:lnTo>
                  <a:pt x="298923" y="578"/>
                </a:lnTo>
                <a:lnTo>
                  <a:pt x="298883" y="20503"/>
                </a:lnTo>
                <a:lnTo>
                  <a:pt x="239106" y="20384"/>
                </a:lnTo>
                <a:lnTo>
                  <a:pt x="239145" y="458"/>
                </a:lnTo>
                <a:moveTo>
                  <a:pt x="318848" y="617"/>
                </a:moveTo>
                <a:lnTo>
                  <a:pt x="378624" y="738"/>
                </a:lnTo>
                <a:lnTo>
                  <a:pt x="378584" y="20663"/>
                </a:lnTo>
                <a:lnTo>
                  <a:pt x="318808" y="20543"/>
                </a:lnTo>
                <a:lnTo>
                  <a:pt x="318848" y="617"/>
                </a:lnTo>
                <a:moveTo>
                  <a:pt x="398550" y="777"/>
                </a:moveTo>
                <a:lnTo>
                  <a:pt x="458326" y="896"/>
                </a:lnTo>
                <a:lnTo>
                  <a:pt x="458287" y="20822"/>
                </a:lnTo>
                <a:lnTo>
                  <a:pt x="398510" y="20703"/>
                </a:lnTo>
                <a:lnTo>
                  <a:pt x="398550" y="777"/>
                </a:lnTo>
                <a:moveTo>
                  <a:pt x="478252" y="936"/>
                </a:moveTo>
                <a:lnTo>
                  <a:pt x="538028" y="1036"/>
                </a:lnTo>
                <a:lnTo>
                  <a:pt x="537990" y="20962"/>
                </a:lnTo>
                <a:lnTo>
                  <a:pt x="478212" y="20862"/>
                </a:lnTo>
                <a:lnTo>
                  <a:pt x="478252" y="936"/>
                </a:lnTo>
                <a:moveTo>
                  <a:pt x="557954" y="1076"/>
                </a:moveTo>
                <a:lnTo>
                  <a:pt x="617731" y="1195"/>
                </a:lnTo>
                <a:lnTo>
                  <a:pt x="617691" y="21121"/>
                </a:lnTo>
                <a:lnTo>
                  <a:pt x="557915" y="21002"/>
                </a:lnTo>
                <a:lnTo>
                  <a:pt x="557954" y="1076"/>
                </a:lnTo>
                <a:moveTo>
                  <a:pt x="637656" y="1235"/>
                </a:moveTo>
                <a:lnTo>
                  <a:pt x="697433" y="1354"/>
                </a:lnTo>
                <a:lnTo>
                  <a:pt x="697393" y="21280"/>
                </a:lnTo>
                <a:lnTo>
                  <a:pt x="637616" y="21161"/>
                </a:lnTo>
                <a:lnTo>
                  <a:pt x="637656" y="1235"/>
                </a:lnTo>
                <a:moveTo>
                  <a:pt x="717359" y="1395"/>
                </a:moveTo>
                <a:lnTo>
                  <a:pt x="777134" y="1514"/>
                </a:lnTo>
                <a:lnTo>
                  <a:pt x="777095" y="21440"/>
                </a:lnTo>
                <a:lnTo>
                  <a:pt x="717318" y="21320"/>
                </a:lnTo>
                <a:lnTo>
                  <a:pt x="717359" y="1395"/>
                </a:lnTo>
                <a:moveTo>
                  <a:pt x="797060" y="1554"/>
                </a:moveTo>
                <a:lnTo>
                  <a:pt x="856837" y="1654"/>
                </a:lnTo>
                <a:lnTo>
                  <a:pt x="856798" y="21579"/>
                </a:lnTo>
                <a:lnTo>
                  <a:pt x="797021" y="21479"/>
                </a:lnTo>
                <a:lnTo>
                  <a:pt x="797060" y="1554"/>
                </a:lnTo>
                <a:moveTo>
                  <a:pt x="876762" y="1693"/>
                </a:moveTo>
                <a:lnTo>
                  <a:pt x="936540" y="1813"/>
                </a:lnTo>
                <a:lnTo>
                  <a:pt x="936500" y="21739"/>
                </a:lnTo>
                <a:lnTo>
                  <a:pt x="876723" y="21619"/>
                </a:lnTo>
                <a:lnTo>
                  <a:pt x="876762" y="1693"/>
                </a:lnTo>
                <a:moveTo>
                  <a:pt x="956465" y="1853"/>
                </a:moveTo>
                <a:lnTo>
                  <a:pt x="1016240" y="1972"/>
                </a:lnTo>
                <a:lnTo>
                  <a:pt x="1016201" y="21898"/>
                </a:lnTo>
                <a:lnTo>
                  <a:pt x="956426" y="21779"/>
                </a:lnTo>
                <a:lnTo>
                  <a:pt x="956465" y="1853"/>
                </a:lnTo>
                <a:moveTo>
                  <a:pt x="1036167" y="2012"/>
                </a:moveTo>
                <a:lnTo>
                  <a:pt x="1095943" y="2132"/>
                </a:lnTo>
                <a:lnTo>
                  <a:pt x="1095904" y="22057"/>
                </a:lnTo>
                <a:lnTo>
                  <a:pt x="1036126" y="21938"/>
                </a:lnTo>
                <a:lnTo>
                  <a:pt x="1036167" y="2012"/>
                </a:lnTo>
                <a:moveTo>
                  <a:pt x="1115868" y="2172"/>
                </a:moveTo>
                <a:lnTo>
                  <a:pt x="1175645" y="2271"/>
                </a:lnTo>
                <a:lnTo>
                  <a:pt x="1175607" y="22197"/>
                </a:lnTo>
                <a:lnTo>
                  <a:pt x="1115829" y="22097"/>
                </a:lnTo>
                <a:lnTo>
                  <a:pt x="1115868" y="2172"/>
                </a:lnTo>
                <a:moveTo>
                  <a:pt x="1195571" y="2311"/>
                </a:moveTo>
                <a:lnTo>
                  <a:pt x="1255348" y="2431"/>
                </a:lnTo>
                <a:lnTo>
                  <a:pt x="1255307" y="22356"/>
                </a:lnTo>
                <a:lnTo>
                  <a:pt x="1195532" y="22236"/>
                </a:lnTo>
                <a:lnTo>
                  <a:pt x="1195571" y="2311"/>
                </a:lnTo>
                <a:moveTo>
                  <a:pt x="1275273" y="2470"/>
                </a:moveTo>
                <a:lnTo>
                  <a:pt x="1335049" y="2590"/>
                </a:lnTo>
                <a:lnTo>
                  <a:pt x="1335010" y="22515"/>
                </a:lnTo>
                <a:lnTo>
                  <a:pt x="1275234" y="22396"/>
                </a:lnTo>
                <a:lnTo>
                  <a:pt x="1275273" y="2470"/>
                </a:lnTo>
                <a:moveTo>
                  <a:pt x="1354976" y="2630"/>
                </a:moveTo>
                <a:lnTo>
                  <a:pt x="1414751" y="2749"/>
                </a:lnTo>
                <a:lnTo>
                  <a:pt x="1414712" y="22675"/>
                </a:lnTo>
                <a:lnTo>
                  <a:pt x="1354935" y="22556"/>
                </a:lnTo>
                <a:lnTo>
                  <a:pt x="1354976" y="2630"/>
                </a:lnTo>
                <a:moveTo>
                  <a:pt x="1434676" y="2790"/>
                </a:moveTo>
                <a:lnTo>
                  <a:pt x="1494454" y="2889"/>
                </a:lnTo>
                <a:lnTo>
                  <a:pt x="1494415" y="22815"/>
                </a:lnTo>
                <a:lnTo>
                  <a:pt x="1434638" y="22715"/>
                </a:lnTo>
                <a:lnTo>
                  <a:pt x="1434676" y="2790"/>
                </a:lnTo>
                <a:moveTo>
                  <a:pt x="1514379" y="2929"/>
                </a:moveTo>
                <a:lnTo>
                  <a:pt x="1542275" y="2988"/>
                </a:lnTo>
                <a:lnTo>
                  <a:pt x="1542235" y="22914"/>
                </a:lnTo>
                <a:lnTo>
                  <a:pt x="1514340" y="22854"/>
                </a:lnTo>
                <a:lnTo>
                  <a:pt x="1514379" y="2929"/>
                </a:lnTo>
              </a:path>
            </a:pathLst>
          </a:custGeom>
          <a:solidFill xmlns:a="http://schemas.openxmlformats.org/drawingml/2006/main">
            <a:srgbClr val="FED96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083D415-9C8F-4D76-B413-758FF8BC6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b382c1aff4677"/>
          <a:stretch xmlns:a="http://schemas.openxmlformats.org/drawingml/2006/main"/>
        </p:blipFill>
        <p:spPr>
          <a:xfrm xmlns:a="http://schemas.openxmlformats.org/drawingml/2006/main">
            <a:off x="10105283" y="5820969"/>
            <a:ext cx="581701" cy="552248"/>
          </a:xfrm>
          <a:prstGeom xmlns:a="http://schemas.openxmlformats.org/drawingml/2006/main" prst="rect">
            <a:avLst/>
          </a:prstGeom>
        </p:spPr>
      </p:pic>
      <p:sp>
        <p:nvSpPr>
          <p:cNvPr id="216" name="path-141">
            <a:extLst xmlns:a="http://schemas.openxmlformats.org/drawingml/2006/main">
              <a:ext uri="{FF2B5EF4-FFF2-40B4-BE49-F238E27FC236}">
                <a16:creationId xmlns:a16="http://schemas.microsoft.com/office/drawing/2014/main" id="{5FFE1D69-C0F6-4704-BF1E-A01984B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327" y="6390857"/>
            <a:ext cx="1546719" cy="411562"/>
          </a:xfrm>
          <a:custGeom xmlns:a="http://schemas.openxmlformats.org/drawingml/2006/main">
            <a:pathLst>
              <a:path w="1374862" h="365833">
                <a:moveTo>
                  <a:pt x="0" y="0"/>
                </a:moveTo>
                <a:lnTo>
                  <a:pt x="0" y="365833"/>
                </a:lnTo>
                <a:lnTo>
                  <a:pt x="1374862" y="365833"/>
                </a:lnTo>
                <a:lnTo>
                  <a:pt x="1374862" y="0"/>
                </a:lnTo>
                <a:close/>
              </a:path>
            </a:pathLst>
          </a:custGeom>
          <a:solidFill xmlns:a="http://schemas.openxmlformats.org/drawingml/2006/main">
            <a:srgbClr val="3C2E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142">
            <a:extLst xmlns:a="http://schemas.openxmlformats.org/drawingml/2006/main">
              <a:ext uri="{FF2B5EF4-FFF2-40B4-BE49-F238E27FC236}">
                <a16:creationId xmlns:a16="http://schemas.microsoft.com/office/drawing/2014/main" id="{3CC2E394-3774-4185-9680-BCE4EAE7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007" y="6380098"/>
            <a:ext cx="1569135" cy="432633"/>
          </a:xfrm>
          <a:custGeom xmlns:a="http://schemas.openxmlformats.org/drawingml/2006/main">
            <a:pathLst>
              <a:path w="1394787" h="384562">
                <a:moveTo>
                  <a:pt x="1394787" y="0"/>
                </a:moveTo>
                <a:lnTo>
                  <a:pt x="1394787" y="384562"/>
                </a:lnTo>
                <a:lnTo>
                  <a:pt x="0" y="384562"/>
                </a:lnTo>
                <a:lnTo>
                  <a:pt x="0" y="0"/>
                </a:lnTo>
                <a:lnTo>
                  <a:pt x="1394787" y="0"/>
                </a:lnTo>
                <a:moveTo>
                  <a:pt x="9963" y="19926"/>
                </a:moveTo>
                <a:lnTo>
                  <a:pt x="19925" y="9963"/>
                </a:lnTo>
                <a:lnTo>
                  <a:pt x="19925" y="374600"/>
                </a:lnTo>
                <a:lnTo>
                  <a:pt x="9963" y="364637"/>
                </a:lnTo>
                <a:lnTo>
                  <a:pt x="1384824" y="364637"/>
                </a:lnTo>
                <a:lnTo>
                  <a:pt x="1374862" y="374600"/>
                </a:lnTo>
                <a:lnTo>
                  <a:pt x="1374862" y="9963"/>
                </a:lnTo>
                <a:lnTo>
                  <a:pt x="1384824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3C2E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text-143 GPT-4o">
            <a:extLst xmlns:a="http://schemas.openxmlformats.org/drawingml/2006/main">
              <a:ext uri="{FF2B5EF4-FFF2-40B4-BE49-F238E27FC236}">
                <a16:creationId xmlns:a16="http://schemas.microsoft.com/office/drawing/2014/main" id="{F731BE60-16BE-4E26-8F50-6152EDD8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9142" y="6429637"/>
            <a:ext cx="1030446" cy="376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2116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sp>
        <p:nvSpPr>
          <p:cNvPr id="219" name="path-144">
            <a:extLst xmlns:a="http://schemas.openxmlformats.org/drawingml/2006/main">
              <a:ext uri="{FF2B5EF4-FFF2-40B4-BE49-F238E27FC236}">
                <a16:creationId xmlns:a16="http://schemas.microsoft.com/office/drawing/2014/main" id="{EDB4A856-6633-45BD-8FB8-E957A1DE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968" y="5067628"/>
            <a:ext cx="4510144" cy="1388685"/>
          </a:xfrm>
          <a:custGeom xmlns:a="http://schemas.openxmlformats.org/drawingml/2006/main">
            <a:pathLst>
              <a:path w="4009016" h="1234386">
                <a:moveTo>
                  <a:pt x="159" y="123060"/>
                </a:moveTo>
                <a:lnTo>
                  <a:pt x="658" y="116465"/>
                </a:lnTo>
                <a:lnTo>
                  <a:pt x="1494" y="109969"/>
                </a:lnTo>
                <a:lnTo>
                  <a:pt x="2631" y="103593"/>
                </a:lnTo>
                <a:lnTo>
                  <a:pt x="4085" y="97316"/>
                </a:lnTo>
                <a:lnTo>
                  <a:pt x="5839" y="91139"/>
                </a:lnTo>
                <a:lnTo>
                  <a:pt x="7871" y="85122"/>
                </a:lnTo>
                <a:lnTo>
                  <a:pt x="10202" y="79224"/>
                </a:lnTo>
                <a:lnTo>
                  <a:pt x="12792" y="73466"/>
                </a:lnTo>
                <a:lnTo>
                  <a:pt x="15662" y="67886"/>
                </a:lnTo>
                <a:lnTo>
                  <a:pt x="18790" y="62447"/>
                </a:lnTo>
                <a:lnTo>
                  <a:pt x="22158" y="57186"/>
                </a:lnTo>
                <a:lnTo>
                  <a:pt x="25764" y="52105"/>
                </a:lnTo>
                <a:lnTo>
                  <a:pt x="29630" y="47204"/>
                </a:lnTo>
                <a:lnTo>
                  <a:pt x="33694" y="42501"/>
                </a:lnTo>
                <a:lnTo>
                  <a:pt x="37998" y="37998"/>
                </a:lnTo>
                <a:lnTo>
                  <a:pt x="42502" y="33694"/>
                </a:lnTo>
                <a:lnTo>
                  <a:pt x="47204" y="29629"/>
                </a:lnTo>
                <a:lnTo>
                  <a:pt x="52105" y="25764"/>
                </a:lnTo>
                <a:lnTo>
                  <a:pt x="57187" y="22157"/>
                </a:lnTo>
                <a:lnTo>
                  <a:pt x="62445" y="18790"/>
                </a:lnTo>
                <a:lnTo>
                  <a:pt x="67886" y="15661"/>
                </a:lnTo>
                <a:lnTo>
                  <a:pt x="73465" y="12792"/>
                </a:lnTo>
                <a:lnTo>
                  <a:pt x="79224" y="10202"/>
                </a:lnTo>
                <a:lnTo>
                  <a:pt x="85120" y="7871"/>
                </a:lnTo>
                <a:lnTo>
                  <a:pt x="91139" y="5838"/>
                </a:lnTo>
                <a:lnTo>
                  <a:pt x="97316" y="4085"/>
                </a:lnTo>
                <a:lnTo>
                  <a:pt x="103592" y="2630"/>
                </a:lnTo>
                <a:lnTo>
                  <a:pt x="109969" y="1494"/>
                </a:lnTo>
                <a:lnTo>
                  <a:pt x="116464" y="657"/>
                </a:lnTo>
                <a:lnTo>
                  <a:pt x="123061" y="159"/>
                </a:lnTo>
                <a:lnTo>
                  <a:pt x="129595" y="0"/>
                </a:lnTo>
                <a:lnTo>
                  <a:pt x="3879419" y="0"/>
                </a:lnTo>
                <a:lnTo>
                  <a:pt x="3885955" y="159"/>
                </a:lnTo>
                <a:lnTo>
                  <a:pt x="3892551" y="657"/>
                </a:lnTo>
                <a:lnTo>
                  <a:pt x="3899027" y="1494"/>
                </a:lnTo>
                <a:lnTo>
                  <a:pt x="3905422" y="2630"/>
                </a:lnTo>
                <a:lnTo>
                  <a:pt x="3911699" y="4085"/>
                </a:lnTo>
                <a:lnTo>
                  <a:pt x="3917857" y="5838"/>
                </a:lnTo>
                <a:lnTo>
                  <a:pt x="3923894" y="7871"/>
                </a:lnTo>
                <a:lnTo>
                  <a:pt x="3929792" y="10202"/>
                </a:lnTo>
                <a:lnTo>
                  <a:pt x="3935531" y="12792"/>
                </a:lnTo>
                <a:lnTo>
                  <a:pt x="3941131" y="15661"/>
                </a:lnTo>
                <a:lnTo>
                  <a:pt x="3946569" y="18790"/>
                </a:lnTo>
                <a:lnTo>
                  <a:pt x="3951829" y="22157"/>
                </a:lnTo>
                <a:lnTo>
                  <a:pt x="3956912" y="25764"/>
                </a:lnTo>
                <a:lnTo>
                  <a:pt x="3961812" y="29629"/>
                </a:lnTo>
                <a:lnTo>
                  <a:pt x="3966515" y="33694"/>
                </a:lnTo>
                <a:lnTo>
                  <a:pt x="3971018" y="37998"/>
                </a:lnTo>
                <a:lnTo>
                  <a:pt x="3975322" y="42501"/>
                </a:lnTo>
                <a:lnTo>
                  <a:pt x="3979386" y="47204"/>
                </a:lnTo>
                <a:lnTo>
                  <a:pt x="3983232" y="52105"/>
                </a:lnTo>
                <a:lnTo>
                  <a:pt x="3986859" y="57186"/>
                </a:lnTo>
                <a:lnTo>
                  <a:pt x="3990226" y="62447"/>
                </a:lnTo>
                <a:lnTo>
                  <a:pt x="3993354" y="67886"/>
                </a:lnTo>
                <a:lnTo>
                  <a:pt x="3996224" y="73466"/>
                </a:lnTo>
                <a:lnTo>
                  <a:pt x="3998815" y="79224"/>
                </a:lnTo>
                <a:lnTo>
                  <a:pt x="4001145" y="85122"/>
                </a:lnTo>
                <a:lnTo>
                  <a:pt x="4003178" y="91139"/>
                </a:lnTo>
                <a:lnTo>
                  <a:pt x="4004932" y="97316"/>
                </a:lnTo>
                <a:lnTo>
                  <a:pt x="4006385" y="103593"/>
                </a:lnTo>
                <a:lnTo>
                  <a:pt x="4007522" y="109969"/>
                </a:lnTo>
                <a:lnTo>
                  <a:pt x="4008358" y="116465"/>
                </a:lnTo>
                <a:lnTo>
                  <a:pt x="4008857" y="123060"/>
                </a:lnTo>
                <a:lnTo>
                  <a:pt x="4009016" y="129596"/>
                </a:lnTo>
                <a:lnTo>
                  <a:pt x="4009016" y="1104791"/>
                </a:lnTo>
                <a:lnTo>
                  <a:pt x="4008857" y="1111327"/>
                </a:lnTo>
                <a:lnTo>
                  <a:pt x="4008358" y="1117922"/>
                </a:lnTo>
                <a:lnTo>
                  <a:pt x="4007522" y="1124417"/>
                </a:lnTo>
                <a:lnTo>
                  <a:pt x="4006385" y="1130793"/>
                </a:lnTo>
                <a:lnTo>
                  <a:pt x="4004932" y="1137070"/>
                </a:lnTo>
                <a:lnTo>
                  <a:pt x="4003178" y="1143227"/>
                </a:lnTo>
                <a:lnTo>
                  <a:pt x="4001145" y="1149264"/>
                </a:lnTo>
                <a:lnTo>
                  <a:pt x="3998815" y="1155162"/>
                </a:lnTo>
                <a:lnTo>
                  <a:pt x="3996224" y="1160921"/>
                </a:lnTo>
                <a:lnTo>
                  <a:pt x="3993354" y="1166500"/>
                </a:lnTo>
                <a:lnTo>
                  <a:pt x="3990226" y="1171940"/>
                </a:lnTo>
                <a:lnTo>
                  <a:pt x="3986859" y="1177200"/>
                </a:lnTo>
                <a:lnTo>
                  <a:pt x="3983232" y="1182281"/>
                </a:lnTo>
                <a:lnTo>
                  <a:pt x="3979386" y="1187183"/>
                </a:lnTo>
                <a:lnTo>
                  <a:pt x="3975322" y="1191885"/>
                </a:lnTo>
                <a:lnTo>
                  <a:pt x="3971018" y="1196388"/>
                </a:lnTo>
                <a:lnTo>
                  <a:pt x="3966515" y="1200692"/>
                </a:lnTo>
                <a:lnTo>
                  <a:pt x="3961812" y="1204757"/>
                </a:lnTo>
                <a:lnTo>
                  <a:pt x="3956912" y="1208603"/>
                </a:lnTo>
                <a:lnTo>
                  <a:pt x="3951829" y="1212229"/>
                </a:lnTo>
                <a:lnTo>
                  <a:pt x="3946569" y="1215597"/>
                </a:lnTo>
                <a:lnTo>
                  <a:pt x="3941131" y="1218725"/>
                </a:lnTo>
                <a:lnTo>
                  <a:pt x="3935531" y="1221594"/>
                </a:lnTo>
                <a:lnTo>
                  <a:pt x="3929792" y="1224185"/>
                </a:lnTo>
                <a:lnTo>
                  <a:pt x="3923894" y="1226515"/>
                </a:lnTo>
                <a:lnTo>
                  <a:pt x="3917857" y="1228548"/>
                </a:lnTo>
                <a:lnTo>
                  <a:pt x="3911699" y="1230302"/>
                </a:lnTo>
                <a:lnTo>
                  <a:pt x="3905422" y="1231756"/>
                </a:lnTo>
                <a:lnTo>
                  <a:pt x="3899027" y="1232892"/>
                </a:lnTo>
                <a:lnTo>
                  <a:pt x="3892551" y="1233729"/>
                </a:lnTo>
                <a:lnTo>
                  <a:pt x="3885955" y="1234227"/>
                </a:lnTo>
                <a:lnTo>
                  <a:pt x="3879419" y="1234386"/>
                </a:lnTo>
                <a:lnTo>
                  <a:pt x="129595" y="1234386"/>
                </a:lnTo>
                <a:lnTo>
                  <a:pt x="123061" y="1234227"/>
                </a:lnTo>
                <a:lnTo>
                  <a:pt x="116464" y="1233729"/>
                </a:lnTo>
                <a:lnTo>
                  <a:pt x="109969" y="1232892"/>
                </a:lnTo>
                <a:lnTo>
                  <a:pt x="103592" y="1231756"/>
                </a:lnTo>
                <a:lnTo>
                  <a:pt x="97316" y="1230302"/>
                </a:lnTo>
                <a:lnTo>
                  <a:pt x="91139" y="1228548"/>
                </a:lnTo>
                <a:lnTo>
                  <a:pt x="85120" y="1226515"/>
                </a:lnTo>
                <a:lnTo>
                  <a:pt x="79224" y="1224185"/>
                </a:lnTo>
                <a:lnTo>
                  <a:pt x="73465" y="1221594"/>
                </a:lnTo>
                <a:lnTo>
                  <a:pt x="67886" y="1218725"/>
                </a:lnTo>
                <a:lnTo>
                  <a:pt x="62445" y="1215597"/>
                </a:lnTo>
                <a:lnTo>
                  <a:pt x="57187" y="1212229"/>
                </a:lnTo>
                <a:lnTo>
                  <a:pt x="52105" y="1208603"/>
                </a:lnTo>
                <a:lnTo>
                  <a:pt x="47204" y="1204757"/>
                </a:lnTo>
                <a:lnTo>
                  <a:pt x="42502" y="1200692"/>
                </a:lnTo>
                <a:lnTo>
                  <a:pt x="37998" y="1196388"/>
                </a:lnTo>
                <a:lnTo>
                  <a:pt x="33694" y="1191885"/>
                </a:lnTo>
                <a:lnTo>
                  <a:pt x="29630" y="1187183"/>
                </a:lnTo>
                <a:lnTo>
                  <a:pt x="25764" y="1182281"/>
                </a:lnTo>
                <a:lnTo>
                  <a:pt x="22158" y="1177200"/>
                </a:lnTo>
                <a:lnTo>
                  <a:pt x="18790" y="1171940"/>
                </a:lnTo>
                <a:lnTo>
                  <a:pt x="15662" y="1166500"/>
                </a:lnTo>
                <a:lnTo>
                  <a:pt x="12792" y="1160921"/>
                </a:lnTo>
                <a:lnTo>
                  <a:pt x="10202" y="1155162"/>
                </a:lnTo>
                <a:lnTo>
                  <a:pt x="7871" y="1149264"/>
                </a:lnTo>
                <a:lnTo>
                  <a:pt x="5839" y="1143227"/>
                </a:lnTo>
                <a:lnTo>
                  <a:pt x="4085" y="1137070"/>
                </a:lnTo>
                <a:lnTo>
                  <a:pt x="2631" y="1130793"/>
                </a:lnTo>
                <a:lnTo>
                  <a:pt x="1494" y="1124417"/>
                </a:lnTo>
                <a:lnTo>
                  <a:pt x="658" y="1117922"/>
                </a:lnTo>
                <a:lnTo>
                  <a:pt x="159" y="1111327"/>
                </a:lnTo>
                <a:lnTo>
                  <a:pt x="0" y="1104791"/>
                </a:lnTo>
                <a:lnTo>
                  <a:pt x="0" y="129596"/>
                </a:lnTo>
                <a:lnTo>
                  <a:pt x="159" y="123060"/>
                </a:lnTo>
                <a:moveTo>
                  <a:pt x="19925" y="129974"/>
                </a:moveTo>
                <a:lnTo>
                  <a:pt x="19925" y="129715"/>
                </a:lnTo>
                <a:lnTo>
                  <a:pt x="19925" y="1104671"/>
                </a:lnTo>
                <a:lnTo>
                  <a:pt x="19925" y="1104412"/>
                </a:lnTo>
                <a:lnTo>
                  <a:pt x="20085" y="1110569"/>
                </a:lnTo>
                <a:lnTo>
                  <a:pt x="20046" y="1110071"/>
                </a:lnTo>
                <a:lnTo>
                  <a:pt x="20524" y="1116148"/>
                </a:lnTo>
                <a:lnTo>
                  <a:pt x="20463" y="1115650"/>
                </a:lnTo>
                <a:lnTo>
                  <a:pt x="21221" y="1121648"/>
                </a:lnTo>
                <a:lnTo>
                  <a:pt x="21140" y="1121149"/>
                </a:lnTo>
                <a:lnTo>
                  <a:pt x="22197" y="1127048"/>
                </a:lnTo>
                <a:lnTo>
                  <a:pt x="22098" y="1126569"/>
                </a:lnTo>
                <a:lnTo>
                  <a:pt x="23433" y="1132348"/>
                </a:lnTo>
                <a:lnTo>
                  <a:pt x="23313" y="1131869"/>
                </a:lnTo>
                <a:lnTo>
                  <a:pt x="24926" y="1137548"/>
                </a:lnTo>
                <a:lnTo>
                  <a:pt x="24787" y="1137090"/>
                </a:lnTo>
                <a:lnTo>
                  <a:pt x="26662" y="1142649"/>
                </a:lnTo>
                <a:lnTo>
                  <a:pt x="26502" y="1142191"/>
                </a:lnTo>
                <a:lnTo>
                  <a:pt x="28632" y="1147630"/>
                </a:lnTo>
                <a:lnTo>
                  <a:pt x="28453" y="1147172"/>
                </a:lnTo>
                <a:lnTo>
                  <a:pt x="30845" y="1152473"/>
                </a:lnTo>
                <a:lnTo>
                  <a:pt x="30646" y="1152034"/>
                </a:lnTo>
                <a:lnTo>
                  <a:pt x="33275" y="1157215"/>
                </a:lnTo>
                <a:lnTo>
                  <a:pt x="33057" y="1156776"/>
                </a:lnTo>
                <a:lnTo>
                  <a:pt x="35945" y="1161797"/>
                </a:lnTo>
                <a:lnTo>
                  <a:pt x="35688" y="1161379"/>
                </a:lnTo>
                <a:lnTo>
                  <a:pt x="38795" y="1166241"/>
                </a:lnTo>
                <a:lnTo>
                  <a:pt x="38536" y="1165843"/>
                </a:lnTo>
                <a:lnTo>
                  <a:pt x="41864" y="1170545"/>
                </a:lnTo>
                <a:lnTo>
                  <a:pt x="41584" y="1170167"/>
                </a:lnTo>
                <a:lnTo>
                  <a:pt x="45152" y="1174690"/>
                </a:lnTo>
                <a:lnTo>
                  <a:pt x="44833" y="1174311"/>
                </a:lnTo>
                <a:lnTo>
                  <a:pt x="48598" y="1178674"/>
                </a:lnTo>
                <a:lnTo>
                  <a:pt x="48280" y="1178316"/>
                </a:lnTo>
                <a:lnTo>
                  <a:pt x="52246" y="1182480"/>
                </a:lnTo>
                <a:lnTo>
                  <a:pt x="51906" y="1182142"/>
                </a:lnTo>
                <a:lnTo>
                  <a:pt x="56071" y="1186107"/>
                </a:lnTo>
                <a:lnTo>
                  <a:pt x="55713" y="1185788"/>
                </a:lnTo>
                <a:lnTo>
                  <a:pt x="60056" y="1189554"/>
                </a:lnTo>
                <a:lnTo>
                  <a:pt x="59696" y="1189235"/>
                </a:lnTo>
                <a:lnTo>
                  <a:pt x="64220" y="1192802"/>
                </a:lnTo>
                <a:lnTo>
                  <a:pt x="63842" y="1192502"/>
                </a:lnTo>
                <a:lnTo>
                  <a:pt x="68544" y="1195850"/>
                </a:lnTo>
                <a:lnTo>
                  <a:pt x="68145" y="1195592"/>
                </a:lnTo>
                <a:lnTo>
                  <a:pt x="73007" y="1198700"/>
                </a:lnTo>
                <a:lnTo>
                  <a:pt x="72588" y="1198440"/>
                </a:lnTo>
                <a:lnTo>
                  <a:pt x="77611" y="1201330"/>
                </a:lnTo>
                <a:lnTo>
                  <a:pt x="77172" y="1201110"/>
                </a:lnTo>
                <a:lnTo>
                  <a:pt x="82332" y="1203741"/>
                </a:lnTo>
                <a:lnTo>
                  <a:pt x="81894" y="1203542"/>
                </a:lnTo>
                <a:lnTo>
                  <a:pt x="87214" y="1205933"/>
                </a:lnTo>
                <a:lnTo>
                  <a:pt x="86756" y="1205753"/>
                </a:lnTo>
                <a:lnTo>
                  <a:pt x="92196" y="1207885"/>
                </a:lnTo>
                <a:lnTo>
                  <a:pt x="91738" y="1207726"/>
                </a:lnTo>
                <a:lnTo>
                  <a:pt x="97297" y="1209598"/>
                </a:lnTo>
                <a:lnTo>
                  <a:pt x="96837" y="1209459"/>
                </a:lnTo>
                <a:lnTo>
                  <a:pt x="102517" y="1211073"/>
                </a:lnTo>
                <a:lnTo>
                  <a:pt x="102038" y="1210954"/>
                </a:lnTo>
                <a:lnTo>
                  <a:pt x="107818" y="1212289"/>
                </a:lnTo>
                <a:lnTo>
                  <a:pt x="107339" y="1212189"/>
                </a:lnTo>
                <a:lnTo>
                  <a:pt x="113236" y="1213245"/>
                </a:lnTo>
                <a:lnTo>
                  <a:pt x="112739" y="1213166"/>
                </a:lnTo>
                <a:lnTo>
                  <a:pt x="118735" y="1213922"/>
                </a:lnTo>
                <a:lnTo>
                  <a:pt x="118238" y="1213863"/>
                </a:lnTo>
                <a:lnTo>
                  <a:pt x="124316" y="1214341"/>
                </a:lnTo>
                <a:lnTo>
                  <a:pt x="123818" y="1214302"/>
                </a:lnTo>
                <a:lnTo>
                  <a:pt x="129973" y="1214461"/>
                </a:lnTo>
                <a:lnTo>
                  <a:pt x="129716" y="1214461"/>
                </a:lnTo>
                <a:lnTo>
                  <a:pt x="3879301" y="1214461"/>
                </a:lnTo>
                <a:lnTo>
                  <a:pt x="3879041" y="1214461"/>
                </a:lnTo>
                <a:lnTo>
                  <a:pt x="3885199" y="1214302"/>
                </a:lnTo>
                <a:lnTo>
                  <a:pt x="3884700" y="1214341"/>
                </a:lnTo>
                <a:lnTo>
                  <a:pt x="3890778" y="1213863"/>
                </a:lnTo>
                <a:lnTo>
                  <a:pt x="3890279" y="1213922"/>
                </a:lnTo>
                <a:lnTo>
                  <a:pt x="3896278" y="1213166"/>
                </a:lnTo>
                <a:lnTo>
                  <a:pt x="3895779" y="1213245"/>
                </a:lnTo>
                <a:lnTo>
                  <a:pt x="3901677" y="1212189"/>
                </a:lnTo>
                <a:lnTo>
                  <a:pt x="3901199" y="1212289"/>
                </a:lnTo>
                <a:lnTo>
                  <a:pt x="3906976" y="1210954"/>
                </a:lnTo>
                <a:lnTo>
                  <a:pt x="3906500" y="1211073"/>
                </a:lnTo>
                <a:lnTo>
                  <a:pt x="3912179" y="1209459"/>
                </a:lnTo>
                <a:lnTo>
                  <a:pt x="3911719" y="1209598"/>
                </a:lnTo>
                <a:lnTo>
                  <a:pt x="3917278" y="1207726"/>
                </a:lnTo>
                <a:lnTo>
                  <a:pt x="3916820" y="1207885"/>
                </a:lnTo>
                <a:lnTo>
                  <a:pt x="3922261" y="1205753"/>
                </a:lnTo>
                <a:lnTo>
                  <a:pt x="3921803" y="1205933"/>
                </a:lnTo>
                <a:lnTo>
                  <a:pt x="3927102" y="1203542"/>
                </a:lnTo>
                <a:lnTo>
                  <a:pt x="3926664" y="1203741"/>
                </a:lnTo>
                <a:lnTo>
                  <a:pt x="3931845" y="1201110"/>
                </a:lnTo>
                <a:lnTo>
                  <a:pt x="3931405" y="1201330"/>
                </a:lnTo>
                <a:lnTo>
                  <a:pt x="3936426" y="1198440"/>
                </a:lnTo>
                <a:lnTo>
                  <a:pt x="3936009" y="1198700"/>
                </a:lnTo>
                <a:lnTo>
                  <a:pt x="3940871" y="1195592"/>
                </a:lnTo>
                <a:lnTo>
                  <a:pt x="3940472" y="1195850"/>
                </a:lnTo>
                <a:lnTo>
                  <a:pt x="3945175" y="1192502"/>
                </a:lnTo>
                <a:lnTo>
                  <a:pt x="3944796" y="1192802"/>
                </a:lnTo>
                <a:lnTo>
                  <a:pt x="3949319" y="1189235"/>
                </a:lnTo>
                <a:lnTo>
                  <a:pt x="3948940" y="1189554"/>
                </a:lnTo>
                <a:lnTo>
                  <a:pt x="3953285" y="1185788"/>
                </a:lnTo>
                <a:lnTo>
                  <a:pt x="3952946" y="1186107"/>
                </a:lnTo>
                <a:lnTo>
                  <a:pt x="3957110" y="1182142"/>
                </a:lnTo>
                <a:lnTo>
                  <a:pt x="3956771" y="1182480"/>
                </a:lnTo>
                <a:lnTo>
                  <a:pt x="3960737" y="1178316"/>
                </a:lnTo>
                <a:lnTo>
                  <a:pt x="3960418" y="1178674"/>
                </a:lnTo>
                <a:lnTo>
                  <a:pt x="3964184" y="1174311"/>
                </a:lnTo>
                <a:lnTo>
                  <a:pt x="3963865" y="1174690"/>
                </a:lnTo>
                <a:lnTo>
                  <a:pt x="3967430" y="1170167"/>
                </a:lnTo>
                <a:lnTo>
                  <a:pt x="3967132" y="1170545"/>
                </a:lnTo>
                <a:lnTo>
                  <a:pt x="3970481" y="1165843"/>
                </a:lnTo>
                <a:lnTo>
                  <a:pt x="3970221" y="1166241"/>
                </a:lnTo>
                <a:lnTo>
                  <a:pt x="3973329" y="1161379"/>
                </a:lnTo>
                <a:lnTo>
                  <a:pt x="3973071" y="1161797"/>
                </a:lnTo>
                <a:lnTo>
                  <a:pt x="3975960" y="1156776"/>
                </a:lnTo>
                <a:lnTo>
                  <a:pt x="3975721" y="1157215"/>
                </a:lnTo>
                <a:lnTo>
                  <a:pt x="3978370" y="1152034"/>
                </a:lnTo>
                <a:lnTo>
                  <a:pt x="3978170" y="1152473"/>
                </a:lnTo>
                <a:lnTo>
                  <a:pt x="3980562" y="1147172"/>
                </a:lnTo>
                <a:lnTo>
                  <a:pt x="3980364" y="1147630"/>
                </a:lnTo>
                <a:lnTo>
                  <a:pt x="3982514" y="1142191"/>
                </a:lnTo>
                <a:lnTo>
                  <a:pt x="3982355" y="1142649"/>
                </a:lnTo>
                <a:lnTo>
                  <a:pt x="3984228" y="1137090"/>
                </a:lnTo>
                <a:lnTo>
                  <a:pt x="3984089" y="1137548"/>
                </a:lnTo>
                <a:lnTo>
                  <a:pt x="3985704" y="1131869"/>
                </a:lnTo>
                <a:lnTo>
                  <a:pt x="3985565" y="1132348"/>
                </a:lnTo>
                <a:lnTo>
                  <a:pt x="3986918" y="1126569"/>
                </a:lnTo>
                <a:lnTo>
                  <a:pt x="3986818" y="1127048"/>
                </a:lnTo>
                <a:lnTo>
                  <a:pt x="3987854" y="1121149"/>
                </a:lnTo>
                <a:lnTo>
                  <a:pt x="3987795" y="1121648"/>
                </a:lnTo>
                <a:lnTo>
                  <a:pt x="3988552" y="1115650"/>
                </a:lnTo>
                <a:lnTo>
                  <a:pt x="3988492" y="1116148"/>
                </a:lnTo>
                <a:lnTo>
                  <a:pt x="3988971" y="1110071"/>
                </a:lnTo>
                <a:lnTo>
                  <a:pt x="3988932" y="1110569"/>
                </a:lnTo>
                <a:lnTo>
                  <a:pt x="3989091" y="1104412"/>
                </a:lnTo>
                <a:lnTo>
                  <a:pt x="3989091" y="1104671"/>
                </a:lnTo>
                <a:lnTo>
                  <a:pt x="3989091" y="129715"/>
                </a:lnTo>
                <a:lnTo>
                  <a:pt x="3989091" y="129974"/>
                </a:lnTo>
                <a:lnTo>
                  <a:pt x="3988932" y="123817"/>
                </a:lnTo>
                <a:lnTo>
                  <a:pt x="3988971" y="124315"/>
                </a:lnTo>
                <a:lnTo>
                  <a:pt x="3988492" y="118238"/>
                </a:lnTo>
                <a:lnTo>
                  <a:pt x="3988552" y="118736"/>
                </a:lnTo>
                <a:lnTo>
                  <a:pt x="3987795" y="112739"/>
                </a:lnTo>
                <a:lnTo>
                  <a:pt x="3987854" y="113237"/>
                </a:lnTo>
                <a:lnTo>
                  <a:pt x="3986818" y="107339"/>
                </a:lnTo>
                <a:lnTo>
                  <a:pt x="3986918" y="107817"/>
                </a:lnTo>
                <a:lnTo>
                  <a:pt x="3985565" y="102039"/>
                </a:lnTo>
                <a:lnTo>
                  <a:pt x="3985704" y="102517"/>
                </a:lnTo>
                <a:lnTo>
                  <a:pt x="3984089" y="96838"/>
                </a:lnTo>
                <a:lnTo>
                  <a:pt x="3984228" y="97297"/>
                </a:lnTo>
                <a:lnTo>
                  <a:pt x="3982355" y="91737"/>
                </a:lnTo>
                <a:lnTo>
                  <a:pt x="3982514" y="92195"/>
                </a:lnTo>
                <a:lnTo>
                  <a:pt x="3980364" y="86755"/>
                </a:lnTo>
                <a:lnTo>
                  <a:pt x="3980562" y="87214"/>
                </a:lnTo>
                <a:lnTo>
                  <a:pt x="3978170" y="81914"/>
                </a:lnTo>
                <a:lnTo>
                  <a:pt x="3978370" y="82352"/>
                </a:lnTo>
                <a:lnTo>
                  <a:pt x="3975721" y="77172"/>
                </a:lnTo>
                <a:lnTo>
                  <a:pt x="3975960" y="77610"/>
                </a:lnTo>
                <a:lnTo>
                  <a:pt x="3973071" y="72588"/>
                </a:lnTo>
                <a:lnTo>
                  <a:pt x="3973329" y="73007"/>
                </a:lnTo>
                <a:lnTo>
                  <a:pt x="3970221" y="68145"/>
                </a:lnTo>
                <a:lnTo>
                  <a:pt x="3970481" y="68544"/>
                </a:lnTo>
                <a:lnTo>
                  <a:pt x="3967132" y="63841"/>
                </a:lnTo>
                <a:lnTo>
                  <a:pt x="3967430" y="64220"/>
                </a:lnTo>
                <a:lnTo>
                  <a:pt x="3963865" y="59697"/>
                </a:lnTo>
                <a:lnTo>
                  <a:pt x="3964184" y="60075"/>
                </a:lnTo>
                <a:lnTo>
                  <a:pt x="3960418" y="55712"/>
                </a:lnTo>
                <a:lnTo>
                  <a:pt x="3960737" y="56070"/>
                </a:lnTo>
                <a:lnTo>
                  <a:pt x="3956771" y="51906"/>
                </a:lnTo>
                <a:lnTo>
                  <a:pt x="3957110" y="52245"/>
                </a:lnTo>
                <a:lnTo>
                  <a:pt x="3952946" y="48280"/>
                </a:lnTo>
                <a:lnTo>
                  <a:pt x="3953285" y="48598"/>
                </a:lnTo>
                <a:lnTo>
                  <a:pt x="3948940" y="44832"/>
                </a:lnTo>
                <a:lnTo>
                  <a:pt x="3949319" y="45151"/>
                </a:lnTo>
                <a:lnTo>
                  <a:pt x="3944796" y="41584"/>
                </a:lnTo>
                <a:lnTo>
                  <a:pt x="3945175" y="41864"/>
                </a:lnTo>
                <a:lnTo>
                  <a:pt x="3940472" y="38536"/>
                </a:lnTo>
                <a:lnTo>
                  <a:pt x="3940871" y="38795"/>
                </a:lnTo>
                <a:lnTo>
                  <a:pt x="3936009" y="35686"/>
                </a:lnTo>
                <a:lnTo>
                  <a:pt x="3936426" y="35945"/>
                </a:lnTo>
                <a:lnTo>
                  <a:pt x="3931405" y="33057"/>
                </a:lnTo>
                <a:lnTo>
                  <a:pt x="3931845" y="33276"/>
                </a:lnTo>
                <a:lnTo>
                  <a:pt x="3926664" y="30646"/>
                </a:lnTo>
                <a:lnTo>
                  <a:pt x="3927102" y="30845"/>
                </a:lnTo>
                <a:lnTo>
                  <a:pt x="3921803" y="28454"/>
                </a:lnTo>
                <a:lnTo>
                  <a:pt x="3922261" y="28633"/>
                </a:lnTo>
                <a:lnTo>
                  <a:pt x="3916820" y="26501"/>
                </a:lnTo>
                <a:lnTo>
                  <a:pt x="3917278" y="26661"/>
                </a:lnTo>
                <a:lnTo>
                  <a:pt x="3911719" y="24787"/>
                </a:lnTo>
                <a:lnTo>
                  <a:pt x="3912179" y="24927"/>
                </a:lnTo>
                <a:lnTo>
                  <a:pt x="3906500" y="23313"/>
                </a:lnTo>
                <a:lnTo>
                  <a:pt x="3906976" y="23432"/>
                </a:lnTo>
                <a:lnTo>
                  <a:pt x="3901199" y="22097"/>
                </a:lnTo>
                <a:lnTo>
                  <a:pt x="3901677" y="22197"/>
                </a:lnTo>
                <a:lnTo>
                  <a:pt x="3895779" y="21141"/>
                </a:lnTo>
                <a:lnTo>
                  <a:pt x="3896278" y="21220"/>
                </a:lnTo>
                <a:lnTo>
                  <a:pt x="3890279" y="20463"/>
                </a:lnTo>
                <a:lnTo>
                  <a:pt x="3890778" y="20523"/>
                </a:lnTo>
                <a:lnTo>
                  <a:pt x="3884700" y="20045"/>
                </a:lnTo>
                <a:lnTo>
                  <a:pt x="3885199" y="20085"/>
                </a:lnTo>
                <a:lnTo>
                  <a:pt x="3879041" y="19925"/>
                </a:lnTo>
                <a:lnTo>
                  <a:pt x="3879301" y="19925"/>
                </a:lnTo>
                <a:lnTo>
                  <a:pt x="129716" y="19925"/>
                </a:lnTo>
                <a:lnTo>
                  <a:pt x="129973" y="19925"/>
                </a:lnTo>
                <a:lnTo>
                  <a:pt x="123818" y="20085"/>
                </a:lnTo>
                <a:lnTo>
                  <a:pt x="124316" y="20045"/>
                </a:lnTo>
                <a:lnTo>
                  <a:pt x="118238" y="20523"/>
                </a:lnTo>
                <a:lnTo>
                  <a:pt x="118735" y="20463"/>
                </a:lnTo>
                <a:lnTo>
                  <a:pt x="112739" y="21220"/>
                </a:lnTo>
                <a:lnTo>
                  <a:pt x="113236" y="21141"/>
                </a:lnTo>
                <a:lnTo>
                  <a:pt x="107339" y="22197"/>
                </a:lnTo>
                <a:lnTo>
                  <a:pt x="107818" y="22097"/>
                </a:lnTo>
                <a:lnTo>
                  <a:pt x="102038" y="23432"/>
                </a:lnTo>
                <a:lnTo>
                  <a:pt x="102517" y="23313"/>
                </a:lnTo>
                <a:lnTo>
                  <a:pt x="96837" y="24927"/>
                </a:lnTo>
                <a:lnTo>
                  <a:pt x="97297" y="24787"/>
                </a:lnTo>
                <a:lnTo>
                  <a:pt x="91738" y="26661"/>
                </a:lnTo>
                <a:lnTo>
                  <a:pt x="92196" y="26501"/>
                </a:lnTo>
                <a:lnTo>
                  <a:pt x="86756" y="28633"/>
                </a:lnTo>
                <a:lnTo>
                  <a:pt x="87214" y="28454"/>
                </a:lnTo>
                <a:lnTo>
                  <a:pt x="81894" y="30845"/>
                </a:lnTo>
                <a:lnTo>
                  <a:pt x="82332" y="30646"/>
                </a:lnTo>
                <a:lnTo>
                  <a:pt x="77172" y="33276"/>
                </a:lnTo>
                <a:lnTo>
                  <a:pt x="77611" y="33057"/>
                </a:lnTo>
                <a:lnTo>
                  <a:pt x="72588" y="35945"/>
                </a:lnTo>
                <a:lnTo>
                  <a:pt x="73007" y="35686"/>
                </a:lnTo>
                <a:lnTo>
                  <a:pt x="68145" y="38795"/>
                </a:lnTo>
                <a:lnTo>
                  <a:pt x="68544" y="38536"/>
                </a:lnTo>
                <a:lnTo>
                  <a:pt x="63842" y="41864"/>
                </a:lnTo>
                <a:lnTo>
                  <a:pt x="64220" y="41584"/>
                </a:lnTo>
                <a:lnTo>
                  <a:pt x="59696" y="45151"/>
                </a:lnTo>
                <a:lnTo>
                  <a:pt x="60056" y="44832"/>
                </a:lnTo>
                <a:lnTo>
                  <a:pt x="55713" y="48598"/>
                </a:lnTo>
                <a:lnTo>
                  <a:pt x="56071" y="48280"/>
                </a:lnTo>
                <a:lnTo>
                  <a:pt x="51906" y="52245"/>
                </a:lnTo>
                <a:lnTo>
                  <a:pt x="52246" y="51906"/>
                </a:lnTo>
                <a:lnTo>
                  <a:pt x="48280" y="56070"/>
                </a:lnTo>
                <a:lnTo>
                  <a:pt x="48598" y="55712"/>
                </a:lnTo>
                <a:lnTo>
                  <a:pt x="44833" y="60075"/>
                </a:lnTo>
                <a:lnTo>
                  <a:pt x="45152" y="59697"/>
                </a:lnTo>
                <a:lnTo>
                  <a:pt x="41584" y="64220"/>
                </a:lnTo>
                <a:lnTo>
                  <a:pt x="41864" y="63841"/>
                </a:lnTo>
                <a:lnTo>
                  <a:pt x="38536" y="68544"/>
                </a:lnTo>
                <a:lnTo>
                  <a:pt x="38795" y="68145"/>
                </a:lnTo>
                <a:lnTo>
                  <a:pt x="35688" y="73007"/>
                </a:lnTo>
                <a:lnTo>
                  <a:pt x="35945" y="72588"/>
                </a:lnTo>
                <a:lnTo>
                  <a:pt x="33057" y="77610"/>
                </a:lnTo>
                <a:lnTo>
                  <a:pt x="33275" y="77172"/>
                </a:lnTo>
                <a:lnTo>
                  <a:pt x="30646" y="82352"/>
                </a:lnTo>
                <a:lnTo>
                  <a:pt x="30845" y="81914"/>
                </a:lnTo>
                <a:lnTo>
                  <a:pt x="28453" y="87214"/>
                </a:lnTo>
                <a:lnTo>
                  <a:pt x="28632" y="86755"/>
                </a:lnTo>
                <a:lnTo>
                  <a:pt x="26502" y="92195"/>
                </a:lnTo>
                <a:lnTo>
                  <a:pt x="26662" y="91737"/>
                </a:lnTo>
                <a:lnTo>
                  <a:pt x="24787" y="97297"/>
                </a:lnTo>
                <a:lnTo>
                  <a:pt x="24926" y="96838"/>
                </a:lnTo>
                <a:lnTo>
                  <a:pt x="23313" y="102517"/>
                </a:lnTo>
                <a:lnTo>
                  <a:pt x="23433" y="102039"/>
                </a:lnTo>
                <a:lnTo>
                  <a:pt x="22098" y="107817"/>
                </a:lnTo>
                <a:lnTo>
                  <a:pt x="22197" y="107339"/>
                </a:lnTo>
                <a:lnTo>
                  <a:pt x="21140" y="113237"/>
                </a:lnTo>
                <a:lnTo>
                  <a:pt x="21221" y="112739"/>
                </a:lnTo>
                <a:lnTo>
                  <a:pt x="20463" y="118736"/>
                </a:lnTo>
                <a:lnTo>
                  <a:pt x="20524" y="118238"/>
                </a:lnTo>
                <a:lnTo>
                  <a:pt x="20046" y="124315"/>
                </a:lnTo>
                <a:lnTo>
                  <a:pt x="20085" y="123817"/>
                </a:lnTo>
                <a:lnTo>
                  <a:pt x="19925" y="129974"/>
                </a:lnTo>
              </a:path>
            </a:pathLst>
          </a:custGeom>
          <a:solidFill xmlns:a="http://schemas.openxmlformats.org/drawingml/2006/main">
            <a:srgbClr val="7DB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text-145 Prompt">
            <a:extLst xmlns:a="http://schemas.openxmlformats.org/drawingml/2006/main">
              <a:ext uri="{FF2B5EF4-FFF2-40B4-BE49-F238E27FC236}">
                <a16:creationId xmlns:a16="http://schemas.microsoft.com/office/drawing/2014/main" id="{E08823B6-9534-423F-BDE9-C8288CE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1124" y="5176625"/>
            <a:ext cx="780893" cy="31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221" name="text-145 for">
            <a:extLst xmlns:a="http://schemas.openxmlformats.org/drawingml/2006/main">
              <a:ext uri="{FF2B5EF4-FFF2-40B4-BE49-F238E27FC236}">
                <a16:creationId xmlns:a16="http://schemas.microsoft.com/office/drawing/2014/main" id="{0EAC24F3-CD6F-4851-9ECB-D008A0D2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9228" y="5176471"/>
            <a:ext cx="379496" cy="313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222" name="text-145 question">
            <a:extLst xmlns:a="http://schemas.openxmlformats.org/drawingml/2006/main">
              <a:ext uri="{FF2B5EF4-FFF2-40B4-BE49-F238E27FC236}">
                <a16:creationId xmlns:a16="http://schemas.microsoft.com/office/drawing/2014/main" id="{55CE474E-57AD-471D-91B7-CDD03F9B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6082" y="5176518"/>
            <a:ext cx="908009" cy="313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23" name="text-145 generation:">
            <a:extLst xmlns:a="http://schemas.openxmlformats.org/drawingml/2006/main">
              <a:ext uri="{FF2B5EF4-FFF2-40B4-BE49-F238E27FC236}">
                <a16:creationId xmlns:a16="http://schemas.microsoft.com/office/drawing/2014/main" id="{38DF85F0-66A6-414F-8A49-CC4450D5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01958" y="5176225"/>
            <a:ext cx="1215501" cy="313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generation:</a:t>
            </a:r>
          </a:p>
        </p:txBody>
      </p:sp>
      <p:sp>
        <p:nvSpPr>
          <p:cNvPr id="224" name="text-146 Prompt">
            <a:extLst xmlns:a="http://schemas.openxmlformats.org/drawingml/2006/main">
              <a:ext uri="{FF2B5EF4-FFF2-40B4-BE49-F238E27FC236}">
                <a16:creationId xmlns:a16="http://schemas.microsoft.com/office/drawing/2014/main" id="{5457325B-4C69-4A84-B3B9-8E2A096E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6043" y="6717740"/>
            <a:ext cx="780893" cy="31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225" name="text-146 for">
            <a:extLst xmlns:a="http://schemas.openxmlformats.org/drawingml/2006/main">
              <a:ext uri="{FF2B5EF4-FFF2-40B4-BE49-F238E27FC236}">
                <a16:creationId xmlns:a16="http://schemas.microsoft.com/office/drawing/2014/main" id="{B36BA1CC-BB77-4328-8A64-EA7A8EBD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4148" y="6717585"/>
            <a:ext cx="379499" cy="313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226" name="text-146 answer">
            <a:extLst xmlns:a="http://schemas.openxmlformats.org/drawingml/2006/main">
              <a:ext uri="{FF2B5EF4-FFF2-40B4-BE49-F238E27FC236}">
                <a16:creationId xmlns:a16="http://schemas.microsoft.com/office/drawing/2014/main" id="{47901418-75A0-4BD1-83A0-5BB01BED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1001" y="6717442"/>
            <a:ext cx="765082" cy="313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227" name="text-146 generation:">
            <a:extLst xmlns:a="http://schemas.openxmlformats.org/drawingml/2006/main">
              <a:ext uri="{FF2B5EF4-FFF2-40B4-BE49-F238E27FC236}">
                <a16:creationId xmlns:a16="http://schemas.microsoft.com/office/drawing/2014/main" id="{BA339220-7E29-4409-8FA0-DE1A0225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3413" y="6717341"/>
            <a:ext cx="1215501" cy="313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generation:</a:t>
            </a:r>
          </a:p>
        </p:txBody>
      </p:sp>
      <p:sp>
        <p:nvSpPr>
          <p:cNvPr id="228" name="text-147 #">
            <a:extLst xmlns:a="http://schemas.openxmlformats.org/drawingml/2006/main">
              <a:ext uri="{FF2B5EF4-FFF2-40B4-BE49-F238E27FC236}">
                <a16:creationId xmlns:a16="http://schemas.microsoft.com/office/drawing/2014/main" id="{1E0C0A51-CD27-4284-B209-37EFC9A1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8285" y="5447425"/>
            <a:ext cx="151697" cy="312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</a:t>
            </a:r>
          </a:p>
        </p:txBody>
      </p:sp>
      <p:sp>
        <p:nvSpPr>
          <p:cNvPr id="229" name="text-147 Role">
            <a:extLst xmlns:a="http://schemas.openxmlformats.org/drawingml/2006/main">
              <a:ext uri="{FF2B5EF4-FFF2-40B4-BE49-F238E27FC236}">
                <a16:creationId xmlns:a16="http://schemas.microsoft.com/office/drawing/2014/main" id="{921947D5-2A9C-469A-87F3-EB751101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6406" y="5446623"/>
            <a:ext cx="463232" cy="313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Role</a:t>
            </a:r>
          </a:p>
        </p:txBody>
      </p:sp>
      <p:sp>
        <p:nvSpPr>
          <p:cNvPr id="230" name="text-147 Setting">
            <a:extLst xmlns:a="http://schemas.openxmlformats.org/drawingml/2006/main">
              <a:ext uri="{FF2B5EF4-FFF2-40B4-BE49-F238E27FC236}">
                <a16:creationId xmlns:a16="http://schemas.microsoft.com/office/drawing/2014/main" id="{F3253B5F-118C-4BC9-A54D-941FE93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6115" y="5446043"/>
            <a:ext cx="676484" cy="314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Setting</a:t>
            </a:r>
          </a:p>
        </p:txBody>
      </p:sp>
      <p:sp>
        <p:nvSpPr>
          <p:cNvPr id="231" name="text-148 You">
            <a:extLst xmlns:a="http://schemas.openxmlformats.org/drawingml/2006/main">
              <a:ext uri="{FF2B5EF4-FFF2-40B4-BE49-F238E27FC236}">
                <a16:creationId xmlns:a16="http://schemas.microsoft.com/office/drawing/2014/main" id="{DFCA74D9-0F31-436A-A600-4683B7ED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8285" y="5705912"/>
            <a:ext cx="344304" cy="267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</a:t>
            </a:r>
          </a:p>
        </p:txBody>
      </p:sp>
      <p:sp>
        <p:nvSpPr>
          <p:cNvPr id="232" name="text-148 are">
            <a:extLst xmlns:a="http://schemas.openxmlformats.org/drawingml/2006/main">
              <a:ext uri="{FF2B5EF4-FFF2-40B4-BE49-F238E27FC236}">
                <a16:creationId xmlns:a16="http://schemas.microsoft.com/office/drawing/2014/main" id="{63BD026E-AB4F-4883-8B43-40F69156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2462" y="5717516"/>
            <a:ext cx="251385" cy="251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</a:t>
            </a:r>
          </a:p>
        </p:txBody>
      </p:sp>
      <p:sp>
        <p:nvSpPr>
          <p:cNvPr id="233" name="text-148 a">
            <a:extLst xmlns:a="http://schemas.openxmlformats.org/drawingml/2006/main">
              <a:ext uri="{FF2B5EF4-FFF2-40B4-BE49-F238E27FC236}">
                <a16:creationId xmlns:a16="http://schemas.microsoft.com/office/drawing/2014/main" id="{9582BE7A-C2F8-465A-B149-6E439BD9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5851" y="5716605"/>
            <a:ext cx="112569" cy="252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34" name="text-148 question-design">
            <a:extLst xmlns:a="http://schemas.openxmlformats.org/drawingml/2006/main">
              <a:ext uri="{FF2B5EF4-FFF2-40B4-BE49-F238E27FC236}">
                <a16:creationId xmlns:a16="http://schemas.microsoft.com/office/drawing/2014/main" id="{5AD97551-D517-4105-A0D1-5FF12EF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0260" y="5717926"/>
            <a:ext cx="1165939" cy="25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question-design</a:t>
            </a:r>
          </a:p>
        </p:txBody>
      </p:sp>
      <p:sp>
        <p:nvSpPr>
          <p:cNvPr id="235" name="text-148 expert">
            <a:extLst xmlns:a="http://schemas.openxmlformats.org/drawingml/2006/main">
              <a:ext uri="{FF2B5EF4-FFF2-40B4-BE49-F238E27FC236}">
                <a16:creationId xmlns:a16="http://schemas.microsoft.com/office/drawing/2014/main" id="{027132B3-060E-4003-98ED-88DC4946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8232" y="5717658"/>
            <a:ext cx="480310" cy="251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sp>
        <p:nvSpPr>
          <p:cNvPr id="236" name="text-148 specializing">
            <a:extLst xmlns:a="http://schemas.openxmlformats.org/drawingml/2006/main">
              <a:ext uri="{FF2B5EF4-FFF2-40B4-BE49-F238E27FC236}">
                <a16:creationId xmlns:a16="http://schemas.microsoft.com/office/drawing/2014/main" id="{B2B01726-8925-491A-8FB3-490CA13F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0269" y="5718006"/>
            <a:ext cx="886842" cy="250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specializing</a:t>
            </a:r>
          </a:p>
        </p:txBody>
      </p:sp>
      <p:sp>
        <p:nvSpPr>
          <p:cNvPr id="237" name="text-148 in">
            <a:extLst xmlns:a="http://schemas.openxmlformats.org/drawingml/2006/main">
              <a:ext uri="{FF2B5EF4-FFF2-40B4-BE49-F238E27FC236}">
                <a16:creationId xmlns:a16="http://schemas.microsoft.com/office/drawing/2014/main" id="{E01A5330-672F-4CB5-9ADE-11F2C4E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9159" y="5717556"/>
            <a:ext cx="171847" cy="251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38" name="text-148 creating">
            <a:extLst xmlns:a="http://schemas.openxmlformats.org/drawingml/2006/main">
              <a:ext uri="{FF2B5EF4-FFF2-40B4-BE49-F238E27FC236}">
                <a16:creationId xmlns:a16="http://schemas.microsoft.com/office/drawing/2014/main" id="{19F5DE59-FD20-478C-AD4F-417C4CD6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2973" y="5717875"/>
            <a:ext cx="608904" cy="250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creating</a:t>
            </a:r>
          </a:p>
        </p:txBody>
      </p:sp>
      <p:sp>
        <p:nvSpPr>
          <p:cNvPr id="239" name="text-149 questions">
            <a:extLst xmlns:a="http://schemas.openxmlformats.org/drawingml/2006/main">
              <a:ext uri="{FF2B5EF4-FFF2-40B4-BE49-F238E27FC236}">
                <a16:creationId xmlns:a16="http://schemas.microsoft.com/office/drawing/2014/main" id="{48B0B914-C302-4160-BB50-EE9241BB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8285" y="5933054"/>
            <a:ext cx="708833" cy="250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sp>
        <p:nvSpPr>
          <p:cNvPr id="240" name="text-149 based">
            <a:extLst xmlns:a="http://schemas.openxmlformats.org/drawingml/2006/main">
              <a:ext uri="{FF2B5EF4-FFF2-40B4-BE49-F238E27FC236}">
                <a16:creationId xmlns:a16="http://schemas.microsoft.com/office/drawing/2014/main" id="{7DAE1E8B-BEE2-4A60-AA13-40CFA6C7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8967" y="5932733"/>
            <a:ext cx="440842" cy="251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</a:t>
            </a:r>
          </a:p>
        </p:txBody>
      </p:sp>
      <p:sp>
        <p:nvSpPr>
          <p:cNvPr id="241" name="text-149 on">
            <a:extLst xmlns:a="http://schemas.openxmlformats.org/drawingml/2006/main">
              <a:ext uri="{FF2B5EF4-FFF2-40B4-BE49-F238E27FC236}">
                <a16:creationId xmlns:a16="http://schemas.microsoft.com/office/drawing/2014/main" id="{AD469380-63E9-40B8-B238-B309B2C3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1772" y="5932286"/>
            <a:ext cx="212280" cy="251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242" name="text-149 different">
            <a:extLst xmlns:a="http://schemas.openxmlformats.org/drawingml/2006/main">
              <a:ext uri="{FF2B5EF4-FFF2-40B4-BE49-F238E27FC236}">
                <a16:creationId xmlns:a16="http://schemas.microsoft.com/office/drawing/2014/main" id="{69F03439-FF87-4DAC-A9A1-86354EAA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5935" y="5932226"/>
            <a:ext cx="648546" cy="251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</a:t>
            </a:r>
          </a:p>
        </p:txBody>
      </p:sp>
      <p:sp>
        <p:nvSpPr>
          <p:cNvPr id="243" name="text-149 images">
            <a:extLst xmlns:a="http://schemas.openxmlformats.org/drawingml/2006/main">
              <a:ext uri="{FF2B5EF4-FFF2-40B4-BE49-F238E27FC236}">
                <a16:creationId xmlns:a16="http://schemas.microsoft.com/office/drawing/2014/main" id="{D0E2CD06-FBB9-4F84-B468-E0981A87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6094" y="5933038"/>
            <a:ext cx="539593" cy="250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</a:t>
            </a:r>
          </a:p>
        </p:txBody>
      </p:sp>
      <p:sp>
        <p:nvSpPr>
          <p:cNvPr id="244" name="text-149 and">
            <a:extLst xmlns:a="http://schemas.openxmlformats.org/drawingml/2006/main">
              <a:ext uri="{FF2B5EF4-FFF2-40B4-BE49-F238E27FC236}">
                <a16:creationId xmlns:a16="http://schemas.microsoft.com/office/drawing/2014/main" id="{0C20700A-E1E9-4AC7-A749-1865447F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17533" y="5932430"/>
            <a:ext cx="291829" cy="251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45" name="text-149 materials.">
            <a:extLst xmlns:a="http://schemas.openxmlformats.org/drawingml/2006/main">
              <a:ext uri="{FF2B5EF4-FFF2-40B4-BE49-F238E27FC236}">
                <a16:creationId xmlns:a16="http://schemas.microsoft.com/office/drawing/2014/main" id="{35361F12-5A29-4BA4-BC7C-551D26EA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1271" y="5933438"/>
            <a:ext cx="731848" cy="250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materials.</a:t>
            </a:r>
          </a:p>
        </p:txBody>
      </p:sp>
      <p:sp>
        <p:nvSpPr>
          <p:cNvPr id="246" name="text-149 Your">
            <a:extLst xmlns:a="http://schemas.openxmlformats.org/drawingml/2006/main">
              <a:ext uri="{FF2B5EF4-FFF2-40B4-BE49-F238E27FC236}">
                <a16:creationId xmlns:a16="http://schemas.microsoft.com/office/drawing/2014/main" id="{8C582076-CBAA-403B-BAAB-FA121762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5491" y="5923166"/>
            <a:ext cx="403464" cy="2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Your</a:t>
            </a:r>
          </a:p>
        </p:txBody>
      </p:sp>
      <p:sp>
        <p:nvSpPr>
          <p:cNvPr id="247" name="text-150 task">
            <a:extLst xmlns:a="http://schemas.openxmlformats.org/drawingml/2006/main">
              <a:ext uri="{FF2B5EF4-FFF2-40B4-BE49-F238E27FC236}">
                <a16:creationId xmlns:a16="http://schemas.microsoft.com/office/drawing/2014/main" id="{5FF5651A-DB8A-4E18-ADCA-DBBEF7A1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8285" y="6148211"/>
            <a:ext cx="320865" cy="25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48" name="text-150 is">
            <a:extLst xmlns:a="http://schemas.openxmlformats.org/drawingml/2006/main">
              <a:ext uri="{FF2B5EF4-FFF2-40B4-BE49-F238E27FC236}">
                <a16:creationId xmlns:a16="http://schemas.microsoft.com/office/drawing/2014/main" id="{B0EE8DA2-FE47-4A20-97E3-A724B9F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1167" y="6148112"/>
            <a:ext cx="151814" cy="25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49" name="text-150 to">
            <a:extLst xmlns:a="http://schemas.openxmlformats.org/drawingml/2006/main">
              <a:ext uri="{FF2B5EF4-FFF2-40B4-BE49-F238E27FC236}">
                <a16:creationId xmlns:a16="http://schemas.microsoft.com/office/drawing/2014/main" id="{0168F837-C025-429C-8B09-45FCB142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4805" y="6147951"/>
            <a:ext cx="171844" cy="251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250" name="text-150 design">
            <a:extLst xmlns:a="http://schemas.openxmlformats.org/drawingml/2006/main">
              <a:ext uri="{FF2B5EF4-FFF2-40B4-BE49-F238E27FC236}">
                <a16:creationId xmlns:a16="http://schemas.microsoft.com/office/drawing/2014/main" id="{1A07D63A-164C-4D40-B248-89E0186D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8616" y="6148110"/>
            <a:ext cx="500214" cy="25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251" name="text-151 ......">
            <a:extLst xmlns:a="http://schemas.openxmlformats.org/drawingml/2006/main">
              <a:ext uri="{FF2B5EF4-FFF2-40B4-BE49-F238E27FC236}">
                <a16:creationId xmlns:a16="http://schemas.microsoft.com/office/drawing/2014/main" id="{948EA931-883A-4B3B-9CE1-2F1E5C7B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5994" y="6147856"/>
            <a:ext cx="301596" cy="25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sp>
        <p:nvSpPr>
          <p:cNvPr id="252" name="path-152">
            <a:extLst xmlns:a="http://schemas.openxmlformats.org/drawingml/2006/main">
              <a:ext uri="{FF2B5EF4-FFF2-40B4-BE49-F238E27FC236}">
                <a16:creationId xmlns:a16="http://schemas.microsoft.com/office/drawing/2014/main" id="{421F7F9F-47F3-4425-9B6C-F1DE6F86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968" y="6614347"/>
            <a:ext cx="4510144" cy="1388685"/>
          </a:xfrm>
          <a:custGeom xmlns:a="http://schemas.openxmlformats.org/drawingml/2006/main">
            <a:pathLst>
              <a:path w="4009016" h="1234387">
                <a:moveTo>
                  <a:pt x="159" y="123060"/>
                </a:moveTo>
                <a:lnTo>
                  <a:pt x="658" y="116465"/>
                </a:lnTo>
                <a:lnTo>
                  <a:pt x="1494" y="109969"/>
                </a:lnTo>
                <a:lnTo>
                  <a:pt x="2631" y="103593"/>
                </a:lnTo>
                <a:lnTo>
                  <a:pt x="4085" y="97317"/>
                </a:lnTo>
                <a:lnTo>
                  <a:pt x="5839" y="91140"/>
                </a:lnTo>
                <a:lnTo>
                  <a:pt x="7871" y="85122"/>
                </a:lnTo>
                <a:lnTo>
                  <a:pt x="10202" y="79224"/>
                </a:lnTo>
                <a:lnTo>
                  <a:pt x="12792" y="73466"/>
                </a:lnTo>
                <a:lnTo>
                  <a:pt x="15662" y="67887"/>
                </a:lnTo>
                <a:lnTo>
                  <a:pt x="18790" y="62447"/>
                </a:lnTo>
                <a:lnTo>
                  <a:pt x="22158" y="57186"/>
                </a:lnTo>
                <a:lnTo>
                  <a:pt x="25764" y="52106"/>
                </a:lnTo>
                <a:lnTo>
                  <a:pt x="29630" y="47204"/>
                </a:lnTo>
                <a:lnTo>
                  <a:pt x="33694" y="42501"/>
                </a:lnTo>
                <a:lnTo>
                  <a:pt x="37998" y="37999"/>
                </a:lnTo>
                <a:lnTo>
                  <a:pt x="42502" y="33694"/>
                </a:lnTo>
                <a:lnTo>
                  <a:pt x="47204" y="29629"/>
                </a:lnTo>
                <a:lnTo>
                  <a:pt x="52105" y="25764"/>
                </a:lnTo>
                <a:lnTo>
                  <a:pt x="57187" y="22157"/>
                </a:lnTo>
                <a:lnTo>
                  <a:pt x="62445" y="18789"/>
                </a:lnTo>
                <a:lnTo>
                  <a:pt x="67886" y="15662"/>
                </a:lnTo>
                <a:lnTo>
                  <a:pt x="73465" y="12792"/>
                </a:lnTo>
                <a:lnTo>
                  <a:pt x="79224" y="10202"/>
                </a:lnTo>
                <a:lnTo>
                  <a:pt x="85120" y="7871"/>
                </a:lnTo>
                <a:lnTo>
                  <a:pt x="91139" y="5838"/>
                </a:lnTo>
                <a:lnTo>
                  <a:pt x="97316" y="4085"/>
                </a:lnTo>
                <a:lnTo>
                  <a:pt x="103592" y="2631"/>
                </a:lnTo>
                <a:lnTo>
                  <a:pt x="109969" y="1494"/>
                </a:lnTo>
                <a:lnTo>
                  <a:pt x="116464" y="658"/>
                </a:lnTo>
                <a:lnTo>
                  <a:pt x="123061" y="159"/>
                </a:lnTo>
                <a:lnTo>
                  <a:pt x="129595" y="0"/>
                </a:lnTo>
                <a:lnTo>
                  <a:pt x="3879419" y="0"/>
                </a:lnTo>
                <a:lnTo>
                  <a:pt x="3885955" y="159"/>
                </a:lnTo>
                <a:lnTo>
                  <a:pt x="3892551" y="658"/>
                </a:lnTo>
                <a:lnTo>
                  <a:pt x="3899027" y="1494"/>
                </a:lnTo>
                <a:lnTo>
                  <a:pt x="3905422" y="2631"/>
                </a:lnTo>
                <a:lnTo>
                  <a:pt x="3911699" y="4085"/>
                </a:lnTo>
                <a:lnTo>
                  <a:pt x="3917857" y="5838"/>
                </a:lnTo>
                <a:lnTo>
                  <a:pt x="3923894" y="7871"/>
                </a:lnTo>
                <a:lnTo>
                  <a:pt x="3929792" y="10202"/>
                </a:lnTo>
                <a:lnTo>
                  <a:pt x="3935531" y="12792"/>
                </a:lnTo>
                <a:lnTo>
                  <a:pt x="3941131" y="15662"/>
                </a:lnTo>
                <a:lnTo>
                  <a:pt x="3946569" y="18789"/>
                </a:lnTo>
                <a:lnTo>
                  <a:pt x="3951829" y="22157"/>
                </a:lnTo>
                <a:lnTo>
                  <a:pt x="3956912" y="25764"/>
                </a:lnTo>
                <a:lnTo>
                  <a:pt x="3961812" y="29629"/>
                </a:lnTo>
                <a:lnTo>
                  <a:pt x="3966515" y="33694"/>
                </a:lnTo>
                <a:lnTo>
                  <a:pt x="3971018" y="37999"/>
                </a:lnTo>
                <a:lnTo>
                  <a:pt x="3975322" y="42501"/>
                </a:lnTo>
                <a:lnTo>
                  <a:pt x="3979386" y="47204"/>
                </a:lnTo>
                <a:lnTo>
                  <a:pt x="3983232" y="52106"/>
                </a:lnTo>
                <a:lnTo>
                  <a:pt x="3986859" y="57186"/>
                </a:lnTo>
                <a:lnTo>
                  <a:pt x="3990226" y="62447"/>
                </a:lnTo>
                <a:lnTo>
                  <a:pt x="3993354" y="67887"/>
                </a:lnTo>
                <a:lnTo>
                  <a:pt x="3996224" y="73466"/>
                </a:lnTo>
                <a:lnTo>
                  <a:pt x="3998815" y="79224"/>
                </a:lnTo>
                <a:lnTo>
                  <a:pt x="4001145" y="85122"/>
                </a:lnTo>
                <a:lnTo>
                  <a:pt x="4003178" y="91140"/>
                </a:lnTo>
                <a:lnTo>
                  <a:pt x="4004932" y="97317"/>
                </a:lnTo>
                <a:lnTo>
                  <a:pt x="4006385" y="103593"/>
                </a:lnTo>
                <a:lnTo>
                  <a:pt x="4007522" y="109969"/>
                </a:lnTo>
                <a:lnTo>
                  <a:pt x="4008358" y="116465"/>
                </a:lnTo>
                <a:lnTo>
                  <a:pt x="4008857" y="123060"/>
                </a:lnTo>
                <a:lnTo>
                  <a:pt x="4009016" y="129596"/>
                </a:lnTo>
                <a:lnTo>
                  <a:pt x="4009016" y="1104792"/>
                </a:lnTo>
                <a:lnTo>
                  <a:pt x="4008857" y="1111327"/>
                </a:lnTo>
                <a:lnTo>
                  <a:pt x="4008358" y="1117922"/>
                </a:lnTo>
                <a:lnTo>
                  <a:pt x="4007522" y="1124417"/>
                </a:lnTo>
                <a:lnTo>
                  <a:pt x="4006385" y="1130794"/>
                </a:lnTo>
                <a:lnTo>
                  <a:pt x="4004932" y="1137070"/>
                </a:lnTo>
                <a:lnTo>
                  <a:pt x="4003178" y="1143227"/>
                </a:lnTo>
                <a:lnTo>
                  <a:pt x="4001145" y="1149264"/>
                </a:lnTo>
                <a:lnTo>
                  <a:pt x="3998815" y="1155163"/>
                </a:lnTo>
                <a:lnTo>
                  <a:pt x="3996224" y="1160921"/>
                </a:lnTo>
                <a:lnTo>
                  <a:pt x="3993354" y="1166500"/>
                </a:lnTo>
                <a:lnTo>
                  <a:pt x="3990226" y="1171939"/>
                </a:lnTo>
                <a:lnTo>
                  <a:pt x="3986859" y="1177201"/>
                </a:lnTo>
                <a:lnTo>
                  <a:pt x="3983232" y="1182281"/>
                </a:lnTo>
                <a:lnTo>
                  <a:pt x="3979386" y="1187183"/>
                </a:lnTo>
                <a:lnTo>
                  <a:pt x="3975322" y="1191885"/>
                </a:lnTo>
                <a:lnTo>
                  <a:pt x="3971018" y="1196389"/>
                </a:lnTo>
                <a:lnTo>
                  <a:pt x="3966515" y="1200692"/>
                </a:lnTo>
                <a:lnTo>
                  <a:pt x="3961812" y="1204757"/>
                </a:lnTo>
                <a:lnTo>
                  <a:pt x="3956912" y="1208602"/>
                </a:lnTo>
                <a:lnTo>
                  <a:pt x="3951829" y="1212229"/>
                </a:lnTo>
                <a:lnTo>
                  <a:pt x="3946569" y="1215596"/>
                </a:lnTo>
                <a:lnTo>
                  <a:pt x="3941131" y="1218724"/>
                </a:lnTo>
                <a:lnTo>
                  <a:pt x="3935531" y="1221595"/>
                </a:lnTo>
                <a:lnTo>
                  <a:pt x="3929792" y="1224185"/>
                </a:lnTo>
                <a:lnTo>
                  <a:pt x="3923894" y="1226516"/>
                </a:lnTo>
                <a:lnTo>
                  <a:pt x="3917857" y="1228548"/>
                </a:lnTo>
                <a:lnTo>
                  <a:pt x="3911699" y="1230302"/>
                </a:lnTo>
                <a:lnTo>
                  <a:pt x="3905422" y="1231756"/>
                </a:lnTo>
                <a:lnTo>
                  <a:pt x="3899027" y="1232892"/>
                </a:lnTo>
                <a:lnTo>
                  <a:pt x="3892551" y="1233729"/>
                </a:lnTo>
                <a:lnTo>
                  <a:pt x="3885955" y="1234227"/>
                </a:lnTo>
                <a:lnTo>
                  <a:pt x="3879419" y="1234387"/>
                </a:lnTo>
                <a:lnTo>
                  <a:pt x="129595" y="1234387"/>
                </a:lnTo>
                <a:lnTo>
                  <a:pt x="123061" y="1234227"/>
                </a:lnTo>
                <a:lnTo>
                  <a:pt x="116464" y="1233729"/>
                </a:lnTo>
                <a:lnTo>
                  <a:pt x="109969" y="1232892"/>
                </a:lnTo>
                <a:lnTo>
                  <a:pt x="103592" y="1231756"/>
                </a:lnTo>
                <a:lnTo>
                  <a:pt x="97316" y="1230302"/>
                </a:lnTo>
                <a:lnTo>
                  <a:pt x="91139" y="1228548"/>
                </a:lnTo>
                <a:lnTo>
                  <a:pt x="85120" y="1226516"/>
                </a:lnTo>
                <a:lnTo>
                  <a:pt x="79224" y="1224185"/>
                </a:lnTo>
                <a:lnTo>
                  <a:pt x="73465" y="1221595"/>
                </a:lnTo>
                <a:lnTo>
                  <a:pt x="67886" y="1218724"/>
                </a:lnTo>
                <a:lnTo>
                  <a:pt x="62445" y="1215596"/>
                </a:lnTo>
                <a:lnTo>
                  <a:pt x="57187" y="1212229"/>
                </a:lnTo>
                <a:lnTo>
                  <a:pt x="52105" y="1208602"/>
                </a:lnTo>
                <a:lnTo>
                  <a:pt x="47204" y="1204757"/>
                </a:lnTo>
                <a:lnTo>
                  <a:pt x="42502" y="1200692"/>
                </a:lnTo>
                <a:lnTo>
                  <a:pt x="37998" y="1196389"/>
                </a:lnTo>
                <a:lnTo>
                  <a:pt x="33694" y="1191885"/>
                </a:lnTo>
                <a:lnTo>
                  <a:pt x="29630" y="1187183"/>
                </a:lnTo>
                <a:lnTo>
                  <a:pt x="25764" y="1182281"/>
                </a:lnTo>
                <a:lnTo>
                  <a:pt x="22158" y="1177201"/>
                </a:lnTo>
                <a:lnTo>
                  <a:pt x="18790" y="1171939"/>
                </a:lnTo>
                <a:lnTo>
                  <a:pt x="15662" y="1166500"/>
                </a:lnTo>
                <a:lnTo>
                  <a:pt x="12792" y="1160921"/>
                </a:lnTo>
                <a:lnTo>
                  <a:pt x="10202" y="1155163"/>
                </a:lnTo>
                <a:lnTo>
                  <a:pt x="7871" y="1149264"/>
                </a:lnTo>
                <a:lnTo>
                  <a:pt x="5839" y="1143227"/>
                </a:lnTo>
                <a:lnTo>
                  <a:pt x="4085" y="1137070"/>
                </a:lnTo>
                <a:lnTo>
                  <a:pt x="2631" y="1130794"/>
                </a:lnTo>
                <a:lnTo>
                  <a:pt x="1494" y="1124417"/>
                </a:lnTo>
                <a:lnTo>
                  <a:pt x="658" y="1117922"/>
                </a:lnTo>
                <a:lnTo>
                  <a:pt x="159" y="1111327"/>
                </a:lnTo>
                <a:lnTo>
                  <a:pt x="0" y="1104792"/>
                </a:lnTo>
                <a:lnTo>
                  <a:pt x="0" y="129596"/>
                </a:lnTo>
                <a:lnTo>
                  <a:pt x="159" y="123060"/>
                </a:lnTo>
                <a:moveTo>
                  <a:pt x="19925" y="129974"/>
                </a:moveTo>
                <a:lnTo>
                  <a:pt x="19925" y="129715"/>
                </a:lnTo>
                <a:lnTo>
                  <a:pt x="19925" y="1104671"/>
                </a:lnTo>
                <a:lnTo>
                  <a:pt x="19925" y="1104412"/>
                </a:lnTo>
                <a:lnTo>
                  <a:pt x="20085" y="1110569"/>
                </a:lnTo>
                <a:lnTo>
                  <a:pt x="20046" y="1110070"/>
                </a:lnTo>
                <a:lnTo>
                  <a:pt x="20524" y="1116149"/>
                </a:lnTo>
                <a:lnTo>
                  <a:pt x="20463" y="1115650"/>
                </a:lnTo>
                <a:lnTo>
                  <a:pt x="21221" y="1121648"/>
                </a:lnTo>
                <a:lnTo>
                  <a:pt x="21140" y="1121149"/>
                </a:lnTo>
                <a:lnTo>
                  <a:pt x="22197" y="1127047"/>
                </a:lnTo>
                <a:lnTo>
                  <a:pt x="22098" y="1126569"/>
                </a:lnTo>
                <a:lnTo>
                  <a:pt x="23433" y="1132349"/>
                </a:lnTo>
                <a:lnTo>
                  <a:pt x="23313" y="1131869"/>
                </a:lnTo>
                <a:lnTo>
                  <a:pt x="24926" y="1137548"/>
                </a:lnTo>
                <a:lnTo>
                  <a:pt x="24787" y="1137090"/>
                </a:lnTo>
                <a:lnTo>
                  <a:pt x="26662" y="1142650"/>
                </a:lnTo>
                <a:lnTo>
                  <a:pt x="26502" y="1142191"/>
                </a:lnTo>
                <a:lnTo>
                  <a:pt x="28632" y="1147631"/>
                </a:lnTo>
                <a:lnTo>
                  <a:pt x="28453" y="1147173"/>
                </a:lnTo>
                <a:lnTo>
                  <a:pt x="30845" y="1152473"/>
                </a:lnTo>
                <a:lnTo>
                  <a:pt x="30646" y="1152035"/>
                </a:lnTo>
                <a:lnTo>
                  <a:pt x="33275" y="1157215"/>
                </a:lnTo>
                <a:lnTo>
                  <a:pt x="33057" y="1156776"/>
                </a:lnTo>
                <a:lnTo>
                  <a:pt x="35945" y="1161798"/>
                </a:lnTo>
                <a:lnTo>
                  <a:pt x="35688" y="1161380"/>
                </a:lnTo>
                <a:lnTo>
                  <a:pt x="38795" y="1166241"/>
                </a:lnTo>
                <a:lnTo>
                  <a:pt x="38536" y="1165843"/>
                </a:lnTo>
                <a:lnTo>
                  <a:pt x="41864" y="1170545"/>
                </a:lnTo>
                <a:lnTo>
                  <a:pt x="41584" y="1170167"/>
                </a:lnTo>
                <a:lnTo>
                  <a:pt x="45152" y="1174689"/>
                </a:lnTo>
                <a:lnTo>
                  <a:pt x="44833" y="1174311"/>
                </a:lnTo>
                <a:lnTo>
                  <a:pt x="48598" y="1178674"/>
                </a:lnTo>
                <a:lnTo>
                  <a:pt x="48280" y="1178316"/>
                </a:lnTo>
                <a:lnTo>
                  <a:pt x="52246" y="1182480"/>
                </a:lnTo>
                <a:lnTo>
                  <a:pt x="51906" y="1182141"/>
                </a:lnTo>
                <a:lnTo>
                  <a:pt x="56071" y="1186107"/>
                </a:lnTo>
                <a:lnTo>
                  <a:pt x="55713" y="1185788"/>
                </a:lnTo>
                <a:lnTo>
                  <a:pt x="60056" y="1189554"/>
                </a:lnTo>
                <a:lnTo>
                  <a:pt x="59696" y="1189235"/>
                </a:lnTo>
                <a:lnTo>
                  <a:pt x="64220" y="1192802"/>
                </a:lnTo>
                <a:lnTo>
                  <a:pt x="63842" y="1192502"/>
                </a:lnTo>
                <a:lnTo>
                  <a:pt x="68544" y="1195850"/>
                </a:lnTo>
                <a:lnTo>
                  <a:pt x="68145" y="1195592"/>
                </a:lnTo>
                <a:lnTo>
                  <a:pt x="73007" y="1198699"/>
                </a:lnTo>
                <a:lnTo>
                  <a:pt x="72588" y="1198441"/>
                </a:lnTo>
                <a:lnTo>
                  <a:pt x="77611" y="1201330"/>
                </a:lnTo>
                <a:lnTo>
                  <a:pt x="77172" y="1201112"/>
                </a:lnTo>
                <a:lnTo>
                  <a:pt x="82332" y="1203741"/>
                </a:lnTo>
                <a:lnTo>
                  <a:pt x="81894" y="1203542"/>
                </a:lnTo>
                <a:lnTo>
                  <a:pt x="87214" y="1205932"/>
                </a:lnTo>
                <a:lnTo>
                  <a:pt x="86756" y="1205753"/>
                </a:lnTo>
                <a:lnTo>
                  <a:pt x="92196" y="1207885"/>
                </a:lnTo>
                <a:lnTo>
                  <a:pt x="91738" y="1207726"/>
                </a:lnTo>
                <a:lnTo>
                  <a:pt x="97297" y="1209599"/>
                </a:lnTo>
                <a:lnTo>
                  <a:pt x="96837" y="1209459"/>
                </a:lnTo>
                <a:lnTo>
                  <a:pt x="102517" y="1211074"/>
                </a:lnTo>
                <a:lnTo>
                  <a:pt x="102038" y="1210954"/>
                </a:lnTo>
                <a:lnTo>
                  <a:pt x="107818" y="1212288"/>
                </a:lnTo>
                <a:lnTo>
                  <a:pt x="107339" y="1212189"/>
                </a:lnTo>
                <a:lnTo>
                  <a:pt x="113236" y="1213245"/>
                </a:lnTo>
                <a:lnTo>
                  <a:pt x="112739" y="1213166"/>
                </a:lnTo>
                <a:lnTo>
                  <a:pt x="118735" y="1213923"/>
                </a:lnTo>
                <a:lnTo>
                  <a:pt x="118238" y="1213863"/>
                </a:lnTo>
                <a:lnTo>
                  <a:pt x="124316" y="1214341"/>
                </a:lnTo>
                <a:lnTo>
                  <a:pt x="123818" y="1214302"/>
                </a:lnTo>
                <a:lnTo>
                  <a:pt x="129973" y="1214462"/>
                </a:lnTo>
                <a:lnTo>
                  <a:pt x="129716" y="1214462"/>
                </a:lnTo>
                <a:lnTo>
                  <a:pt x="3879301" y="1214462"/>
                </a:lnTo>
                <a:lnTo>
                  <a:pt x="3879041" y="1214462"/>
                </a:lnTo>
                <a:lnTo>
                  <a:pt x="3885199" y="1214302"/>
                </a:lnTo>
                <a:lnTo>
                  <a:pt x="3884700" y="1214341"/>
                </a:lnTo>
                <a:lnTo>
                  <a:pt x="3890778" y="1213863"/>
                </a:lnTo>
                <a:lnTo>
                  <a:pt x="3890279" y="1213923"/>
                </a:lnTo>
                <a:lnTo>
                  <a:pt x="3896278" y="1213166"/>
                </a:lnTo>
                <a:lnTo>
                  <a:pt x="3895779" y="1213245"/>
                </a:lnTo>
                <a:lnTo>
                  <a:pt x="3901677" y="1212189"/>
                </a:lnTo>
                <a:lnTo>
                  <a:pt x="3901199" y="1212288"/>
                </a:lnTo>
                <a:lnTo>
                  <a:pt x="3906976" y="1210954"/>
                </a:lnTo>
                <a:lnTo>
                  <a:pt x="3906500" y="1211074"/>
                </a:lnTo>
                <a:lnTo>
                  <a:pt x="3912179" y="1209459"/>
                </a:lnTo>
                <a:lnTo>
                  <a:pt x="3911719" y="1209599"/>
                </a:lnTo>
                <a:lnTo>
                  <a:pt x="3917278" y="1207726"/>
                </a:lnTo>
                <a:lnTo>
                  <a:pt x="3916820" y="1207885"/>
                </a:lnTo>
                <a:lnTo>
                  <a:pt x="3922261" y="1205753"/>
                </a:lnTo>
                <a:lnTo>
                  <a:pt x="3921803" y="1205932"/>
                </a:lnTo>
                <a:lnTo>
                  <a:pt x="3927102" y="1203542"/>
                </a:lnTo>
                <a:lnTo>
                  <a:pt x="3926664" y="1203741"/>
                </a:lnTo>
                <a:lnTo>
                  <a:pt x="3931845" y="1201112"/>
                </a:lnTo>
                <a:lnTo>
                  <a:pt x="3931405" y="1201330"/>
                </a:lnTo>
                <a:lnTo>
                  <a:pt x="3936426" y="1198441"/>
                </a:lnTo>
                <a:lnTo>
                  <a:pt x="3936009" y="1198699"/>
                </a:lnTo>
                <a:lnTo>
                  <a:pt x="3940871" y="1195592"/>
                </a:lnTo>
                <a:lnTo>
                  <a:pt x="3940472" y="1195850"/>
                </a:lnTo>
                <a:lnTo>
                  <a:pt x="3945175" y="1192502"/>
                </a:lnTo>
                <a:lnTo>
                  <a:pt x="3944796" y="1192802"/>
                </a:lnTo>
                <a:lnTo>
                  <a:pt x="3949319" y="1189235"/>
                </a:lnTo>
                <a:lnTo>
                  <a:pt x="3948940" y="1189554"/>
                </a:lnTo>
                <a:lnTo>
                  <a:pt x="3953285" y="1185788"/>
                </a:lnTo>
                <a:lnTo>
                  <a:pt x="3952946" y="1186107"/>
                </a:lnTo>
                <a:lnTo>
                  <a:pt x="3957110" y="1182141"/>
                </a:lnTo>
                <a:lnTo>
                  <a:pt x="3956771" y="1182480"/>
                </a:lnTo>
                <a:lnTo>
                  <a:pt x="3960737" y="1178316"/>
                </a:lnTo>
                <a:lnTo>
                  <a:pt x="3960418" y="1178674"/>
                </a:lnTo>
                <a:lnTo>
                  <a:pt x="3964184" y="1174311"/>
                </a:lnTo>
                <a:lnTo>
                  <a:pt x="3963865" y="1174689"/>
                </a:lnTo>
                <a:lnTo>
                  <a:pt x="3967430" y="1170167"/>
                </a:lnTo>
                <a:lnTo>
                  <a:pt x="3967132" y="1170545"/>
                </a:lnTo>
                <a:lnTo>
                  <a:pt x="3970481" y="1165843"/>
                </a:lnTo>
                <a:lnTo>
                  <a:pt x="3970221" y="1166241"/>
                </a:lnTo>
                <a:lnTo>
                  <a:pt x="3973329" y="1161380"/>
                </a:lnTo>
                <a:lnTo>
                  <a:pt x="3973071" y="1161798"/>
                </a:lnTo>
                <a:lnTo>
                  <a:pt x="3975960" y="1156776"/>
                </a:lnTo>
                <a:lnTo>
                  <a:pt x="3975721" y="1157215"/>
                </a:lnTo>
                <a:lnTo>
                  <a:pt x="3978370" y="1152035"/>
                </a:lnTo>
                <a:lnTo>
                  <a:pt x="3978170" y="1152473"/>
                </a:lnTo>
                <a:lnTo>
                  <a:pt x="3980562" y="1147173"/>
                </a:lnTo>
                <a:lnTo>
                  <a:pt x="3980364" y="1147631"/>
                </a:lnTo>
                <a:lnTo>
                  <a:pt x="3982514" y="1142191"/>
                </a:lnTo>
                <a:lnTo>
                  <a:pt x="3982355" y="1142650"/>
                </a:lnTo>
                <a:lnTo>
                  <a:pt x="3984228" y="1137090"/>
                </a:lnTo>
                <a:lnTo>
                  <a:pt x="3984089" y="1137548"/>
                </a:lnTo>
                <a:lnTo>
                  <a:pt x="3985704" y="1131869"/>
                </a:lnTo>
                <a:lnTo>
                  <a:pt x="3985565" y="1132349"/>
                </a:lnTo>
                <a:lnTo>
                  <a:pt x="3986918" y="1126569"/>
                </a:lnTo>
                <a:lnTo>
                  <a:pt x="3986818" y="1127047"/>
                </a:lnTo>
                <a:lnTo>
                  <a:pt x="3987854" y="1121149"/>
                </a:lnTo>
                <a:lnTo>
                  <a:pt x="3987795" y="1121648"/>
                </a:lnTo>
                <a:lnTo>
                  <a:pt x="3988552" y="1115650"/>
                </a:lnTo>
                <a:lnTo>
                  <a:pt x="3988492" y="1116149"/>
                </a:lnTo>
                <a:lnTo>
                  <a:pt x="3988971" y="1110070"/>
                </a:lnTo>
                <a:lnTo>
                  <a:pt x="3988932" y="1110569"/>
                </a:lnTo>
                <a:lnTo>
                  <a:pt x="3989091" y="1104412"/>
                </a:lnTo>
                <a:lnTo>
                  <a:pt x="3989091" y="1104671"/>
                </a:lnTo>
                <a:lnTo>
                  <a:pt x="3989091" y="129715"/>
                </a:lnTo>
                <a:lnTo>
                  <a:pt x="3989091" y="129974"/>
                </a:lnTo>
                <a:lnTo>
                  <a:pt x="3988932" y="123818"/>
                </a:lnTo>
                <a:lnTo>
                  <a:pt x="3988971" y="124315"/>
                </a:lnTo>
                <a:lnTo>
                  <a:pt x="3988492" y="118238"/>
                </a:lnTo>
                <a:lnTo>
                  <a:pt x="3988552" y="118737"/>
                </a:lnTo>
                <a:lnTo>
                  <a:pt x="3987795" y="112739"/>
                </a:lnTo>
                <a:lnTo>
                  <a:pt x="3987854" y="113237"/>
                </a:lnTo>
                <a:lnTo>
                  <a:pt x="3986818" y="107339"/>
                </a:lnTo>
                <a:lnTo>
                  <a:pt x="3986918" y="107817"/>
                </a:lnTo>
                <a:lnTo>
                  <a:pt x="3985565" y="102039"/>
                </a:lnTo>
                <a:lnTo>
                  <a:pt x="3985704" y="102517"/>
                </a:lnTo>
                <a:lnTo>
                  <a:pt x="3984089" y="96839"/>
                </a:lnTo>
                <a:lnTo>
                  <a:pt x="3984228" y="97296"/>
                </a:lnTo>
                <a:lnTo>
                  <a:pt x="3982355" y="91737"/>
                </a:lnTo>
                <a:lnTo>
                  <a:pt x="3982514" y="92196"/>
                </a:lnTo>
                <a:lnTo>
                  <a:pt x="3980364" y="86756"/>
                </a:lnTo>
                <a:lnTo>
                  <a:pt x="3980562" y="87214"/>
                </a:lnTo>
                <a:lnTo>
                  <a:pt x="3978170" y="81914"/>
                </a:lnTo>
                <a:lnTo>
                  <a:pt x="3978370" y="82352"/>
                </a:lnTo>
                <a:lnTo>
                  <a:pt x="3975721" y="77172"/>
                </a:lnTo>
                <a:lnTo>
                  <a:pt x="3975960" y="77610"/>
                </a:lnTo>
                <a:lnTo>
                  <a:pt x="3973071" y="72589"/>
                </a:lnTo>
                <a:lnTo>
                  <a:pt x="3973329" y="73007"/>
                </a:lnTo>
                <a:lnTo>
                  <a:pt x="3970221" y="68145"/>
                </a:lnTo>
                <a:lnTo>
                  <a:pt x="3970481" y="68544"/>
                </a:lnTo>
                <a:lnTo>
                  <a:pt x="3967132" y="63842"/>
                </a:lnTo>
                <a:lnTo>
                  <a:pt x="3967430" y="64220"/>
                </a:lnTo>
                <a:lnTo>
                  <a:pt x="3963865" y="59697"/>
                </a:lnTo>
                <a:lnTo>
                  <a:pt x="3964184" y="60076"/>
                </a:lnTo>
                <a:lnTo>
                  <a:pt x="3960418" y="55712"/>
                </a:lnTo>
                <a:lnTo>
                  <a:pt x="3960737" y="56070"/>
                </a:lnTo>
                <a:lnTo>
                  <a:pt x="3956771" y="51906"/>
                </a:lnTo>
                <a:lnTo>
                  <a:pt x="3957110" y="52245"/>
                </a:lnTo>
                <a:lnTo>
                  <a:pt x="3952946" y="48280"/>
                </a:lnTo>
                <a:lnTo>
                  <a:pt x="3953285" y="48598"/>
                </a:lnTo>
                <a:lnTo>
                  <a:pt x="3948940" y="44833"/>
                </a:lnTo>
                <a:lnTo>
                  <a:pt x="3949319" y="45151"/>
                </a:lnTo>
                <a:lnTo>
                  <a:pt x="3944796" y="41585"/>
                </a:lnTo>
                <a:lnTo>
                  <a:pt x="3945175" y="41864"/>
                </a:lnTo>
                <a:lnTo>
                  <a:pt x="3940472" y="38536"/>
                </a:lnTo>
                <a:lnTo>
                  <a:pt x="3940871" y="38795"/>
                </a:lnTo>
                <a:lnTo>
                  <a:pt x="3936009" y="35687"/>
                </a:lnTo>
                <a:lnTo>
                  <a:pt x="3936426" y="35946"/>
                </a:lnTo>
                <a:lnTo>
                  <a:pt x="3931405" y="33057"/>
                </a:lnTo>
                <a:lnTo>
                  <a:pt x="3931845" y="33276"/>
                </a:lnTo>
                <a:lnTo>
                  <a:pt x="3926664" y="30645"/>
                </a:lnTo>
                <a:lnTo>
                  <a:pt x="3927102" y="30845"/>
                </a:lnTo>
                <a:lnTo>
                  <a:pt x="3921803" y="28454"/>
                </a:lnTo>
                <a:lnTo>
                  <a:pt x="3922261" y="28633"/>
                </a:lnTo>
                <a:lnTo>
                  <a:pt x="3916820" y="26501"/>
                </a:lnTo>
                <a:lnTo>
                  <a:pt x="3917278" y="26661"/>
                </a:lnTo>
                <a:lnTo>
                  <a:pt x="3911719" y="24788"/>
                </a:lnTo>
                <a:lnTo>
                  <a:pt x="3912179" y="24927"/>
                </a:lnTo>
                <a:lnTo>
                  <a:pt x="3906500" y="23313"/>
                </a:lnTo>
                <a:lnTo>
                  <a:pt x="3906976" y="23432"/>
                </a:lnTo>
                <a:lnTo>
                  <a:pt x="3901199" y="22098"/>
                </a:lnTo>
                <a:lnTo>
                  <a:pt x="3901677" y="22198"/>
                </a:lnTo>
                <a:lnTo>
                  <a:pt x="3895779" y="21141"/>
                </a:lnTo>
                <a:lnTo>
                  <a:pt x="3896278" y="21221"/>
                </a:lnTo>
                <a:lnTo>
                  <a:pt x="3890279" y="20464"/>
                </a:lnTo>
                <a:lnTo>
                  <a:pt x="3890778" y="20523"/>
                </a:lnTo>
                <a:lnTo>
                  <a:pt x="3884700" y="20045"/>
                </a:lnTo>
                <a:lnTo>
                  <a:pt x="3885199" y="20085"/>
                </a:lnTo>
                <a:lnTo>
                  <a:pt x="3879041" y="19926"/>
                </a:lnTo>
                <a:lnTo>
                  <a:pt x="3879301" y="19926"/>
                </a:lnTo>
                <a:lnTo>
                  <a:pt x="129716" y="19926"/>
                </a:lnTo>
                <a:lnTo>
                  <a:pt x="129973" y="19926"/>
                </a:lnTo>
                <a:lnTo>
                  <a:pt x="123818" y="20085"/>
                </a:lnTo>
                <a:lnTo>
                  <a:pt x="124316" y="20045"/>
                </a:lnTo>
                <a:lnTo>
                  <a:pt x="118238" y="20523"/>
                </a:lnTo>
                <a:lnTo>
                  <a:pt x="118735" y="20464"/>
                </a:lnTo>
                <a:lnTo>
                  <a:pt x="112739" y="21221"/>
                </a:lnTo>
                <a:lnTo>
                  <a:pt x="113236" y="21141"/>
                </a:lnTo>
                <a:lnTo>
                  <a:pt x="107339" y="22198"/>
                </a:lnTo>
                <a:lnTo>
                  <a:pt x="107818" y="22098"/>
                </a:lnTo>
                <a:lnTo>
                  <a:pt x="102038" y="23432"/>
                </a:lnTo>
                <a:lnTo>
                  <a:pt x="102517" y="23313"/>
                </a:lnTo>
                <a:lnTo>
                  <a:pt x="96837" y="24927"/>
                </a:lnTo>
                <a:lnTo>
                  <a:pt x="97297" y="24788"/>
                </a:lnTo>
                <a:lnTo>
                  <a:pt x="91738" y="26661"/>
                </a:lnTo>
                <a:lnTo>
                  <a:pt x="92196" y="26501"/>
                </a:lnTo>
                <a:lnTo>
                  <a:pt x="86756" y="28633"/>
                </a:lnTo>
                <a:lnTo>
                  <a:pt x="87214" y="28454"/>
                </a:lnTo>
                <a:lnTo>
                  <a:pt x="81894" y="30845"/>
                </a:lnTo>
                <a:lnTo>
                  <a:pt x="82332" y="30645"/>
                </a:lnTo>
                <a:lnTo>
                  <a:pt x="77172" y="33276"/>
                </a:lnTo>
                <a:lnTo>
                  <a:pt x="77611" y="33057"/>
                </a:lnTo>
                <a:lnTo>
                  <a:pt x="72588" y="35946"/>
                </a:lnTo>
                <a:lnTo>
                  <a:pt x="73007" y="35687"/>
                </a:lnTo>
                <a:lnTo>
                  <a:pt x="68145" y="38795"/>
                </a:lnTo>
                <a:lnTo>
                  <a:pt x="68544" y="38536"/>
                </a:lnTo>
                <a:lnTo>
                  <a:pt x="63842" y="41864"/>
                </a:lnTo>
                <a:lnTo>
                  <a:pt x="64220" y="41585"/>
                </a:lnTo>
                <a:lnTo>
                  <a:pt x="59696" y="45151"/>
                </a:lnTo>
                <a:lnTo>
                  <a:pt x="60056" y="44833"/>
                </a:lnTo>
                <a:lnTo>
                  <a:pt x="55713" y="48598"/>
                </a:lnTo>
                <a:lnTo>
                  <a:pt x="56071" y="48280"/>
                </a:lnTo>
                <a:lnTo>
                  <a:pt x="51906" y="52245"/>
                </a:lnTo>
                <a:lnTo>
                  <a:pt x="52246" y="51906"/>
                </a:lnTo>
                <a:lnTo>
                  <a:pt x="48280" y="56070"/>
                </a:lnTo>
                <a:lnTo>
                  <a:pt x="48598" y="55712"/>
                </a:lnTo>
                <a:lnTo>
                  <a:pt x="44833" y="60076"/>
                </a:lnTo>
                <a:lnTo>
                  <a:pt x="45152" y="59697"/>
                </a:lnTo>
                <a:lnTo>
                  <a:pt x="41584" y="64220"/>
                </a:lnTo>
                <a:lnTo>
                  <a:pt x="41864" y="63842"/>
                </a:lnTo>
                <a:lnTo>
                  <a:pt x="38536" y="68544"/>
                </a:lnTo>
                <a:lnTo>
                  <a:pt x="38795" y="68145"/>
                </a:lnTo>
                <a:lnTo>
                  <a:pt x="35688" y="73007"/>
                </a:lnTo>
                <a:lnTo>
                  <a:pt x="35945" y="72589"/>
                </a:lnTo>
                <a:lnTo>
                  <a:pt x="33057" y="77610"/>
                </a:lnTo>
                <a:lnTo>
                  <a:pt x="33275" y="77172"/>
                </a:lnTo>
                <a:lnTo>
                  <a:pt x="30646" y="82352"/>
                </a:lnTo>
                <a:lnTo>
                  <a:pt x="30845" y="81914"/>
                </a:lnTo>
                <a:lnTo>
                  <a:pt x="28453" y="87214"/>
                </a:lnTo>
                <a:lnTo>
                  <a:pt x="28632" y="86756"/>
                </a:lnTo>
                <a:lnTo>
                  <a:pt x="26502" y="92196"/>
                </a:lnTo>
                <a:lnTo>
                  <a:pt x="26662" y="91737"/>
                </a:lnTo>
                <a:lnTo>
                  <a:pt x="24787" y="97296"/>
                </a:lnTo>
                <a:lnTo>
                  <a:pt x="24926" y="96839"/>
                </a:lnTo>
                <a:lnTo>
                  <a:pt x="23313" y="102517"/>
                </a:lnTo>
                <a:lnTo>
                  <a:pt x="23433" y="102039"/>
                </a:lnTo>
                <a:lnTo>
                  <a:pt x="22098" y="107817"/>
                </a:lnTo>
                <a:lnTo>
                  <a:pt x="22197" y="107339"/>
                </a:lnTo>
                <a:lnTo>
                  <a:pt x="21140" y="113237"/>
                </a:lnTo>
                <a:lnTo>
                  <a:pt x="21221" y="112739"/>
                </a:lnTo>
                <a:lnTo>
                  <a:pt x="20463" y="118737"/>
                </a:lnTo>
                <a:lnTo>
                  <a:pt x="20524" y="118238"/>
                </a:lnTo>
                <a:lnTo>
                  <a:pt x="20046" y="124315"/>
                </a:lnTo>
                <a:lnTo>
                  <a:pt x="20085" y="123818"/>
                </a:lnTo>
                <a:lnTo>
                  <a:pt x="19925" y="129974"/>
                </a:lnTo>
              </a:path>
            </a:pathLst>
          </a:custGeom>
          <a:solidFill xmlns:a="http://schemas.openxmlformats.org/drawingml/2006/main">
            <a:srgbClr val="7DB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text-153 #">
            <a:extLst xmlns:a="http://schemas.openxmlformats.org/drawingml/2006/main">
              <a:ext uri="{FF2B5EF4-FFF2-40B4-BE49-F238E27FC236}">
                <a16:creationId xmlns:a16="http://schemas.microsoft.com/office/drawing/2014/main" id="{8781794D-2D92-4037-BA7A-885EB44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078" y="6958278"/>
            <a:ext cx="151697" cy="312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</a:t>
            </a:r>
          </a:p>
        </p:txBody>
      </p:sp>
      <p:sp>
        <p:nvSpPr>
          <p:cNvPr id="254" name="text-153 Role">
            <a:extLst xmlns:a="http://schemas.openxmlformats.org/drawingml/2006/main">
              <a:ext uri="{FF2B5EF4-FFF2-40B4-BE49-F238E27FC236}">
                <a16:creationId xmlns:a16="http://schemas.microsoft.com/office/drawing/2014/main" id="{48AFE281-D846-4A6D-A043-5D485C31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198" y="6957476"/>
            <a:ext cx="463232" cy="313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Role</a:t>
            </a:r>
          </a:p>
        </p:txBody>
      </p:sp>
      <p:sp>
        <p:nvSpPr>
          <p:cNvPr id="255" name="text-153 Setting">
            <a:extLst xmlns:a="http://schemas.openxmlformats.org/drawingml/2006/main">
              <a:ext uri="{FF2B5EF4-FFF2-40B4-BE49-F238E27FC236}">
                <a16:creationId xmlns:a16="http://schemas.microsoft.com/office/drawing/2014/main" id="{A473FB8D-FCE4-4199-9C38-01F9E909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4907" y="6956896"/>
            <a:ext cx="676484" cy="314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Setting</a:t>
            </a:r>
          </a:p>
        </p:txBody>
      </p:sp>
      <p:sp>
        <p:nvSpPr>
          <p:cNvPr id="256" name="text-154 You">
            <a:extLst xmlns:a="http://schemas.openxmlformats.org/drawingml/2006/main">
              <a:ext uri="{FF2B5EF4-FFF2-40B4-BE49-F238E27FC236}">
                <a16:creationId xmlns:a16="http://schemas.microsoft.com/office/drawing/2014/main" id="{D9F2BF2D-5AEF-4B4F-B667-FF54615D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078" y="7216765"/>
            <a:ext cx="344304" cy="267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</a:t>
            </a:r>
          </a:p>
        </p:txBody>
      </p:sp>
      <p:sp>
        <p:nvSpPr>
          <p:cNvPr id="257" name="text-154 are">
            <a:extLst xmlns:a="http://schemas.openxmlformats.org/drawingml/2006/main">
              <a:ext uri="{FF2B5EF4-FFF2-40B4-BE49-F238E27FC236}">
                <a16:creationId xmlns:a16="http://schemas.microsoft.com/office/drawing/2014/main" id="{9DF65DFD-B752-4C1A-AC2D-ED7A0F63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1252" y="7228367"/>
            <a:ext cx="251387" cy="251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</a:t>
            </a:r>
          </a:p>
        </p:txBody>
      </p:sp>
      <p:sp>
        <p:nvSpPr>
          <p:cNvPr id="258" name="text-154 an">
            <a:extLst xmlns:a="http://schemas.openxmlformats.org/drawingml/2006/main">
              <a:ext uri="{FF2B5EF4-FFF2-40B4-BE49-F238E27FC236}">
                <a16:creationId xmlns:a16="http://schemas.microsoft.com/office/drawing/2014/main" id="{67D9509F-1641-4597-8031-FEA5844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4643" y="7227864"/>
            <a:ext cx="202206" cy="252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</a:t>
            </a:r>
          </a:p>
        </p:txBody>
      </p:sp>
      <p:sp>
        <p:nvSpPr>
          <p:cNvPr id="259" name="text-154 answer">
            <a:extLst xmlns:a="http://schemas.openxmlformats.org/drawingml/2006/main">
              <a:ext uri="{FF2B5EF4-FFF2-40B4-BE49-F238E27FC236}">
                <a16:creationId xmlns:a16="http://schemas.microsoft.com/office/drawing/2014/main" id="{59916626-6C92-4FD2-B9BF-0030543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8718" y="7228282"/>
            <a:ext cx="540741" cy="251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260" name="text-154 expert,">
            <a:extLst xmlns:a="http://schemas.openxmlformats.org/drawingml/2006/main">
              <a:ext uri="{FF2B5EF4-FFF2-40B4-BE49-F238E27FC236}">
                <a16:creationId xmlns:a16="http://schemas.microsoft.com/office/drawing/2014/main" id="{3F4F01AC-262F-4168-A875-2A92BDDA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1277" y="7228689"/>
            <a:ext cx="524572" cy="250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expert,</a:t>
            </a:r>
          </a:p>
        </p:txBody>
      </p:sp>
      <p:sp>
        <p:nvSpPr>
          <p:cNvPr id="261" name="text-154 specializing">
            <a:extLst xmlns:a="http://schemas.openxmlformats.org/drawingml/2006/main">
              <a:ext uri="{FF2B5EF4-FFF2-40B4-BE49-F238E27FC236}">
                <a16:creationId xmlns:a16="http://schemas.microsoft.com/office/drawing/2014/main" id="{CAFB61A6-A0B2-456A-8205-DC11A484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8147" y="7228860"/>
            <a:ext cx="886840" cy="250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specializing</a:t>
            </a:r>
          </a:p>
        </p:txBody>
      </p:sp>
      <p:sp>
        <p:nvSpPr>
          <p:cNvPr id="262" name="text-154 in">
            <a:extLst xmlns:a="http://schemas.openxmlformats.org/drawingml/2006/main">
              <a:ext uri="{FF2B5EF4-FFF2-40B4-BE49-F238E27FC236}">
                <a16:creationId xmlns:a16="http://schemas.microsoft.com/office/drawing/2014/main" id="{1F13803D-13B5-45A7-B3A7-F8B6ED3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7035" y="7228409"/>
            <a:ext cx="171847" cy="251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63" name="text-154 answering">
            <a:extLst xmlns:a="http://schemas.openxmlformats.org/drawingml/2006/main">
              <a:ext uri="{FF2B5EF4-FFF2-40B4-BE49-F238E27FC236}">
                <a16:creationId xmlns:a16="http://schemas.microsoft.com/office/drawing/2014/main" id="{722FCCFA-F4BB-4161-8ACA-EFD9AF27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00848" y="7228500"/>
            <a:ext cx="769223" cy="251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answering</a:t>
            </a:r>
          </a:p>
        </p:txBody>
      </p:sp>
      <p:sp>
        <p:nvSpPr>
          <p:cNvPr id="264" name="text-155 questions">
            <a:extLst xmlns:a="http://schemas.openxmlformats.org/drawingml/2006/main">
              <a:ext uri="{FF2B5EF4-FFF2-40B4-BE49-F238E27FC236}">
                <a16:creationId xmlns:a16="http://schemas.microsoft.com/office/drawing/2014/main" id="{C7C8C382-558E-42CA-B68E-BF4D38FB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078" y="7443907"/>
            <a:ext cx="708833" cy="250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sp>
        <p:nvSpPr>
          <p:cNvPr id="265" name="text-155 based">
            <a:extLst xmlns:a="http://schemas.openxmlformats.org/drawingml/2006/main">
              <a:ext uri="{FF2B5EF4-FFF2-40B4-BE49-F238E27FC236}">
                <a16:creationId xmlns:a16="http://schemas.microsoft.com/office/drawing/2014/main" id="{234AB174-DBB7-4F7E-A22D-40A3DF14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7757" y="7443585"/>
            <a:ext cx="440845" cy="251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</a:t>
            </a:r>
          </a:p>
        </p:txBody>
      </p:sp>
      <p:sp>
        <p:nvSpPr>
          <p:cNvPr id="266" name="text-155 on">
            <a:extLst xmlns:a="http://schemas.openxmlformats.org/drawingml/2006/main">
              <a:ext uri="{FF2B5EF4-FFF2-40B4-BE49-F238E27FC236}">
                <a16:creationId xmlns:a16="http://schemas.microsoft.com/office/drawing/2014/main" id="{FED80764-45A4-4D13-AD16-5C5B4752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0565" y="7443139"/>
            <a:ext cx="212280" cy="251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267" name="text-155 images.">
            <a:extLst xmlns:a="http://schemas.openxmlformats.org/drawingml/2006/main">
              <a:ext uri="{FF2B5EF4-FFF2-40B4-BE49-F238E27FC236}">
                <a16:creationId xmlns:a16="http://schemas.microsoft.com/office/drawing/2014/main" id="{394B4468-7C01-4C73-9C48-D4A5DD6C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727" y="7444039"/>
            <a:ext cx="583944" cy="250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images.</a:t>
            </a:r>
          </a:p>
        </p:txBody>
      </p:sp>
      <p:sp>
        <p:nvSpPr>
          <p:cNvPr id="268" name="text-155 Your">
            <a:extLst xmlns:a="http://schemas.openxmlformats.org/drawingml/2006/main">
              <a:ext uri="{FF2B5EF4-FFF2-40B4-BE49-F238E27FC236}">
                <a16:creationId xmlns:a16="http://schemas.microsoft.com/office/drawing/2014/main" id="{CAF1063D-A36F-4096-94BA-A6BE37AF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0997" y="7434020"/>
            <a:ext cx="403464" cy="2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Your</a:t>
            </a:r>
          </a:p>
        </p:txBody>
      </p:sp>
      <p:sp>
        <p:nvSpPr>
          <p:cNvPr id="269" name="text-155 task">
            <a:extLst xmlns:a="http://schemas.openxmlformats.org/drawingml/2006/main">
              <a:ext uri="{FF2B5EF4-FFF2-40B4-BE49-F238E27FC236}">
                <a16:creationId xmlns:a16="http://schemas.microsoft.com/office/drawing/2014/main" id="{71BE603D-9C9E-438D-B2BD-2B220F80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4576" y="7443867"/>
            <a:ext cx="320867" cy="25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70" name="text-155 is">
            <a:extLst xmlns:a="http://schemas.openxmlformats.org/drawingml/2006/main">
              <a:ext uri="{FF2B5EF4-FFF2-40B4-BE49-F238E27FC236}">
                <a16:creationId xmlns:a16="http://schemas.microsoft.com/office/drawing/2014/main" id="{257CC67C-8C54-4767-B45F-E3A8CDEC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7457" y="7443766"/>
            <a:ext cx="151817" cy="251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71" name="text-155 to">
            <a:extLst xmlns:a="http://schemas.openxmlformats.org/drawingml/2006/main">
              <a:ext uri="{FF2B5EF4-FFF2-40B4-BE49-F238E27FC236}">
                <a16:creationId xmlns:a16="http://schemas.microsoft.com/office/drawing/2014/main" id="{03F4BF1E-988F-456D-8358-CAA48DE1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1095" y="7443605"/>
            <a:ext cx="171847" cy="251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272" name="text-155 answer">
            <a:extLst xmlns:a="http://schemas.openxmlformats.org/drawingml/2006/main">
              <a:ext uri="{FF2B5EF4-FFF2-40B4-BE49-F238E27FC236}">
                <a16:creationId xmlns:a16="http://schemas.microsoft.com/office/drawing/2014/main" id="{C087E96F-D5A6-47EB-A354-A865BD9E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4909" y="7443478"/>
            <a:ext cx="540741" cy="251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273" name="text-155 multiple">
            <a:extLst xmlns:a="http://schemas.openxmlformats.org/drawingml/2006/main">
              <a:ext uri="{FF2B5EF4-FFF2-40B4-BE49-F238E27FC236}">
                <a16:creationId xmlns:a16="http://schemas.microsoft.com/office/drawing/2014/main" id="{BC50679C-7A03-4E70-BDD7-A88259D8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7467" y="7444292"/>
            <a:ext cx="627849" cy="250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</a:t>
            </a:r>
          </a:p>
        </p:txBody>
      </p:sp>
      <p:sp>
        <p:nvSpPr>
          <p:cNvPr id="274" name="text-156 questions">
            <a:extLst xmlns:a="http://schemas.openxmlformats.org/drawingml/2006/main">
              <a:ext uri="{FF2B5EF4-FFF2-40B4-BE49-F238E27FC236}">
                <a16:creationId xmlns:a16="http://schemas.microsoft.com/office/drawing/2014/main" id="{01750626-54ED-4AA3-94B0-0FE3A1E3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078" y="7659102"/>
            <a:ext cx="708833" cy="250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sp>
        <p:nvSpPr>
          <p:cNvPr id="275" name="text-156 based">
            <a:extLst xmlns:a="http://schemas.openxmlformats.org/drawingml/2006/main">
              <a:ext uri="{FF2B5EF4-FFF2-40B4-BE49-F238E27FC236}">
                <a16:creationId xmlns:a16="http://schemas.microsoft.com/office/drawing/2014/main" id="{C31AD20F-E86B-4C1C-8EE2-FAE3FB34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7757" y="7658780"/>
            <a:ext cx="440845" cy="251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</a:t>
            </a:r>
          </a:p>
        </p:txBody>
      </p:sp>
      <p:sp>
        <p:nvSpPr>
          <p:cNvPr id="276" name="text-156 on">
            <a:extLst xmlns:a="http://schemas.openxmlformats.org/drawingml/2006/main">
              <a:ext uri="{FF2B5EF4-FFF2-40B4-BE49-F238E27FC236}">
                <a16:creationId xmlns:a16="http://schemas.microsoft.com/office/drawing/2014/main" id="{99C933F2-8A2E-430B-9580-45AD0413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0565" y="7658334"/>
            <a:ext cx="212280" cy="251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277" name="text-156 the">
            <a:extLst xmlns:a="http://schemas.openxmlformats.org/drawingml/2006/main">
              <a:ext uri="{FF2B5EF4-FFF2-40B4-BE49-F238E27FC236}">
                <a16:creationId xmlns:a16="http://schemas.microsoft.com/office/drawing/2014/main" id="{43485DE0-055A-4C80-B62B-1D17EF6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727" y="7658915"/>
            <a:ext cx="251357" cy="2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78" name="text-156 images">
            <a:extLst xmlns:a="http://schemas.openxmlformats.org/drawingml/2006/main">
              <a:ext uri="{FF2B5EF4-FFF2-40B4-BE49-F238E27FC236}">
                <a16:creationId xmlns:a16="http://schemas.microsoft.com/office/drawing/2014/main" id="{9C1AAD64-4FB8-4875-B34B-26C70B1C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8116" y="7659085"/>
            <a:ext cx="539595" cy="250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</a:t>
            </a:r>
          </a:p>
        </p:txBody>
      </p:sp>
      <p:sp>
        <p:nvSpPr>
          <p:cNvPr id="279" name="text-156 provided">
            <a:extLst xmlns:a="http://schemas.openxmlformats.org/drawingml/2006/main">
              <a:ext uri="{FF2B5EF4-FFF2-40B4-BE49-F238E27FC236}">
                <a16:creationId xmlns:a16="http://schemas.microsoft.com/office/drawing/2014/main" id="{DDDBE0AF-44F2-4728-8A87-2EA71B67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9554" y="7658958"/>
            <a:ext cx="669460" cy="251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provided</a:t>
            </a:r>
          </a:p>
        </p:txBody>
      </p:sp>
      <p:sp>
        <p:nvSpPr>
          <p:cNvPr id="280" name="text-156 by">
            <a:extLst xmlns:a="http://schemas.openxmlformats.org/drawingml/2006/main">
              <a:ext uri="{FF2B5EF4-FFF2-40B4-BE49-F238E27FC236}">
                <a16:creationId xmlns:a16="http://schemas.microsoft.com/office/drawing/2014/main" id="{70FF784C-4161-4BE6-B802-C6D0C0FF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1010" y="7658336"/>
            <a:ext cx="212277" cy="25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281" name="text-156 the">
            <a:extLst xmlns:a="http://schemas.openxmlformats.org/drawingml/2006/main">
              <a:ext uri="{FF2B5EF4-FFF2-40B4-BE49-F238E27FC236}">
                <a16:creationId xmlns:a16="http://schemas.microsoft.com/office/drawing/2014/main" id="{53DCFD60-74A2-4722-A1A8-920FA576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15172" y="7658915"/>
            <a:ext cx="251357" cy="2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82" name="text-156 user">
            <a:extLst xmlns:a="http://schemas.openxmlformats.org/drawingml/2006/main">
              <a:ext uri="{FF2B5EF4-FFF2-40B4-BE49-F238E27FC236}">
                <a16:creationId xmlns:a16="http://schemas.microsoft.com/office/drawing/2014/main" id="{212BF19B-BD63-4AAC-AF72-D32B8B8F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561" y="7658836"/>
            <a:ext cx="331122" cy="25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</a:t>
            </a:r>
          </a:p>
        </p:txBody>
      </p:sp>
      <p:sp>
        <p:nvSpPr>
          <p:cNvPr id="283" name="text-157 ......">
            <a:extLst xmlns:a="http://schemas.openxmlformats.org/drawingml/2006/main">
              <a:ext uri="{FF2B5EF4-FFF2-40B4-BE49-F238E27FC236}">
                <a16:creationId xmlns:a16="http://schemas.microsoft.com/office/drawing/2014/main" id="{09F26DD3-016D-4AF1-B568-52E17A6A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76698" y="7658708"/>
            <a:ext cx="301596" cy="25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F971B5F-543E-4821-B7B9-56418B7B3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190f7dde94840"/>
          <a:stretch xmlns:a="http://schemas.openxmlformats.org/drawingml/2006/main"/>
        </p:blipFill>
        <p:spPr>
          <a:xfrm xmlns:a="http://schemas.openxmlformats.org/drawingml/2006/main">
            <a:off x="8058795" y="5404992"/>
            <a:ext cx="395646" cy="395646"/>
          </a:xfrm>
          <a:prstGeom xmlns:a="http://schemas.openxmlformats.org/drawingml/2006/main" prst="rect">
            <a:avLst/>
          </a:prstGeom>
        </p:spPr>
      </p:pic>
      <p:sp>
        <p:nvSpPr>
          <p:cNvPr id="285" name="path-159">
            <a:extLst xmlns:a="http://schemas.openxmlformats.org/drawingml/2006/main">
              <a:ext uri="{FF2B5EF4-FFF2-40B4-BE49-F238E27FC236}">
                <a16:creationId xmlns:a16="http://schemas.microsoft.com/office/drawing/2014/main" id="{7EF59B33-BFC8-416F-BA48-8368662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218" y="8276509"/>
            <a:ext cx="2160026" cy="430392"/>
          </a:xfrm>
          <a:custGeom xmlns:a="http://schemas.openxmlformats.org/drawingml/2006/main">
            <a:pathLst>
              <a:path w="1920023" h="382571">
                <a:moveTo>
                  <a:pt x="0" y="0"/>
                </a:moveTo>
                <a:lnTo>
                  <a:pt x="0" y="382571"/>
                </a:lnTo>
                <a:lnTo>
                  <a:pt x="1920023" y="382571"/>
                </a:lnTo>
                <a:lnTo>
                  <a:pt x="1920023" y="0"/>
                </a:lnTo>
                <a:close/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160">
            <a:extLst xmlns:a="http://schemas.openxmlformats.org/drawingml/2006/main">
              <a:ext uri="{FF2B5EF4-FFF2-40B4-BE49-F238E27FC236}">
                <a16:creationId xmlns:a16="http://schemas.microsoft.com/office/drawing/2014/main" id="{EC4439D8-66DF-4990-AAB8-7ADCFDC2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777" y="8266422"/>
            <a:ext cx="2183339" cy="451686"/>
          </a:xfrm>
          <a:custGeom xmlns:a="http://schemas.openxmlformats.org/drawingml/2006/main">
            <a:pathLst>
              <a:path w="1940746" h="401499">
                <a:moveTo>
                  <a:pt x="1940746" y="0"/>
                </a:moveTo>
                <a:lnTo>
                  <a:pt x="1940746" y="401499"/>
                </a:lnTo>
                <a:lnTo>
                  <a:pt x="0" y="401499"/>
                </a:lnTo>
                <a:lnTo>
                  <a:pt x="0" y="0"/>
                </a:lnTo>
                <a:lnTo>
                  <a:pt x="1940746" y="0"/>
                </a:lnTo>
                <a:moveTo>
                  <a:pt x="9963" y="19926"/>
                </a:moveTo>
                <a:lnTo>
                  <a:pt x="19925" y="9964"/>
                </a:lnTo>
                <a:lnTo>
                  <a:pt x="19925" y="391536"/>
                </a:lnTo>
                <a:lnTo>
                  <a:pt x="9963" y="381574"/>
                </a:lnTo>
                <a:lnTo>
                  <a:pt x="1930783" y="381574"/>
                </a:lnTo>
                <a:lnTo>
                  <a:pt x="1920820" y="391536"/>
                </a:lnTo>
                <a:lnTo>
                  <a:pt x="1920820" y="9964"/>
                </a:lnTo>
                <a:lnTo>
                  <a:pt x="1930783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F8CD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text-161 Single">
            <a:extLst xmlns:a="http://schemas.openxmlformats.org/drawingml/2006/main">
              <a:ext uri="{FF2B5EF4-FFF2-40B4-BE49-F238E27FC236}">
                <a16:creationId xmlns:a16="http://schemas.microsoft.com/office/drawing/2014/main" id="{6C82E661-BBDC-477B-93A1-8E9B833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6884" y="8346989"/>
            <a:ext cx="679261" cy="314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Single</a:t>
            </a:r>
          </a:p>
        </p:txBody>
      </p:sp>
      <p:sp>
        <p:nvSpPr>
          <p:cNvPr id="288" name="text-161 item">
            <a:extLst xmlns:a="http://schemas.openxmlformats.org/drawingml/2006/main">
              <a:ext uri="{FF2B5EF4-FFF2-40B4-BE49-F238E27FC236}">
                <a16:creationId xmlns:a16="http://schemas.microsoft.com/office/drawing/2014/main" id="{A0771430-D8B8-4194-A27C-9BED9BCF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4116" y="8347391"/>
            <a:ext cx="504983" cy="31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</a:t>
            </a:r>
          </a:p>
        </p:txBody>
      </p:sp>
      <p:sp>
        <p:nvSpPr>
          <p:cNvPr id="289" name="text-161 dialogue">
            <a:extLst xmlns:a="http://schemas.openxmlformats.org/drawingml/2006/main">
              <a:ext uri="{FF2B5EF4-FFF2-40B4-BE49-F238E27FC236}">
                <a16:creationId xmlns:a16="http://schemas.microsoft.com/office/drawing/2014/main" id="{7ED0DFEF-294A-4146-8C23-4A98D532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6502" y="8347470"/>
            <a:ext cx="885403" cy="313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dialogue</a:t>
            </a:r>
          </a:p>
        </p:txBody>
      </p:sp>
      <p:sp>
        <p:nvSpPr>
          <p:cNvPr id="290" name="text-162 Multi">
            <a:extLst xmlns:a="http://schemas.openxmlformats.org/drawingml/2006/main">
              <a:ext uri="{FF2B5EF4-FFF2-40B4-BE49-F238E27FC236}">
                <a16:creationId xmlns:a16="http://schemas.microsoft.com/office/drawing/2014/main" id="{1422B782-13C2-4D16-BFD9-2A7B5C7B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412" y="9396059"/>
            <a:ext cx="584836" cy="31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291" name="text-162 items">
            <a:extLst xmlns:a="http://schemas.openxmlformats.org/drawingml/2006/main">
              <a:ext uri="{FF2B5EF4-FFF2-40B4-BE49-F238E27FC236}">
                <a16:creationId xmlns:a16="http://schemas.microsoft.com/office/drawing/2014/main" id="{7B210418-9451-461C-97ED-989C4F8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1375" y="9396417"/>
            <a:ext cx="614027" cy="31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items</a:t>
            </a:r>
          </a:p>
        </p:txBody>
      </p:sp>
      <p:sp>
        <p:nvSpPr>
          <p:cNvPr id="292" name="text-162 dialogue">
            <a:extLst xmlns:a="http://schemas.openxmlformats.org/drawingml/2006/main">
              <a:ext uri="{FF2B5EF4-FFF2-40B4-BE49-F238E27FC236}">
                <a16:creationId xmlns:a16="http://schemas.microsoft.com/office/drawing/2014/main" id="{4186C165-5BCD-498B-8617-FA89167C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2479" y="9396548"/>
            <a:ext cx="885404" cy="313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dialogue</a:t>
            </a:r>
          </a:p>
        </p:txBody>
      </p:sp>
      <p:sp>
        <p:nvSpPr>
          <p:cNvPr id="293" name="path-163">
            <a:extLst xmlns:a="http://schemas.openxmlformats.org/drawingml/2006/main">
              <a:ext uri="{FF2B5EF4-FFF2-40B4-BE49-F238E27FC236}">
                <a16:creationId xmlns:a16="http://schemas.microsoft.com/office/drawing/2014/main" id="{90C9BB32-B380-4A55-A6E6-C32B36C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507" y="6098774"/>
            <a:ext cx="724044" cy="531265"/>
          </a:xfrm>
          <a:custGeom xmlns:a="http://schemas.openxmlformats.org/drawingml/2006/main">
            <a:pathLst>
              <a:path w="643594" h="472235">
                <a:moveTo>
                  <a:pt x="524041" y="472235"/>
                </a:moveTo>
                <a:lnTo>
                  <a:pt x="524041" y="432384"/>
                </a:lnTo>
                <a:lnTo>
                  <a:pt x="524041" y="392533"/>
                </a:lnTo>
                <a:lnTo>
                  <a:pt x="643594" y="432384"/>
                </a:lnTo>
                <a:lnTo>
                  <a:pt x="524041" y="472235"/>
                </a:lnTo>
                <a:moveTo>
                  <a:pt x="0" y="0"/>
                </a:moveTo>
                <a:lnTo>
                  <a:pt x="331760" y="0"/>
                </a:lnTo>
                <a:lnTo>
                  <a:pt x="331760" y="432384"/>
                </a:lnTo>
                <a:lnTo>
                  <a:pt x="321797" y="422421"/>
                </a:lnTo>
                <a:lnTo>
                  <a:pt x="583818" y="422421"/>
                </a:lnTo>
                <a:lnTo>
                  <a:pt x="583818" y="442347"/>
                </a:lnTo>
                <a:lnTo>
                  <a:pt x="311834" y="442347"/>
                </a:lnTo>
                <a:lnTo>
                  <a:pt x="311834" y="9963"/>
                </a:lnTo>
                <a:lnTo>
                  <a:pt x="321797" y="19926"/>
                </a:lnTo>
                <a:lnTo>
                  <a:pt x="0" y="1992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164">
            <a:extLst xmlns:a="http://schemas.openxmlformats.org/drawingml/2006/main">
              <a:ext uri="{FF2B5EF4-FFF2-40B4-BE49-F238E27FC236}">
                <a16:creationId xmlns:a16="http://schemas.microsoft.com/office/drawing/2014/main" id="{CEAF0ADB-1936-4C06-9762-0925DE72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231" y="6540374"/>
            <a:ext cx="717319" cy="627654"/>
          </a:xfrm>
          <a:custGeom xmlns:a="http://schemas.openxmlformats.org/drawingml/2006/main">
            <a:pathLst>
              <a:path w="637617" h="557915">
                <a:moveTo>
                  <a:pt x="518064" y="0"/>
                </a:moveTo>
                <a:lnTo>
                  <a:pt x="518064" y="39851"/>
                </a:lnTo>
                <a:lnTo>
                  <a:pt x="518064" y="79702"/>
                </a:lnTo>
                <a:lnTo>
                  <a:pt x="637617" y="39851"/>
                </a:lnTo>
                <a:lnTo>
                  <a:pt x="518064" y="0"/>
                </a:lnTo>
                <a:moveTo>
                  <a:pt x="0" y="557915"/>
                </a:moveTo>
                <a:lnTo>
                  <a:pt x="324786" y="557915"/>
                </a:lnTo>
                <a:lnTo>
                  <a:pt x="324786" y="39851"/>
                </a:lnTo>
                <a:lnTo>
                  <a:pt x="314823" y="49814"/>
                </a:lnTo>
                <a:lnTo>
                  <a:pt x="577840" y="49814"/>
                </a:lnTo>
                <a:lnTo>
                  <a:pt x="577840" y="29888"/>
                </a:lnTo>
                <a:lnTo>
                  <a:pt x="304860" y="29888"/>
                </a:lnTo>
                <a:lnTo>
                  <a:pt x="304860" y="547951"/>
                </a:lnTo>
                <a:lnTo>
                  <a:pt x="314823" y="537989"/>
                </a:lnTo>
                <a:lnTo>
                  <a:pt x="0" y="537989"/>
                </a:lnTo>
                <a:lnTo>
                  <a:pt x="0" y="5579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165">
            <a:extLst xmlns:a="http://schemas.openxmlformats.org/drawingml/2006/main">
              <a:ext uri="{FF2B5EF4-FFF2-40B4-BE49-F238E27FC236}">
                <a16:creationId xmlns:a16="http://schemas.microsoft.com/office/drawing/2014/main" id="{73FEFEBD-1D7E-49BD-8C42-B3D5534E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095" y="6043855"/>
            <a:ext cx="939240" cy="552560"/>
          </a:xfrm>
          <a:custGeom xmlns:a="http://schemas.openxmlformats.org/drawingml/2006/main">
            <a:pathLst>
              <a:path w="834880" h="491164">
                <a:moveTo>
                  <a:pt x="715327" y="0"/>
                </a:moveTo>
                <a:lnTo>
                  <a:pt x="715327" y="39851"/>
                </a:lnTo>
                <a:lnTo>
                  <a:pt x="715327" y="79702"/>
                </a:lnTo>
                <a:lnTo>
                  <a:pt x="834880" y="39851"/>
                </a:lnTo>
                <a:lnTo>
                  <a:pt x="715327" y="0"/>
                </a:lnTo>
                <a:moveTo>
                  <a:pt x="0" y="491164"/>
                </a:moveTo>
                <a:lnTo>
                  <a:pt x="427403" y="491164"/>
                </a:lnTo>
                <a:lnTo>
                  <a:pt x="427403" y="39851"/>
                </a:lnTo>
                <a:lnTo>
                  <a:pt x="417440" y="49814"/>
                </a:lnTo>
                <a:lnTo>
                  <a:pt x="775103" y="49814"/>
                </a:lnTo>
                <a:lnTo>
                  <a:pt x="775103" y="29888"/>
                </a:lnTo>
                <a:lnTo>
                  <a:pt x="407477" y="29888"/>
                </a:lnTo>
                <a:lnTo>
                  <a:pt x="407477" y="481201"/>
                </a:lnTo>
                <a:lnTo>
                  <a:pt x="417440" y="471239"/>
                </a:lnTo>
                <a:lnTo>
                  <a:pt x="0" y="471239"/>
                </a:lnTo>
                <a:lnTo>
                  <a:pt x="0" y="4911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166">
            <a:extLst xmlns:a="http://schemas.openxmlformats.org/drawingml/2006/main">
              <a:ext uri="{FF2B5EF4-FFF2-40B4-BE49-F238E27FC236}">
                <a16:creationId xmlns:a16="http://schemas.microsoft.com/office/drawing/2014/main" id="{76E28A95-3C58-4B70-A612-21A15E41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095" y="6573998"/>
            <a:ext cx="939240" cy="620930"/>
          </a:xfrm>
          <a:custGeom xmlns:a="http://schemas.openxmlformats.org/drawingml/2006/main">
            <a:pathLst>
              <a:path w="834880" h="551937">
                <a:moveTo>
                  <a:pt x="715327" y="551937"/>
                </a:moveTo>
                <a:lnTo>
                  <a:pt x="715327" y="512085"/>
                </a:lnTo>
                <a:lnTo>
                  <a:pt x="715327" y="472235"/>
                </a:lnTo>
                <a:lnTo>
                  <a:pt x="834880" y="512085"/>
                </a:lnTo>
                <a:lnTo>
                  <a:pt x="715327" y="551937"/>
                </a:lnTo>
                <a:moveTo>
                  <a:pt x="0" y="0"/>
                </a:moveTo>
                <a:lnTo>
                  <a:pt x="427403" y="0"/>
                </a:lnTo>
                <a:lnTo>
                  <a:pt x="427403" y="512085"/>
                </a:lnTo>
                <a:lnTo>
                  <a:pt x="417440" y="502122"/>
                </a:lnTo>
                <a:lnTo>
                  <a:pt x="775103" y="502122"/>
                </a:lnTo>
                <a:lnTo>
                  <a:pt x="775103" y="522049"/>
                </a:lnTo>
                <a:lnTo>
                  <a:pt x="407477" y="522049"/>
                </a:lnTo>
                <a:lnTo>
                  <a:pt x="407477" y="9963"/>
                </a:lnTo>
                <a:lnTo>
                  <a:pt x="417440" y="19926"/>
                </a:lnTo>
                <a:lnTo>
                  <a:pt x="0" y="1992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167">
            <a:extLst xmlns:a="http://schemas.openxmlformats.org/drawingml/2006/main">
              <a:ext uri="{FF2B5EF4-FFF2-40B4-BE49-F238E27FC236}">
                <a16:creationId xmlns:a16="http://schemas.microsoft.com/office/drawing/2014/main" id="{5C620D43-B783-4A92-8ED4-CDEA815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054" y="6077479"/>
            <a:ext cx="930274" cy="563768"/>
          </a:xfrm>
          <a:custGeom xmlns:a="http://schemas.openxmlformats.org/drawingml/2006/main">
            <a:pathLst>
              <a:path w="826910" h="501127">
                <a:moveTo>
                  <a:pt x="707357" y="501127"/>
                </a:moveTo>
                <a:lnTo>
                  <a:pt x="707357" y="461276"/>
                </a:lnTo>
                <a:lnTo>
                  <a:pt x="707357" y="421425"/>
                </a:lnTo>
                <a:lnTo>
                  <a:pt x="826910" y="461276"/>
                </a:lnTo>
                <a:lnTo>
                  <a:pt x="707357" y="501127"/>
                </a:lnTo>
                <a:moveTo>
                  <a:pt x="0" y="0"/>
                </a:moveTo>
                <a:lnTo>
                  <a:pt x="423416" y="0"/>
                </a:lnTo>
                <a:lnTo>
                  <a:pt x="423416" y="461276"/>
                </a:lnTo>
                <a:lnTo>
                  <a:pt x="413454" y="451313"/>
                </a:lnTo>
                <a:lnTo>
                  <a:pt x="767132" y="451313"/>
                </a:lnTo>
                <a:lnTo>
                  <a:pt x="767132" y="471239"/>
                </a:lnTo>
                <a:lnTo>
                  <a:pt x="403491" y="471239"/>
                </a:lnTo>
                <a:lnTo>
                  <a:pt x="403491" y="9963"/>
                </a:lnTo>
                <a:lnTo>
                  <a:pt x="413454" y="19926"/>
                </a:lnTo>
                <a:lnTo>
                  <a:pt x="0" y="1992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168">
            <a:extLst xmlns:a="http://schemas.openxmlformats.org/drawingml/2006/main">
              <a:ext uri="{FF2B5EF4-FFF2-40B4-BE49-F238E27FC236}">
                <a16:creationId xmlns:a16="http://schemas.microsoft.com/office/drawing/2014/main" id="{0A4C246F-E868-4B70-ACD2-47A8DC33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054" y="6551582"/>
            <a:ext cx="930274" cy="609721"/>
          </a:xfrm>
          <a:custGeom xmlns:a="http://schemas.openxmlformats.org/drawingml/2006/main">
            <a:pathLst>
              <a:path w="826910" h="541974">
                <a:moveTo>
                  <a:pt x="707357" y="0"/>
                </a:moveTo>
                <a:lnTo>
                  <a:pt x="707357" y="39851"/>
                </a:lnTo>
                <a:lnTo>
                  <a:pt x="707357" y="79702"/>
                </a:lnTo>
                <a:lnTo>
                  <a:pt x="826910" y="39851"/>
                </a:lnTo>
                <a:lnTo>
                  <a:pt x="707357" y="0"/>
                </a:lnTo>
                <a:moveTo>
                  <a:pt x="0" y="541974"/>
                </a:moveTo>
                <a:lnTo>
                  <a:pt x="423416" y="541974"/>
                </a:lnTo>
                <a:lnTo>
                  <a:pt x="423416" y="39851"/>
                </a:lnTo>
                <a:lnTo>
                  <a:pt x="413454" y="49814"/>
                </a:lnTo>
                <a:lnTo>
                  <a:pt x="767132" y="49814"/>
                </a:lnTo>
                <a:lnTo>
                  <a:pt x="767132" y="29888"/>
                </a:lnTo>
                <a:lnTo>
                  <a:pt x="403491" y="29888"/>
                </a:lnTo>
                <a:lnTo>
                  <a:pt x="403491" y="532011"/>
                </a:lnTo>
                <a:lnTo>
                  <a:pt x="413454" y="522048"/>
                </a:lnTo>
                <a:lnTo>
                  <a:pt x="0" y="522048"/>
                </a:lnTo>
                <a:lnTo>
                  <a:pt x="0" y="5419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169">
            <a:extLst xmlns:a="http://schemas.openxmlformats.org/drawingml/2006/main">
              <a:ext uri="{FF2B5EF4-FFF2-40B4-BE49-F238E27FC236}">
                <a16:creationId xmlns:a16="http://schemas.microsoft.com/office/drawing/2014/main" id="{CD03A169-C7AC-412A-A79B-8DA60047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046" y="5751322"/>
            <a:ext cx="734130" cy="889924"/>
          </a:xfrm>
          <a:custGeom xmlns:a="http://schemas.openxmlformats.org/drawingml/2006/main">
            <a:pathLst>
              <a:path w="652560" h="791044">
                <a:moveTo>
                  <a:pt x="119553" y="791044"/>
                </a:moveTo>
                <a:lnTo>
                  <a:pt x="119553" y="751193"/>
                </a:lnTo>
                <a:lnTo>
                  <a:pt x="119553" y="711342"/>
                </a:lnTo>
                <a:lnTo>
                  <a:pt x="0" y="751193"/>
                </a:lnTo>
                <a:lnTo>
                  <a:pt x="119553" y="791044"/>
                </a:lnTo>
                <a:moveTo>
                  <a:pt x="652560" y="0"/>
                </a:moveTo>
                <a:lnTo>
                  <a:pt x="316815" y="0"/>
                </a:lnTo>
                <a:lnTo>
                  <a:pt x="316815" y="751193"/>
                </a:lnTo>
                <a:lnTo>
                  <a:pt x="326778" y="741230"/>
                </a:lnTo>
                <a:lnTo>
                  <a:pt x="59775" y="741230"/>
                </a:lnTo>
                <a:lnTo>
                  <a:pt x="59775" y="761155"/>
                </a:lnTo>
                <a:lnTo>
                  <a:pt x="336740" y="761155"/>
                </a:lnTo>
                <a:lnTo>
                  <a:pt x="336740" y="9963"/>
                </a:lnTo>
                <a:lnTo>
                  <a:pt x="326778" y="19926"/>
                </a:lnTo>
                <a:lnTo>
                  <a:pt x="652560" y="19926"/>
                </a:lnTo>
                <a:lnTo>
                  <a:pt x="65256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170">
            <a:extLst xmlns:a="http://schemas.openxmlformats.org/drawingml/2006/main">
              <a:ext uri="{FF2B5EF4-FFF2-40B4-BE49-F238E27FC236}">
                <a16:creationId xmlns:a16="http://schemas.microsoft.com/office/drawing/2014/main" id="{594D4E1F-0431-41E3-94C7-C8555D1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617" y="6549340"/>
            <a:ext cx="719559" cy="771118"/>
          </a:xfrm>
          <a:custGeom xmlns:a="http://schemas.openxmlformats.org/drawingml/2006/main">
            <a:pathLst>
              <a:path w="639608" h="685438">
                <a:moveTo>
                  <a:pt x="119553" y="0"/>
                </a:moveTo>
                <a:lnTo>
                  <a:pt x="119553" y="39851"/>
                </a:lnTo>
                <a:lnTo>
                  <a:pt x="119553" y="79702"/>
                </a:lnTo>
                <a:lnTo>
                  <a:pt x="0" y="39851"/>
                </a:lnTo>
                <a:lnTo>
                  <a:pt x="119553" y="0"/>
                </a:lnTo>
                <a:moveTo>
                  <a:pt x="639608" y="685438"/>
                </a:moveTo>
                <a:lnTo>
                  <a:pt x="301870" y="685438"/>
                </a:lnTo>
                <a:lnTo>
                  <a:pt x="301870" y="39851"/>
                </a:lnTo>
                <a:lnTo>
                  <a:pt x="311833" y="49813"/>
                </a:lnTo>
                <a:lnTo>
                  <a:pt x="59775" y="49813"/>
                </a:lnTo>
                <a:lnTo>
                  <a:pt x="59775" y="29888"/>
                </a:lnTo>
                <a:lnTo>
                  <a:pt x="321795" y="29888"/>
                </a:lnTo>
                <a:lnTo>
                  <a:pt x="321795" y="675474"/>
                </a:lnTo>
                <a:lnTo>
                  <a:pt x="311833" y="665512"/>
                </a:lnTo>
                <a:lnTo>
                  <a:pt x="639608" y="665512"/>
                </a:lnTo>
                <a:lnTo>
                  <a:pt x="639608" y="6854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text-171 Extract">
            <a:extLst xmlns:a="http://schemas.openxmlformats.org/drawingml/2006/main">
              <a:ext uri="{FF2B5EF4-FFF2-40B4-BE49-F238E27FC236}">
                <a16:creationId xmlns:a16="http://schemas.microsoft.com/office/drawing/2014/main" id="{C6F4A64D-05E9-4730-92E0-AFA48AB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5898" y="7021202"/>
            <a:ext cx="688920" cy="251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Extract</a:t>
            </a:r>
          </a:p>
        </p:txBody>
      </p:sp>
      <p:sp>
        <p:nvSpPr>
          <p:cNvPr id="302" name="text-171 Key">
            <a:extLst xmlns:a="http://schemas.openxmlformats.org/drawingml/2006/main">
              <a:ext uri="{FF2B5EF4-FFF2-40B4-BE49-F238E27FC236}">
                <a16:creationId xmlns:a16="http://schemas.microsoft.com/office/drawing/2014/main" id="{5A9D3818-47C1-412F-AA9C-2CCEBD3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372" y="7020377"/>
            <a:ext cx="334824" cy="252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303" name="text-171 Information">
            <a:extLst xmlns:a="http://schemas.openxmlformats.org/drawingml/2006/main">
              <a:ext uri="{FF2B5EF4-FFF2-40B4-BE49-F238E27FC236}">
                <a16:creationId xmlns:a16="http://schemas.microsoft.com/office/drawing/2014/main" id="{6353B38B-C026-4BB0-9E82-2E3F9701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0668" y="7021239"/>
            <a:ext cx="1049156" cy="251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Information</a:t>
            </a:r>
          </a:p>
        </p:txBody>
      </p:sp>
      <p:sp>
        <p:nvSpPr>
          <p:cNvPr id="304" name="text-172 Information">
            <a:extLst xmlns:a="http://schemas.openxmlformats.org/drawingml/2006/main">
              <a:ext uri="{FF2B5EF4-FFF2-40B4-BE49-F238E27FC236}">
                <a16:creationId xmlns:a16="http://schemas.microsoft.com/office/drawing/2014/main" id="{85B41523-BA44-4342-8D3E-5D8A4929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537" y="5719979"/>
            <a:ext cx="1049155" cy="251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Information</a:t>
            </a:r>
          </a:p>
        </p:txBody>
      </p:sp>
      <p:sp>
        <p:nvSpPr>
          <p:cNvPr id="305" name="text-173 Inputs">
            <a:extLst xmlns:a="http://schemas.openxmlformats.org/drawingml/2006/main">
              <a:ext uri="{FF2B5EF4-FFF2-40B4-BE49-F238E27FC236}">
                <a16:creationId xmlns:a16="http://schemas.microsoft.com/office/drawing/2014/main" id="{275AC2F4-9960-4962-A38B-CA52A69E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5647" y="5935017"/>
            <a:ext cx="585283" cy="25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Inputs</a:t>
            </a:r>
          </a:p>
        </p:txBody>
      </p:sp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6662D3C-F123-4926-8BD4-81BEC78BD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0bd758f854c38"/>
          <a:stretch xmlns:a="http://schemas.openxmlformats.org/drawingml/2006/main"/>
        </p:blipFill>
        <p:spPr>
          <a:xfrm xmlns:a="http://schemas.openxmlformats.org/drawingml/2006/main">
            <a:off x="7301003" y="5439737"/>
            <a:ext cx="360029" cy="330639"/>
          </a:xfrm>
          <a:prstGeom xmlns:a="http://schemas.openxmlformats.org/drawingml/2006/main" prst="rect">
            <a:avLst/>
          </a:prstGeom>
        </p:spPr>
      </p:pic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F93B837-9D2D-416A-8F04-F1C2537918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8decd7d13483f"/>
          <a:stretch xmlns:a="http://schemas.openxmlformats.org/drawingml/2006/main"/>
        </p:blipFill>
        <p:spPr>
          <a:xfrm xmlns:a="http://schemas.openxmlformats.org/drawingml/2006/main">
            <a:off x="7674357" y="5404993"/>
            <a:ext cx="365384" cy="365384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E525BD0-2581-4CDA-B113-73E63E6B3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ca287bed04519"/>
          <a:stretch xmlns:a="http://schemas.openxmlformats.org/drawingml/2006/main"/>
        </p:blipFill>
        <p:spPr>
          <a:xfrm xmlns:a="http://schemas.openxmlformats.org/drawingml/2006/main">
            <a:off x="8058795" y="6479850"/>
            <a:ext cx="395646" cy="395646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9FA2C525-471A-4E8D-9EF0-1E588B319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1a1c7dc194d9b"/>
          <a:stretch xmlns:a="http://schemas.openxmlformats.org/drawingml/2006/main"/>
        </p:blipFill>
        <p:spPr>
          <a:xfrm xmlns:a="http://schemas.openxmlformats.org/drawingml/2006/main">
            <a:off x="7301003" y="6514595"/>
            <a:ext cx="360029" cy="330639"/>
          </a:xfrm>
          <a:prstGeom xmlns:a="http://schemas.openxmlformats.org/drawingml/2006/main" prst="rect">
            <a:avLst/>
          </a:prstGeom>
        </p:spPr>
      </p:pic>
      <p:pic>
        <p:nvPic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C0FE7F6-8153-48A3-B5A8-88527068F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caf4db6554485"/>
          <a:stretch xmlns:a="http://schemas.openxmlformats.org/drawingml/2006/main"/>
        </p:blipFill>
        <p:spPr>
          <a:xfrm xmlns:a="http://schemas.openxmlformats.org/drawingml/2006/main">
            <a:off x="7674357" y="6479850"/>
            <a:ext cx="365384" cy="365384"/>
          </a:xfrm>
          <a:prstGeom xmlns:a="http://schemas.openxmlformats.org/drawingml/2006/main" prst="rect">
            <a:avLst/>
          </a:prstGeom>
        </p:spPr>
      </p:pic>
      <p:sp>
        <p:nvSpPr>
          <p:cNvPr id="311" name="text-179 Prompt">
            <a:extLst xmlns:a="http://schemas.openxmlformats.org/drawingml/2006/main">
              <a:ext uri="{FF2B5EF4-FFF2-40B4-BE49-F238E27FC236}">
                <a16:creationId xmlns:a16="http://schemas.microsoft.com/office/drawing/2014/main" id="{10E943DC-95F3-4390-8FF6-97DFB455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3923" y="5719744"/>
            <a:ext cx="626188" cy="25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312" name="text-180 Inputs">
            <a:extLst xmlns:a="http://schemas.openxmlformats.org/drawingml/2006/main">
              <a:ext uri="{FF2B5EF4-FFF2-40B4-BE49-F238E27FC236}">
                <a16:creationId xmlns:a16="http://schemas.microsoft.com/office/drawing/2014/main" id="{A2ED30BE-DFB7-460B-8BF7-0FC4A496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4098" y="5935017"/>
            <a:ext cx="585283" cy="25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Inputs</a:t>
            </a:r>
          </a:p>
        </p:txBody>
      </p:sp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FA2F78D-5B41-4FAE-A206-0F568A36A4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86295b7ab4c0c"/>
          <a:stretch xmlns:a="http://schemas.openxmlformats.org/drawingml/2006/main"/>
        </p:blipFill>
        <p:spPr>
          <a:xfrm xmlns:a="http://schemas.openxmlformats.org/drawingml/2006/main">
            <a:off x="10653472" y="8820102"/>
            <a:ext cx="439358" cy="439358"/>
          </a:xfrm>
          <a:prstGeom xmlns:a="http://schemas.openxmlformats.org/drawingml/2006/main" prst="rect">
            <a:avLst/>
          </a:prstGeom>
        </p:spPr>
      </p:pic>
      <p:sp>
        <p:nvSpPr>
          <p:cNvPr id="314" name="path-182">
            <a:extLst xmlns:a="http://schemas.openxmlformats.org/drawingml/2006/main">
              <a:ext uri="{FF2B5EF4-FFF2-40B4-BE49-F238E27FC236}">
                <a16:creationId xmlns:a16="http://schemas.microsoft.com/office/drawing/2014/main" id="{8D8B2AD0-A8BF-480B-9258-3FC171B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8695" y="8830638"/>
            <a:ext cx="1950213" cy="400802"/>
          </a:xfrm>
          <a:custGeom xmlns:a="http://schemas.openxmlformats.org/drawingml/2006/main">
            <a:pathLst>
              <a:path w="1733522" h="356269">
                <a:moveTo>
                  <a:pt x="0" y="0"/>
                </a:moveTo>
                <a:lnTo>
                  <a:pt x="0" y="356269"/>
                </a:lnTo>
                <a:lnTo>
                  <a:pt x="1733522" y="356269"/>
                </a:lnTo>
                <a:lnTo>
                  <a:pt x="1733522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183">
            <a:extLst xmlns:a="http://schemas.openxmlformats.org/drawingml/2006/main">
              <a:ext uri="{FF2B5EF4-FFF2-40B4-BE49-F238E27FC236}">
                <a16:creationId xmlns:a16="http://schemas.microsoft.com/office/drawing/2014/main" id="{E9E0AB2B-A294-4CB3-AEC0-CFD4DCB7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610" y="8818982"/>
            <a:ext cx="1970386" cy="423667"/>
          </a:xfrm>
          <a:custGeom xmlns:a="http://schemas.openxmlformats.org/drawingml/2006/main">
            <a:pathLst>
              <a:path w="1751454" h="376593">
                <a:moveTo>
                  <a:pt x="1751454" y="0"/>
                </a:moveTo>
                <a:lnTo>
                  <a:pt x="1751454" y="376593"/>
                </a:lnTo>
                <a:lnTo>
                  <a:pt x="0" y="376593"/>
                </a:lnTo>
                <a:lnTo>
                  <a:pt x="0" y="0"/>
                </a:lnTo>
                <a:lnTo>
                  <a:pt x="1751454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366630"/>
                </a:lnTo>
                <a:lnTo>
                  <a:pt x="9963" y="356666"/>
                </a:lnTo>
                <a:lnTo>
                  <a:pt x="1741492" y="356666"/>
                </a:lnTo>
                <a:lnTo>
                  <a:pt x="1731527" y="366630"/>
                </a:lnTo>
                <a:lnTo>
                  <a:pt x="1731527" y="9963"/>
                </a:lnTo>
                <a:lnTo>
                  <a:pt x="1741492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text-184 Human">
            <a:extLst xmlns:a="http://schemas.openxmlformats.org/drawingml/2006/main">
              <a:ext uri="{FF2B5EF4-FFF2-40B4-BE49-F238E27FC236}">
                <a16:creationId xmlns:a16="http://schemas.microsoft.com/office/drawing/2014/main" id="{16D643D9-852C-4681-8BA6-D81DEAE1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0854" y="8871792"/>
            <a:ext cx="744378" cy="31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317" name="text-184 Check">
            <a:extLst xmlns:a="http://schemas.openxmlformats.org/drawingml/2006/main">
              <a:ext uri="{FF2B5EF4-FFF2-40B4-BE49-F238E27FC236}">
                <a16:creationId xmlns:a16="http://schemas.microsoft.com/office/drawing/2014/main" id="{59598142-F802-4FC6-AFEC-967A6462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3355" y="8871303"/>
            <a:ext cx="670832" cy="314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Check</a:t>
            </a:r>
          </a:p>
        </p:txBody>
      </p:sp>
      <p:sp>
        <p:nvSpPr>
          <p:cNvPr id="318" name="path-185">
            <a:extLst xmlns:a="http://schemas.openxmlformats.org/drawingml/2006/main">
              <a:ext uri="{FF2B5EF4-FFF2-40B4-BE49-F238E27FC236}">
                <a16:creationId xmlns:a16="http://schemas.microsoft.com/office/drawing/2014/main" id="{72CC3A3B-CBF8-4BFB-8BE3-C0312E15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1680" y="9309449"/>
            <a:ext cx="2439781" cy="443841"/>
          </a:xfrm>
          <a:custGeom xmlns:a="http://schemas.openxmlformats.org/drawingml/2006/main">
            <a:pathLst>
              <a:path w="2168694" h="394525">
                <a:moveTo>
                  <a:pt x="0" y="0"/>
                </a:moveTo>
                <a:lnTo>
                  <a:pt x="0" y="394525"/>
                </a:lnTo>
                <a:lnTo>
                  <a:pt x="2168694" y="394525"/>
                </a:lnTo>
                <a:lnTo>
                  <a:pt x="2168694" y="0"/>
                </a:lnTo>
                <a:close/>
              </a:path>
            </a:pathLst>
          </a:custGeom>
          <a:solidFill xmlns:a="http://schemas.openxmlformats.org/drawingml/2006/main">
            <a:srgbClr val="DCC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186">
            <a:extLst xmlns:a="http://schemas.openxmlformats.org/drawingml/2006/main">
              <a:ext uri="{FF2B5EF4-FFF2-40B4-BE49-F238E27FC236}">
                <a16:creationId xmlns:a16="http://schemas.microsoft.com/office/drawing/2014/main" id="{A87B9299-B0A5-4BFA-B8DB-D21C91CB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0024" y="9297568"/>
            <a:ext cx="2461302" cy="466257"/>
          </a:xfrm>
          <a:custGeom xmlns:a="http://schemas.openxmlformats.org/drawingml/2006/main">
            <a:pathLst>
              <a:path w="2187824" h="414451">
                <a:moveTo>
                  <a:pt x="2187824" y="0"/>
                </a:moveTo>
                <a:lnTo>
                  <a:pt x="2187824" y="414451"/>
                </a:lnTo>
                <a:lnTo>
                  <a:pt x="0" y="414451"/>
                </a:lnTo>
                <a:lnTo>
                  <a:pt x="0" y="0"/>
                </a:lnTo>
                <a:lnTo>
                  <a:pt x="2187824" y="0"/>
                </a:lnTo>
                <a:moveTo>
                  <a:pt x="9963" y="19926"/>
                </a:moveTo>
                <a:lnTo>
                  <a:pt x="19925" y="9964"/>
                </a:lnTo>
                <a:lnTo>
                  <a:pt x="19925" y="404488"/>
                </a:lnTo>
                <a:lnTo>
                  <a:pt x="9963" y="394525"/>
                </a:lnTo>
                <a:lnTo>
                  <a:pt x="2177862" y="394525"/>
                </a:lnTo>
                <a:lnTo>
                  <a:pt x="2167899" y="404488"/>
                </a:lnTo>
                <a:lnTo>
                  <a:pt x="2167899" y="9964"/>
                </a:lnTo>
                <a:lnTo>
                  <a:pt x="2177862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DCC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text-187 MMDU">
            <a:extLst xmlns:a="http://schemas.openxmlformats.org/drawingml/2006/main">
              <a:ext uri="{FF2B5EF4-FFF2-40B4-BE49-F238E27FC236}">
                <a16:creationId xmlns:a16="http://schemas.microsoft.com/office/drawing/2014/main" id="{B37A277C-92E0-41B0-9201-76D4DA00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3330" y="9392796"/>
            <a:ext cx="762859" cy="31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</a:t>
            </a:r>
          </a:p>
        </p:txBody>
      </p:sp>
      <p:sp>
        <p:nvSpPr>
          <p:cNvPr id="321" name="text-188 Benchmark">
            <a:extLst xmlns:a="http://schemas.openxmlformats.org/drawingml/2006/main">
              <a:ext uri="{FF2B5EF4-FFF2-40B4-BE49-F238E27FC236}">
                <a16:creationId xmlns:a16="http://schemas.microsoft.com/office/drawing/2014/main" id="{C0DB6C23-D0C0-4F5E-8C74-396C61D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3762" y="9392733"/>
            <a:ext cx="1196446" cy="313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Benchmark</a:t>
            </a:r>
          </a:p>
        </p:txBody>
      </p:sp>
      <p:pic>
        <p:nvPic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BF4328F6-7447-4260-825F-423386D6E7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9bd4e801c4e8c"/>
          <a:stretch xmlns:a="http://schemas.openxmlformats.org/drawingml/2006/main"/>
        </p:blipFill>
        <p:spPr>
          <a:xfrm xmlns:a="http://schemas.openxmlformats.org/drawingml/2006/main">
            <a:off x="13396096" y="9271790"/>
            <a:ext cx="497640" cy="497640"/>
          </a:xfrm>
          <a:prstGeom xmlns:a="http://schemas.openxmlformats.org/drawingml/2006/main" prst="rect">
            <a:avLst/>
          </a:prstGeom>
        </p:spPr>
      </p:pic>
      <p:sp>
        <p:nvSpPr>
          <p:cNvPr id="323" name="text-190 Filter">
            <a:extLst xmlns:a="http://schemas.openxmlformats.org/drawingml/2006/main">
              <a:ext uri="{FF2B5EF4-FFF2-40B4-BE49-F238E27FC236}">
                <a16:creationId xmlns:a16="http://schemas.microsoft.com/office/drawing/2014/main" id="{C9C9811D-6694-4613-AF39-C823BC6E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8797" y="9270804"/>
            <a:ext cx="636162" cy="313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sp>
        <p:nvSpPr>
          <p:cNvPr id="324" name="text-190 &amp;">
            <a:extLst xmlns:a="http://schemas.openxmlformats.org/drawingml/2006/main">
              <a:ext uri="{FF2B5EF4-FFF2-40B4-BE49-F238E27FC236}">
                <a16:creationId xmlns:a16="http://schemas.microsoft.com/office/drawing/2014/main" id="{D89627A9-9A1A-4F9A-8757-E5379D1C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2317" y="9271626"/>
            <a:ext cx="186112" cy="312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325" name="text-190 Modify">
            <a:extLst xmlns:a="http://schemas.openxmlformats.org/drawingml/2006/main">
              <a:ext uri="{FF2B5EF4-FFF2-40B4-BE49-F238E27FC236}">
                <a16:creationId xmlns:a16="http://schemas.microsoft.com/office/drawing/2014/main" id="{A457DA6C-570D-4BA6-A5E8-B693C404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6392" y="9270721"/>
            <a:ext cx="780723" cy="313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Modify</a:t>
            </a:r>
          </a:p>
        </p:txBody>
      </p:sp>
      <p:sp>
        <p:nvSpPr>
          <p:cNvPr id="326" name="path-191">
            <a:extLst xmlns:a="http://schemas.openxmlformats.org/drawingml/2006/main">
              <a:ext uri="{FF2B5EF4-FFF2-40B4-BE49-F238E27FC236}">
                <a16:creationId xmlns:a16="http://schemas.microsoft.com/office/drawing/2014/main" id="{D190FA04-B13F-4706-81B3-F24C6AA7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38" y="6790202"/>
            <a:ext cx="29141" cy="616670"/>
          </a:xfrm>
          <a:custGeom xmlns:a="http://schemas.openxmlformats.org/drawingml/2006/main">
            <a:pathLst>
              <a:path w="25903" h="548151">
                <a:moveTo>
                  <a:pt x="5976" y="0"/>
                </a:moveTo>
                <a:lnTo>
                  <a:pt x="0" y="547952"/>
                </a:lnTo>
                <a:lnTo>
                  <a:pt x="19925" y="548151"/>
                </a:lnTo>
                <a:lnTo>
                  <a:pt x="25903" y="199"/>
                </a:lnTo>
                <a:lnTo>
                  <a:pt x="597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192">
            <a:extLst xmlns:a="http://schemas.openxmlformats.org/drawingml/2006/main">
              <a:ext uri="{FF2B5EF4-FFF2-40B4-BE49-F238E27FC236}">
                <a16:creationId xmlns:a16="http://schemas.microsoft.com/office/drawing/2014/main" id="{A9E70406-50EB-4BAB-82B9-D8006F2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363" y="7405952"/>
            <a:ext cx="240729" cy="267000"/>
          </a:xfrm>
          <a:custGeom xmlns:a="http://schemas.openxmlformats.org/drawingml/2006/main">
            <a:pathLst>
              <a:path w="213982" h="237333">
                <a:moveTo>
                  <a:pt x="213982" y="440"/>
                </a:moveTo>
                <a:lnTo>
                  <a:pt x="213704" y="12355"/>
                </a:lnTo>
                <a:lnTo>
                  <a:pt x="212886" y="24349"/>
                </a:lnTo>
                <a:lnTo>
                  <a:pt x="211551" y="36166"/>
                </a:lnTo>
                <a:lnTo>
                  <a:pt x="209678" y="47802"/>
                </a:lnTo>
                <a:lnTo>
                  <a:pt x="207307" y="59219"/>
                </a:lnTo>
                <a:lnTo>
                  <a:pt x="204457" y="70437"/>
                </a:lnTo>
                <a:lnTo>
                  <a:pt x="201128" y="81436"/>
                </a:lnTo>
                <a:lnTo>
                  <a:pt x="197324" y="92176"/>
                </a:lnTo>
                <a:lnTo>
                  <a:pt x="193079" y="102658"/>
                </a:lnTo>
                <a:lnTo>
                  <a:pt x="188398" y="112859"/>
                </a:lnTo>
                <a:lnTo>
                  <a:pt x="183276" y="122782"/>
                </a:lnTo>
                <a:lnTo>
                  <a:pt x="177738" y="132386"/>
                </a:lnTo>
                <a:lnTo>
                  <a:pt x="171819" y="141672"/>
                </a:lnTo>
                <a:lnTo>
                  <a:pt x="165504" y="150638"/>
                </a:lnTo>
                <a:lnTo>
                  <a:pt x="158808" y="159246"/>
                </a:lnTo>
                <a:lnTo>
                  <a:pt x="151755" y="167495"/>
                </a:lnTo>
                <a:lnTo>
                  <a:pt x="144362" y="175366"/>
                </a:lnTo>
                <a:lnTo>
                  <a:pt x="136630" y="182838"/>
                </a:lnTo>
                <a:lnTo>
                  <a:pt x="128561" y="189891"/>
                </a:lnTo>
                <a:lnTo>
                  <a:pt x="120193" y="196547"/>
                </a:lnTo>
                <a:lnTo>
                  <a:pt x="111504" y="202743"/>
                </a:lnTo>
                <a:lnTo>
                  <a:pt x="102557" y="208482"/>
                </a:lnTo>
                <a:lnTo>
                  <a:pt x="93333" y="213742"/>
                </a:lnTo>
                <a:lnTo>
                  <a:pt x="83828" y="218545"/>
                </a:lnTo>
                <a:lnTo>
                  <a:pt x="74103" y="222808"/>
                </a:lnTo>
                <a:lnTo>
                  <a:pt x="64122" y="226573"/>
                </a:lnTo>
                <a:lnTo>
                  <a:pt x="53941" y="229802"/>
                </a:lnTo>
                <a:lnTo>
                  <a:pt x="43559" y="232472"/>
                </a:lnTo>
                <a:lnTo>
                  <a:pt x="32979" y="234584"/>
                </a:lnTo>
                <a:lnTo>
                  <a:pt x="22237" y="236098"/>
                </a:lnTo>
                <a:lnTo>
                  <a:pt x="11318" y="237035"/>
                </a:lnTo>
                <a:lnTo>
                  <a:pt x="560" y="237333"/>
                </a:lnTo>
                <a:lnTo>
                  <a:pt x="0" y="217408"/>
                </a:lnTo>
                <a:lnTo>
                  <a:pt x="10482" y="217110"/>
                </a:lnTo>
                <a:lnTo>
                  <a:pt x="9924" y="217149"/>
                </a:lnTo>
                <a:lnTo>
                  <a:pt x="20267" y="216272"/>
                </a:lnTo>
                <a:lnTo>
                  <a:pt x="19708" y="216333"/>
                </a:lnTo>
                <a:lnTo>
                  <a:pt x="29910" y="214898"/>
                </a:lnTo>
                <a:lnTo>
                  <a:pt x="29370" y="214977"/>
                </a:lnTo>
                <a:lnTo>
                  <a:pt x="39394" y="212985"/>
                </a:lnTo>
                <a:lnTo>
                  <a:pt x="38857" y="213105"/>
                </a:lnTo>
                <a:lnTo>
                  <a:pt x="48719" y="210574"/>
                </a:lnTo>
                <a:lnTo>
                  <a:pt x="48181" y="210713"/>
                </a:lnTo>
                <a:lnTo>
                  <a:pt x="57864" y="207664"/>
                </a:lnTo>
                <a:lnTo>
                  <a:pt x="57347" y="207844"/>
                </a:lnTo>
                <a:lnTo>
                  <a:pt x="66812" y="204257"/>
                </a:lnTo>
                <a:lnTo>
                  <a:pt x="66314" y="204457"/>
                </a:lnTo>
                <a:lnTo>
                  <a:pt x="75579" y="200392"/>
                </a:lnTo>
                <a:lnTo>
                  <a:pt x="75101" y="200631"/>
                </a:lnTo>
                <a:lnTo>
                  <a:pt x="84127" y="196068"/>
                </a:lnTo>
                <a:lnTo>
                  <a:pt x="83669" y="196327"/>
                </a:lnTo>
                <a:lnTo>
                  <a:pt x="92456" y="191306"/>
                </a:lnTo>
                <a:lnTo>
                  <a:pt x="92018" y="191564"/>
                </a:lnTo>
                <a:lnTo>
                  <a:pt x="100546" y="186106"/>
                </a:lnTo>
                <a:lnTo>
                  <a:pt x="100127" y="186384"/>
                </a:lnTo>
                <a:lnTo>
                  <a:pt x="108396" y="180466"/>
                </a:lnTo>
                <a:lnTo>
                  <a:pt x="107998" y="180766"/>
                </a:lnTo>
                <a:lnTo>
                  <a:pt x="115987" y="174429"/>
                </a:lnTo>
                <a:lnTo>
                  <a:pt x="115609" y="174748"/>
                </a:lnTo>
                <a:lnTo>
                  <a:pt x="123321" y="168012"/>
                </a:lnTo>
                <a:lnTo>
                  <a:pt x="122961" y="168331"/>
                </a:lnTo>
                <a:lnTo>
                  <a:pt x="130354" y="161198"/>
                </a:lnTo>
                <a:lnTo>
                  <a:pt x="130016" y="161538"/>
                </a:lnTo>
                <a:lnTo>
                  <a:pt x="137088" y="154006"/>
                </a:lnTo>
                <a:lnTo>
                  <a:pt x="136769" y="154364"/>
                </a:lnTo>
                <a:lnTo>
                  <a:pt x="143524" y="146474"/>
                </a:lnTo>
                <a:lnTo>
                  <a:pt x="143226" y="146832"/>
                </a:lnTo>
                <a:lnTo>
                  <a:pt x="149623" y="138603"/>
                </a:lnTo>
                <a:lnTo>
                  <a:pt x="149342" y="138961"/>
                </a:lnTo>
                <a:lnTo>
                  <a:pt x="155400" y="130394"/>
                </a:lnTo>
                <a:lnTo>
                  <a:pt x="155141" y="130773"/>
                </a:lnTo>
                <a:lnTo>
                  <a:pt x="160820" y="121865"/>
                </a:lnTo>
                <a:lnTo>
                  <a:pt x="160581" y="122264"/>
                </a:lnTo>
                <a:lnTo>
                  <a:pt x="165882" y="113038"/>
                </a:lnTo>
                <a:lnTo>
                  <a:pt x="165663" y="113437"/>
                </a:lnTo>
                <a:lnTo>
                  <a:pt x="170584" y="103932"/>
                </a:lnTo>
                <a:lnTo>
                  <a:pt x="170384" y="104331"/>
                </a:lnTo>
                <a:lnTo>
                  <a:pt x="174867" y="94547"/>
                </a:lnTo>
                <a:lnTo>
                  <a:pt x="174690" y="94946"/>
                </a:lnTo>
                <a:lnTo>
                  <a:pt x="178772" y="84883"/>
                </a:lnTo>
                <a:lnTo>
                  <a:pt x="178613" y="85322"/>
                </a:lnTo>
                <a:lnTo>
                  <a:pt x="182260" y="75000"/>
                </a:lnTo>
                <a:lnTo>
                  <a:pt x="182121" y="75420"/>
                </a:lnTo>
                <a:lnTo>
                  <a:pt x="185329" y="64878"/>
                </a:lnTo>
                <a:lnTo>
                  <a:pt x="185210" y="65317"/>
                </a:lnTo>
                <a:lnTo>
                  <a:pt x="187958" y="54537"/>
                </a:lnTo>
                <a:lnTo>
                  <a:pt x="187839" y="54975"/>
                </a:lnTo>
                <a:lnTo>
                  <a:pt x="190129" y="43976"/>
                </a:lnTo>
                <a:lnTo>
                  <a:pt x="190051" y="44415"/>
                </a:lnTo>
                <a:lnTo>
                  <a:pt x="191824" y="33237"/>
                </a:lnTo>
                <a:lnTo>
                  <a:pt x="191765" y="33675"/>
                </a:lnTo>
                <a:lnTo>
                  <a:pt x="193061" y="22317"/>
                </a:lnTo>
                <a:lnTo>
                  <a:pt x="193020" y="22775"/>
                </a:lnTo>
                <a:lnTo>
                  <a:pt x="193817" y="11239"/>
                </a:lnTo>
                <a:lnTo>
                  <a:pt x="193797" y="11677"/>
                </a:lnTo>
                <a:lnTo>
                  <a:pt x="194057" y="0"/>
                </a:lnTo>
                <a:lnTo>
                  <a:pt x="213982" y="4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193">
            <a:extLst xmlns:a="http://schemas.openxmlformats.org/drawingml/2006/main">
              <a:ext uri="{FF2B5EF4-FFF2-40B4-BE49-F238E27FC236}">
                <a16:creationId xmlns:a16="http://schemas.microsoft.com/office/drawing/2014/main" id="{33DEB512-B0A9-4DFB-89CA-D240AC31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6" y="7651098"/>
            <a:ext cx="6471562" cy="26898"/>
          </a:xfrm>
          <a:custGeom xmlns:a="http://schemas.openxmlformats.org/drawingml/2006/main">
            <a:pathLst>
              <a:path w="5752499" h="23910">
                <a:moveTo>
                  <a:pt x="5752499" y="0"/>
                </a:moveTo>
                <a:lnTo>
                  <a:pt x="0" y="3985"/>
                </a:lnTo>
                <a:lnTo>
                  <a:pt x="0" y="23910"/>
                </a:lnTo>
                <a:lnTo>
                  <a:pt x="5752499" y="19925"/>
                </a:lnTo>
                <a:lnTo>
                  <a:pt x="575249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194">
            <a:extLst xmlns:a="http://schemas.openxmlformats.org/drawingml/2006/main">
              <a:ext uri="{FF2B5EF4-FFF2-40B4-BE49-F238E27FC236}">
                <a16:creationId xmlns:a16="http://schemas.microsoft.com/office/drawing/2014/main" id="{128A1E76-02FC-4012-8895-8518170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843" y="7646054"/>
            <a:ext cx="249672" cy="264780"/>
          </a:xfrm>
          <a:custGeom xmlns:a="http://schemas.openxmlformats.org/drawingml/2006/main">
            <a:pathLst>
              <a:path w="221930" h="235360">
                <a:moveTo>
                  <a:pt x="0" y="234882"/>
                </a:moveTo>
                <a:lnTo>
                  <a:pt x="279" y="223065"/>
                </a:lnTo>
                <a:lnTo>
                  <a:pt x="1136" y="211150"/>
                </a:lnTo>
                <a:lnTo>
                  <a:pt x="2531" y="199415"/>
                </a:lnTo>
                <a:lnTo>
                  <a:pt x="4483" y="187858"/>
                </a:lnTo>
                <a:lnTo>
                  <a:pt x="6934" y="176500"/>
                </a:lnTo>
                <a:lnTo>
                  <a:pt x="9923" y="165362"/>
                </a:lnTo>
                <a:lnTo>
                  <a:pt x="13390" y="154462"/>
                </a:lnTo>
                <a:lnTo>
                  <a:pt x="17335" y="143802"/>
                </a:lnTo>
                <a:lnTo>
                  <a:pt x="21758" y="133401"/>
                </a:lnTo>
                <a:lnTo>
                  <a:pt x="26640" y="123259"/>
                </a:lnTo>
                <a:lnTo>
                  <a:pt x="31960" y="113415"/>
                </a:lnTo>
                <a:lnTo>
                  <a:pt x="37699" y="103891"/>
                </a:lnTo>
                <a:lnTo>
                  <a:pt x="43876" y="94666"/>
                </a:lnTo>
                <a:lnTo>
                  <a:pt x="50431" y="85799"/>
                </a:lnTo>
                <a:lnTo>
                  <a:pt x="57385" y="77251"/>
                </a:lnTo>
                <a:lnTo>
                  <a:pt x="64718" y="69082"/>
                </a:lnTo>
                <a:lnTo>
                  <a:pt x="72390" y="61290"/>
                </a:lnTo>
                <a:lnTo>
                  <a:pt x="80439" y="53878"/>
                </a:lnTo>
                <a:lnTo>
                  <a:pt x="88808" y="46885"/>
                </a:lnTo>
                <a:lnTo>
                  <a:pt x="97495" y="40329"/>
                </a:lnTo>
                <a:lnTo>
                  <a:pt x="106482" y="34191"/>
                </a:lnTo>
                <a:lnTo>
                  <a:pt x="115767" y="28513"/>
                </a:lnTo>
                <a:lnTo>
                  <a:pt x="125351" y="23292"/>
                </a:lnTo>
                <a:lnTo>
                  <a:pt x="135175" y="18570"/>
                </a:lnTo>
                <a:lnTo>
                  <a:pt x="145257" y="14346"/>
                </a:lnTo>
                <a:lnTo>
                  <a:pt x="155578" y="10620"/>
                </a:lnTo>
                <a:lnTo>
                  <a:pt x="166139" y="7432"/>
                </a:lnTo>
                <a:lnTo>
                  <a:pt x="176879" y="4801"/>
                </a:lnTo>
                <a:lnTo>
                  <a:pt x="187838" y="2709"/>
                </a:lnTo>
                <a:lnTo>
                  <a:pt x="198956" y="1214"/>
                </a:lnTo>
                <a:lnTo>
                  <a:pt x="210234" y="298"/>
                </a:lnTo>
                <a:lnTo>
                  <a:pt x="221412" y="0"/>
                </a:lnTo>
                <a:lnTo>
                  <a:pt x="221930" y="19925"/>
                </a:lnTo>
                <a:lnTo>
                  <a:pt x="211051" y="20224"/>
                </a:lnTo>
                <a:lnTo>
                  <a:pt x="211589" y="20184"/>
                </a:lnTo>
                <a:lnTo>
                  <a:pt x="200829" y="21061"/>
                </a:lnTo>
                <a:lnTo>
                  <a:pt x="201367" y="21001"/>
                </a:lnTo>
                <a:lnTo>
                  <a:pt x="190767" y="22436"/>
                </a:lnTo>
                <a:lnTo>
                  <a:pt x="191285" y="22336"/>
                </a:lnTo>
                <a:lnTo>
                  <a:pt x="180864" y="24329"/>
                </a:lnTo>
                <a:lnTo>
                  <a:pt x="181382" y="24209"/>
                </a:lnTo>
                <a:lnTo>
                  <a:pt x="171140" y="26719"/>
                </a:lnTo>
                <a:lnTo>
                  <a:pt x="171639" y="26580"/>
                </a:lnTo>
                <a:lnTo>
                  <a:pt x="161596" y="29628"/>
                </a:lnTo>
                <a:lnTo>
                  <a:pt x="162094" y="29450"/>
                </a:lnTo>
                <a:lnTo>
                  <a:pt x="152251" y="32996"/>
                </a:lnTo>
                <a:lnTo>
                  <a:pt x="152729" y="32817"/>
                </a:lnTo>
                <a:lnTo>
                  <a:pt x="143125" y="36842"/>
                </a:lnTo>
                <a:lnTo>
                  <a:pt x="143583" y="36643"/>
                </a:lnTo>
                <a:lnTo>
                  <a:pt x="134198" y="41145"/>
                </a:lnTo>
                <a:lnTo>
                  <a:pt x="134657" y="40907"/>
                </a:lnTo>
                <a:lnTo>
                  <a:pt x="125531" y="45888"/>
                </a:lnTo>
                <a:lnTo>
                  <a:pt x="125949" y="45629"/>
                </a:lnTo>
                <a:lnTo>
                  <a:pt x="117082" y="51049"/>
                </a:lnTo>
                <a:lnTo>
                  <a:pt x="117501" y="50790"/>
                </a:lnTo>
                <a:lnTo>
                  <a:pt x="108913" y="56647"/>
                </a:lnTo>
                <a:lnTo>
                  <a:pt x="109311" y="56369"/>
                </a:lnTo>
                <a:lnTo>
                  <a:pt x="101002" y="62646"/>
                </a:lnTo>
                <a:lnTo>
                  <a:pt x="101401" y="62346"/>
                </a:lnTo>
                <a:lnTo>
                  <a:pt x="93391" y="69022"/>
                </a:lnTo>
                <a:lnTo>
                  <a:pt x="93749" y="68702"/>
                </a:lnTo>
                <a:lnTo>
                  <a:pt x="86078" y="75776"/>
                </a:lnTo>
                <a:lnTo>
                  <a:pt x="86417" y="75458"/>
                </a:lnTo>
                <a:lnTo>
                  <a:pt x="79064" y="82910"/>
                </a:lnTo>
                <a:lnTo>
                  <a:pt x="79383" y="82551"/>
                </a:lnTo>
                <a:lnTo>
                  <a:pt x="72369" y="90382"/>
                </a:lnTo>
                <a:lnTo>
                  <a:pt x="72688" y="90023"/>
                </a:lnTo>
                <a:lnTo>
                  <a:pt x="66033" y="98193"/>
                </a:lnTo>
                <a:lnTo>
                  <a:pt x="66312" y="97814"/>
                </a:lnTo>
                <a:lnTo>
                  <a:pt x="60036" y="106321"/>
                </a:lnTo>
                <a:lnTo>
                  <a:pt x="60294" y="105943"/>
                </a:lnTo>
                <a:lnTo>
                  <a:pt x="54397" y="114771"/>
                </a:lnTo>
                <a:lnTo>
                  <a:pt x="54656" y="114372"/>
                </a:lnTo>
                <a:lnTo>
                  <a:pt x="49136" y="123517"/>
                </a:lnTo>
                <a:lnTo>
                  <a:pt x="49375" y="123100"/>
                </a:lnTo>
                <a:lnTo>
                  <a:pt x="44274" y="132544"/>
                </a:lnTo>
                <a:lnTo>
                  <a:pt x="44494" y="132126"/>
                </a:lnTo>
                <a:lnTo>
                  <a:pt x="39811" y="141829"/>
                </a:lnTo>
                <a:lnTo>
                  <a:pt x="40010" y="141411"/>
                </a:lnTo>
                <a:lnTo>
                  <a:pt x="35767" y="151375"/>
                </a:lnTo>
                <a:lnTo>
                  <a:pt x="35945" y="150935"/>
                </a:lnTo>
                <a:lnTo>
                  <a:pt x="32160" y="161157"/>
                </a:lnTo>
                <a:lnTo>
                  <a:pt x="32299" y="160719"/>
                </a:lnTo>
                <a:lnTo>
                  <a:pt x="28972" y="171179"/>
                </a:lnTo>
                <a:lnTo>
                  <a:pt x="29111" y="170742"/>
                </a:lnTo>
                <a:lnTo>
                  <a:pt x="26262" y="181422"/>
                </a:lnTo>
                <a:lnTo>
                  <a:pt x="26362" y="180963"/>
                </a:lnTo>
                <a:lnTo>
                  <a:pt x="23991" y="191863"/>
                </a:lnTo>
                <a:lnTo>
                  <a:pt x="24090" y="191384"/>
                </a:lnTo>
                <a:lnTo>
                  <a:pt x="22237" y="202484"/>
                </a:lnTo>
                <a:lnTo>
                  <a:pt x="22297" y="202004"/>
                </a:lnTo>
                <a:lnTo>
                  <a:pt x="20942" y="213282"/>
                </a:lnTo>
                <a:lnTo>
                  <a:pt x="21001" y="212804"/>
                </a:lnTo>
                <a:lnTo>
                  <a:pt x="20184" y="224241"/>
                </a:lnTo>
                <a:lnTo>
                  <a:pt x="20204" y="223763"/>
                </a:lnTo>
                <a:lnTo>
                  <a:pt x="19925" y="235360"/>
                </a:lnTo>
                <a:lnTo>
                  <a:pt x="0" y="2348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195">
            <a:extLst xmlns:a="http://schemas.openxmlformats.org/drawingml/2006/main">
              <a:ext uri="{FF2B5EF4-FFF2-40B4-BE49-F238E27FC236}">
                <a16:creationId xmlns:a16="http://schemas.microsoft.com/office/drawing/2014/main" id="{179CAB57-78C5-41A7-AFAE-B6F16D31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516" y="7854659"/>
            <a:ext cx="89598" cy="299683"/>
          </a:xfrm>
          <a:custGeom xmlns:a="http://schemas.openxmlformats.org/drawingml/2006/main">
            <a:pathLst>
              <a:path w="79642" h="266385">
                <a:moveTo>
                  <a:pt x="79642" y="148404"/>
                </a:moveTo>
                <a:lnTo>
                  <a:pt x="39831" y="146911"/>
                </a:lnTo>
                <a:lnTo>
                  <a:pt x="0" y="145416"/>
                </a:lnTo>
                <a:lnTo>
                  <a:pt x="35348" y="266385"/>
                </a:lnTo>
                <a:lnTo>
                  <a:pt x="79642" y="148404"/>
                </a:lnTo>
                <a:moveTo>
                  <a:pt x="35348" y="0"/>
                </a:moveTo>
                <a:lnTo>
                  <a:pt x="27637" y="206269"/>
                </a:lnTo>
                <a:lnTo>
                  <a:pt x="47543" y="207026"/>
                </a:lnTo>
                <a:lnTo>
                  <a:pt x="55274" y="756"/>
                </a:lnTo>
                <a:lnTo>
                  <a:pt x="353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196">
            <a:extLst xmlns:a="http://schemas.openxmlformats.org/drawingml/2006/main">
              <a:ext uri="{FF2B5EF4-FFF2-40B4-BE49-F238E27FC236}">
                <a16:creationId xmlns:a16="http://schemas.microsoft.com/office/drawing/2014/main" id="{31247952-E1F2-49C9-8AED-74DD2888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2440" y="8284580"/>
            <a:ext cx="2429022" cy="403491"/>
          </a:xfrm>
          <a:custGeom xmlns:a="http://schemas.openxmlformats.org/drawingml/2006/main">
            <a:pathLst>
              <a:path w="2159131" h="358659">
                <a:moveTo>
                  <a:pt x="0" y="0"/>
                </a:moveTo>
                <a:lnTo>
                  <a:pt x="0" y="358659"/>
                </a:lnTo>
                <a:lnTo>
                  <a:pt x="2159131" y="358659"/>
                </a:lnTo>
                <a:lnTo>
                  <a:pt x="2159131" y="0"/>
                </a:lnTo>
                <a:close/>
              </a:path>
            </a:pathLst>
          </a:custGeom>
          <a:solidFill xmlns:a="http://schemas.openxmlformats.org/drawingml/2006/main">
            <a:srgbClr val="DCC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197">
            <a:extLst xmlns:a="http://schemas.openxmlformats.org/drawingml/2006/main">
              <a:ext uri="{FF2B5EF4-FFF2-40B4-BE49-F238E27FC236}">
                <a16:creationId xmlns:a16="http://schemas.microsoft.com/office/drawing/2014/main" id="{0D7CDB6D-C022-47C7-9D33-547CB3B4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1232" y="8273146"/>
            <a:ext cx="2451215" cy="427029"/>
          </a:xfrm>
          <a:custGeom xmlns:a="http://schemas.openxmlformats.org/drawingml/2006/main">
            <a:pathLst>
              <a:path w="2178857" h="379582">
                <a:moveTo>
                  <a:pt x="2178857" y="0"/>
                </a:moveTo>
                <a:lnTo>
                  <a:pt x="2178857" y="379582"/>
                </a:lnTo>
                <a:lnTo>
                  <a:pt x="0" y="379582"/>
                </a:lnTo>
                <a:lnTo>
                  <a:pt x="0" y="0"/>
                </a:lnTo>
                <a:lnTo>
                  <a:pt x="2178857" y="0"/>
                </a:lnTo>
                <a:moveTo>
                  <a:pt x="9963" y="19926"/>
                </a:moveTo>
                <a:lnTo>
                  <a:pt x="19925" y="9964"/>
                </a:lnTo>
                <a:lnTo>
                  <a:pt x="19925" y="369619"/>
                </a:lnTo>
                <a:lnTo>
                  <a:pt x="9963" y="359656"/>
                </a:lnTo>
                <a:lnTo>
                  <a:pt x="2168895" y="359656"/>
                </a:lnTo>
                <a:lnTo>
                  <a:pt x="2158932" y="369619"/>
                </a:lnTo>
                <a:lnTo>
                  <a:pt x="2158932" y="9964"/>
                </a:lnTo>
                <a:lnTo>
                  <a:pt x="2168895" y="19926"/>
                </a:lnTo>
                <a:lnTo>
                  <a:pt x="9963" y="19926"/>
                </a:lnTo>
              </a:path>
            </a:pathLst>
          </a:custGeom>
          <a:solidFill xmlns:a="http://schemas.openxmlformats.org/drawingml/2006/main">
            <a:srgbClr val="DCC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text-198 MMDU-45k">
            <a:extLst xmlns:a="http://schemas.openxmlformats.org/drawingml/2006/main">
              <a:ext uri="{FF2B5EF4-FFF2-40B4-BE49-F238E27FC236}">
                <a16:creationId xmlns:a16="http://schemas.microsoft.com/office/drawing/2014/main" id="{57D62F6C-C073-4642-853D-497F68D6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1638" y="8346013"/>
            <a:ext cx="1293933" cy="313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MMDU-45k</a:t>
            </a:r>
          </a:p>
        </p:txBody>
      </p:sp>
      <p:pic>
        <p:nvPic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D90DA11B-0B86-4342-9517-27FE78064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607c7162943c5"/>
          <a:stretch xmlns:a="http://schemas.openxmlformats.org/drawingml/2006/main"/>
        </p:blipFill>
        <p:spPr>
          <a:xfrm xmlns:a="http://schemas.openxmlformats.org/drawingml/2006/main">
            <a:off x="13350142" y="8219348"/>
            <a:ext cx="537989" cy="537989"/>
          </a:xfrm>
          <a:prstGeom xmlns:a="http://schemas.openxmlformats.org/drawingml/2006/main" prst="rect">
            <a:avLst/>
          </a:prstGeom>
        </p:spPr>
      </p:pic>
      <p:sp>
        <p:nvSpPr>
          <p:cNvPr id="335" name="path-200">
            <a:extLst xmlns:a="http://schemas.openxmlformats.org/drawingml/2006/main">
              <a:ext uri="{FF2B5EF4-FFF2-40B4-BE49-F238E27FC236}">
                <a16:creationId xmlns:a16="http://schemas.microsoft.com/office/drawing/2014/main" id="{7B0525C6-8513-4A73-A902-2B1C5DAE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142" y="7969856"/>
            <a:ext cx="3679848" cy="430391"/>
          </a:xfrm>
          <a:custGeom xmlns:a="http://schemas.openxmlformats.org/drawingml/2006/main">
            <a:pathLst>
              <a:path w="3270976" h="382570">
                <a:moveTo>
                  <a:pt x="0" y="0"/>
                </a:moveTo>
                <a:lnTo>
                  <a:pt x="0" y="382570"/>
                </a:lnTo>
                <a:lnTo>
                  <a:pt x="3270976" y="382570"/>
                </a:lnTo>
                <a:lnTo>
                  <a:pt x="3270976" y="0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201">
            <a:extLst xmlns:a="http://schemas.openxmlformats.org/drawingml/2006/main">
              <a:ext uri="{FF2B5EF4-FFF2-40B4-BE49-F238E27FC236}">
                <a16:creationId xmlns:a16="http://schemas.microsoft.com/office/drawing/2014/main" id="{6C62CA4B-ECC7-46D7-96C8-58481015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055" y="7959321"/>
            <a:ext cx="3702038" cy="451685"/>
          </a:xfrm>
          <a:custGeom xmlns:a="http://schemas.openxmlformats.org/drawingml/2006/main">
            <a:pathLst>
              <a:path w="3290701" h="401498">
                <a:moveTo>
                  <a:pt x="3290701" y="0"/>
                </a:moveTo>
                <a:lnTo>
                  <a:pt x="3290701" y="401498"/>
                </a:lnTo>
                <a:lnTo>
                  <a:pt x="0" y="401498"/>
                </a:lnTo>
                <a:lnTo>
                  <a:pt x="0" y="0"/>
                </a:lnTo>
                <a:lnTo>
                  <a:pt x="3290701" y="0"/>
                </a:lnTo>
                <a:moveTo>
                  <a:pt x="9963" y="19925"/>
                </a:moveTo>
                <a:lnTo>
                  <a:pt x="19926" y="9963"/>
                </a:lnTo>
                <a:lnTo>
                  <a:pt x="19926" y="391535"/>
                </a:lnTo>
                <a:lnTo>
                  <a:pt x="9963" y="381573"/>
                </a:lnTo>
                <a:lnTo>
                  <a:pt x="3280738" y="381573"/>
                </a:lnTo>
                <a:lnTo>
                  <a:pt x="3270776" y="391535"/>
                </a:lnTo>
                <a:lnTo>
                  <a:pt x="3270776" y="9963"/>
                </a:lnTo>
                <a:lnTo>
                  <a:pt x="3280738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text-202 Multi-turn">
            <a:extLst xmlns:a="http://schemas.openxmlformats.org/drawingml/2006/main">
              <a:ext uri="{FF2B5EF4-FFF2-40B4-BE49-F238E27FC236}">
                <a16:creationId xmlns:a16="http://schemas.microsoft.com/office/drawing/2014/main" id="{543E6C96-3294-412F-8B03-6DA51939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7666" y="8047948"/>
            <a:ext cx="1124342" cy="313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Multi-turn</a:t>
            </a:r>
          </a:p>
        </p:txBody>
      </p:sp>
      <p:sp>
        <p:nvSpPr>
          <p:cNvPr id="338" name="text-202 multi-image">
            <a:extLst xmlns:a="http://schemas.openxmlformats.org/drawingml/2006/main">
              <a:ext uri="{FF2B5EF4-FFF2-40B4-BE49-F238E27FC236}">
                <a16:creationId xmlns:a16="http://schemas.microsoft.com/office/drawing/2014/main" id="{E4929158-90B2-4108-A460-0324B404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9860" y="8048227"/>
            <a:ext cx="1245181" cy="313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multi-image</a:t>
            </a:r>
          </a:p>
        </p:txBody>
      </p:sp>
      <p:sp>
        <p:nvSpPr>
          <p:cNvPr id="339" name="text-202 dialogue">
            <a:extLst xmlns:a="http://schemas.openxmlformats.org/drawingml/2006/main">
              <a:ext uri="{FF2B5EF4-FFF2-40B4-BE49-F238E27FC236}">
                <a16:creationId xmlns:a16="http://schemas.microsoft.com/office/drawing/2014/main" id="{067AD4E5-F624-4DD1-AAC0-888DF6EE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102" y="8048213"/>
            <a:ext cx="885401" cy="313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dialogue</a:t>
            </a:r>
          </a:p>
        </p:txBody>
      </p:sp>
      <p:sp>
        <p:nvSpPr>
          <p:cNvPr id="340" name="text-203 ：">
            <a:extLst xmlns:a="http://schemas.openxmlformats.org/drawingml/2006/main">
              <a:ext uri="{FF2B5EF4-FFF2-40B4-BE49-F238E27FC236}">
                <a16:creationId xmlns:a16="http://schemas.microsoft.com/office/drawing/2014/main" id="{0CDB1D44-9B57-4958-90F7-3429000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9313" y="7974429"/>
            <a:ext cx="276609" cy="41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341" name="text-204 Q1:">
            <a:extLst xmlns:a="http://schemas.openxmlformats.org/drawingml/2006/main">
              <a:ext uri="{FF2B5EF4-FFF2-40B4-BE49-F238E27FC236}">
                <a16:creationId xmlns:a16="http://schemas.microsoft.com/office/drawing/2014/main" id="{5C92E51F-EA6D-413D-B73E-CD80F54B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7230" y="9039673"/>
            <a:ext cx="323835" cy="251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Q1:</a:t>
            </a:r>
          </a:p>
        </p:txBody>
      </p:sp>
      <p:sp>
        <p:nvSpPr>
          <p:cNvPr id="342" name="text-205 Describe">
            <a:extLst xmlns:a="http://schemas.openxmlformats.org/drawingml/2006/main">
              <a:ext uri="{FF2B5EF4-FFF2-40B4-BE49-F238E27FC236}">
                <a16:creationId xmlns:a16="http://schemas.microsoft.com/office/drawing/2014/main" id="{74EABFEF-553F-41FC-85C1-18761134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8641" y="9058237"/>
            <a:ext cx="663456" cy="225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343" name="text-205 the">
            <a:extLst xmlns:a="http://schemas.openxmlformats.org/drawingml/2006/main">
              <a:ext uri="{FF2B5EF4-FFF2-40B4-BE49-F238E27FC236}">
                <a16:creationId xmlns:a16="http://schemas.microsoft.com/office/drawing/2014/main" id="{338B2457-A46D-49A1-9875-47A5A70E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368" y="9043220"/>
            <a:ext cx="276118" cy="24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44" name="text-205 main">
            <a:extLst xmlns:a="http://schemas.openxmlformats.org/drawingml/2006/main">
              <a:ext uri="{FF2B5EF4-FFF2-40B4-BE49-F238E27FC236}">
                <a16:creationId xmlns:a16="http://schemas.microsoft.com/office/drawing/2014/main" id="{09E24058-7506-4F47-8A47-217281DE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8054" y="9050179"/>
            <a:ext cx="396451" cy="236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345" name="text-205 subject">
            <a:extLst xmlns:a="http://schemas.openxmlformats.org/drawingml/2006/main">
              <a:ext uri="{FF2B5EF4-FFF2-40B4-BE49-F238E27FC236}">
                <a16:creationId xmlns:a16="http://schemas.microsoft.com/office/drawing/2014/main" id="{F8EBF2A4-DBCB-408D-AE1F-A5BB223D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3788" y="9052452"/>
            <a:ext cx="557821" cy="233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subject</a:t>
            </a:r>
          </a:p>
        </p:txBody>
      </p:sp>
      <p:sp>
        <p:nvSpPr>
          <p:cNvPr id="346" name="text-205 of">
            <a:extLst xmlns:a="http://schemas.openxmlformats.org/drawingml/2006/main">
              <a:ext uri="{FF2B5EF4-FFF2-40B4-BE49-F238E27FC236}">
                <a16:creationId xmlns:a16="http://schemas.microsoft.com/office/drawing/2014/main" id="{11D9D9FF-D95F-4FD8-903E-68A2E74E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039" y="9040080"/>
            <a:ext cx="181443" cy="250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47" name="text-205 each">
            <a:extLst xmlns:a="http://schemas.openxmlformats.org/drawingml/2006/main">
              <a:ext uri="{FF2B5EF4-FFF2-40B4-BE49-F238E27FC236}">
                <a16:creationId xmlns:a16="http://schemas.microsoft.com/office/drawing/2014/main" id="{45D09B50-DFC5-488E-8EFD-A4BC6842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1458" y="9059051"/>
            <a:ext cx="375799" cy="224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348" name="text-205 image">
            <a:extLst xmlns:a="http://schemas.openxmlformats.org/drawingml/2006/main">
              <a:ext uri="{FF2B5EF4-FFF2-40B4-BE49-F238E27FC236}">
                <a16:creationId xmlns:a16="http://schemas.microsoft.com/office/drawing/2014/main" id="{6D6D453E-93FE-4F24-A048-DA2DBEC5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136" y="9055636"/>
            <a:ext cx="474508" cy="228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49" name="text-206 .">
            <a:extLst xmlns:a="http://schemas.openxmlformats.org/drawingml/2006/main">
              <a:ext uri="{FF2B5EF4-FFF2-40B4-BE49-F238E27FC236}">
                <a16:creationId xmlns:a16="http://schemas.microsoft.com/office/drawing/2014/main" id="{BCC9D2BA-0AD8-4D00-88D2-D8F1FF66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3098" y="9055045"/>
            <a:ext cx="75085" cy="229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50" name="text-207 A1:">
            <a:extLst xmlns:a="http://schemas.openxmlformats.org/drawingml/2006/main">
              <a:ext uri="{FF2B5EF4-FFF2-40B4-BE49-F238E27FC236}">
                <a16:creationId xmlns:a16="http://schemas.microsoft.com/office/drawing/2014/main" id="{76AC683D-FB48-441F-8524-89799C1F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7230" y="9322000"/>
            <a:ext cx="298078" cy="25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A1:</a:t>
            </a:r>
          </a:p>
        </p:txBody>
      </p:sp>
      <p:sp>
        <p:nvSpPr>
          <p:cNvPr id="351" name="text-208 The">
            <a:extLst xmlns:a="http://schemas.openxmlformats.org/drawingml/2006/main">
              <a:ext uri="{FF2B5EF4-FFF2-40B4-BE49-F238E27FC236}">
                <a16:creationId xmlns:a16="http://schemas.microsoft.com/office/drawing/2014/main" id="{87A17F7F-DC99-45F3-A932-1638B105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3211" y="9344007"/>
            <a:ext cx="299715" cy="220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52" name="text-208 main">
            <a:extLst xmlns:a="http://schemas.openxmlformats.org/drawingml/2006/main">
              <a:ext uri="{FF2B5EF4-FFF2-40B4-BE49-F238E27FC236}">
                <a16:creationId xmlns:a16="http://schemas.microsoft.com/office/drawing/2014/main" id="{A1EB0E1B-B563-4E81-898A-4599F6C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4796" y="9332624"/>
            <a:ext cx="396451" cy="236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353" name="text-208 subjects">
            <a:extLst xmlns:a="http://schemas.openxmlformats.org/drawingml/2006/main">
              <a:ext uri="{FF2B5EF4-FFF2-40B4-BE49-F238E27FC236}">
                <a16:creationId xmlns:a16="http://schemas.microsoft.com/office/drawing/2014/main" id="{67D7E4B3-55FD-44F1-A066-DBA2DF89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0529" y="9338347"/>
            <a:ext cx="627857" cy="228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subjects</a:t>
            </a:r>
          </a:p>
        </p:txBody>
      </p:sp>
      <p:sp>
        <p:nvSpPr>
          <p:cNvPr id="354" name="text-208 of">
            <a:extLst xmlns:a="http://schemas.openxmlformats.org/drawingml/2006/main">
              <a:ext uri="{FF2B5EF4-FFF2-40B4-BE49-F238E27FC236}">
                <a16:creationId xmlns:a16="http://schemas.microsoft.com/office/drawing/2014/main" id="{15BD385F-6A18-4B4C-9B20-09A47D6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9392" y="9322525"/>
            <a:ext cx="181443" cy="250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55" name="text-208 each">
            <a:extLst xmlns:a="http://schemas.openxmlformats.org/drawingml/2006/main">
              <a:ext uri="{FF2B5EF4-FFF2-40B4-BE49-F238E27FC236}">
                <a16:creationId xmlns:a16="http://schemas.microsoft.com/office/drawing/2014/main" id="{ED1558B8-C346-44BE-9000-B06CA14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8809" y="9341496"/>
            <a:ext cx="375799" cy="224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356" name="text-208 image">
            <a:extLst xmlns:a="http://schemas.openxmlformats.org/drawingml/2006/main">
              <a:ext uri="{FF2B5EF4-FFF2-40B4-BE49-F238E27FC236}">
                <a16:creationId xmlns:a16="http://schemas.microsoft.com/office/drawing/2014/main" id="{C3875084-E44D-47CE-BDAB-72B2DA64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5490" y="9338081"/>
            <a:ext cx="474508" cy="228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57" name="text-208 are">
            <a:extLst xmlns:a="http://schemas.openxmlformats.org/drawingml/2006/main">
              <a:ext uri="{FF2B5EF4-FFF2-40B4-BE49-F238E27FC236}">
                <a16:creationId xmlns:a16="http://schemas.microsoft.com/office/drawing/2014/main" id="{E22BB079-A890-4417-8D85-5B0BCACE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799" y="9336226"/>
            <a:ext cx="268614" cy="231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358" name="text-208 as">
            <a:extLst xmlns:a="http://schemas.openxmlformats.org/drawingml/2006/main">
              <a:ext uri="{FF2B5EF4-FFF2-40B4-BE49-F238E27FC236}">
                <a16:creationId xmlns:a16="http://schemas.microsoft.com/office/drawing/2014/main" id="{6CAFD590-3EC0-4AE0-AEE2-0B60505F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9880" y="9352952"/>
            <a:ext cx="183628" cy="208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359" name="text-208 follows">
            <a:extLst xmlns:a="http://schemas.openxmlformats.org/drawingml/2006/main">
              <a:ext uri="{FF2B5EF4-FFF2-40B4-BE49-F238E27FC236}">
                <a16:creationId xmlns:a16="http://schemas.microsoft.com/office/drawing/2014/main" id="{25D78797-0D13-49D3-A4BD-002C703E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7144" y="9329907"/>
            <a:ext cx="555403" cy="240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follows</a:t>
            </a:r>
          </a:p>
        </p:txBody>
      </p:sp>
      <p:sp>
        <p:nvSpPr>
          <p:cNvPr id="360" name="text-209 ......">
            <a:extLst xmlns:a="http://schemas.openxmlformats.org/drawingml/2006/main">
              <a:ext uri="{FF2B5EF4-FFF2-40B4-BE49-F238E27FC236}">
                <a16:creationId xmlns:a16="http://schemas.microsoft.com/office/drawing/2014/main" id="{0006F379-F278-45A1-A7E8-1142B578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1684" y="9339702"/>
            <a:ext cx="298849" cy="226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......</a:t>
            </a:r>
          </a:p>
        </p:txBody>
      </p:sp>
      <p:pic>
        <p:nvPic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C594801B-18EF-4D87-8E2D-551A68F97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46b2fe95d4089"/>
          <a:stretch xmlns:a="http://schemas.openxmlformats.org/drawingml/2006/main"/>
        </p:blipFill>
        <p:spPr>
          <a:xfrm xmlns:a="http://schemas.openxmlformats.org/drawingml/2006/main">
            <a:off x="9236238" y="8468086"/>
            <a:ext cx="771525" cy="535781"/>
          </a:xfrm>
          <a:prstGeom xmlns:a="http://schemas.openxmlformats.org/drawingml/2006/main" prst="rect">
            <a:avLst/>
          </a:prstGeom>
        </p:spPr>
      </p:pic>
      <p:pic>
        <p:nvPic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CF35DAC7-83E1-488D-83D4-304E58D48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0c62046a24342"/>
          <a:stretch xmlns:a="http://schemas.openxmlformats.org/drawingml/2006/main"/>
        </p:blipFill>
        <p:spPr>
          <a:xfrm xmlns:a="http://schemas.openxmlformats.org/drawingml/2006/main">
            <a:off x="8261116" y="8468086"/>
            <a:ext cx="771525" cy="535781"/>
          </a:xfrm>
          <a:prstGeom xmlns:a="http://schemas.openxmlformats.org/drawingml/2006/main" prst="rect">
            <a:avLst/>
          </a:prstGeom>
        </p:spPr>
      </p:pic>
      <p:pic>
        <p:nvPic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EEC87D96-DD80-4DFF-BF84-B666D4BCB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7ef36915e449c"/>
          <a:stretch xmlns:a="http://schemas.openxmlformats.org/drawingml/2006/main"/>
        </p:blipFill>
        <p:spPr>
          <a:xfrm xmlns:a="http://schemas.openxmlformats.org/drawingml/2006/main">
            <a:off x="7285994" y="8468086"/>
            <a:ext cx="771525" cy="535781"/>
          </a:xfrm>
          <a:prstGeom xmlns:a="http://schemas.openxmlformats.org/drawingml/2006/main" prst="rect">
            <a:avLst/>
          </a:prstGeom>
        </p:spPr>
      </p:pic>
      <p:pic>
        <p:nvPic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58FFEB53-0A97-4758-A910-F9825B3DFC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701306ade4724"/>
          <a:stretch xmlns:a="http://schemas.openxmlformats.org/drawingml/2006/main"/>
        </p:blipFill>
        <p:spPr>
          <a:xfrm xmlns:a="http://schemas.openxmlformats.org/drawingml/2006/main">
            <a:off x="6321588" y="8468086"/>
            <a:ext cx="771525" cy="535781"/>
          </a:xfrm>
          <a:prstGeom xmlns:a="http://schemas.openxmlformats.org/drawingml/2006/main" prst="rect">
            <a:avLst/>
          </a:prstGeom>
        </p:spPr>
      </p:pic>
      <p:pic>
        <p:nvPic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D536E87-F10B-4AAD-8986-51E4026B0C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80bc5512348aa"/>
          <a:stretch xmlns:a="http://schemas.openxmlformats.org/drawingml/2006/main"/>
        </p:blipFill>
        <p:spPr>
          <a:xfrm xmlns:a="http://schemas.openxmlformats.org/drawingml/2006/main">
            <a:off x="7679962" y="9571579"/>
            <a:ext cx="762152" cy="184988"/>
          </a:xfrm>
          <a:prstGeom xmlns:a="http://schemas.openxmlformats.org/drawingml/2006/main" prst="rect">
            <a:avLst/>
          </a:prstGeom>
        </p:spPr>
      </p:pic>
      <p:sp>
        <p:nvSpPr>
          <p:cNvPr id="366" name="text-215 Q15:">
            <a:extLst xmlns:a="http://schemas.openxmlformats.org/drawingml/2006/main">
              <a:ext uri="{FF2B5EF4-FFF2-40B4-BE49-F238E27FC236}">
                <a16:creationId xmlns:a16="http://schemas.microsoft.com/office/drawing/2014/main" id="{7D39315E-E75D-40DE-A26A-F16F580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6022" y="9746748"/>
            <a:ext cx="433702" cy="251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Q15:</a:t>
            </a:r>
          </a:p>
        </p:txBody>
      </p:sp>
      <p:sp>
        <p:nvSpPr>
          <p:cNvPr id="367" name="text-216 Describe">
            <a:extLst xmlns:a="http://schemas.openxmlformats.org/drawingml/2006/main">
              <a:ext uri="{FF2B5EF4-FFF2-40B4-BE49-F238E27FC236}">
                <a16:creationId xmlns:a16="http://schemas.microsoft.com/office/drawing/2014/main" id="{48DD1B3A-66B6-42F4-8543-371A5D5C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7272" y="9765468"/>
            <a:ext cx="663456" cy="225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368" name="text-216 the">
            <a:extLst xmlns:a="http://schemas.openxmlformats.org/drawingml/2006/main">
              <a:ext uri="{FF2B5EF4-FFF2-40B4-BE49-F238E27FC236}">
                <a16:creationId xmlns:a16="http://schemas.microsoft.com/office/drawing/2014/main" id="{E33BEB44-F853-45E8-8C29-2CD7946F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2000" y="9750452"/>
            <a:ext cx="276117" cy="246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69" name="text-216 main">
            <a:extLst xmlns:a="http://schemas.openxmlformats.org/drawingml/2006/main">
              <a:ext uri="{FF2B5EF4-FFF2-40B4-BE49-F238E27FC236}">
                <a16:creationId xmlns:a16="http://schemas.microsoft.com/office/drawing/2014/main" id="{C026A75A-7C81-4AB8-8DB2-F249C02E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85" y="9757410"/>
            <a:ext cx="396451" cy="236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370" name="text-216 subject">
            <a:extLst xmlns:a="http://schemas.openxmlformats.org/drawingml/2006/main">
              <a:ext uri="{FF2B5EF4-FFF2-40B4-BE49-F238E27FC236}">
                <a16:creationId xmlns:a16="http://schemas.microsoft.com/office/drawing/2014/main" id="{47AE9CD3-C138-426F-83A0-D5D54BFE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2420" y="9759684"/>
            <a:ext cx="557820" cy="233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subject</a:t>
            </a:r>
          </a:p>
        </p:txBody>
      </p:sp>
      <p:sp>
        <p:nvSpPr>
          <p:cNvPr id="371" name="text-216 of">
            <a:extLst xmlns:a="http://schemas.openxmlformats.org/drawingml/2006/main">
              <a:ext uri="{FF2B5EF4-FFF2-40B4-BE49-F238E27FC236}">
                <a16:creationId xmlns:a16="http://schemas.microsoft.com/office/drawing/2014/main" id="{8395BA0A-3B40-4AE4-B72C-77B6DE02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0670" y="9747311"/>
            <a:ext cx="181443" cy="250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72" name="text-216 each">
            <a:extLst xmlns:a="http://schemas.openxmlformats.org/drawingml/2006/main">
              <a:ext uri="{FF2B5EF4-FFF2-40B4-BE49-F238E27FC236}">
                <a16:creationId xmlns:a16="http://schemas.microsoft.com/office/drawing/2014/main" id="{A51E5AA9-C042-4648-BBF2-9BA3B7F4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0089" y="9766283"/>
            <a:ext cx="375799" cy="224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373" name="text-216 image">
            <a:extLst xmlns:a="http://schemas.openxmlformats.org/drawingml/2006/main">
              <a:ext uri="{FF2B5EF4-FFF2-40B4-BE49-F238E27FC236}">
                <a16:creationId xmlns:a16="http://schemas.microsoft.com/office/drawing/2014/main" id="{E5F70FB3-4532-4122-9E16-1285E069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6767" y="9762867"/>
            <a:ext cx="474510" cy="228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74" name="text-217 .">
            <a:extLst xmlns:a="http://schemas.openxmlformats.org/drawingml/2006/main">
              <a:ext uri="{FF2B5EF4-FFF2-40B4-BE49-F238E27FC236}">
                <a16:creationId xmlns:a16="http://schemas.microsoft.com/office/drawing/2014/main" id="{0EDD87C7-A6CB-43E0-B06E-22D0AED5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1729" y="9762276"/>
            <a:ext cx="75085" cy="229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ADEEA6A-49BA-4863-B5F8-0EDCE0D69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47fe2f5954098"/>
          <a:stretch xmlns:a="http://schemas.openxmlformats.org/drawingml/2006/main"/>
        </p:blipFill>
        <p:spPr>
          <a:xfrm xmlns:a="http://schemas.openxmlformats.org/drawingml/2006/main">
            <a:off x="5127875" y="8666552"/>
            <a:ext cx="637741" cy="637741"/>
          </a:xfrm>
          <a:prstGeom xmlns:a="http://schemas.openxmlformats.org/drawingml/2006/main" prst="rect">
            <a:avLst/>
          </a:prstGeom>
        </p:spPr>
      </p:pic>
      <p:sp>
        <p:nvSpPr>
          <p:cNvPr id="376" name="text-219 Combine">
            <a:extLst xmlns:a="http://schemas.openxmlformats.org/drawingml/2006/main">
              <a:ext uri="{FF2B5EF4-FFF2-40B4-BE49-F238E27FC236}">
                <a16:creationId xmlns:a16="http://schemas.microsoft.com/office/drawing/2014/main" id="{C382B880-FFA0-493C-815F-35C068E0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425" y="9291836"/>
            <a:ext cx="722951" cy="251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Combine</a:t>
            </a:r>
          </a:p>
        </p:txBody>
      </p:sp>
      <p:sp>
        <p:nvSpPr>
          <p:cNvPr id="377" name="path-220">
            <a:extLst xmlns:a="http://schemas.openxmlformats.org/drawingml/2006/main">
              <a:ext uri="{FF2B5EF4-FFF2-40B4-BE49-F238E27FC236}">
                <a16:creationId xmlns:a16="http://schemas.microsoft.com/office/drawing/2014/main" id="{CBFBF0A7-22BA-4237-AFCD-1068D01A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021" y="8481618"/>
            <a:ext cx="433754" cy="549197"/>
          </a:xfrm>
          <a:custGeom xmlns:a="http://schemas.openxmlformats.org/drawingml/2006/main">
            <a:pathLst>
              <a:path w="385559" h="488175">
                <a:moveTo>
                  <a:pt x="266006" y="488175"/>
                </a:moveTo>
                <a:lnTo>
                  <a:pt x="266006" y="448324"/>
                </a:lnTo>
                <a:lnTo>
                  <a:pt x="266006" y="408474"/>
                </a:lnTo>
                <a:lnTo>
                  <a:pt x="385559" y="448324"/>
                </a:lnTo>
                <a:lnTo>
                  <a:pt x="266006" y="488175"/>
                </a:lnTo>
                <a:moveTo>
                  <a:pt x="0" y="0"/>
                </a:moveTo>
                <a:lnTo>
                  <a:pt x="203240" y="0"/>
                </a:lnTo>
                <a:lnTo>
                  <a:pt x="203240" y="448324"/>
                </a:lnTo>
                <a:lnTo>
                  <a:pt x="193277" y="438361"/>
                </a:lnTo>
                <a:lnTo>
                  <a:pt x="325783" y="438361"/>
                </a:lnTo>
                <a:lnTo>
                  <a:pt x="325783" y="458287"/>
                </a:lnTo>
                <a:lnTo>
                  <a:pt x="183315" y="458287"/>
                </a:lnTo>
                <a:lnTo>
                  <a:pt x="183315" y="9963"/>
                </a:lnTo>
                <a:lnTo>
                  <a:pt x="193277" y="19925"/>
                </a:lnTo>
                <a:lnTo>
                  <a:pt x="0" y="1992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221">
            <a:extLst xmlns:a="http://schemas.openxmlformats.org/drawingml/2006/main">
              <a:ext uri="{FF2B5EF4-FFF2-40B4-BE49-F238E27FC236}">
                <a16:creationId xmlns:a16="http://schemas.microsoft.com/office/drawing/2014/main" id="{AE97665D-EF39-4DB6-BA1A-B1C04C66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470" y="8941151"/>
            <a:ext cx="420304" cy="608600"/>
          </a:xfrm>
          <a:custGeom xmlns:a="http://schemas.openxmlformats.org/drawingml/2006/main">
            <a:pathLst>
              <a:path w="373604" h="540978">
                <a:moveTo>
                  <a:pt x="254051" y="0"/>
                </a:moveTo>
                <a:lnTo>
                  <a:pt x="254051" y="39850"/>
                </a:lnTo>
                <a:lnTo>
                  <a:pt x="254051" y="79702"/>
                </a:lnTo>
                <a:lnTo>
                  <a:pt x="373604" y="39850"/>
                </a:lnTo>
                <a:lnTo>
                  <a:pt x="254051" y="0"/>
                </a:lnTo>
                <a:moveTo>
                  <a:pt x="0" y="540978"/>
                </a:moveTo>
                <a:lnTo>
                  <a:pt x="192281" y="540978"/>
                </a:lnTo>
                <a:lnTo>
                  <a:pt x="192281" y="39850"/>
                </a:lnTo>
                <a:lnTo>
                  <a:pt x="182318" y="49813"/>
                </a:lnTo>
                <a:lnTo>
                  <a:pt x="313827" y="49813"/>
                </a:lnTo>
                <a:lnTo>
                  <a:pt x="313827" y="29888"/>
                </a:lnTo>
                <a:lnTo>
                  <a:pt x="172356" y="29888"/>
                </a:lnTo>
                <a:lnTo>
                  <a:pt x="172356" y="531015"/>
                </a:lnTo>
                <a:lnTo>
                  <a:pt x="182318" y="521052"/>
                </a:lnTo>
                <a:lnTo>
                  <a:pt x="0" y="521052"/>
                </a:lnTo>
                <a:lnTo>
                  <a:pt x="0" y="5409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222">
            <a:extLst xmlns:a="http://schemas.openxmlformats.org/drawingml/2006/main">
              <a:ext uri="{FF2B5EF4-FFF2-40B4-BE49-F238E27FC236}">
                <a16:creationId xmlns:a16="http://schemas.microsoft.com/office/drawing/2014/main" id="{C32B80E6-F12E-424C-8C70-DE719F01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322" y="9102234"/>
            <a:ext cx="566076" cy="89664"/>
          </a:xfrm>
          <a:custGeom xmlns:a="http://schemas.openxmlformats.org/drawingml/2006/main">
            <a:pathLst>
              <a:path w="503178" h="79702">
                <a:moveTo>
                  <a:pt x="383386" y="0"/>
                </a:moveTo>
                <a:lnTo>
                  <a:pt x="383625" y="39850"/>
                </a:lnTo>
                <a:lnTo>
                  <a:pt x="383865" y="79702"/>
                </a:lnTo>
                <a:lnTo>
                  <a:pt x="503178" y="39134"/>
                </a:lnTo>
                <a:lnTo>
                  <a:pt x="383386" y="0"/>
                </a:lnTo>
                <a:moveTo>
                  <a:pt x="119" y="52085"/>
                </a:moveTo>
                <a:lnTo>
                  <a:pt x="443462" y="49455"/>
                </a:lnTo>
                <a:lnTo>
                  <a:pt x="443342" y="29530"/>
                </a:lnTo>
                <a:lnTo>
                  <a:pt x="0" y="32159"/>
                </a:lnTo>
                <a:lnTo>
                  <a:pt x="119" y="520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223">
            <a:extLst xmlns:a="http://schemas.openxmlformats.org/drawingml/2006/main">
              <a:ext uri="{FF2B5EF4-FFF2-40B4-BE49-F238E27FC236}">
                <a16:creationId xmlns:a16="http://schemas.microsoft.com/office/drawing/2014/main" id="{DE5BE9C7-CEC4-457D-9FEC-572F00D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923" y="8488343"/>
            <a:ext cx="309120" cy="559015"/>
          </a:xfrm>
          <a:custGeom xmlns:a="http://schemas.openxmlformats.org/drawingml/2006/main">
            <a:pathLst>
              <a:path w="274773" h="496902">
                <a:moveTo>
                  <a:pt x="182875" y="86217"/>
                </a:moveTo>
                <a:lnTo>
                  <a:pt x="217925" y="105166"/>
                </a:lnTo>
                <a:lnTo>
                  <a:pt x="252994" y="124116"/>
                </a:lnTo>
                <a:lnTo>
                  <a:pt x="274773" y="0"/>
                </a:lnTo>
                <a:lnTo>
                  <a:pt x="182875" y="86217"/>
                </a:lnTo>
                <a:moveTo>
                  <a:pt x="17535" y="496902"/>
                </a:moveTo>
                <a:lnTo>
                  <a:pt x="255106" y="57326"/>
                </a:lnTo>
                <a:lnTo>
                  <a:pt x="237591" y="47841"/>
                </a:lnTo>
                <a:lnTo>
                  <a:pt x="0" y="487418"/>
                </a:lnTo>
                <a:lnTo>
                  <a:pt x="17535" y="4969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224">
            <a:extLst xmlns:a="http://schemas.openxmlformats.org/drawingml/2006/main">
              <a:ext uri="{FF2B5EF4-FFF2-40B4-BE49-F238E27FC236}">
                <a16:creationId xmlns:a16="http://schemas.microsoft.com/office/drawing/2014/main" id="{3C09185C-1EBC-485E-A7F9-7BCAC3CC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753" y="9044354"/>
            <a:ext cx="354241" cy="476255"/>
          </a:xfrm>
          <a:custGeom xmlns:a="http://schemas.openxmlformats.org/drawingml/2006/main">
            <a:pathLst>
              <a:path w="314881" h="423338">
                <a:moveTo>
                  <a:pt x="211968" y="350610"/>
                </a:moveTo>
                <a:lnTo>
                  <a:pt x="244066" y="327018"/>
                </a:lnTo>
                <a:lnTo>
                  <a:pt x="276186" y="303407"/>
                </a:lnTo>
                <a:lnTo>
                  <a:pt x="314881" y="423338"/>
                </a:lnTo>
                <a:lnTo>
                  <a:pt x="211968" y="350610"/>
                </a:lnTo>
                <a:moveTo>
                  <a:pt x="16059" y="0"/>
                </a:moveTo>
                <a:lnTo>
                  <a:pt x="287506" y="369281"/>
                </a:lnTo>
                <a:lnTo>
                  <a:pt x="271445" y="381076"/>
                </a:lnTo>
                <a:lnTo>
                  <a:pt x="0" y="11796"/>
                </a:lnTo>
                <a:lnTo>
                  <a:pt x="160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225">
            <a:extLst xmlns:a="http://schemas.openxmlformats.org/drawingml/2006/main">
              <a:ext uri="{FF2B5EF4-FFF2-40B4-BE49-F238E27FC236}">
                <a16:creationId xmlns:a16="http://schemas.microsoft.com/office/drawing/2014/main" id="{1C5D14C1-EE5F-481E-9389-DF07D7E7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421" y="8235040"/>
            <a:ext cx="362112" cy="1636384"/>
          </a:xfrm>
          <a:custGeom xmlns:a="http://schemas.openxmlformats.org/drawingml/2006/main">
            <a:pathLst>
              <a:path w="321878" h="1454563">
                <a:moveTo>
                  <a:pt x="321718" y="1454563"/>
                </a:moveTo>
                <a:lnTo>
                  <a:pt x="309245" y="1454464"/>
                </a:lnTo>
                <a:lnTo>
                  <a:pt x="297070" y="1454144"/>
                </a:lnTo>
                <a:lnTo>
                  <a:pt x="285294" y="1453646"/>
                </a:lnTo>
                <a:lnTo>
                  <a:pt x="273976" y="1452949"/>
                </a:lnTo>
                <a:lnTo>
                  <a:pt x="263197" y="1452092"/>
                </a:lnTo>
                <a:lnTo>
                  <a:pt x="252995" y="1451056"/>
                </a:lnTo>
                <a:lnTo>
                  <a:pt x="243430" y="1449861"/>
                </a:lnTo>
                <a:lnTo>
                  <a:pt x="234564" y="1448526"/>
                </a:lnTo>
                <a:lnTo>
                  <a:pt x="226414" y="1447031"/>
                </a:lnTo>
                <a:lnTo>
                  <a:pt x="219022" y="1445378"/>
                </a:lnTo>
                <a:lnTo>
                  <a:pt x="212406" y="1443564"/>
                </a:lnTo>
                <a:lnTo>
                  <a:pt x="206568" y="1441532"/>
                </a:lnTo>
                <a:lnTo>
                  <a:pt x="201388" y="1439181"/>
                </a:lnTo>
                <a:lnTo>
                  <a:pt x="196725" y="1436152"/>
                </a:lnTo>
                <a:lnTo>
                  <a:pt x="192959" y="1432048"/>
                </a:lnTo>
                <a:lnTo>
                  <a:pt x="191265" y="1428341"/>
                </a:lnTo>
                <a:lnTo>
                  <a:pt x="190787" y="1425173"/>
                </a:lnTo>
                <a:lnTo>
                  <a:pt x="190787" y="747446"/>
                </a:lnTo>
                <a:lnTo>
                  <a:pt x="190907" y="748941"/>
                </a:lnTo>
                <a:lnTo>
                  <a:pt x="190747" y="747904"/>
                </a:lnTo>
                <a:lnTo>
                  <a:pt x="191524" y="750554"/>
                </a:lnTo>
                <a:lnTo>
                  <a:pt x="191067" y="749518"/>
                </a:lnTo>
                <a:lnTo>
                  <a:pt x="192780" y="752128"/>
                </a:lnTo>
                <a:lnTo>
                  <a:pt x="190946" y="750116"/>
                </a:lnTo>
                <a:lnTo>
                  <a:pt x="192880" y="751750"/>
                </a:lnTo>
                <a:lnTo>
                  <a:pt x="189890" y="749817"/>
                </a:lnTo>
                <a:lnTo>
                  <a:pt x="191186" y="750515"/>
                </a:lnTo>
                <a:lnTo>
                  <a:pt x="187101" y="748662"/>
                </a:lnTo>
                <a:lnTo>
                  <a:pt x="187978" y="749021"/>
                </a:lnTo>
                <a:lnTo>
                  <a:pt x="182877" y="747246"/>
                </a:lnTo>
                <a:lnTo>
                  <a:pt x="183494" y="747446"/>
                </a:lnTo>
                <a:lnTo>
                  <a:pt x="177437" y="745792"/>
                </a:lnTo>
                <a:lnTo>
                  <a:pt x="177916" y="745893"/>
                </a:lnTo>
                <a:lnTo>
                  <a:pt x="170942" y="744338"/>
                </a:lnTo>
                <a:lnTo>
                  <a:pt x="171320" y="744418"/>
                </a:lnTo>
                <a:lnTo>
                  <a:pt x="163490" y="742983"/>
                </a:lnTo>
                <a:lnTo>
                  <a:pt x="163808" y="743043"/>
                </a:lnTo>
                <a:lnTo>
                  <a:pt x="155200" y="741747"/>
                </a:lnTo>
                <a:lnTo>
                  <a:pt x="155459" y="741767"/>
                </a:lnTo>
                <a:lnTo>
                  <a:pt x="146154" y="740612"/>
                </a:lnTo>
                <a:lnTo>
                  <a:pt x="146373" y="740631"/>
                </a:lnTo>
                <a:lnTo>
                  <a:pt x="136390" y="739636"/>
                </a:lnTo>
                <a:lnTo>
                  <a:pt x="136610" y="739655"/>
                </a:lnTo>
                <a:lnTo>
                  <a:pt x="126029" y="738798"/>
                </a:lnTo>
                <a:lnTo>
                  <a:pt x="126209" y="738819"/>
                </a:lnTo>
                <a:lnTo>
                  <a:pt x="115090" y="738140"/>
                </a:lnTo>
                <a:lnTo>
                  <a:pt x="115269" y="738140"/>
                </a:lnTo>
                <a:lnTo>
                  <a:pt x="103673" y="737643"/>
                </a:lnTo>
                <a:lnTo>
                  <a:pt x="103852" y="737643"/>
                </a:lnTo>
                <a:lnTo>
                  <a:pt x="91817" y="737344"/>
                </a:lnTo>
                <a:lnTo>
                  <a:pt x="91996" y="737344"/>
                </a:lnTo>
                <a:lnTo>
                  <a:pt x="0" y="736566"/>
                </a:lnTo>
                <a:lnTo>
                  <a:pt x="0" y="717996"/>
                </a:lnTo>
                <a:lnTo>
                  <a:pt x="91996" y="717219"/>
                </a:lnTo>
                <a:lnTo>
                  <a:pt x="91817" y="717219"/>
                </a:lnTo>
                <a:lnTo>
                  <a:pt x="103852" y="716920"/>
                </a:lnTo>
                <a:lnTo>
                  <a:pt x="103673" y="716920"/>
                </a:lnTo>
                <a:lnTo>
                  <a:pt x="115269" y="716422"/>
                </a:lnTo>
                <a:lnTo>
                  <a:pt x="115090" y="716422"/>
                </a:lnTo>
                <a:lnTo>
                  <a:pt x="126209" y="715745"/>
                </a:lnTo>
                <a:lnTo>
                  <a:pt x="126029" y="715765"/>
                </a:lnTo>
                <a:lnTo>
                  <a:pt x="136610" y="714908"/>
                </a:lnTo>
                <a:lnTo>
                  <a:pt x="136390" y="714928"/>
                </a:lnTo>
                <a:lnTo>
                  <a:pt x="146373" y="713932"/>
                </a:lnTo>
                <a:lnTo>
                  <a:pt x="146154" y="713951"/>
                </a:lnTo>
                <a:lnTo>
                  <a:pt x="155459" y="712795"/>
                </a:lnTo>
                <a:lnTo>
                  <a:pt x="155200" y="712816"/>
                </a:lnTo>
                <a:lnTo>
                  <a:pt x="163808" y="711520"/>
                </a:lnTo>
                <a:lnTo>
                  <a:pt x="163490" y="711580"/>
                </a:lnTo>
                <a:lnTo>
                  <a:pt x="171320" y="710146"/>
                </a:lnTo>
                <a:lnTo>
                  <a:pt x="170942" y="710225"/>
                </a:lnTo>
                <a:lnTo>
                  <a:pt x="177916" y="708672"/>
                </a:lnTo>
                <a:lnTo>
                  <a:pt x="177437" y="708771"/>
                </a:lnTo>
                <a:lnTo>
                  <a:pt x="183494" y="707117"/>
                </a:lnTo>
                <a:lnTo>
                  <a:pt x="182877" y="707316"/>
                </a:lnTo>
                <a:lnTo>
                  <a:pt x="187978" y="705544"/>
                </a:lnTo>
                <a:lnTo>
                  <a:pt x="187101" y="705901"/>
                </a:lnTo>
                <a:lnTo>
                  <a:pt x="191186" y="704048"/>
                </a:lnTo>
                <a:lnTo>
                  <a:pt x="189890" y="704746"/>
                </a:lnTo>
                <a:lnTo>
                  <a:pt x="192880" y="702812"/>
                </a:lnTo>
                <a:lnTo>
                  <a:pt x="190946" y="704447"/>
                </a:lnTo>
                <a:lnTo>
                  <a:pt x="192780" y="702434"/>
                </a:lnTo>
                <a:lnTo>
                  <a:pt x="191067" y="705024"/>
                </a:lnTo>
                <a:lnTo>
                  <a:pt x="191524" y="704008"/>
                </a:lnTo>
                <a:lnTo>
                  <a:pt x="190747" y="706659"/>
                </a:lnTo>
                <a:lnTo>
                  <a:pt x="190907" y="705623"/>
                </a:lnTo>
                <a:lnTo>
                  <a:pt x="190787" y="707117"/>
                </a:lnTo>
                <a:lnTo>
                  <a:pt x="190787" y="29390"/>
                </a:lnTo>
                <a:lnTo>
                  <a:pt x="191265" y="26222"/>
                </a:lnTo>
                <a:lnTo>
                  <a:pt x="192959" y="22496"/>
                </a:lnTo>
                <a:lnTo>
                  <a:pt x="196725" y="18410"/>
                </a:lnTo>
                <a:lnTo>
                  <a:pt x="201388" y="15382"/>
                </a:lnTo>
                <a:lnTo>
                  <a:pt x="206568" y="13031"/>
                </a:lnTo>
                <a:lnTo>
                  <a:pt x="212406" y="10999"/>
                </a:lnTo>
                <a:lnTo>
                  <a:pt x="219022" y="9186"/>
                </a:lnTo>
                <a:lnTo>
                  <a:pt x="226414" y="7532"/>
                </a:lnTo>
                <a:lnTo>
                  <a:pt x="234564" y="6037"/>
                </a:lnTo>
                <a:lnTo>
                  <a:pt x="243430" y="4702"/>
                </a:lnTo>
                <a:lnTo>
                  <a:pt x="252995" y="3506"/>
                </a:lnTo>
                <a:lnTo>
                  <a:pt x="263197" y="2471"/>
                </a:lnTo>
                <a:lnTo>
                  <a:pt x="273976" y="1613"/>
                </a:lnTo>
                <a:lnTo>
                  <a:pt x="285294" y="916"/>
                </a:lnTo>
                <a:lnTo>
                  <a:pt x="297070" y="419"/>
                </a:lnTo>
                <a:lnTo>
                  <a:pt x="309245" y="99"/>
                </a:lnTo>
                <a:lnTo>
                  <a:pt x="321718" y="0"/>
                </a:lnTo>
                <a:lnTo>
                  <a:pt x="321878" y="19925"/>
                </a:lnTo>
                <a:lnTo>
                  <a:pt x="309504" y="20025"/>
                </a:lnTo>
                <a:lnTo>
                  <a:pt x="309683" y="20025"/>
                </a:lnTo>
                <a:lnTo>
                  <a:pt x="297648" y="20324"/>
                </a:lnTo>
                <a:lnTo>
                  <a:pt x="297827" y="20324"/>
                </a:lnTo>
                <a:lnTo>
                  <a:pt x="286231" y="20822"/>
                </a:lnTo>
                <a:lnTo>
                  <a:pt x="286410" y="20822"/>
                </a:lnTo>
                <a:lnTo>
                  <a:pt x="275291" y="21499"/>
                </a:lnTo>
                <a:lnTo>
                  <a:pt x="275471" y="21480"/>
                </a:lnTo>
                <a:lnTo>
                  <a:pt x="264890" y="22337"/>
                </a:lnTo>
                <a:lnTo>
                  <a:pt x="265110" y="22317"/>
                </a:lnTo>
                <a:lnTo>
                  <a:pt x="255127" y="23313"/>
                </a:lnTo>
                <a:lnTo>
                  <a:pt x="255346" y="23292"/>
                </a:lnTo>
                <a:lnTo>
                  <a:pt x="246041" y="24448"/>
                </a:lnTo>
                <a:lnTo>
                  <a:pt x="246300" y="24429"/>
                </a:lnTo>
                <a:lnTo>
                  <a:pt x="237692" y="25723"/>
                </a:lnTo>
                <a:lnTo>
                  <a:pt x="238011" y="25664"/>
                </a:lnTo>
                <a:lnTo>
                  <a:pt x="230180" y="27099"/>
                </a:lnTo>
                <a:lnTo>
                  <a:pt x="230559" y="27019"/>
                </a:lnTo>
                <a:lnTo>
                  <a:pt x="223584" y="28573"/>
                </a:lnTo>
                <a:lnTo>
                  <a:pt x="224063" y="28473"/>
                </a:lnTo>
                <a:lnTo>
                  <a:pt x="217986" y="30127"/>
                </a:lnTo>
                <a:lnTo>
                  <a:pt x="218624" y="29928"/>
                </a:lnTo>
                <a:lnTo>
                  <a:pt x="213522" y="31701"/>
                </a:lnTo>
                <a:lnTo>
                  <a:pt x="214399" y="31343"/>
                </a:lnTo>
                <a:lnTo>
                  <a:pt x="210314" y="33196"/>
                </a:lnTo>
                <a:lnTo>
                  <a:pt x="211610" y="32498"/>
                </a:lnTo>
                <a:lnTo>
                  <a:pt x="208621" y="34430"/>
                </a:lnTo>
                <a:lnTo>
                  <a:pt x="210554" y="32797"/>
                </a:lnTo>
                <a:lnTo>
                  <a:pt x="208720" y="34810"/>
                </a:lnTo>
                <a:lnTo>
                  <a:pt x="210434" y="32200"/>
                </a:lnTo>
                <a:lnTo>
                  <a:pt x="209976" y="33237"/>
                </a:lnTo>
                <a:lnTo>
                  <a:pt x="210753" y="30585"/>
                </a:lnTo>
                <a:lnTo>
                  <a:pt x="210593" y="31621"/>
                </a:lnTo>
                <a:lnTo>
                  <a:pt x="210713" y="30127"/>
                </a:lnTo>
                <a:lnTo>
                  <a:pt x="210713" y="707854"/>
                </a:lnTo>
                <a:lnTo>
                  <a:pt x="210235" y="711023"/>
                </a:lnTo>
                <a:lnTo>
                  <a:pt x="208541" y="714729"/>
                </a:lnTo>
                <a:lnTo>
                  <a:pt x="204775" y="718832"/>
                </a:lnTo>
                <a:lnTo>
                  <a:pt x="200112" y="721862"/>
                </a:lnTo>
                <a:lnTo>
                  <a:pt x="194932" y="724213"/>
                </a:lnTo>
                <a:lnTo>
                  <a:pt x="189094" y="726246"/>
                </a:lnTo>
                <a:lnTo>
                  <a:pt x="182478" y="728059"/>
                </a:lnTo>
                <a:lnTo>
                  <a:pt x="175086" y="729713"/>
                </a:lnTo>
                <a:lnTo>
                  <a:pt x="166936" y="731207"/>
                </a:lnTo>
                <a:lnTo>
                  <a:pt x="158070" y="732541"/>
                </a:lnTo>
                <a:lnTo>
                  <a:pt x="148505" y="733736"/>
                </a:lnTo>
                <a:lnTo>
                  <a:pt x="138304" y="734773"/>
                </a:lnTo>
                <a:lnTo>
                  <a:pt x="127524" y="735630"/>
                </a:lnTo>
                <a:lnTo>
                  <a:pt x="116206" y="736327"/>
                </a:lnTo>
                <a:lnTo>
                  <a:pt x="104430" y="736826"/>
                </a:lnTo>
                <a:lnTo>
                  <a:pt x="92256" y="737145"/>
                </a:lnTo>
                <a:lnTo>
                  <a:pt x="79782" y="737245"/>
                </a:lnTo>
                <a:lnTo>
                  <a:pt x="79782" y="717320"/>
                </a:lnTo>
                <a:lnTo>
                  <a:pt x="92256" y="717418"/>
                </a:lnTo>
                <a:lnTo>
                  <a:pt x="104430" y="717737"/>
                </a:lnTo>
                <a:lnTo>
                  <a:pt x="116206" y="718235"/>
                </a:lnTo>
                <a:lnTo>
                  <a:pt x="127524" y="718933"/>
                </a:lnTo>
                <a:lnTo>
                  <a:pt x="138304" y="719789"/>
                </a:lnTo>
                <a:lnTo>
                  <a:pt x="148505" y="720826"/>
                </a:lnTo>
                <a:lnTo>
                  <a:pt x="158070" y="722022"/>
                </a:lnTo>
                <a:lnTo>
                  <a:pt x="166936" y="723356"/>
                </a:lnTo>
                <a:lnTo>
                  <a:pt x="175086" y="724851"/>
                </a:lnTo>
                <a:lnTo>
                  <a:pt x="182478" y="726505"/>
                </a:lnTo>
                <a:lnTo>
                  <a:pt x="189094" y="728318"/>
                </a:lnTo>
                <a:lnTo>
                  <a:pt x="194932" y="730351"/>
                </a:lnTo>
                <a:lnTo>
                  <a:pt x="200112" y="732701"/>
                </a:lnTo>
                <a:lnTo>
                  <a:pt x="204775" y="735730"/>
                </a:lnTo>
                <a:lnTo>
                  <a:pt x="208541" y="739815"/>
                </a:lnTo>
                <a:lnTo>
                  <a:pt x="210235" y="743541"/>
                </a:lnTo>
                <a:lnTo>
                  <a:pt x="210713" y="746708"/>
                </a:lnTo>
                <a:lnTo>
                  <a:pt x="210713" y="1424435"/>
                </a:lnTo>
                <a:lnTo>
                  <a:pt x="210593" y="1422942"/>
                </a:lnTo>
                <a:lnTo>
                  <a:pt x="210753" y="1423977"/>
                </a:lnTo>
                <a:lnTo>
                  <a:pt x="209976" y="1421328"/>
                </a:lnTo>
                <a:lnTo>
                  <a:pt x="210434" y="1422344"/>
                </a:lnTo>
                <a:lnTo>
                  <a:pt x="208720" y="1419753"/>
                </a:lnTo>
                <a:lnTo>
                  <a:pt x="210554" y="1421765"/>
                </a:lnTo>
                <a:lnTo>
                  <a:pt x="208621" y="1420132"/>
                </a:lnTo>
                <a:lnTo>
                  <a:pt x="211610" y="1422065"/>
                </a:lnTo>
                <a:lnTo>
                  <a:pt x="210314" y="1421368"/>
                </a:lnTo>
                <a:lnTo>
                  <a:pt x="214399" y="1423221"/>
                </a:lnTo>
                <a:lnTo>
                  <a:pt x="213522" y="1422862"/>
                </a:lnTo>
                <a:lnTo>
                  <a:pt x="218624" y="1424635"/>
                </a:lnTo>
                <a:lnTo>
                  <a:pt x="217986" y="1424435"/>
                </a:lnTo>
                <a:lnTo>
                  <a:pt x="224063" y="1426089"/>
                </a:lnTo>
                <a:lnTo>
                  <a:pt x="223584" y="1425990"/>
                </a:lnTo>
                <a:lnTo>
                  <a:pt x="230559" y="1427544"/>
                </a:lnTo>
                <a:lnTo>
                  <a:pt x="230180" y="1427464"/>
                </a:lnTo>
                <a:lnTo>
                  <a:pt x="238011" y="1428899"/>
                </a:lnTo>
                <a:lnTo>
                  <a:pt x="237692" y="1428839"/>
                </a:lnTo>
                <a:lnTo>
                  <a:pt x="246300" y="1430134"/>
                </a:lnTo>
                <a:lnTo>
                  <a:pt x="246041" y="1430115"/>
                </a:lnTo>
                <a:lnTo>
                  <a:pt x="255346" y="1431271"/>
                </a:lnTo>
                <a:lnTo>
                  <a:pt x="255127" y="1431250"/>
                </a:lnTo>
                <a:lnTo>
                  <a:pt x="265110" y="1432246"/>
                </a:lnTo>
                <a:lnTo>
                  <a:pt x="264890" y="1432227"/>
                </a:lnTo>
                <a:lnTo>
                  <a:pt x="275471" y="1433083"/>
                </a:lnTo>
                <a:lnTo>
                  <a:pt x="275291" y="1433064"/>
                </a:lnTo>
                <a:lnTo>
                  <a:pt x="286410" y="1433741"/>
                </a:lnTo>
                <a:lnTo>
                  <a:pt x="286231" y="1433741"/>
                </a:lnTo>
                <a:lnTo>
                  <a:pt x="297827" y="1434239"/>
                </a:lnTo>
                <a:lnTo>
                  <a:pt x="297648" y="1434239"/>
                </a:lnTo>
                <a:lnTo>
                  <a:pt x="309683" y="1434538"/>
                </a:lnTo>
                <a:lnTo>
                  <a:pt x="309504" y="1434538"/>
                </a:lnTo>
                <a:lnTo>
                  <a:pt x="321878" y="1434638"/>
                </a:lnTo>
                <a:lnTo>
                  <a:pt x="321718" y="14545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226">
            <a:extLst xmlns:a="http://schemas.openxmlformats.org/drawingml/2006/main">
              <a:ext uri="{FF2B5EF4-FFF2-40B4-BE49-F238E27FC236}">
                <a16:creationId xmlns:a16="http://schemas.microsoft.com/office/drawing/2014/main" id="{C075D076-2861-46E3-A779-984A3922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107" y="4905110"/>
            <a:ext cx="14675897" cy="5267811"/>
          </a:xfrm>
          <a:custGeom xmlns:a="http://schemas.openxmlformats.org/drawingml/2006/main">
            <a:pathLst>
              <a:path w="13045241" h="4682499">
                <a:moveTo>
                  <a:pt x="378" y="277324"/>
                </a:moveTo>
                <a:lnTo>
                  <a:pt x="1494" y="262499"/>
                </a:lnTo>
                <a:lnTo>
                  <a:pt x="3367" y="247854"/>
                </a:lnTo>
                <a:lnTo>
                  <a:pt x="5938" y="233448"/>
                </a:lnTo>
                <a:lnTo>
                  <a:pt x="9206" y="219301"/>
                </a:lnTo>
                <a:lnTo>
                  <a:pt x="13151" y="205432"/>
                </a:lnTo>
                <a:lnTo>
                  <a:pt x="17734" y="191843"/>
                </a:lnTo>
                <a:lnTo>
                  <a:pt x="22974" y="178552"/>
                </a:lnTo>
                <a:lnTo>
                  <a:pt x="28832" y="165601"/>
                </a:lnTo>
                <a:lnTo>
                  <a:pt x="35288" y="152988"/>
                </a:lnTo>
                <a:lnTo>
                  <a:pt x="42342" y="140734"/>
                </a:lnTo>
                <a:lnTo>
                  <a:pt x="49933" y="128879"/>
                </a:lnTo>
                <a:lnTo>
                  <a:pt x="58083" y="117422"/>
                </a:lnTo>
                <a:lnTo>
                  <a:pt x="66770" y="106383"/>
                </a:lnTo>
                <a:lnTo>
                  <a:pt x="75956" y="95782"/>
                </a:lnTo>
                <a:lnTo>
                  <a:pt x="85620" y="85620"/>
                </a:lnTo>
                <a:lnTo>
                  <a:pt x="95782" y="75957"/>
                </a:lnTo>
                <a:lnTo>
                  <a:pt x="106383" y="66771"/>
                </a:lnTo>
                <a:lnTo>
                  <a:pt x="117421" y="58083"/>
                </a:lnTo>
                <a:lnTo>
                  <a:pt x="128878" y="49933"/>
                </a:lnTo>
                <a:lnTo>
                  <a:pt x="140734" y="42342"/>
                </a:lnTo>
                <a:lnTo>
                  <a:pt x="152988" y="35289"/>
                </a:lnTo>
                <a:lnTo>
                  <a:pt x="165601" y="28832"/>
                </a:lnTo>
                <a:lnTo>
                  <a:pt x="178553" y="22974"/>
                </a:lnTo>
                <a:lnTo>
                  <a:pt x="191843" y="17734"/>
                </a:lnTo>
                <a:lnTo>
                  <a:pt x="205432" y="13131"/>
                </a:lnTo>
                <a:lnTo>
                  <a:pt x="219300" y="9206"/>
                </a:lnTo>
                <a:lnTo>
                  <a:pt x="233448" y="5938"/>
                </a:lnTo>
                <a:lnTo>
                  <a:pt x="247853" y="3368"/>
                </a:lnTo>
                <a:lnTo>
                  <a:pt x="262499" y="1495"/>
                </a:lnTo>
                <a:lnTo>
                  <a:pt x="277323" y="379"/>
                </a:lnTo>
                <a:lnTo>
                  <a:pt x="292108" y="0"/>
                </a:lnTo>
                <a:lnTo>
                  <a:pt x="12753133" y="0"/>
                </a:lnTo>
                <a:lnTo>
                  <a:pt x="12767919" y="379"/>
                </a:lnTo>
                <a:lnTo>
                  <a:pt x="12782743" y="1495"/>
                </a:lnTo>
                <a:lnTo>
                  <a:pt x="12797387" y="3368"/>
                </a:lnTo>
                <a:lnTo>
                  <a:pt x="12811774" y="5938"/>
                </a:lnTo>
                <a:lnTo>
                  <a:pt x="12825942" y="9206"/>
                </a:lnTo>
                <a:lnTo>
                  <a:pt x="12839810" y="13131"/>
                </a:lnTo>
                <a:lnTo>
                  <a:pt x="12853399" y="17734"/>
                </a:lnTo>
                <a:lnTo>
                  <a:pt x="12866690" y="22974"/>
                </a:lnTo>
                <a:lnTo>
                  <a:pt x="12879642" y="28832"/>
                </a:lnTo>
                <a:lnTo>
                  <a:pt x="12892254" y="35289"/>
                </a:lnTo>
                <a:lnTo>
                  <a:pt x="12904508" y="42342"/>
                </a:lnTo>
                <a:lnTo>
                  <a:pt x="12916364" y="49933"/>
                </a:lnTo>
                <a:lnTo>
                  <a:pt x="12927821" y="58083"/>
                </a:lnTo>
                <a:lnTo>
                  <a:pt x="12938861" y="66771"/>
                </a:lnTo>
                <a:lnTo>
                  <a:pt x="12949459" y="75957"/>
                </a:lnTo>
                <a:lnTo>
                  <a:pt x="12959622" y="85620"/>
                </a:lnTo>
                <a:lnTo>
                  <a:pt x="12969286" y="95782"/>
                </a:lnTo>
                <a:lnTo>
                  <a:pt x="12978472" y="106383"/>
                </a:lnTo>
                <a:lnTo>
                  <a:pt x="12987159" y="117422"/>
                </a:lnTo>
                <a:lnTo>
                  <a:pt x="12995308" y="128879"/>
                </a:lnTo>
                <a:lnTo>
                  <a:pt x="13002901" y="140734"/>
                </a:lnTo>
                <a:lnTo>
                  <a:pt x="13009954" y="152988"/>
                </a:lnTo>
                <a:lnTo>
                  <a:pt x="13016411" y="165601"/>
                </a:lnTo>
                <a:lnTo>
                  <a:pt x="13022268" y="178552"/>
                </a:lnTo>
                <a:lnTo>
                  <a:pt x="13027508" y="191843"/>
                </a:lnTo>
                <a:lnTo>
                  <a:pt x="13032092" y="205432"/>
                </a:lnTo>
                <a:lnTo>
                  <a:pt x="13036035" y="219301"/>
                </a:lnTo>
                <a:lnTo>
                  <a:pt x="13039304" y="233448"/>
                </a:lnTo>
                <a:lnTo>
                  <a:pt x="13041874" y="247854"/>
                </a:lnTo>
                <a:lnTo>
                  <a:pt x="13043747" y="262499"/>
                </a:lnTo>
                <a:lnTo>
                  <a:pt x="13044863" y="277324"/>
                </a:lnTo>
                <a:lnTo>
                  <a:pt x="13045241" y="292109"/>
                </a:lnTo>
                <a:lnTo>
                  <a:pt x="13045241" y="4390391"/>
                </a:lnTo>
                <a:lnTo>
                  <a:pt x="13044863" y="4405175"/>
                </a:lnTo>
                <a:lnTo>
                  <a:pt x="13043747" y="4420000"/>
                </a:lnTo>
                <a:lnTo>
                  <a:pt x="13041874" y="4434646"/>
                </a:lnTo>
                <a:lnTo>
                  <a:pt x="13039304" y="4449032"/>
                </a:lnTo>
                <a:lnTo>
                  <a:pt x="13036035" y="4463199"/>
                </a:lnTo>
                <a:lnTo>
                  <a:pt x="13032092" y="4477067"/>
                </a:lnTo>
                <a:lnTo>
                  <a:pt x="13027508" y="4490656"/>
                </a:lnTo>
                <a:lnTo>
                  <a:pt x="13022268" y="4503946"/>
                </a:lnTo>
                <a:lnTo>
                  <a:pt x="13016411" y="4516898"/>
                </a:lnTo>
                <a:lnTo>
                  <a:pt x="13009954" y="4529511"/>
                </a:lnTo>
                <a:lnTo>
                  <a:pt x="13002901" y="4541765"/>
                </a:lnTo>
                <a:lnTo>
                  <a:pt x="12995308" y="4553621"/>
                </a:lnTo>
                <a:lnTo>
                  <a:pt x="12987159" y="4565078"/>
                </a:lnTo>
                <a:lnTo>
                  <a:pt x="12978472" y="4576117"/>
                </a:lnTo>
                <a:lnTo>
                  <a:pt x="12969286" y="4586716"/>
                </a:lnTo>
                <a:lnTo>
                  <a:pt x="12959622" y="4596879"/>
                </a:lnTo>
                <a:lnTo>
                  <a:pt x="12949459" y="4606543"/>
                </a:lnTo>
                <a:lnTo>
                  <a:pt x="12938861" y="4615729"/>
                </a:lnTo>
                <a:lnTo>
                  <a:pt x="12927821" y="4624416"/>
                </a:lnTo>
                <a:lnTo>
                  <a:pt x="12916364" y="4632566"/>
                </a:lnTo>
                <a:lnTo>
                  <a:pt x="12904508" y="4640157"/>
                </a:lnTo>
                <a:lnTo>
                  <a:pt x="12892254" y="4647210"/>
                </a:lnTo>
                <a:lnTo>
                  <a:pt x="12879642" y="4653667"/>
                </a:lnTo>
                <a:lnTo>
                  <a:pt x="12866690" y="4659525"/>
                </a:lnTo>
                <a:lnTo>
                  <a:pt x="12853399" y="4664765"/>
                </a:lnTo>
                <a:lnTo>
                  <a:pt x="12839810" y="4669348"/>
                </a:lnTo>
                <a:lnTo>
                  <a:pt x="12825942" y="4673293"/>
                </a:lnTo>
                <a:lnTo>
                  <a:pt x="12811774" y="4676560"/>
                </a:lnTo>
                <a:lnTo>
                  <a:pt x="12797387" y="4679131"/>
                </a:lnTo>
                <a:lnTo>
                  <a:pt x="12782743" y="4681005"/>
                </a:lnTo>
                <a:lnTo>
                  <a:pt x="12767919" y="4682120"/>
                </a:lnTo>
                <a:lnTo>
                  <a:pt x="12753133" y="4682499"/>
                </a:lnTo>
                <a:lnTo>
                  <a:pt x="292108" y="4682499"/>
                </a:lnTo>
                <a:lnTo>
                  <a:pt x="277323" y="4682120"/>
                </a:lnTo>
                <a:lnTo>
                  <a:pt x="262499" y="4681005"/>
                </a:lnTo>
                <a:lnTo>
                  <a:pt x="247853" y="4679131"/>
                </a:lnTo>
                <a:lnTo>
                  <a:pt x="233448" y="4676560"/>
                </a:lnTo>
                <a:lnTo>
                  <a:pt x="219300" y="4673293"/>
                </a:lnTo>
                <a:lnTo>
                  <a:pt x="205432" y="4669348"/>
                </a:lnTo>
                <a:lnTo>
                  <a:pt x="191843" y="4664765"/>
                </a:lnTo>
                <a:lnTo>
                  <a:pt x="178553" y="4659525"/>
                </a:lnTo>
                <a:lnTo>
                  <a:pt x="165601" y="4653667"/>
                </a:lnTo>
                <a:lnTo>
                  <a:pt x="152988" y="4647210"/>
                </a:lnTo>
                <a:lnTo>
                  <a:pt x="140734" y="4640157"/>
                </a:lnTo>
                <a:lnTo>
                  <a:pt x="128878" y="4632566"/>
                </a:lnTo>
                <a:lnTo>
                  <a:pt x="117421" y="4624416"/>
                </a:lnTo>
                <a:lnTo>
                  <a:pt x="106383" y="4615729"/>
                </a:lnTo>
                <a:lnTo>
                  <a:pt x="95782" y="4606543"/>
                </a:lnTo>
                <a:lnTo>
                  <a:pt x="85620" y="4596879"/>
                </a:lnTo>
                <a:lnTo>
                  <a:pt x="75956" y="4586716"/>
                </a:lnTo>
                <a:lnTo>
                  <a:pt x="66770" y="4576117"/>
                </a:lnTo>
                <a:lnTo>
                  <a:pt x="58083" y="4565078"/>
                </a:lnTo>
                <a:lnTo>
                  <a:pt x="49933" y="4553621"/>
                </a:lnTo>
                <a:lnTo>
                  <a:pt x="42342" y="4541765"/>
                </a:lnTo>
                <a:lnTo>
                  <a:pt x="35288" y="4529511"/>
                </a:lnTo>
                <a:lnTo>
                  <a:pt x="28832" y="4516898"/>
                </a:lnTo>
                <a:lnTo>
                  <a:pt x="22974" y="4503946"/>
                </a:lnTo>
                <a:lnTo>
                  <a:pt x="17734" y="4490656"/>
                </a:lnTo>
                <a:lnTo>
                  <a:pt x="13151" y="4477067"/>
                </a:lnTo>
                <a:lnTo>
                  <a:pt x="9206" y="4463199"/>
                </a:lnTo>
                <a:lnTo>
                  <a:pt x="5938" y="4449032"/>
                </a:lnTo>
                <a:lnTo>
                  <a:pt x="3367" y="4434646"/>
                </a:lnTo>
                <a:lnTo>
                  <a:pt x="1494" y="4420000"/>
                </a:lnTo>
                <a:lnTo>
                  <a:pt x="378" y="4405175"/>
                </a:lnTo>
                <a:lnTo>
                  <a:pt x="0" y="4390391"/>
                </a:lnTo>
                <a:lnTo>
                  <a:pt x="0" y="292109"/>
                </a:lnTo>
                <a:lnTo>
                  <a:pt x="378" y="277324"/>
                </a:lnTo>
                <a:moveTo>
                  <a:pt x="39851" y="292866"/>
                </a:moveTo>
                <a:lnTo>
                  <a:pt x="39851" y="292348"/>
                </a:lnTo>
                <a:lnTo>
                  <a:pt x="39851" y="4390151"/>
                </a:lnTo>
                <a:lnTo>
                  <a:pt x="39851" y="4389633"/>
                </a:lnTo>
                <a:lnTo>
                  <a:pt x="40190" y="4403661"/>
                </a:lnTo>
                <a:lnTo>
                  <a:pt x="40150" y="4402645"/>
                </a:lnTo>
                <a:lnTo>
                  <a:pt x="41206" y="4416493"/>
                </a:lnTo>
                <a:lnTo>
                  <a:pt x="41106" y="4415477"/>
                </a:lnTo>
                <a:lnTo>
                  <a:pt x="42840" y="4429126"/>
                </a:lnTo>
                <a:lnTo>
                  <a:pt x="42681" y="4428130"/>
                </a:lnTo>
                <a:lnTo>
                  <a:pt x="45072" y="4441539"/>
                </a:lnTo>
                <a:lnTo>
                  <a:pt x="44872" y="4440563"/>
                </a:lnTo>
                <a:lnTo>
                  <a:pt x="47921" y="4453754"/>
                </a:lnTo>
                <a:lnTo>
                  <a:pt x="47662" y="4452778"/>
                </a:lnTo>
                <a:lnTo>
                  <a:pt x="51348" y="4465709"/>
                </a:lnTo>
                <a:lnTo>
                  <a:pt x="51049" y="4464772"/>
                </a:lnTo>
                <a:lnTo>
                  <a:pt x="55333" y="4477426"/>
                </a:lnTo>
                <a:lnTo>
                  <a:pt x="54994" y="4476509"/>
                </a:lnTo>
                <a:lnTo>
                  <a:pt x="59876" y="4488883"/>
                </a:lnTo>
                <a:lnTo>
                  <a:pt x="59497" y="4487986"/>
                </a:lnTo>
                <a:lnTo>
                  <a:pt x="64937" y="4500041"/>
                </a:lnTo>
                <a:lnTo>
                  <a:pt x="64519" y="4499164"/>
                </a:lnTo>
                <a:lnTo>
                  <a:pt x="70536" y="4510921"/>
                </a:lnTo>
                <a:lnTo>
                  <a:pt x="70078" y="4510063"/>
                </a:lnTo>
                <a:lnTo>
                  <a:pt x="76633" y="4521481"/>
                </a:lnTo>
                <a:lnTo>
                  <a:pt x="76135" y="4520644"/>
                </a:lnTo>
                <a:lnTo>
                  <a:pt x="83229" y="4531702"/>
                </a:lnTo>
                <a:lnTo>
                  <a:pt x="82691" y="4530905"/>
                </a:lnTo>
                <a:lnTo>
                  <a:pt x="90283" y="4541585"/>
                </a:lnTo>
                <a:lnTo>
                  <a:pt x="89725" y="4540829"/>
                </a:lnTo>
                <a:lnTo>
                  <a:pt x="97795" y="4551130"/>
                </a:lnTo>
                <a:lnTo>
                  <a:pt x="97197" y="4550393"/>
                </a:lnTo>
                <a:lnTo>
                  <a:pt x="105765" y="4560276"/>
                </a:lnTo>
                <a:lnTo>
                  <a:pt x="105127" y="4559578"/>
                </a:lnTo>
                <a:lnTo>
                  <a:pt x="114133" y="4569023"/>
                </a:lnTo>
                <a:lnTo>
                  <a:pt x="113476" y="4568365"/>
                </a:lnTo>
                <a:lnTo>
                  <a:pt x="122921" y="4577372"/>
                </a:lnTo>
                <a:lnTo>
                  <a:pt x="122223" y="4576734"/>
                </a:lnTo>
                <a:lnTo>
                  <a:pt x="132106" y="4585303"/>
                </a:lnTo>
                <a:lnTo>
                  <a:pt x="131369" y="4584705"/>
                </a:lnTo>
                <a:lnTo>
                  <a:pt x="141670" y="4592774"/>
                </a:lnTo>
                <a:lnTo>
                  <a:pt x="140914" y="4592216"/>
                </a:lnTo>
                <a:lnTo>
                  <a:pt x="151593" y="4599808"/>
                </a:lnTo>
                <a:lnTo>
                  <a:pt x="150796" y="4599270"/>
                </a:lnTo>
                <a:lnTo>
                  <a:pt x="161835" y="4606363"/>
                </a:lnTo>
                <a:lnTo>
                  <a:pt x="161018" y="4605865"/>
                </a:lnTo>
                <a:lnTo>
                  <a:pt x="172436" y="4612421"/>
                </a:lnTo>
                <a:lnTo>
                  <a:pt x="171579" y="4611962"/>
                </a:lnTo>
                <a:lnTo>
                  <a:pt x="183335" y="4617980"/>
                </a:lnTo>
                <a:lnTo>
                  <a:pt x="182458" y="4617562"/>
                </a:lnTo>
                <a:lnTo>
                  <a:pt x="194513" y="4623001"/>
                </a:lnTo>
                <a:lnTo>
                  <a:pt x="193616" y="4622623"/>
                </a:lnTo>
                <a:lnTo>
                  <a:pt x="205990" y="4627505"/>
                </a:lnTo>
                <a:lnTo>
                  <a:pt x="205074" y="4627166"/>
                </a:lnTo>
                <a:lnTo>
                  <a:pt x="217726" y="4631450"/>
                </a:lnTo>
                <a:lnTo>
                  <a:pt x="216790" y="4631151"/>
                </a:lnTo>
                <a:lnTo>
                  <a:pt x="229722" y="4634837"/>
                </a:lnTo>
                <a:lnTo>
                  <a:pt x="228745" y="4634578"/>
                </a:lnTo>
                <a:lnTo>
                  <a:pt x="241936" y="4637627"/>
                </a:lnTo>
                <a:lnTo>
                  <a:pt x="240959" y="4637428"/>
                </a:lnTo>
                <a:lnTo>
                  <a:pt x="254369" y="4639819"/>
                </a:lnTo>
                <a:lnTo>
                  <a:pt x="253373" y="4639659"/>
                </a:lnTo>
                <a:lnTo>
                  <a:pt x="267022" y="4641393"/>
                </a:lnTo>
                <a:lnTo>
                  <a:pt x="266006" y="4641293"/>
                </a:lnTo>
                <a:lnTo>
                  <a:pt x="279854" y="4642349"/>
                </a:lnTo>
                <a:lnTo>
                  <a:pt x="278838" y="4642309"/>
                </a:lnTo>
                <a:lnTo>
                  <a:pt x="292865" y="4642648"/>
                </a:lnTo>
                <a:lnTo>
                  <a:pt x="292347" y="4642648"/>
                </a:lnTo>
                <a:lnTo>
                  <a:pt x="12752894" y="4642648"/>
                </a:lnTo>
                <a:lnTo>
                  <a:pt x="12752377" y="4642648"/>
                </a:lnTo>
                <a:lnTo>
                  <a:pt x="12766404" y="4642309"/>
                </a:lnTo>
                <a:lnTo>
                  <a:pt x="12765388" y="4642349"/>
                </a:lnTo>
                <a:lnTo>
                  <a:pt x="12779235" y="4641293"/>
                </a:lnTo>
                <a:lnTo>
                  <a:pt x="12778221" y="4641393"/>
                </a:lnTo>
                <a:lnTo>
                  <a:pt x="12791870" y="4639659"/>
                </a:lnTo>
                <a:lnTo>
                  <a:pt x="12790874" y="4639819"/>
                </a:lnTo>
                <a:lnTo>
                  <a:pt x="12804283" y="4637428"/>
                </a:lnTo>
                <a:lnTo>
                  <a:pt x="12803306" y="4637627"/>
                </a:lnTo>
                <a:lnTo>
                  <a:pt x="12816497" y="4634578"/>
                </a:lnTo>
                <a:lnTo>
                  <a:pt x="12815522" y="4634837"/>
                </a:lnTo>
                <a:lnTo>
                  <a:pt x="12828453" y="4631151"/>
                </a:lnTo>
                <a:lnTo>
                  <a:pt x="12827516" y="4631450"/>
                </a:lnTo>
                <a:lnTo>
                  <a:pt x="12840170" y="4627166"/>
                </a:lnTo>
                <a:lnTo>
                  <a:pt x="12839252" y="4627505"/>
                </a:lnTo>
                <a:lnTo>
                  <a:pt x="12851625" y="4622623"/>
                </a:lnTo>
                <a:lnTo>
                  <a:pt x="12850729" y="4623001"/>
                </a:lnTo>
                <a:lnTo>
                  <a:pt x="12862785" y="4617562"/>
                </a:lnTo>
                <a:lnTo>
                  <a:pt x="12861908" y="4617980"/>
                </a:lnTo>
                <a:lnTo>
                  <a:pt x="12873664" y="4611962"/>
                </a:lnTo>
                <a:lnTo>
                  <a:pt x="12872807" y="4612421"/>
                </a:lnTo>
                <a:lnTo>
                  <a:pt x="12884225" y="4605865"/>
                </a:lnTo>
                <a:lnTo>
                  <a:pt x="12883387" y="4606363"/>
                </a:lnTo>
                <a:lnTo>
                  <a:pt x="12894445" y="4599270"/>
                </a:lnTo>
                <a:lnTo>
                  <a:pt x="12893648" y="4599808"/>
                </a:lnTo>
                <a:lnTo>
                  <a:pt x="12904328" y="4592216"/>
                </a:lnTo>
                <a:lnTo>
                  <a:pt x="12903572" y="4592774"/>
                </a:lnTo>
                <a:lnTo>
                  <a:pt x="12913874" y="4584705"/>
                </a:lnTo>
                <a:lnTo>
                  <a:pt x="12913136" y="4585303"/>
                </a:lnTo>
                <a:lnTo>
                  <a:pt x="12923019" y="4576734"/>
                </a:lnTo>
                <a:lnTo>
                  <a:pt x="12922321" y="4577372"/>
                </a:lnTo>
                <a:lnTo>
                  <a:pt x="12931767" y="4568365"/>
                </a:lnTo>
                <a:lnTo>
                  <a:pt x="12931108" y="4569023"/>
                </a:lnTo>
                <a:lnTo>
                  <a:pt x="12940116" y="4559578"/>
                </a:lnTo>
                <a:lnTo>
                  <a:pt x="12939478" y="4560276"/>
                </a:lnTo>
                <a:lnTo>
                  <a:pt x="12948047" y="4550393"/>
                </a:lnTo>
                <a:lnTo>
                  <a:pt x="12947448" y="4551130"/>
                </a:lnTo>
                <a:lnTo>
                  <a:pt x="12955517" y="4540829"/>
                </a:lnTo>
                <a:lnTo>
                  <a:pt x="12954959" y="4541585"/>
                </a:lnTo>
                <a:lnTo>
                  <a:pt x="12962552" y="4530905"/>
                </a:lnTo>
                <a:lnTo>
                  <a:pt x="12962014" y="4531702"/>
                </a:lnTo>
                <a:lnTo>
                  <a:pt x="12969106" y="4520644"/>
                </a:lnTo>
                <a:lnTo>
                  <a:pt x="12968610" y="4521481"/>
                </a:lnTo>
                <a:lnTo>
                  <a:pt x="12975164" y="4510063"/>
                </a:lnTo>
                <a:lnTo>
                  <a:pt x="12974706" y="4510921"/>
                </a:lnTo>
                <a:lnTo>
                  <a:pt x="12980723" y="4499164"/>
                </a:lnTo>
                <a:lnTo>
                  <a:pt x="12980285" y="4500041"/>
                </a:lnTo>
                <a:lnTo>
                  <a:pt x="12985744" y="4487986"/>
                </a:lnTo>
                <a:lnTo>
                  <a:pt x="12985366" y="4488883"/>
                </a:lnTo>
                <a:lnTo>
                  <a:pt x="12990248" y="4476509"/>
                </a:lnTo>
                <a:lnTo>
                  <a:pt x="12989909" y="4477426"/>
                </a:lnTo>
                <a:lnTo>
                  <a:pt x="12994194" y="4464772"/>
                </a:lnTo>
                <a:lnTo>
                  <a:pt x="12993893" y="4465709"/>
                </a:lnTo>
                <a:lnTo>
                  <a:pt x="12997579" y="4452778"/>
                </a:lnTo>
                <a:lnTo>
                  <a:pt x="12997322" y="4453754"/>
                </a:lnTo>
                <a:lnTo>
                  <a:pt x="13000370" y="4440563"/>
                </a:lnTo>
                <a:lnTo>
                  <a:pt x="13000170" y="4441539"/>
                </a:lnTo>
                <a:lnTo>
                  <a:pt x="13002562" y="4428130"/>
                </a:lnTo>
                <a:lnTo>
                  <a:pt x="13002402" y="4429126"/>
                </a:lnTo>
                <a:lnTo>
                  <a:pt x="13004136" y="4415477"/>
                </a:lnTo>
                <a:lnTo>
                  <a:pt x="13004036" y="4416493"/>
                </a:lnTo>
                <a:lnTo>
                  <a:pt x="13005093" y="4402645"/>
                </a:lnTo>
                <a:lnTo>
                  <a:pt x="13005033" y="4403661"/>
                </a:lnTo>
                <a:lnTo>
                  <a:pt x="13005391" y="4389633"/>
                </a:lnTo>
                <a:lnTo>
                  <a:pt x="13005391" y="4390151"/>
                </a:lnTo>
                <a:lnTo>
                  <a:pt x="13005391" y="292348"/>
                </a:lnTo>
                <a:lnTo>
                  <a:pt x="13005391" y="292866"/>
                </a:lnTo>
                <a:lnTo>
                  <a:pt x="13005033" y="278838"/>
                </a:lnTo>
                <a:lnTo>
                  <a:pt x="13005093" y="279855"/>
                </a:lnTo>
                <a:lnTo>
                  <a:pt x="13004036" y="266006"/>
                </a:lnTo>
                <a:lnTo>
                  <a:pt x="13004136" y="267022"/>
                </a:lnTo>
                <a:lnTo>
                  <a:pt x="13002402" y="253373"/>
                </a:lnTo>
                <a:lnTo>
                  <a:pt x="13002562" y="254370"/>
                </a:lnTo>
                <a:lnTo>
                  <a:pt x="13000170" y="240960"/>
                </a:lnTo>
                <a:lnTo>
                  <a:pt x="13000370" y="241936"/>
                </a:lnTo>
                <a:lnTo>
                  <a:pt x="12997322" y="228746"/>
                </a:lnTo>
                <a:lnTo>
                  <a:pt x="12997579" y="229722"/>
                </a:lnTo>
                <a:lnTo>
                  <a:pt x="12993893" y="216790"/>
                </a:lnTo>
                <a:lnTo>
                  <a:pt x="12994194" y="217727"/>
                </a:lnTo>
                <a:lnTo>
                  <a:pt x="12989909" y="205074"/>
                </a:lnTo>
                <a:lnTo>
                  <a:pt x="12990248" y="205990"/>
                </a:lnTo>
                <a:lnTo>
                  <a:pt x="12985366" y="193616"/>
                </a:lnTo>
                <a:lnTo>
                  <a:pt x="12985744" y="194513"/>
                </a:lnTo>
                <a:lnTo>
                  <a:pt x="12980285" y="182458"/>
                </a:lnTo>
                <a:lnTo>
                  <a:pt x="12980723" y="183335"/>
                </a:lnTo>
                <a:lnTo>
                  <a:pt x="12974706" y="171579"/>
                </a:lnTo>
                <a:lnTo>
                  <a:pt x="12975164" y="172436"/>
                </a:lnTo>
                <a:lnTo>
                  <a:pt x="12968610" y="161018"/>
                </a:lnTo>
                <a:lnTo>
                  <a:pt x="12969106" y="161836"/>
                </a:lnTo>
                <a:lnTo>
                  <a:pt x="12962014" y="150797"/>
                </a:lnTo>
                <a:lnTo>
                  <a:pt x="12962552" y="151593"/>
                </a:lnTo>
                <a:lnTo>
                  <a:pt x="12954959" y="140914"/>
                </a:lnTo>
                <a:lnTo>
                  <a:pt x="12955517" y="141671"/>
                </a:lnTo>
                <a:lnTo>
                  <a:pt x="12947448" y="131369"/>
                </a:lnTo>
                <a:lnTo>
                  <a:pt x="12948047" y="132106"/>
                </a:lnTo>
                <a:lnTo>
                  <a:pt x="12939478" y="122223"/>
                </a:lnTo>
                <a:lnTo>
                  <a:pt x="12940116" y="122921"/>
                </a:lnTo>
                <a:lnTo>
                  <a:pt x="12931108" y="113476"/>
                </a:lnTo>
                <a:lnTo>
                  <a:pt x="12931767" y="114134"/>
                </a:lnTo>
                <a:lnTo>
                  <a:pt x="12922321" y="105127"/>
                </a:lnTo>
                <a:lnTo>
                  <a:pt x="12923019" y="105765"/>
                </a:lnTo>
                <a:lnTo>
                  <a:pt x="12913136" y="97197"/>
                </a:lnTo>
                <a:lnTo>
                  <a:pt x="12913874" y="97795"/>
                </a:lnTo>
                <a:lnTo>
                  <a:pt x="12903572" y="89705"/>
                </a:lnTo>
                <a:lnTo>
                  <a:pt x="12904328" y="90283"/>
                </a:lnTo>
                <a:lnTo>
                  <a:pt x="12893648" y="82691"/>
                </a:lnTo>
                <a:lnTo>
                  <a:pt x="12894445" y="83229"/>
                </a:lnTo>
                <a:lnTo>
                  <a:pt x="12883387" y="76136"/>
                </a:lnTo>
                <a:lnTo>
                  <a:pt x="12884225" y="76634"/>
                </a:lnTo>
                <a:lnTo>
                  <a:pt x="12872807" y="70078"/>
                </a:lnTo>
                <a:lnTo>
                  <a:pt x="12873664" y="70537"/>
                </a:lnTo>
                <a:lnTo>
                  <a:pt x="12861908" y="64519"/>
                </a:lnTo>
                <a:lnTo>
                  <a:pt x="12862785" y="64938"/>
                </a:lnTo>
                <a:lnTo>
                  <a:pt x="12850729" y="59498"/>
                </a:lnTo>
                <a:lnTo>
                  <a:pt x="12851625" y="59877"/>
                </a:lnTo>
                <a:lnTo>
                  <a:pt x="12839252" y="54995"/>
                </a:lnTo>
                <a:lnTo>
                  <a:pt x="12840170" y="55333"/>
                </a:lnTo>
                <a:lnTo>
                  <a:pt x="12827516" y="51050"/>
                </a:lnTo>
                <a:lnTo>
                  <a:pt x="12828453" y="51348"/>
                </a:lnTo>
                <a:lnTo>
                  <a:pt x="12815522" y="47662"/>
                </a:lnTo>
                <a:lnTo>
                  <a:pt x="12816497" y="47921"/>
                </a:lnTo>
                <a:lnTo>
                  <a:pt x="12803306" y="44872"/>
                </a:lnTo>
                <a:lnTo>
                  <a:pt x="12804283" y="45072"/>
                </a:lnTo>
                <a:lnTo>
                  <a:pt x="12790874" y="42681"/>
                </a:lnTo>
                <a:lnTo>
                  <a:pt x="12791870" y="42840"/>
                </a:lnTo>
                <a:lnTo>
                  <a:pt x="12778221" y="41107"/>
                </a:lnTo>
                <a:lnTo>
                  <a:pt x="12779235" y="41206"/>
                </a:lnTo>
                <a:lnTo>
                  <a:pt x="12765388" y="40150"/>
                </a:lnTo>
                <a:lnTo>
                  <a:pt x="12766404" y="40190"/>
                </a:lnTo>
                <a:lnTo>
                  <a:pt x="12752377" y="39851"/>
                </a:lnTo>
                <a:lnTo>
                  <a:pt x="12752894" y="39851"/>
                </a:lnTo>
                <a:lnTo>
                  <a:pt x="292347" y="39851"/>
                </a:lnTo>
                <a:lnTo>
                  <a:pt x="292865" y="39851"/>
                </a:lnTo>
                <a:lnTo>
                  <a:pt x="278838" y="40190"/>
                </a:lnTo>
                <a:lnTo>
                  <a:pt x="279854" y="40150"/>
                </a:lnTo>
                <a:lnTo>
                  <a:pt x="266006" y="41206"/>
                </a:lnTo>
                <a:lnTo>
                  <a:pt x="267022" y="41107"/>
                </a:lnTo>
                <a:lnTo>
                  <a:pt x="253373" y="42840"/>
                </a:lnTo>
                <a:lnTo>
                  <a:pt x="254369" y="42681"/>
                </a:lnTo>
                <a:lnTo>
                  <a:pt x="240959" y="45072"/>
                </a:lnTo>
                <a:lnTo>
                  <a:pt x="241936" y="44872"/>
                </a:lnTo>
                <a:lnTo>
                  <a:pt x="228745" y="47921"/>
                </a:lnTo>
                <a:lnTo>
                  <a:pt x="229722" y="47662"/>
                </a:lnTo>
                <a:lnTo>
                  <a:pt x="216790" y="51348"/>
                </a:lnTo>
                <a:lnTo>
                  <a:pt x="217726" y="51050"/>
                </a:lnTo>
                <a:lnTo>
                  <a:pt x="205074" y="55333"/>
                </a:lnTo>
                <a:lnTo>
                  <a:pt x="205990" y="54995"/>
                </a:lnTo>
                <a:lnTo>
                  <a:pt x="193616" y="59877"/>
                </a:lnTo>
                <a:lnTo>
                  <a:pt x="194513" y="59498"/>
                </a:lnTo>
                <a:lnTo>
                  <a:pt x="182458" y="64938"/>
                </a:lnTo>
                <a:lnTo>
                  <a:pt x="183335" y="64519"/>
                </a:lnTo>
                <a:lnTo>
                  <a:pt x="171579" y="70537"/>
                </a:lnTo>
                <a:lnTo>
                  <a:pt x="172436" y="70078"/>
                </a:lnTo>
                <a:lnTo>
                  <a:pt x="161018" y="76634"/>
                </a:lnTo>
                <a:lnTo>
                  <a:pt x="161835" y="76136"/>
                </a:lnTo>
                <a:lnTo>
                  <a:pt x="150796" y="83229"/>
                </a:lnTo>
                <a:lnTo>
                  <a:pt x="151593" y="82691"/>
                </a:lnTo>
                <a:lnTo>
                  <a:pt x="140914" y="90283"/>
                </a:lnTo>
                <a:lnTo>
                  <a:pt x="141670" y="89705"/>
                </a:lnTo>
                <a:lnTo>
                  <a:pt x="131369" y="97795"/>
                </a:lnTo>
                <a:lnTo>
                  <a:pt x="132106" y="97197"/>
                </a:lnTo>
                <a:lnTo>
                  <a:pt x="122223" y="105765"/>
                </a:lnTo>
                <a:lnTo>
                  <a:pt x="122921" y="105127"/>
                </a:lnTo>
                <a:lnTo>
                  <a:pt x="113476" y="114134"/>
                </a:lnTo>
                <a:lnTo>
                  <a:pt x="114133" y="113476"/>
                </a:lnTo>
                <a:lnTo>
                  <a:pt x="105127" y="122921"/>
                </a:lnTo>
                <a:lnTo>
                  <a:pt x="105765" y="122223"/>
                </a:lnTo>
                <a:lnTo>
                  <a:pt x="97197" y="132106"/>
                </a:lnTo>
                <a:lnTo>
                  <a:pt x="97795" y="131369"/>
                </a:lnTo>
                <a:lnTo>
                  <a:pt x="89725" y="141671"/>
                </a:lnTo>
                <a:lnTo>
                  <a:pt x="90283" y="140914"/>
                </a:lnTo>
                <a:lnTo>
                  <a:pt x="82691" y="151593"/>
                </a:lnTo>
                <a:lnTo>
                  <a:pt x="83229" y="150797"/>
                </a:lnTo>
                <a:lnTo>
                  <a:pt x="76135" y="161836"/>
                </a:lnTo>
                <a:lnTo>
                  <a:pt x="76633" y="161018"/>
                </a:lnTo>
                <a:lnTo>
                  <a:pt x="70078" y="172436"/>
                </a:lnTo>
                <a:lnTo>
                  <a:pt x="70536" y="171579"/>
                </a:lnTo>
                <a:lnTo>
                  <a:pt x="64519" y="183335"/>
                </a:lnTo>
                <a:lnTo>
                  <a:pt x="64937" y="182458"/>
                </a:lnTo>
                <a:lnTo>
                  <a:pt x="59497" y="194513"/>
                </a:lnTo>
                <a:lnTo>
                  <a:pt x="59876" y="193616"/>
                </a:lnTo>
                <a:lnTo>
                  <a:pt x="54994" y="205990"/>
                </a:lnTo>
                <a:lnTo>
                  <a:pt x="55333" y="205074"/>
                </a:lnTo>
                <a:lnTo>
                  <a:pt x="51049" y="217727"/>
                </a:lnTo>
                <a:lnTo>
                  <a:pt x="51348" y="216790"/>
                </a:lnTo>
                <a:lnTo>
                  <a:pt x="47662" y="229722"/>
                </a:lnTo>
                <a:lnTo>
                  <a:pt x="47921" y="228746"/>
                </a:lnTo>
                <a:lnTo>
                  <a:pt x="44872" y="241936"/>
                </a:lnTo>
                <a:lnTo>
                  <a:pt x="45072" y="240960"/>
                </a:lnTo>
                <a:lnTo>
                  <a:pt x="42681" y="254370"/>
                </a:lnTo>
                <a:lnTo>
                  <a:pt x="42840" y="253373"/>
                </a:lnTo>
                <a:lnTo>
                  <a:pt x="41106" y="267022"/>
                </a:lnTo>
                <a:lnTo>
                  <a:pt x="41206" y="266006"/>
                </a:lnTo>
                <a:lnTo>
                  <a:pt x="40150" y="279855"/>
                </a:lnTo>
                <a:lnTo>
                  <a:pt x="40190" y="278838"/>
                </a:lnTo>
                <a:lnTo>
                  <a:pt x="39851" y="292866"/>
                </a:lnTo>
              </a:path>
            </a:pathLst>
          </a:custGeom>
          <a:solidFill xmlns:a="http://schemas.openxmlformats.org/drawingml/2006/main">
            <a:srgbClr val="F5B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227">
            <a:extLst xmlns:a="http://schemas.openxmlformats.org/drawingml/2006/main">
              <a:ext uri="{FF2B5EF4-FFF2-40B4-BE49-F238E27FC236}">
                <a16:creationId xmlns:a16="http://schemas.microsoft.com/office/drawing/2014/main" id="{8904A631-17D7-4060-82AC-8D9E3D8D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796" y="4854898"/>
            <a:ext cx="5167386" cy="314723"/>
          </a:xfrm>
          <a:custGeom xmlns:a="http://schemas.openxmlformats.org/drawingml/2006/main">
            <a:pathLst>
              <a:path w="4593232" h="279754">
                <a:moveTo>
                  <a:pt x="0" y="0"/>
                </a:moveTo>
                <a:lnTo>
                  <a:pt x="0" y="279754"/>
                </a:lnTo>
                <a:lnTo>
                  <a:pt x="4593232" y="279754"/>
                </a:lnTo>
                <a:lnTo>
                  <a:pt x="459323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228">
            <a:extLst xmlns:a="http://schemas.openxmlformats.org/drawingml/2006/main">
              <a:ext uri="{FF2B5EF4-FFF2-40B4-BE49-F238E27FC236}">
                <a16:creationId xmlns:a16="http://schemas.microsoft.com/office/drawing/2014/main" id="{7E549FFC-62D1-45D2-9A7D-8505190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484" y="4844587"/>
            <a:ext cx="5188234" cy="336243"/>
          </a:xfrm>
          <a:custGeom xmlns:a="http://schemas.openxmlformats.org/drawingml/2006/main">
            <a:pathLst>
              <a:path w="4611764" h="298883">
                <a:moveTo>
                  <a:pt x="4611764" y="0"/>
                </a:moveTo>
                <a:lnTo>
                  <a:pt x="4611764" y="298883"/>
                </a:lnTo>
                <a:lnTo>
                  <a:pt x="0" y="298883"/>
                </a:lnTo>
                <a:lnTo>
                  <a:pt x="0" y="0"/>
                </a:lnTo>
                <a:lnTo>
                  <a:pt x="4611764" y="0"/>
                </a:lnTo>
                <a:moveTo>
                  <a:pt x="9963" y="19925"/>
                </a:moveTo>
                <a:lnTo>
                  <a:pt x="19925" y="9963"/>
                </a:lnTo>
                <a:lnTo>
                  <a:pt x="19925" y="288920"/>
                </a:lnTo>
                <a:lnTo>
                  <a:pt x="9963" y="278957"/>
                </a:lnTo>
                <a:lnTo>
                  <a:pt x="4601801" y="278957"/>
                </a:lnTo>
                <a:lnTo>
                  <a:pt x="4591838" y="288920"/>
                </a:lnTo>
                <a:lnTo>
                  <a:pt x="4591838" y="9963"/>
                </a:lnTo>
                <a:lnTo>
                  <a:pt x="4601801" y="19925"/>
                </a:lnTo>
                <a:lnTo>
                  <a:pt x="9963" y="1992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text-229 (b)">
            <a:extLst xmlns:a="http://schemas.openxmlformats.org/drawingml/2006/main">
              <a:ext uri="{FF2B5EF4-FFF2-40B4-BE49-F238E27FC236}">
                <a16:creationId xmlns:a16="http://schemas.microsoft.com/office/drawing/2014/main" id="{EC54D974-EF39-4E8A-B6EC-8BC13B73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0666" y="4687922"/>
            <a:ext cx="539537" cy="501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(b)</a:t>
            </a:r>
          </a:p>
        </p:txBody>
      </p:sp>
      <p:sp>
        <p:nvSpPr>
          <p:cNvPr id="387" name="text-229 Data">
            <a:extLst xmlns:a="http://schemas.openxmlformats.org/drawingml/2006/main">
              <a:ext uri="{FF2B5EF4-FFF2-40B4-BE49-F238E27FC236}">
                <a16:creationId xmlns:a16="http://schemas.microsoft.com/office/drawing/2014/main" id="{958794D1-7AEA-4DFE-836E-1B1BA765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1682" y="4687664"/>
            <a:ext cx="890886" cy="502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388" name="text-229 Genetation">
            <a:extLst xmlns:a="http://schemas.openxmlformats.org/drawingml/2006/main">
              <a:ext uri="{FF2B5EF4-FFF2-40B4-BE49-F238E27FC236}">
                <a16:creationId xmlns:a16="http://schemas.microsoft.com/office/drawing/2014/main" id="{06A37D4B-758C-44AF-A0FC-1FB54016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4633" y="4687340"/>
            <a:ext cx="1912809" cy="50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Genetation</a:t>
            </a:r>
          </a:p>
        </p:txBody>
      </p:sp>
      <p:sp>
        <p:nvSpPr>
          <p:cNvPr id="389" name="text-229 pipeline">
            <a:extLst xmlns:a="http://schemas.openxmlformats.org/drawingml/2006/main">
              <a:ext uri="{FF2B5EF4-FFF2-40B4-BE49-F238E27FC236}">
                <a16:creationId xmlns:a16="http://schemas.microsoft.com/office/drawing/2014/main" id="{15C8B956-B7B1-44BF-A05A-D62EA4C1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763" y="4687351"/>
            <a:ext cx="1337126" cy="502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1325921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8" name="path-1">
            <a:extLst xmlns:a="http://schemas.openxmlformats.org/drawingml/2006/main">
              <a:ext uri="{FF2B5EF4-FFF2-40B4-BE49-F238E27FC236}">
                <a16:creationId xmlns:a16="http://schemas.microsoft.com/office/drawing/2014/main" id="{825969CD-29D5-4088-BE3F-9FD6ED84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57" y="0"/>
            <a:ext cx="15486286" cy="10279759"/>
          </a:xfrm>
          <a:custGeom xmlns:a="http://schemas.openxmlformats.org/drawingml/2006/main">
            <a:pathLst>
              <a:path w="13220700" h="8775869">
                <a:moveTo>
                  <a:pt x="0" y="8775869"/>
                </a:moveTo>
                <a:lnTo>
                  <a:pt x="13220700" y="8775869"/>
                </a:lnTo>
                <a:lnTo>
                  <a:pt x="13220700" y="0"/>
                </a:lnTo>
                <a:lnTo>
                  <a:pt x="0" y="0"/>
                </a:lnTo>
                <a:lnTo>
                  <a:pt x="0" y="87758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AF64FA48-6F66-46FC-8086-4CB54679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9476" y="6225981"/>
            <a:ext cx="3079945" cy="1229569"/>
          </a:xfrm>
          <a:custGeom xmlns:a="http://schemas.openxmlformats.org/drawingml/2006/main">
            <a:pathLst>
              <a:path w="2629360" h="1049688">
                <a:moveTo>
                  <a:pt x="2629360" y="138429"/>
                </a:moveTo>
                <a:cubicBezTo>
                  <a:pt x="2629360" y="61977"/>
                  <a:pt x="2567384" y="0"/>
                  <a:pt x="2491722" y="791"/>
                </a:cubicBezTo>
                <a:lnTo>
                  <a:pt x="2190343" y="791"/>
                </a:lnTo>
                <a:lnTo>
                  <a:pt x="1533002" y="791"/>
                </a:lnTo>
                <a:lnTo>
                  <a:pt x="137637" y="791"/>
                </a:lnTo>
                <a:cubicBezTo>
                  <a:pt x="62174" y="0"/>
                  <a:pt x="198" y="61977"/>
                  <a:pt x="0" y="138429"/>
                </a:cubicBezTo>
                <a:lnTo>
                  <a:pt x="0" y="484897"/>
                </a:lnTo>
                <a:lnTo>
                  <a:pt x="198" y="692145"/>
                </a:lnTo>
                <a:lnTo>
                  <a:pt x="0" y="691354"/>
                </a:lnTo>
                <a:cubicBezTo>
                  <a:pt x="198" y="768597"/>
                  <a:pt x="62174" y="830574"/>
                  <a:pt x="137637" y="831365"/>
                </a:cubicBezTo>
                <a:lnTo>
                  <a:pt x="1533002" y="831365"/>
                </a:lnTo>
                <a:lnTo>
                  <a:pt x="2382561" y="1049688"/>
                </a:lnTo>
                <a:lnTo>
                  <a:pt x="2190343" y="831365"/>
                </a:lnTo>
                <a:lnTo>
                  <a:pt x="2491722" y="831365"/>
                </a:lnTo>
                <a:cubicBezTo>
                  <a:pt x="2567384" y="830574"/>
                  <a:pt x="2629360" y="768597"/>
                  <a:pt x="2629360" y="692145"/>
                </a:cubicBezTo>
                <a:lnTo>
                  <a:pt x="2629360" y="691354"/>
                </a:lnTo>
                <a:lnTo>
                  <a:pt x="2629360" y="484897"/>
                </a:lnTo>
                <a:lnTo>
                  <a:pt x="2629360" y="138429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AB362305-280A-4064-8DC9-AA568F53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8126" y="6214399"/>
            <a:ext cx="3102878" cy="1263042"/>
          </a:xfrm>
          <a:custGeom xmlns:a="http://schemas.openxmlformats.org/drawingml/2006/main">
            <a:pathLst>
              <a:path w="2648938" h="1078264">
                <a:moveTo>
                  <a:pt x="2648741" y="140683"/>
                </a:moveTo>
                <a:lnTo>
                  <a:pt x="2648167" y="133168"/>
                </a:lnTo>
                <a:lnTo>
                  <a:pt x="2647237" y="125733"/>
                </a:lnTo>
                <a:lnTo>
                  <a:pt x="2645933" y="118435"/>
                </a:lnTo>
                <a:lnTo>
                  <a:pt x="2644271" y="111257"/>
                </a:lnTo>
                <a:lnTo>
                  <a:pt x="2642274" y="104217"/>
                </a:lnTo>
                <a:lnTo>
                  <a:pt x="2639940" y="97316"/>
                </a:lnTo>
                <a:lnTo>
                  <a:pt x="2637290" y="90572"/>
                </a:lnTo>
                <a:lnTo>
                  <a:pt x="2634304" y="84007"/>
                </a:lnTo>
                <a:lnTo>
                  <a:pt x="2631041" y="77619"/>
                </a:lnTo>
                <a:lnTo>
                  <a:pt x="2627462" y="71390"/>
                </a:lnTo>
                <a:lnTo>
                  <a:pt x="2623605" y="65378"/>
                </a:lnTo>
                <a:lnTo>
                  <a:pt x="2619472" y="59564"/>
                </a:lnTo>
                <a:lnTo>
                  <a:pt x="2615063" y="53967"/>
                </a:lnTo>
                <a:lnTo>
                  <a:pt x="2610415" y="48589"/>
                </a:lnTo>
                <a:lnTo>
                  <a:pt x="2605491" y="43447"/>
                </a:lnTo>
                <a:lnTo>
                  <a:pt x="2600350" y="38523"/>
                </a:lnTo>
                <a:lnTo>
                  <a:pt x="2594970" y="33875"/>
                </a:lnTo>
                <a:lnTo>
                  <a:pt x="2589375" y="29465"/>
                </a:lnTo>
                <a:lnTo>
                  <a:pt x="2583560" y="25332"/>
                </a:lnTo>
                <a:lnTo>
                  <a:pt x="2577548" y="21476"/>
                </a:lnTo>
                <a:lnTo>
                  <a:pt x="2571318" y="17897"/>
                </a:lnTo>
                <a:lnTo>
                  <a:pt x="2564931" y="14634"/>
                </a:lnTo>
                <a:lnTo>
                  <a:pt x="2558367" y="11648"/>
                </a:lnTo>
                <a:lnTo>
                  <a:pt x="2551623" y="8997"/>
                </a:lnTo>
                <a:lnTo>
                  <a:pt x="2544721" y="6664"/>
                </a:lnTo>
                <a:lnTo>
                  <a:pt x="2537681" y="4667"/>
                </a:lnTo>
                <a:lnTo>
                  <a:pt x="2530502" y="3005"/>
                </a:lnTo>
                <a:lnTo>
                  <a:pt x="2523205" y="1700"/>
                </a:lnTo>
                <a:lnTo>
                  <a:pt x="2515770" y="771"/>
                </a:lnTo>
                <a:lnTo>
                  <a:pt x="2508255" y="197"/>
                </a:lnTo>
                <a:lnTo>
                  <a:pt x="2500759" y="0"/>
                </a:lnTo>
                <a:lnTo>
                  <a:pt x="2200864" y="0"/>
                </a:lnTo>
                <a:lnTo>
                  <a:pt x="1543562" y="0"/>
                </a:lnTo>
                <a:lnTo>
                  <a:pt x="148178" y="0"/>
                </a:lnTo>
                <a:lnTo>
                  <a:pt x="140682" y="197"/>
                </a:lnTo>
                <a:lnTo>
                  <a:pt x="133168" y="771"/>
                </a:lnTo>
                <a:lnTo>
                  <a:pt x="125732" y="1700"/>
                </a:lnTo>
                <a:lnTo>
                  <a:pt x="118435" y="3005"/>
                </a:lnTo>
                <a:lnTo>
                  <a:pt x="111257" y="4667"/>
                </a:lnTo>
                <a:lnTo>
                  <a:pt x="104216" y="6664"/>
                </a:lnTo>
                <a:lnTo>
                  <a:pt x="97315" y="8997"/>
                </a:lnTo>
                <a:lnTo>
                  <a:pt x="90571" y="11648"/>
                </a:lnTo>
                <a:lnTo>
                  <a:pt x="84007" y="14634"/>
                </a:lnTo>
                <a:lnTo>
                  <a:pt x="77619" y="17897"/>
                </a:lnTo>
                <a:lnTo>
                  <a:pt x="71390" y="21476"/>
                </a:lnTo>
                <a:lnTo>
                  <a:pt x="65377" y="25332"/>
                </a:lnTo>
                <a:lnTo>
                  <a:pt x="59563" y="29465"/>
                </a:lnTo>
                <a:lnTo>
                  <a:pt x="53967" y="33875"/>
                </a:lnTo>
                <a:lnTo>
                  <a:pt x="48588" y="38523"/>
                </a:lnTo>
                <a:lnTo>
                  <a:pt x="43426" y="43447"/>
                </a:lnTo>
                <a:lnTo>
                  <a:pt x="38523" y="48589"/>
                </a:lnTo>
                <a:lnTo>
                  <a:pt x="33874" y="53967"/>
                </a:lnTo>
                <a:lnTo>
                  <a:pt x="29465" y="59564"/>
                </a:lnTo>
                <a:lnTo>
                  <a:pt x="25332" y="65378"/>
                </a:lnTo>
                <a:lnTo>
                  <a:pt x="21477" y="71390"/>
                </a:lnTo>
                <a:lnTo>
                  <a:pt x="17896" y="77619"/>
                </a:lnTo>
                <a:lnTo>
                  <a:pt x="14634" y="84007"/>
                </a:lnTo>
                <a:lnTo>
                  <a:pt x="11648" y="90572"/>
                </a:lnTo>
                <a:lnTo>
                  <a:pt x="8997" y="97316"/>
                </a:lnTo>
                <a:lnTo>
                  <a:pt x="6664" y="104217"/>
                </a:lnTo>
                <a:lnTo>
                  <a:pt x="4666" y="111257"/>
                </a:lnTo>
                <a:lnTo>
                  <a:pt x="3005" y="118435"/>
                </a:lnTo>
                <a:lnTo>
                  <a:pt x="1700" y="125733"/>
                </a:lnTo>
                <a:lnTo>
                  <a:pt x="772" y="133168"/>
                </a:lnTo>
                <a:lnTo>
                  <a:pt x="196" y="140683"/>
                </a:lnTo>
                <a:lnTo>
                  <a:pt x="0" y="148178"/>
                </a:lnTo>
                <a:lnTo>
                  <a:pt x="0" y="494389"/>
                </a:lnTo>
                <a:lnTo>
                  <a:pt x="0" y="702033"/>
                </a:lnTo>
                <a:lnTo>
                  <a:pt x="0" y="702171"/>
                </a:lnTo>
                <a:lnTo>
                  <a:pt x="196" y="709666"/>
                </a:lnTo>
                <a:lnTo>
                  <a:pt x="772" y="717181"/>
                </a:lnTo>
                <a:lnTo>
                  <a:pt x="1700" y="724617"/>
                </a:lnTo>
                <a:lnTo>
                  <a:pt x="3005" y="731914"/>
                </a:lnTo>
                <a:lnTo>
                  <a:pt x="4666" y="739092"/>
                </a:lnTo>
                <a:lnTo>
                  <a:pt x="6664" y="746132"/>
                </a:lnTo>
                <a:lnTo>
                  <a:pt x="8997" y="753033"/>
                </a:lnTo>
                <a:lnTo>
                  <a:pt x="11648" y="759778"/>
                </a:lnTo>
                <a:lnTo>
                  <a:pt x="14634" y="766342"/>
                </a:lnTo>
                <a:lnTo>
                  <a:pt x="17896" y="772730"/>
                </a:lnTo>
                <a:lnTo>
                  <a:pt x="21477" y="778959"/>
                </a:lnTo>
                <a:lnTo>
                  <a:pt x="25332" y="784972"/>
                </a:lnTo>
                <a:lnTo>
                  <a:pt x="29465" y="790785"/>
                </a:lnTo>
                <a:lnTo>
                  <a:pt x="33874" y="796383"/>
                </a:lnTo>
                <a:lnTo>
                  <a:pt x="38523" y="801761"/>
                </a:lnTo>
                <a:lnTo>
                  <a:pt x="43426" y="806902"/>
                </a:lnTo>
                <a:lnTo>
                  <a:pt x="48588" y="811827"/>
                </a:lnTo>
                <a:lnTo>
                  <a:pt x="53967" y="816474"/>
                </a:lnTo>
                <a:lnTo>
                  <a:pt x="59563" y="820884"/>
                </a:lnTo>
                <a:lnTo>
                  <a:pt x="65377" y="825017"/>
                </a:lnTo>
                <a:lnTo>
                  <a:pt x="71390" y="828874"/>
                </a:lnTo>
                <a:lnTo>
                  <a:pt x="77619" y="832452"/>
                </a:lnTo>
                <a:lnTo>
                  <a:pt x="84007" y="835715"/>
                </a:lnTo>
                <a:lnTo>
                  <a:pt x="90571" y="838702"/>
                </a:lnTo>
                <a:lnTo>
                  <a:pt x="97315" y="841351"/>
                </a:lnTo>
                <a:lnTo>
                  <a:pt x="104216" y="843685"/>
                </a:lnTo>
                <a:lnTo>
                  <a:pt x="111257" y="845682"/>
                </a:lnTo>
                <a:lnTo>
                  <a:pt x="118435" y="847344"/>
                </a:lnTo>
                <a:lnTo>
                  <a:pt x="125732" y="848650"/>
                </a:lnTo>
                <a:lnTo>
                  <a:pt x="133168" y="849579"/>
                </a:lnTo>
                <a:lnTo>
                  <a:pt x="140682" y="850152"/>
                </a:lnTo>
                <a:lnTo>
                  <a:pt x="148178" y="850350"/>
                </a:lnTo>
                <a:lnTo>
                  <a:pt x="1543562" y="850350"/>
                </a:lnTo>
                <a:lnTo>
                  <a:pt x="1541090" y="850033"/>
                </a:lnTo>
                <a:lnTo>
                  <a:pt x="2421815" y="1078264"/>
                </a:lnTo>
                <a:lnTo>
                  <a:pt x="2208298" y="833956"/>
                </a:lnTo>
                <a:lnTo>
                  <a:pt x="2200864" y="850350"/>
                </a:lnTo>
                <a:lnTo>
                  <a:pt x="2500759" y="850350"/>
                </a:lnTo>
                <a:lnTo>
                  <a:pt x="2508255" y="850152"/>
                </a:lnTo>
                <a:lnTo>
                  <a:pt x="2515770" y="849579"/>
                </a:lnTo>
                <a:lnTo>
                  <a:pt x="2523205" y="848650"/>
                </a:lnTo>
                <a:lnTo>
                  <a:pt x="2530502" y="847344"/>
                </a:lnTo>
                <a:lnTo>
                  <a:pt x="2537681" y="845682"/>
                </a:lnTo>
                <a:lnTo>
                  <a:pt x="2544721" y="843685"/>
                </a:lnTo>
                <a:lnTo>
                  <a:pt x="2551623" y="841351"/>
                </a:lnTo>
                <a:lnTo>
                  <a:pt x="2558367" y="838702"/>
                </a:lnTo>
                <a:lnTo>
                  <a:pt x="2564931" y="835715"/>
                </a:lnTo>
                <a:lnTo>
                  <a:pt x="2571318" y="832452"/>
                </a:lnTo>
                <a:lnTo>
                  <a:pt x="2577548" y="828874"/>
                </a:lnTo>
                <a:lnTo>
                  <a:pt x="2583560" y="825017"/>
                </a:lnTo>
                <a:lnTo>
                  <a:pt x="2589375" y="820884"/>
                </a:lnTo>
                <a:lnTo>
                  <a:pt x="2594970" y="816474"/>
                </a:lnTo>
                <a:lnTo>
                  <a:pt x="2600350" y="811827"/>
                </a:lnTo>
                <a:lnTo>
                  <a:pt x="2605491" y="806902"/>
                </a:lnTo>
                <a:lnTo>
                  <a:pt x="2610415" y="801761"/>
                </a:lnTo>
                <a:lnTo>
                  <a:pt x="2615063" y="796383"/>
                </a:lnTo>
                <a:lnTo>
                  <a:pt x="2619472" y="790785"/>
                </a:lnTo>
                <a:lnTo>
                  <a:pt x="2623605" y="784972"/>
                </a:lnTo>
                <a:lnTo>
                  <a:pt x="2627462" y="778959"/>
                </a:lnTo>
                <a:lnTo>
                  <a:pt x="2631041" y="772730"/>
                </a:lnTo>
                <a:lnTo>
                  <a:pt x="2634304" y="766342"/>
                </a:lnTo>
                <a:lnTo>
                  <a:pt x="2637290" y="759778"/>
                </a:lnTo>
                <a:lnTo>
                  <a:pt x="2639940" y="753033"/>
                </a:lnTo>
                <a:lnTo>
                  <a:pt x="2642274" y="746132"/>
                </a:lnTo>
                <a:lnTo>
                  <a:pt x="2644271" y="739092"/>
                </a:lnTo>
                <a:lnTo>
                  <a:pt x="2645933" y="731914"/>
                </a:lnTo>
                <a:lnTo>
                  <a:pt x="2647237" y="724617"/>
                </a:lnTo>
                <a:lnTo>
                  <a:pt x="2648167" y="717181"/>
                </a:lnTo>
                <a:lnTo>
                  <a:pt x="2648741" y="709666"/>
                </a:lnTo>
                <a:lnTo>
                  <a:pt x="2648938" y="702171"/>
                </a:lnTo>
                <a:lnTo>
                  <a:pt x="2648938" y="702033"/>
                </a:lnTo>
                <a:lnTo>
                  <a:pt x="2648938" y="494389"/>
                </a:lnTo>
                <a:lnTo>
                  <a:pt x="2648938" y="148178"/>
                </a:lnTo>
                <a:lnTo>
                  <a:pt x="2648741" y="140683"/>
                </a:lnTo>
                <a:moveTo>
                  <a:pt x="2629162" y="148554"/>
                </a:moveTo>
                <a:lnTo>
                  <a:pt x="2629162" y="148317"/>
                </a:lnTo>
                <a:lnTo>
                  <a:pt x="2629162" y="494389"/>
                </a:lnTo>
                <a:lnTo>
                  <a:pt x="2629162" y="702033"/>
                </a:lnTo>
                <a:lnTo>
                  <a:pt x="2629162" y="701795"/>
                </a:lnTo>
                <a:lnTo>
                  <a:pt x="2628984" y="708915"/>
                </a:lnTo>
                <a:lnTo>
                  <a:pt x="2629004" y="708420"/>
                </a:lnTo>
                <a:lnTo>
                  <a:pt x="2628470" y="715440"/>
                </a:lnTo>
                <a:lnTo>
                  <a:pt x="2628529" y="714946"/>
                </a:lnTo>
                <a:lnTo>
                  <a:pt x="2627640" y="721868"/>
                </a:lnTo>
                <a:lnTo>
                  <a:pt x="2627718" y="721374"/>
                </a:lnTo>
                <a:lnTo>
                  <a:pt x="2626513" y="728196"/>
                </a:lnTo>
                <a:lnTo>
                  <a:pt x="2626611" y="727721"/>
                </a:lnTo>
                <a:lnTo>
                  <a:pt x="2625050" y="734406"/>
                </a:lnTo>
                <a:lnTo>
                  <a:pt x="2625188" y="733930"/>
                </a:lnTo>
                <a:lnTo>
                  <a:pt x="2623309" y="740496"/>
                </a:lnTo>
                <a:lnTo>
                  <a:pt x="2623468" y="740041"/>
                </a:lnTo>
                <a:lnTo>
                  <a:pt x="2621292" y="746468"/>
                </a:lnTo>
                <a:lnTo>
                  <a:pt x="2621451" y="746015"/>
                </a:lnTo>
                <a:lnTo>
                  <a:pt x="2618979" y="752283"/>
                </a:lnTo>
                <a:lnTo>
                  <a:pt x="2619156" y="751848"/>
                </a:lnTo>
                <a:lnTo>
                  <a:pt x="2616387" y="757977"/>
                </a:lnTo>
                <a:lnTo>
                  <a:pt x="2616606" y="757543"/>
                </a:lnTo>
                <a:lnTo>
                  <a:pt x="2613540" y="763515"/>
                </a:lnTo>
                <a:lnTo>
                  <a:pt x="2613778" y="763099"/>
                </a:lnTo>
                <a:lnTo>
                  <a:pt x="2610435" y="768893"/>
                </a:lnTo>
                <a:lnTo>
                  <a:pt x="2610693" y="768478"/>
                </a:lnTo>
                <a:lnTo>
                  <a:pt x="2607093" y="774095"/>
                </a:lnTo>
                <a:lnTo>
                  <a:pt x="2607350" y="773700"/>
                </a:lnTo>
                <a:lnTo>
                  <a:pt x="2603493" y="779138"/>
                </a:lnTo>
                <a:lnTo>
                  <a:pt x="2603770" y="778742"/>
                </a:lnTo>
                <a:lnTo>
                  <a:pt x="2599657" y="783983"/>
                </a:lnTo>
                <a:lnTo>
                  <a:pt x="2599974" y="783607"/>
                </a:lnTo>
                <a:lnTo>
                  <a:pt x="2595623" y="788630"/>
                </a:lnTo>
                <a:lnTo>
                  <a:pt x="2595939" y="788294"/>
                </a:lnTo>
                <a:lnTo>
                  <a:pt x="2591351" y="793099"/>
                </a:lnTo>
                <a:lnTo>
                  <a:pt x="2591688" y="792763"/>
                </a:lnTo>
                <a:lnTo>
                  <a:pt x="2586882" y="797351"/>
                </a:lnTo>
                <a:lnTo>
                  <a:pt x="2587218" y="797035"/>
                </a:lnTo>
                <a:lnTo>
                  <a:pt x="2582195" y="801385"/>
                </a:lnTo>
                <a:lnTo>
                  <a:pt x="2582572" y="801069"/>
                </a:lnTo>
                <a:lnTo>
                  <a:pt x="2577330" y="805181"/>
                </a:lnTo>
                <a:lnTo>
                  <a:pt x="2577727" y="804905"/>
                </a:lnTo>
                <a:lnTo>
                  <a:pt x="2572288" y="808761"/>
                </a:lnTo>
                <a:lnTo>
                  <a:pt x="2572684" y="808505"/>
                </a:lnTo>
                <a:lnTo>
                  <a:pt x="2567067" y="812104"/>
                </a:lnTo>
                <a:lnTo>
                  <a:pt x="2567483" y="811846"/>
                </a:lnTo>
                <a:lnTo>
                  <a:pt x="2561688" y="815188"/>
                </a:lnTo>
                <a:lnTo>
                  <a:pt x="2562103" y="814951"/>
                </a:lnTo>
                <a:lnTo>
                  <a:pt x="2556131" y="818017"/>
                </a:lnTo>
                <a:lnTo>
                  <a:pt x="2556567" y="817798"/>
                </a:lnTo>
                <a:lnTo>
                  <a:pt x="2550437" y="820567"/>
                </a:lnTo>
                <a:lnTo>
                  <a:pt x="2550871" y="820390"/>
                </a:lnTo>
                <a:lnTo>
                  <a:pt x="2544601" y="822862"/>
                </a:lnTo>
                <a:lnTo>
                  <a:pt x="2545056" y="822703"/>
                </a:lnTo>
                <a:lnTo>
                  <a:pt x="2538610" y="824878"/>
                </a:lnTo>
                <a:lnTo>
                  <a:pt x="2539084" y="824720"/>
                </a:lnTo>
                <a:lnTo>
                  <a:pt x="2532519" y="826599"/>
                </a:lnTo>
                <a:lnTo>
                  <a:pt x="2532994" y="826461"/>
                </a:lnTo>
                <a:lnTo>
                  <a:pt x="2526290" y="828023"/>
                </a:lnTo>
                <a:lnTo>
                  <a:pt x="2526783" y="827924"/>
                </a:lnTo>
                <a:lnTo>
                  <a:pt x="2519962" y="829131"/>
                </a:lnTo>
                <a:lnTo>
                  <a:pt x="2520457" y="829051"/>
                </a:lnTo>
                <a:lnTo>
                  <a:pt x="2513534" y="829941"/>
                </a:lnTo>
                <a:lnTo>
                  <a:pt x="2514030" y="829882"/>
                </a:lnTo>
                <a:lnTo>
                  <a:pt x="2507008" y="830416"/>
                </a:lnTo>
                <a:lnTo>
                  <a:pt x="2507503" y="830396"/>
                </a:lnTo>
                <a:lnTo>
                  <a:pt x="2500384" y="830574"/>
                </a:lnTo>
                <a:lnTo>
                  <a:pt x="2500620" y="830574"/>
                </a:lnTo>
                <a:lnTo>
                  <a:pt x="2179090" y="830574"/>
                </a:lnTo>
                <a:lnTo>
                  <a:pt x="2385863" y="1067169"/>
                </a:lnTo>
                <a:lnTo>
                  <a:pt x="2395791" y="1051091"/>
                </a:lnTo>
                <a:lnTo>
                  <a:pt x="1544828" y="830574"/>
                </a:lnTo>
                <a:lnTo>
                  <a:pt x="148317" y="830574"/>
                </a:lnTo>
                <a:lnTo>
                  <a:pt x="148554" y="830574"/>
                </a:lnTo>
                <a:lnTo>
                  <a:pt x="141434" y="830396"/>
                </a:lnTo>
                <a:lnTo>
                  <a:pt x="141930" y="830416"/>
                </a:lnTo>
                <a:lnTo>
                  <a:pt x="134908" y="829882"/>
                </a:lnTo>
                <a:lnTo>
                  <a:pt x="135403" y="829941"/>
                </a:lnTo>
                <a:lnTo>
                  <a:pt x="128480" y="829051"/>
                </a:lnTo>
                <a:lnTo>
                  <a:pt x="128976" y="829131"/>
                </a:lnTo>
                <a:lnTo>
                  <a:pt x="122154" y="827924"/>
                </a:lnTo>
                <a:lnTo>
                  <a:pt x="122628" y="828023"/>
                </a:lnTo>
                <a:lnTo>
                  <a:pt x="115944" y="826461"/>
                </a:lnTo>
                <a:lnTo>
                  <a:pt x="116418" y="826599"/>
                </a:lnTo>
                <a:lnTo>
                  <a:pt x="109853" y="824720"/>
                </a:lnTo>
                <a:lnTo>
                  <a:pt x="110309" y="824878"/>
                </a:lnTo>
                <a:lnTo>
                  <a:pt x="103881" y="822703"/>
                </a:lnTo>
                <a:lnTo>
                  <a:pt x="104336" y="822862"/>
                </a:lnTo>
                <a:lnTo>
                  <a:pt x="98067" y="820390"/>
                </a:lnTo>
                <a:lnTo>
                  <a:pt x="98501" y="820567"/>
                </a:lnTo>
                <a:lnTo>
                  <a:pt x="92371" y="817798"/>
                </a:lnTo>
                <a:lnTo>
                  <a:pt x="92806" y="818017"/>
                </a:lnTo>
                <a:lnTo>
                  <a:pt x="86834" y="814951"/>
                </a:lnTo>
                <a:lnTo>
                  <a:pt x="87249" y="815188"/>
                </a:lnTo>
                <a:lnTo>
                  <a:pt x="81455" y="811846"/>
                </a:lnTo>
                <a:lnTo>
                  <a:pt x="81870" y="812104"/>
                </a:lnTo>
                <a:lnTo>
                  <a:pt x="76253" y="808505"/>
                </a:lnTo>
                <a:lnTo>
                  <a:pt x="76650" y="808761"/>
                </a:lnTo>
                <a:lnTo>
                  <a:pt x="71211" y="804905"/>
                </a:lnTo>
                <a:lnTo>
                  <a:pt x="71607" y="805181"/>
                </a:lnTo>
                <a:lnTo>
                  <a:pt x="66366" y="801069"/>
                </a:lnTo>
                <a:lnTo>
                  <a:pt x="66742" y="801385"/>
                </a:lnTo>
                <a:lnTo>
                  <a:pt x="61719" y="797035"/>
                </a:lnTo>
                <a:lnTo>
                  <a:pt x="62056" y="797351"/>
                </a:lnTo>
                <a:lnTo>
                  <a:pt x="57250" y="792763"/>
                </a:lnTo>
                <a:lnTo>
                  <a:pt x="57586" y="793099"/>
                </a:lnTo>
                <a:lnTo>
                  <a:pt x="52999" y="788294"/>
                </a:lnTo>
                <a:lnTo>
                  <a:pt x="53314" y="788630"/>
                </a:lnTo>
                <a:lnTo>
                  <a:pt x="48963" y="783607"/>
                </a:lnTo>
                <a:lnTo>
                  <a:pt x="49281" y="783983"/>
                </a:lnTo>
                <a:lnTo>
                  <a:pt x="45168" y="778742"/>
                </a:lnTo>
                <a:lnTo>
                  <a:pt x="45444" y="779138"/>
                </a:lnTo>
                <a:lnTo>
                  <a:pt x="41587" y="773700"/>
                </a:lnTo>
                <a:lnTo>
                  <a:pt x="41844" y="774095"/>
                </a:lnTo>
                <a:lnTo>
                  <a:pt x="38245" y="768478"/>
                </a:lnTo>
                <a:lnTo>
                  <a:pt x="38503" y="768893"/>
                </a:lnTo>
                <a:lnTo>
                  <a:pt x="35160" y="763099"/>
                </a:lnTo>
                <a:lnTo>
                  <a:pt x="35398" y="763515"/>
                </a:lnTo>
                <a:lnTo>
                  <a:pt x="32332" y="757543"/>
                </a:lnTo>
                <a:lnTo>
                  <a:pt x="32550" y="757977"/>
                </a:lnTo>
                <a:lnTo>
                  <a:pt x="29782" y="751848"/>
                </a:lnTo>
                <a:lnTo>
                  <a:pt x="29960" y="752283"/>
                </a:lnTo>
                <a:lnTo>
                  <a:pt x="27487" y="746015"/>
                </a:lnTo>
                <a:lnTo>
                  <a:pt x="27645" y="746468"/>
                </a:lnTo>
                <a:lnTo>
                  <a:pt x="25470" y="740041"/>
                </a:lnTo>
                <a:lnTo>
                  <a:pt x="25629" y="740496"/>
                </a:lnTo>
                <a:lnTo>
                  <a:pt x="23750" y="733930"/>
                </a:lnTo>
                <a:lnTo>
                  <a:pt x="23888" y="734406"/>
                </a:lnTo>
                <a:lnTo>
                  <a:pt x="22326" y="727721"/>
                </a:lnTo>
                <a:lnTo>
                  <a:pt x="22425" y="728196"/>
                </a:lnTo>
                <a:lnTo>
                  <a:pt x="21219" y="721374"/>
                </a:lnTo>
                <a:lnTo>
                  <a:pt x="21298" y="721868"/>
                </a:lnTo>
                <a:lnTo>
                  <a:pt x="20408" y="714946"/>
                </a:lnTo>
                <a:lnTo>
                  <a:pt x="20467" y="715440"/>
                </a:lnTo>
                <a:lnTo>
                  <a:pt x="19933" y="708420"/>
                </a:lnTo>
                <a:lnTo>
                  <a:pt x="19953" y="708915"/>
                </a:lnTo>
                <a:lnTo>
                  <a:pt x="19775" y="701795"/>
                </a:lnTo>
                <a:lnTo>
                  <a:pt x="19775" y="702033"/>
                </a:lnTo>
                <a:lnTo>
                  <a:pt x="19775" y="494389"/>
                </a:lnTo>
                <a:lnTo>
                  <a:pt x="19775" y="148317"/>
                </a:lnTo>
                <a:lnTo>
                  <a:pt x="19775" y="148554"/>
                </a:lnTo>
                <a:lnTo>
                  <a:pt x="19953" y="141435"/>
                </a:lnTo>
                <a:lnTo>
                  <a:pt x="19933" y="141929"/>
                </a:lnTo>
                <a:lnTo>
                  <a:pt x="20467" y="134909"/>
                </a:lnTo>
                <a:lnTo>
                  <a:pt x="20408" y="135403"/>
                </a:lnTo>
                <a:lnTo>
                  <a:pt x="21298" y="128481"/>
                </a:lnTo>
                <a:lnTo>
                  <a:pt x="21219" y="128976"/>
                </a:lnTo>
                <a:lnTo>
                  <a:pt x="22425" y="122154"/>
                </a:lnTo>
                <a:lnTo>
                  <a:pt x="22326" y="122628"/>
                </a:lnTo>
                <a:lnTo>
                  <a:pt x="23888" y="115944"/>
                </a:lnTo>
                <a:lnTo>
                  <a:pt x="23750" y="116419"/>
                </a:lnTo>
                <a:lnTo>
                  <a:pt x="25629" y="109853"/>
                </a:lnTo>
                <a:lnTo>
                  <a:pt x="25470" y="110308"/>
                </a:lnTo>
                <a:lnTo>
                  <a:pt x="27645" y="103881"/>
                </a:lnTo>
                <a:lnTo>
                  <a:pt x="27487" y="104336"/>
                </a:lnTo>
                <a:lnTo>
                  <a:pt x="29960" y="98067"/>
                </a:lnTo>
                <a:lnTo>
                  <a:pt x="29782" y="98502"/>
                </a:lnTo>
                <a:lnTo>
                  <a:pt x="32550" y="92371"/>
                </a:lnTo>
                <a:lnTo>
                  <a:pt x="32332" y="92807"/>
                </a:lnTo>
                <a:lnTo>
                  <a:pt x="35398" y="86834"/>
                </a:lnTo>
                <a:lnTo>
                  <a:pt x="35160" y="87250"/>
                </a:lnTo>
                <a:lnTo>
                  <a:pt x="38503" y="81455"/>
                </a:lnTo>
                <a:lnTo>
                  <a:pt x="38245" y="81871"/>
                </a:lnTo>
                <a:lnTo>
                  <a:pt x="41844" y="76254"/>
                </a:lnTo>
                <a:lnTo>
                  <a:pt x="41587" y="76650"/>
                </a:lnTo>
                <a:lnTo>
                  <a:pt x="45444" y="71212"/>
                </a:lnTo>
                <a:lnTo>
                  <a:pt x="45168" y="71607"/>
                </a:lnTo>
                <a:lnTo>
                  <a:pt x="49281" y="66367"/>
                </a:lnTo>
                <a:lnTo>
                  <a:pt x="48963" y="66742"/>
                </a:lnTo>
                <a:lnTo>
                  <a:pt x="53314" y="61720"/>
                </a:lnTo>
                <a:lnTo>
                  <a:pt x="52999" y="62056"/>
                </a:lnTo>
                <a:lnTo>
                  <a:pt x="57586" y="57250"/>
                </a:lnTo>
                <a:lnTo>
                  <a:pt x="57250" y="57586"/>
                </a:lnTo>
                <a:lnTo>
                  <a:pt x="62056" y="52999"/>
                </a:lnTo>
                <a:lnTo>
                  <a:pt x="61719" y="53314"/>
                </a:lnTo>
                <a:lnTo>
                  <a:pt x="66742" y="48964"/>
                </a:lnTo>
                <a:lnTo>
                  <a:pt x="66366" y="49280"/>
                </a:lnTo>
                <a:lnTo>
                  <a:pt x="71607" y="45167"/>
                </a:lnTo>
                <a:lnTo>
                  <a:pt x="71211" y="45444"/>
                </a:lnTo>
                <a:lnTo>
                  <a:pt x="76650" y="41588"/>
                </a:lnTo>
                <a:lnTo>
                  <a:pt x="76253" y="41845"/>
                </a:lnTo>
                <a:lnTo>
                  <a:pt x="81870" y="38246"/>
                </a:lnTo>
                <a:lnTo>
                  <a:pt x="81455" y="38503"/>
                </a:lnTo>
                <a:lnTo>
                  <a:pt x="87249" y="35161"/>
                </a:lnTo>
                <a:lnTo>
                  <a:pt x="86834" y="35398"/>
                </a:lnTo>
                <a:lnTo>
                  <a:pt x="92806" y="32332"/>
                </a:lnTo>
                <a:lnTo>
                  <a:pt x="92371" y="32551"/>
                </a:lnTo>
                <a:lnTo>
                  <a:pt x="98501" y="29782"/>
                </a:lnTo>
                <a:lnTo>
                  <a:pt x="98067" y="29960"/>
                </a:lnTo>
                <a:lnTo>
                  <a:pt x="104336" y="27487"/>
                </a:lnTo>
                <a:lnTo>
                  <a:pt x="103881" y="27646"/>
                </a:lnTo>
                <a:lnTo>
                  <a:pt x="110309" y="25471"/>
                </a:lnTo>
                <a:lnTo>
                  <a:pt x="109853" y="25629"/>
                </a:lnTo>
                <a:lnTo>
                  <a:pt x="116418" y="23750"/>
                </a:lnTo>
                <a:lnTo>
                  <a:pt x="115944" y="23888"/>
                </a:lnTo>
                <a:lnTo>
                  <a:pt x="122628" y="22326"/>
                </a:lnTo>
                <a:lnTo>
                  <a:pt x="122154" y="22425"/>
                </a:lnTo>
                <a:lnTo>
                  <a:pt x="128976" y="21219"/>
                </a:lnTo>
                <a:lnTo>
                  <a:pt x="128480" y="21298"/>
                </a:lnTo>
                <a:lnTo>
                  <a:pt x="135403" y="20408"/>
                </a:lnTo>
                <a:lnTo>
                  <a:pt x="134908" y="20467"/>
                </a:lnTo>
                <a:lnTo>
                  <a:pt x="141930" y="19933"/>
                </a:lnTo>
                <a:lnTo>
                  <a:pt x="141434" y="19953"/>
                </a:lnTo>
                <a:lnTo>
                  <a:pt x="148554" y="19776"/>
                </a:lnTo>
                <a:lnTo>
                  <a:pt x="148317" y="19776"/>
                </a:lnTo>
                <a:lnTo>
                  <a:pt x="1543562" y="19776"/>
                </a:lnTo>
                <a:lnTo>
                  <a:pt x="2200864" y="19776"/>
                </a:lnTo>
                <a:lnTo>
                  <a:pt x="2500620" y="19776"/>
                </a:lnTo>
                <a:lnTo>
                  <a:pt x="2500384" y="19776"/>
                </a:lnTo>
                <a:lnTo>
                  <a:pt x="2507503" y="19953"/>
                </a:lnTo>
                <a:lnTo>
                  <a:pt x="2507008" y="19933"/>
                </a:lnTo>
                <a:lnTo>
                  <a:pt x="2514030" y="20467"/>
                </a:lnTo>
                <a:lnTo>
                  <a:pt x="2513534" y="20408"/>
                </a:lnTo>
                <a:lnTo>
                  <a:pt x="2520457" y="21298"/>
                </a:lnTo>
                <a:lnTo>
                  <a:pt x="2519962" y="21219"/>
                </a:lnTo>
                <a:lnTo>
                  <a:pt x="2526783" y="22425"/>
                </a:lnTo>
                <a:lnTo>
                  <a:pt x="2526290" y="22326"/>
                </a:lnTo>
                <a:lnTo>
                  <a:pt x="2532994" y="23888"/>
                </a:lnTo>
                <a:lnTo>
                  <a:pt x="2532519" y="23750"/>
                </a:lnTo>
                <a:lnTo>
                  <a:pt x="2539084" y="25629"/>
                </a:lnTo>
                <a:lnTo>
                  <a:pt x="2538610" y="25471"/>
                </a:lnTo>
                <a:lnTo>
                  <a:pt x="2545056" y="27646"/>
                </a:lnTo>
                <a:lnTo>
                  <a:pt x="2544601" y="27487"/>
                </a:lnTo>
                <a:lnTo>
                  <a:pt x="2550871" y="29960"/>
                </a:lnTo>
                <a:lnTo>
                  <a:pt x="2550437" y="29782"/>
                </a:lnTo>
                <a:lnTo>
                  <a:pt x="2556567" y="32551"/>
                </a:lnTo>
                <a:lnTo>
                  <a:pt x="2556131" y="32332"/>
                </a:lnTo>
                <a:lnTo>
                  <a:pt x="2562103" y="35398"/>
                </a:lnTo>
                <a:lnTo>
                  <a:pt x="2561688" y="35161"/>
                </a:lnTo>
                <a:lnTo>
                  <a:pt x="2567483" y="38503"/>
                </a:lnTo>
                <a:lnTo>
                  <a:pt x="2567067" y="38246"/>
                </a:lnTo>
                <a:lnTo>
                  <a:pt x="2572684" y="41845"/>
                </a:lnTo>
                <a:lnTo>
                  <a:pt x="2572288" y="41588"/>
                </a:lnTo>
                <a:lnTo>
                  <a:pt x="2577727" y="45444"/>
                </a:lnTo>
                <a:lnTo>
                  <a:pt x="2577330" y="45167"/>
                </a:lnTo>
                <a:lnTo>
                  <a:pt x="2582572" y="49280"/>
                </a:lnTo>
                <a:lnTo>
                  <a:pt x="2582195" y="48964"/>
                </a:lnTo>
                <a:lnTo>
                  <a:pt x="2587218" y="53314"/>
                </a:lnTo>
                <a:lnTo>
                  <a:pt x="2586882" y="52999"/>
                </a:lnTo>
                <a:lnTo>
                  <a:pt x="2591688" y="57586"/>
                </a:lnTo>
                <a:lnTo>
                  <a:pt x="2591351" y="57250"/>
                </a:lnTo>
                <a:lnTo>
                  <a:pt x="2595939" y="62056"/>
                </a:lnTo>
                <a:lnTo>
                  <a:pt x="2595623" y="61720"/>
                </a:lnTo>
                <a:lnTo>
                  <a:pt x="2599974" y="66742"/>
                </a:lnTo>
                <a:lnTo>
                  <a:pt x="2599657" y="66367"/>
                </a:lnTo>
                <a:lnTo>
                  <a:pt x="2603770" y="71607"/>
                </a:lnTo>
                <a:lnTo>
                  <a:pt x="2603493" y="71212"/>
                </a:lnTo>
                <a:lnTo>
                  <a:pt x="2607350" y="76650"/>
                </a:lnTo>
                <a:lnTo>
                  <a:pt x="2607093" y="76254"/>
                </a:lnTo>
                <a:lnTo>
                  <a:pt x="2610693" y="81871"/>
                </a:lnTo>
                <a:lnTo>
                  <a:pt x="2610435" y="81455"/>
                </a:lnTo>
                <a:lnTo>
                  <a:pt x="2613778" y="87250"/>
                </a:lnTo>
                <a:lnTo>
                  <a:pt x="2613540" y="86834"/>
                </a:lnTo>
                <a:lnTo>
                  <a:pt x="2616606" y="92807"/>
                </a:lnTo>
                <a:lnTo>
                  <a:pt x="2616387" y="92371"/>
                </a:lnTo>
                <a:lnTo>
                  <a:pt x="2619156" y="98502"/>
                </a:lnTo>
                <a:lnTo>
                  <a:pt x="2618979" y="98067"/>
                </a:lnTo>
                <a:lnTo>
                  <a:pt x="2621451" y="104336"/>
                </a:lnTo>
                <a:lnTo>
                  <a:pt x="2621292" y="103881"/>
                </a:lnTo>
                <a:lnTo>
                  <a:pt x="2623468" y="110308"/>
                </a:lnTo>
                <a:lnTo>
                  <a:pt x="2623309" y="109853"/>
                </a:lnTo>
                <a:lnTo>
                  <a:pt x="2625188" y="116419"/>
                </a:lnTo>
                <a:lnTo>
                  <a:pt x="2625050" y="115944"/>
                </a:lnTo>
                <a:lnTo>
                  <a:pt x="2626611" y="122628"/>
                </a:lnTo>
                <a:lnTo>
                  <a:pt x="2626513" y="122154"/>
                </a:lnTo>
                <a:lnTo>
                  <a:pt x="2627718" y="128976"/>
                </a:lnTo>
                <a:lnTo>
                  <a:pt x="2627640" y="128481"/>
                </a:lnTo>
                <a:lnTo>
                  <a:pt x="2628529" y="135403"/>
                </a:lnTo>
                <a:lnTo>
                  <a:pt x="2628470" y="134909"/>
                </a:lnTo>
                <a:lnTo>
                  <a:pt x="2629004" y="141929"/>
                </a:lnTo>
                <a:lnTo>
                  <a:pt x="2628984" y="141435"/>
                </a:lnTo>
                <a:lnTo>
                  <a:pt x="2629162" y="148554"/>
                </a:lnTo>
              </a:path>
            </a:pathLst>
          </a:custGeom>
          <a:solidFill xmlns:a="http://schemas.openxmlformats.org/drawingml/2006/main">
            <a:srgbClr val="FED96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3CF16-27E4-4C9D-8E82-8AD5CC7208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80922826b4cdd"/>
          <a:stretch xmlns:a="http://schemas.openxmlformats.org/drawingml/2006/main"/>
        </p:blipFill>
        <p:spPr>
          <a:xfrm xmlns:a="http://schemas.openxmlformats.org/drawingml/2006/main">
            <a:off x="1996480" y="4029963"/>
            <a:ext cx="1573175" cy="1082255"/>
          </a:xfrm>
          <a:prstGeom xmlns:a="http://schemas.openxmlformats.org/drawingml/2006/main" prst="rect">
            <a:avLst/>
          </a:prstGeom>
        </p:spPr>
      </p:pic>
      <p:sp>
        <p:nvSpPr>
          <p:cNvPr id="5" name="text-5 Image">
            <a:extLst xmlns:a="http://schemas.openxmlformats.org/drawingml/2006/main">
              <a:ext uri="{FF2B5EF4-FFF2-40B4-BE49-F238E27FC236}">
                <a16:creationId xmlns:a16="http://schemas.microsoft.com/office/drawing/2014/main" id="{8810D551-E19E-4CDD-91B0-3CDEF81A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5169" y="5110738"/>
            <a:ext cx="714548" cy="323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6" name="text-5 1">
            <a:extLst xmlns:a="http://schemas.openxmlformats.org/drawingml/2006/main">
              <a:ext uri="{FF2B5EF4-FFF2-40B4-BE49-F238E27FC236}">
                <a16:creationId xmlns:a16="http://schemas.microsoft.com/office/drawing/2014/main" id="{567E36CA-9A72-4876-BCC1-630D57C1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8748" y="5111249"/>
            <a:ext cx="145266" cy="322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2B717-F919-44FD-94DF-5BCD2086F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5099426d4445e"/>
          <a:stretch xmlns:a="http://schemas.openxmlformats.org/drawingml/2006/main"/>
        </p:blipFill>
        <p:spPr>
          <a:xfrm xmlns:a="http://schemas.openxmlformats.org/drawingml/2006/main">
            <a:off x="3993631" y="4029963"/>
            <a:ext cx="1539703" cy="1082255"/>
          </a:xfrm>
          <a:prstGeom xmlns:a="http://schemas.openxmlformats.org/drawingml/2006/main" prst="rect">
            <a:avLst/>
          </a:prstGeom>
        </p:spPr>
      </p:pic>
      <p:sp>
        <p:nvSpPr>
          <p:cNvPr id="8" name="text-7 Image">
            <a:extLst xmlns:a="http://schemas.openxmlformats.org/drawingml/2006/main">
              <a:ext uri="{FF2B5EF4-FFF2-40B4-BE49-F238E27FC236}">
                <a16:creationId xmlns:a16="http://schemas.microsoft.com/office/drawing/2014/main" id="{CB125F30-168B-449D-B5F6-7059595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2426" y="5110738"/>
            <a:ext cx="714547" cy="323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9" name="text-7 2">
            <a:extLst xmlns:a="http://schemas.openxmlformats.org/drawingml/2006/main">
              <a:ext uri="{FF2B5EF4-FFF2-40B4-BE49-F238E27FC236}">
                <a16:creationId xmlns:a16="http://schemas.microsoft.com/office/drawing/2014/main" id="{2113DFD0-9698-42BD-95A3-C74EB38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6005" y="5111186"/>
            <a:ext cx="182191" cy="322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B8BBB-A84D-45D3-A559-A8966234E8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9e752fa554ca6"/>
          <a:stretch xmlns:a="http://schemas.openxmlformats.org/drawingml/2006/main"/>
        </p:blipFill>
        <p:spPr>
          <a:xfrm xmlns:a="http://schemas.openxmlformats.org/drawingml/2006/main">
            <a:off x="5957310" y="4029963"/>
            <a:ext cx="1495074" cy="1115727"/>
          </a:xfrm>
          <a:prstGeom xmlns:a="http://schemas.openxmlformats.org/drawingml/2006/main" prst="rect">
            <a:avLst/>
          </a:prstGeom>
        </p:spPr>
      </p:pic>
      <p:sp>
        <p:nvSpPr>
          <p:cNvPr id="11" name="text-9 Image">
            <a:extLst xmlns:a="http://schemas.openxmlformats.org/drawingml/2006/main">
              <a:ext uri="{FF2B5EF4-FFF2-40B4-BE49-F238E27FC236}">
                <a16:creationId xmlns:a16="http://schemas.microsoft.com/office/drawing/2014/main" id="{B025F2AC-D041-4C5E-88D1-3FF14E4A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0735" y="5137516"/>
            <a:ext cx="714547" cy="323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2" name="text-9 3">
            <a:extLst xmlns:a="http://schemas.openxmlformats.org/drawingml/2006/main">
              <a:ext uri="{FF2B5EF4-FFF2-40B4-BE49-F238E27FC236}">
                <a16:creationId xmlns:a16="http://schemas.microsoft.com/office/drawing/2014/main" id="{C5307AF8-AC50-4828-8BE6-BEA1E379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4313" y="5137963"/>
            <a:ext cx="182191" cy="322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D3953-0C7D-40D1-8458-24C183A515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f81411f20409a"/>
          <a:stretch xmlns:a="http://schemas.openxmlformats.org/drawingml/2006/main"/>
        </p:blipFill>
        <p:spPr>
          <a:xfrm xmlns:a="http://schemas.openxmlformats.org/drawingml/2006/main">
            <a:off x="7887517" y="4029963"/>
            <a:ext cx="1528546" cy="1104569"/>
          </a:xfrm>
          <a:prstGeom xmlns:a="http://schemas.openxmlformats.org/drawingml/2006/main" prst="rect">
            <a:avLst/>
          </a:prstGeom>
        </p:spPr>
      </p:pic>
      <p:sp>
        <p:nvSpPr>
          <p:cNvPr id="14" name="text-11 Image">
            <a:extLst xmlns:a="http://schemas.openxmlformats.org/drawingml/2006/main">
              <a:ext uri="{FF2B5EF4-FFF2-40B4-BE49-F238E27FC236}">
                <a16:creationId xmlns:a16="http://schemas.microsoft.com/office/drawing/2014/main" id="{29F7DB62-3AEB-48DF-8CF7-3FD4A867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618" y="5124358"/>
            <a:ext cx="714548" cy="323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5" name="text-11 4">
            <a:extLst xmlns:a="http://schemas.openxmlformats.org/drawingml/2006/main">
              <a:ext uri="{FF2B5EF4-FFF2-40B4-BE49-F238E27FC236}">
                <a16:creationId xmlns:a16="http://schemas.microsoft.com/office/drawing/2014/main" id="{66F453E7-5926-49D3-8E53-C867B16D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0198" y="5124807"/>
            <a:ext cx="182191" cy="32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AB3E1-D70B-4500-886F-137624147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8dd44ccdf4812"/>
          <a:stretch xmlns:a="http://schemas.openxmlformats.org/drawingml/2006/main"/>
        </p:blipFill>
        <p:spPr>
          <a:xfrm xmlns:a="http://schemas.openxmlformats.org/drawingml/2006/main">
            <a:off x="9840039" y="4029963"/>
            <a:ext cx="1483916" cy="1093412"/>
          </a:xfrm>
          <a:prstGeom xmlns:a="http://schemas.openxmlformats.org/drawingml/2006/main" prst="rect">
            <a:avLst/>
          </a:prstGeom>
        </p:spPr>
      </p:pic>
      <p:sp>
        <p:nvSpPr>
          <p:cNvPr id="17" name="text-13 Image">
            <a:extLst xmlns:a="http://schemas.openxmlformats.org/drawingml/2006/main">
              <a:ext uri="{FF2B5EF4-FFF2-40B4-BE49-F238E27FC236}">
                <a16:creationId xmlns:a16="http://schemas.microsoft.com/office/drawing/2014/main" id="{24C96459-8861-463F-94B5-56199898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255" y="5116969"/>
            <a:ext cx="714546" cy="323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8" name="text-13 5">
            <a:extLst xmlns:a="http://schemas.openxmlformats.org/drawingml/2006/main">
              <a:ext uri="{FF2B5EF4-FFF2-40B4-BE49-F238E27FC236}">
                <a16:creationId xmlns:a16="http://schemas.microsoft.com/office/drawing/2014/main" id="{8E61E7D3-4043-4ECD-99D5-825E8624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7834" y="5117417"/>
            <a:ext cx="182191" cy="32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</a:t>
            </a:r>
          </a:p>
        </p:txBody>
      </p:sp>
      <p:sp>
        <p:nvSpPr>
          <p:cNvPr id="19" name="text-14 Q1">
            <a:extLst xmlns:a="http://schemas.openxmlformats.org/drawingml/2006/main">
              <a:ext uri="{FF2B5EF4-FFF2-40B4-BE49-F238E27FC236}">
                <a16:creationId xmlns:a16="http://schemas.microsoft.com/office/drawing/2014/main" id="{FE0C0D55-D4C2-4892-AB14-F1E8E3A4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182" y="5441294"/>
            <a:ext cx="384957" cy="323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</a:t>
            </a:r>
          </a:p>
        </p:txBody>
      </p:sp>
      <p:sp>
        <p:nvSpPr>
          <p:cNvPr id="20" name="text-15 ：">
            <a:extLst xmlns:a="http://schemas.openxmlformats.org/drawingml/2006/main">
              <a:ext uri="{FF2B5EF4-FFF2-40B4-BE49-F238E27FC236}">
                <a16:creationId xmlns:a16="http://schemas.microsoft.com/office/drawing/2014/main" id="{6783B9D3-80C2-4118-9976-6FF90838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5174" y="5364891"/>
            <a:ext cx="285829" cy="43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2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2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2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21" name="text-16 &quot;Describe">
            <a:extLst xmlns:a="http://schemas.openxmlformats.org/drawingml/2006/main">
              <a:ext uri="{FF2B5EF4-FFF2-40B4-BE49-F238E27FC236}">
                <a16:creationId xmlns:a16="http://schemas.microsoft.com/office/drawing/2014/main" id="{A8E97D5A-A62E-4A36-8A17-36B4F608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6818" y="5440658"/>
            <a:ext cx="1106137" cy="324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"Describe</a:t>
            </a:r>
          </a:p>
        </p:txBody>
      </p:sp>
      <p:sp>
        <p:nvSpPr>
          <p:cNvPr id="22" name="text-16 the">
            <a:extLst xmlns:a="http://schemas.openxmlformats.org/drawingml/2006/main">
              <a:ext uri="{FF2B5EF4-FFF2-40B4-BE49-F238E27FC236}">
                <a16:creationId xmlns:a16="http://schemas.microsoft.com/office/drawing/2014/main" id="{9C30A353-B6F2-4758-9942-BE7C653F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1876" y="5440834"/>
            <a:ext cx="411172" cy="324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3" name="text-16 architectural">
            <a:extLst xmlns:a="http://schemas.openxmlformats.org/drawingml/2006/main">
              <a:ext uri="{FF2B5EF4-FFF2-40B4-BE49-F238E27FC236}">
                <a16:creationId xmlns:a16="http://schemas.microsoft.com/office/drawing/2014/main" id="{A180256E-5E60-45DD-A93F-0FB7AA8D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2001" y="5440659"/>
            <a:ext cx="1466909" cy="324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architectural</a:t>
            </a:r>
          </a:p>
        </p:txBody>
      </p:sp>
      <p:sp>
        <p:nvSpPr>
          <p:cNvPr id="24" name="text-16 features">
            <a:extLst xmlns:a="http://schemas.openxmlformats.org/drawingml/2006/main">
              <a:ext uri="{FF2B5EF4-FFF2-40B4-BE49-F238E27FC236}">
                <a16:creationId xmlns:a16="http://schemas.microsoft.com/office/drawing/2014/main" id="{56F820B2-6393-42EE-9CC2-CFF95ABB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7266" y="5440607"/>
            <a:ext cx="985523" cy="324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features</a:t>
            </a:r>
          </a:p>
        </p:txBody>
      </p:sp>
      <p:sp>
        <p:nvSpPr>
          <p:cNvPr id="25" name="text-16 visible">
            <a:extLst xmlns:a="http://schemas.openxmlformats.org/drawingml/2006/main">
              <a:ext uri="{FF2B5EF4-FFF2-40B4-BE49-F238E27FC236}">
                <a16:creationId xmlns:a16="http://schemas.microsoft.com/office/drawing/2014/main" id="{6D414CE0-62C1-49B5-A150-7E20F380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0711" y="5440881"/>
            <a:ext cx="723883" cy="324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visible</a:t>
            </a:r>
          </a:p>
        </p:txBody>
      </p:sp>
      <p:sp>
        <p:nvSpPr>
          <p:cNvPr id="26" name="text-16 in">
            <a:extLst xmlns:a="http://schemas.openxmlformats.org/drawingml/2006/main">
              <a:ext uri="{FF2B5EF4-FFF2-40B4-BE49-F238E27FC236}">
                <a16:creationId xmlns:a16="http://schemas.microsoft.com/office/drawing/2014/main" id="{A908DDE0-BC16-436A-BB22-86E1C67A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3556" y="5441442"/>
            <a:ext cx="227069" cy="323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27" name="text-17 &lt;image-1&gt;">
            <a:extLst xmlns:a="http://schemas.openxmlformats.org/drawingml/2006/main">
              <a:ext uri="{FF2B5EF4-FFF2-40B4-BE49-F238E27FC236}">
                <a16:creationId xmlns:a16="http://schemas.microsoft.com/office/drawing/2014/main" id="{82F55244-5B6E-4F8A-B1DD-0DF0767D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9524" y="5441015"/>
            <a:ext cx="1030631" cy="323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&lt;image-1&gt;</a:t>
            </a:r>
          </a:p>
        </p:txBody>
      </p:sp>
      <p:sp>
        <p:nvSpPr>
          <p:cNvPr id="28" name="text-18 ,">
            <a:extLst xmlns:a="http://schemas.openxmlformats.org/drawingml/2006/main">
              <a:ext uri="{FF2B5EF4-FFF2-40B4-BE49-F238E27FC236}">
                <a16:creationId xmlns:a16="http://schemas.microsoft.com/office/drawing/2014/main" id="{B9E60EA7-7D69-4A6E-84C5-0DF3751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8645" y="5441885"/>
            <a:ext cx="105295" cy="322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29" name="text-19 &lt;image-">
            <a:extLst xmlns:a="http://schemas.openxmlformats.org/drawingml/2006/main">
              <a:ext uri="{FF2B5EF4-FFF2-40B4-BE49-F238E27FC236}">
                <a16:creationId xmlns:a16="http://schemas.microsoft.com/office/drawing/2014/main" id="{6839FFC0-F356-4521-BBBC-9F858743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1841" y="5440991"/>
            <a:ext cx="838368" cy="32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</a:t>
            </a:r>
          </a:p>
        </p:txBody>
      </p:sp>
      <p:sp>
        <p:nvSpPr>
          <p:cNvPr id="30" name="text-20 2">
            <a:extLst xmlns:a="http://schemas.openxmlformats.org/drawingml/2006/main">
              <a:ext uri="{FF2B5EF4-FFF2-40B4-BE49-F238E27FC236}">
                <a16:creationId xmlns:a16="http://schemas.microsoft.com/office/drawing/2014/main" id="{3A293EE2-D830-4CBE-A99A-5A7BF26B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698" y="5441719"/>
            <a:ext cx="182191" cy="32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31" name="text-21 &gt;">
            <a:extLst xmlns:a="http://schemas.openxmlformats.org/drawingml/2006/main">
              <a:ext uri="{FF2B5EF4-FFF2-40B4-BE49-F238E27FC236}">
                <a16:creationId xmlns:a16="http://schemas.microsoft.com/office/drawing/2014/main" id="{FD9D2663-30A6-45DA-A228-B927D759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0001" y="5441669"/>
            <a:ext cx="129418" cy="322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&gt;</a:t>
            </a:r>
          </a:p>
        </p:txBody>
      </p:sp>
      <p:sp>
        <p:nvSpPr>
          <p:cNvPr id="32" name="text-22 ,">
            <a:extLst xmlns:a="http://schemas.openxmlformats.org/drawingml/2006/main">
              <a:ext uri="{FF2B5EF4-FFF2-40B4-BE49-F238E27FC236}">
                <a16:creationId xmlns:a16="http://schemas.microsoft.com/office/drawing/2014/main" id="{FAA84D79-FF70-4ABA-BCD6-7DA5B600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026" y="5441885"/>
            <a:ext cx="105295" cy="322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33" name="text-22 and">
            <a:extLst xmlns:a="http://schemas.openxmlformats.org/drawingml/2006/main">
              <a:ext uri="{FF2B5EF4-FFF2-40B4-BE49-F238E27FC236}">
                <a16:creationId xmlns:a16="http://schemas.microsoft.com/office/drawing/2014/main" id="{31194D26-079B-4F22-BF24-2F5EB08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1221" y="5441072"/>
            <a:ext cx="416771" cy="323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34" name="text-23 &lt;image-">
            <a:extLst xmlns:a="http://schemas.openxmlformats.org/drawingml/2006/main">
              <a:ext uri="{FF2B5EF4-FFF2-40B4-BE49-F238E27FC236}">
                <a16:creationId xmlns:a16="http://schemas.microsoft.com/office/drawing/2014/main" id="{7DDA74F1-D896-4E2F-8592-4F32A600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5978" y="5440992"/>
            <a:ext cx="838367" cy="323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</a:t>
            </a:r>
          </a:p>
        </p:txBody>
      </p:sp>
      <p:sp>
        <p:nvSpPr>
          <p:cNvPr id="35" name="text-24 3">
            <a:extLst xmlns:a="http://schemas.openxmlformats.org/drawingml/2006/main">
              <a:ext uri="{FF2B5EF4-FFF2-40B4-BE49-F238E27FC236}">
                <a16:creationId xmlns:a16="http://schemas.microsoft.com/office/drawing/2014/main" id="{662E9E03-7F00-4BAF-9466-3056B592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2836" y="5441719"/>
            <a:ext cx="182191" cy="32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36" name="text-25 &gt;">
            <a:extLst xmlns:a="http://schemas.openxmlformats.org/drawingml/2006/main">
              <a:ext uri="{FF2B5EF4-FFF2-40B4-BE49-F238E27FC236}">
                <a16:creationId xmlns:a16="http://schemas.microsoft.com/office/drawing/2014/main" id="{3D68ACCF-7891-45AE-B693-0C46D8EC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4139" y="5441669"/>
            <a:ext cx="129418" cy="322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&gt;</a:t>
            </a:r>
          </a:p>
        </p:txBody>
      </p:sp>
      <p:sp>
        <p:nvSpPr>
          <p:cNvPr id="37" name="text-26 .">
            <a:extLst xmlns:a="http://schemas.openxmlformats.org/drawingml/2006/main">
              <a:ext uri="{FF2B5EF4-FFF2-40B4-BE49-F238E27FC236}">
                <a16:creationId xmlns:a16="http://schemas.microsoft.com/office/drawing/2014/main" id="{2F1DCC1A-30B9-4D50-9523-25C21826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2165" y="5441638"/>
            <a:ext cx="98925" cy="322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38" name="text-27 &quot;">
            <a:extLst xmlns:a="http://schemas.openxmlformats.org/drawingml/2006/main">
              <a:ext uri="{FF2B5EF4-FFF2-40B4-BE49-F238E27FC236}">
                <a16:creationId xmlns:a16="http://schemas.microsoft.com/office/drawing/2014/main" id="{9E6984C7-24AB-4120-A180-B611F881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0076" y="5441692"/>
            <a:ext cx="139318" cy="322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</a:t>
            </a:r>
          </a:p>
        </p:txBody>
      </p:sp>
      <p:sp>
        <p:nvSpPr>
          <p:cNvPr id="39" name="text-28 A1">
            <a:extLst xmlns:a="http://schemas.openxmlformats.org/drawingml/2006/main">
              <a:ext uri="{FF2B5EF4-FFF2-40B4-BE49-F238E27FC236}">
                <a16:creationId xmlns:a16="http://schemas.microsoft.com/office/drawing/2014/main" id="{A4F681BC-2C6D-4E8A-8DBF-10D6EB3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298" y="5823562"/>
            <a:ext cx="351359" cy="323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</a:t>
            </a:r>
          </a:p>
        </p:txBody>
      </p:sp>
      <p:sp>
        <p:nvSpPr>
          <p:cNvPr id="40" name="text-29 ：">
            <a:extLst xmlns:a="http://schemas.openxmlformats.org/drawingml/2006/main">
              <a:ext uri="{FF2B5EF4-FFF2-40B4-BE49-F238E27FC236}">
                <a16:creationId xmlns:a16="http://schemas.microsoft.com/office/drawing/2014/main" id="{F6364A26-0B0F-420D-9FB6-A5953933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1701" y="5747105"/>
            <a:ext cx="285829" cy="43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2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2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2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41" name="text-30 &lt;image-1&gt;,">
            <a:extLst xmlns:a="http://schemas.openxmlformats.org/drawingml/2006/main">
              <a:ext uri="{FF2B5EF4-FFF2-40B4-BE49-F238E27FC236}">
                <a16:creationId xmlns:a16="http://schemas.microsoft.com/office/drawing/2014/main" id="{6466DDD5-CF49-486E-8485-85A160CA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3346" y="5822357"/>
            <a:ext cx="1122129" cy="325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&lt;image-1&gt;,</a:t>
            </a:r>
          </a:p>
        </p:txBody>
      </p:sp>
      <p:sp>
        <p:nvSpPr>
          <p:cNvPr id="42" name="text-31 &lt;image-2&gt;">
            <a:extLst xmlns:a="http://schemas.openxmlformats.org/drawingml/2006/main">
              <a:ext uri="{FF2B5EF4-FFF2-40B4-BE49-F238E27FC236}">
                <a16:creationId xmlns:a16="http://schemas.microsoft.com/office/drawing/2014/main" id="{BAAE637E-5388-482C-8E1C-B067169B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1879" y="5822460"/>
            <a:ext cx="1063597" cy="324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&lt;image-2&gt;</a:t>
            </a:r>
          </a:p>
        </p:txBody>
      </p:sp>
      <p:sp>
        <p:nvSpPr>
          <p:cNvPr id="43" name="text-32 and">
            <a:extLst xmlns:a="http://schemas.openxmlformats.org/drawingml/2006/main">
              <a:ext uri="{FF2B5EF4-FFF2-40B4-BE49-F238E27FC236}">
                <a16:creationId xmlns:a16="http://schemas.microsoft.com/office/drawing/2014/main" id="{DF4750A4-1362-4CFD-8A39-FD4AACB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2500" y="5823014"/>
            <a:ext cx="375826" cy="324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44" name="text-33 &lt;image-3&gt;">
            <a:extLst xmlns:a="http://schemas.openxmlformats.org/drawingml/2006/main">
              <a:ext uri="{FF2B5EF4-FFF2-40B4-BE49-F238E27FC236}">
                <a16:creationId xmlns:a16="http://schemas.microsoft.com/office/drawing/2014/main" id="{D461BE0E-2C86-4ECB-93FC-27C8EDB3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5138" y="5822460"/>
            <a:ext cx="1063597" cy="324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&lt;image-3&gt;</a:t>
            </a:r>
          </a:p>
        </p:txBody>
      </p:sp>
      <p:sp>
        <p:nvSpPr>
          <p:cNvPr id="45" name="text-34 depict">
            <a:extLst xmlns:a="http://schemas.openxmlformats.org/drawingml/2006/main">
              <a:ext uri="{FF2B5EF4-FFF2-40B4-BE49-F238E27FC236}">
                <a16:creationId xmlns:a16="http://schemas.microsoft.com/office/drawing/2014/main" id="{7CFE7A2B-05EC-4C05-89DF-1193A480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759" y="5822531"/>
            <a:ext cx="608472" cy="32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depict</a:t>
            </a:r>
          </a:p>
        </p:txBody>
      </p:sp>
      <p:sp>
        <p:nvSpPr>
          <p:cNvPr id="46" name="text-34 three">
            <a:extLst xmlns:a="http://schemas.openxmlformats.org/drawingml/2006/main">
              <a:ext uri="{FF2B5EF4-FFF2-40B4-BE49-F238E27FC236}">
                <a16:creationId xmlns:a16="http://schemas.microsoft.com/office/drawing/2014/main" id="{CEDB9130-60EC-41BA-ABD9-7854C52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2357" y="5820143"/>
            <a:ext cx="510494" cy="328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</a:t>
            </a:r>
          </a:p>
        </p:txBody>
      </p:sp>
      <p:sp>
        <p:nvSpPr>
          <p:cNvPr id="47" name="text-34 distinct">
            <a:extLst xmlns:a="http://schemas.openxmlformats.org/drawingml/2006/main">
              <a:ext uri="{FF2B5EF4-FFF2-40B4-BE49-F238E27FC236}">
                <a16:creationId xmlns:a16="http://schemas.microsoft.com/office/drawing/2014/main" id="{D834D942-F471-47F5-80DA-5D380106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1665" y="5819517"/>
            <a:ext cx="734102" cy="329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distinct</a:t>
            </a:r>
          </a:p>
        </p:txBody>
      </p:sp>
      <p:sp>
        <p:nvSpPr>
          <p:cNvPr id="48" name="text-34 architectural">
            <a:extLst xmlns:a="http://schemas.openxmlformats.org/drawingml/2006/main">
              <a:ext uri="{FF2B5EF4-FFF2-40B4-BE49-F238E27FC236}">
                <a16:creationId xmlns:a16="http://schemas.microsoft.com/office/drawing/2014/main" id="{21F1B1A4-DC0E-486D-B21C-9128CAB1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4509" y="5819337"/>
            <a:ext cx="1217113" cy="329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architectural</a:t>
            </a:r>
          </a:p>
        </p:txBody>
      </p:sp>
      <p:sp>
        <p:nvSpPr>
          <p:cNvPr id="49" name="text-34 marvels">
            <a:extLst xmlns:a="http://schemas.openxmlformats.org/drawingml/2006/main">
              <a:ext uri="{FF2B5EF4-FFF2-40B4-BE49-F238E27FC236}">
                <a16:creationId xmlns:a16="http://schemas.microsoft.com/office/drawing/2014/main" id="{AAFB31AD-2E3A-4DD8-A98B-26CB1BE0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0332" y="5820144"/>
            <a:ext cx="783971" cy="32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marvels</a:t>
            </a:r>
          </a:p>
        </p:txBody>
      </p:sp>
      <p:sp>
        <p:nvSpPr>
          <p:cNvPr id="50" name="text-34 from">
            <a:extLst xmlns:a="http://schemas.openxmlformats.org/drawingml/2006/main">
              <a:ext uri="{FF2B5EF4-FFF2-40B4-BE49-F238E27FC236}">
                <a16:creationId xmlns:a16="http://schemas.microsoft.com/office/drawing/2014/main" id="{C37DDBA5-F2E5-4456-92C0-0F97FB78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981" y="5821034"/>
            <a:ext cx="495815" cy="326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51" name="text-34 different">
            <a:extLst xmlns:a="http://schemas.openxmlformats.org/drawingml/2006/main">
              <a:ext uri="{FF2B5EF4-FFF2-40B4-BE49-F238E27FC236}">
                <a16:creationId xmlns:a16="http://schemas.microsoft.com/office/drawing/2014/main" id="{A2CA1727-BE5D-46D1-A0ED-AEC4ACD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8390" y="5818288"/>
            <a:ext cx="851305" cy="330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</a:t>
            </a:r>
          </a:p>
        </p:txBody>
      </p:sp>
      <p:sp>
        <p:nvSpPr>
          <p:cNvPr id="52" name="text-34 parts">
            <a:extLst xmlns:a="http://schemas.openxmlformats.org/drawingml/2006/main">
              <a:ext uri="{FF2B5EF4-FFF2-40B4-BE49-F238E27FC236}">
                <a16:creationId xmlns:a16="http://schemas.microsoft.com/office/drawing/2014/main" id="{066B3C07-4EB7-4051-A664-7F302CE6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8215" y="5820049"/>
            <a:ext cx="497907" cy="328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parts</a:t>
            </a:r>
          </a:p>
        </p:txBody>
      </p:sp>
      <p:sp>
        <p:nvSpPr>
          <p:cNvPr id="53" name="text-34 of">
            <a:extLst xmlns:a="http://schemas.openxmlformats.org/drawingml/2006/main">
              <a:ext uri="{FF2B5EF4-FFF2-40B4-BE49-F238E27FC236}">
                <a16:creationId xmlns:a16="http://schemas.microsoft.com/office/drawing/2014/main" id="{7434489F-0E08-49C2-84EA-546B7701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4781" y="5821909"/>
            <a:ext cx="235613" cy="325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54" name="text-34 the">
            <a:extLst xmlns:a="http://schemas.openxmlformats.org/drawingml/2006/main">
              <a:ext uri="{FF2B5EF4-FFF2-40B4-BE49-F238E27FC236}">
                <a16:creationId xmlns:a16="http://schemas.microsoft.com/office/drawing/2014/main" id="{38829A5F-2F8D-4650-97FF-5B58971E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9591" y="5820937"/>
            <a:ext cx="327351" cy="327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55" name="text-34 world,">
            <a:extLst xmlns:a="http://schemas.openxmlformats.org/drawingml/2006/main">
              <a:ext uri="{FF2B5EF4-FFF2-40B4-BE49-F238E27FC236}">
                <a16:creationId xmlns:a16="http://schemas.microsoft.com/office/drawing/2014/main" id="{D83E3F4B-F7DC-492E-A36E-AE3C8C6F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5898" y="5820522"/>
            <a:ext cx="646430" cy="32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world,</a:t>
            </a:r>
          </a:p>
        </p:txBody>
      </p:sp>
      <p:sp>
        <p:nvSpPr>
          <p:cNvPr id="56" name="text-35 showcasing">
            <a:extLst xmlns:a="http://schemas.openxmlformats.org/drawingml/2006/main">
              <a:ext uri="{FF2B5EF4-FFF2-40B4-BE49-F238E27FC236}">
                <a16:creationId xmlns:a16="http://schemas.microsoft.com/office/drawing/2014/main" id="{263CA92F-182E-431A-A096-8127657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298" y="6087980"/>
            <a:ext cx="1122927" cy="324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showcasing</a:t>
            </a:r>
          </a:p>
        </p:txBody>
      </p:sp>
      <p:sp>
        <p:nvSpPr>
          <p:cNvPr id="57" name="text-35 unique">
            <a:extLst xmlns:a="http://schemas.openxmlformats.org/drawingml/2006/main">
              <a:ext uri="{FF2B5EF4-FFF2-40B4-BE49-F238E27FC236}">
                <a16:creationId xmlns:a16="http://schemas.microsoft.com/office/drawing/2014/main" id="{004E5894-B94B-4BD2-92B6-BF2D9860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0988" y="6088054"/>
            <a:ext cx="672165" cy="324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unique</a:t>
            </a:r>
          </a:p>
        </p:txBody>
      </p:sp>
      <p:sp>
        <p:nvSpPr>
          <p:cNvPr id="58" name="text-35 styles">
            <a:extLst xmlns:a="http://schemas.openxmlformats.org/drawingml/2006/main">
              <a:ext uri="{FF2B5EF4-FFF2-40B4-BE49-F238E27FC236}">
                <a16:creationId xmlns:a16="http://schemas.microsoft.com/office/drawing/2014/main" id="{3FF5D255-8EA0-4482-A055-9DDDD57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0131" y="6087627"/>
            <a:ext cx="570453" cy="325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styles</a:t>
            </a:r>
          </a:p>
        </p:txBody>
      </p:sp>
      <p:sp>
        <p:nvSpPr>
          <p:cNvPr id="59" name="text-35 and">
            <a:extLst xmlns:a="http://schemas.openxmlformats.org/drawingml/2006/main">
              <a:ext uri="{FF2B5EF4-FFF2-40B4-BE49-F238E27FC236}">
                <a16:creationId xmlns:a16="http://schemas.microsoft.com/office/drawing/2014/main" id="{3376E93F-378F-42F3-80F2-2EED7746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7349" y="6088247"/>
            <a:ext cx="375827" cy="324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60" name="text-35 features.">
            <a:extLst xmlns:a="http://schemas.openxmlformats.org/drawingml/2006/main">
              <a:ext uri="{FF2B5EF4-FFF2-40B4-BE49-F238E27FC236}">
                <a16:creationId xmlns:a16="http://schemas.microsoft.com/office/drawing/2014/main" id="{6342BDFE-B838-4405-8231-52A390C8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9987" y="6087429"/>
            <a:ext cx="834920" cy="325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features.</a:t>
            </a:r>
          </a:p>
        </p:txBody>
      </p:sp>
      <p:sp>
        <p:nvSpPr>
          <p:cNvPr id="61" name="text-37 &lt;image-1&gt;">
            <a:extLst xmlns:a="http://schemas.openxmlformats.org/drawingml/2006/main">
              <a:ext uri="{FF2B5EF4-FFF2-40B4-BE49-F238E27FC236}">
                <a16:creationId xmlns:a16="http://schemas.microsoft.com/office/drawing/2014/main" id="{F9D9F757-4031-4123-A4A5-459289FC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1281" y="6087694"/>
            <a:ext cx="1063596" cy="324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&lt;image-1&gt;</a:t>
            </a:r>
          </a:p>
        </p:txBody>
      </p:sp>
      <p:sp>
        <p:nvSpPr>
          <p:cNvPr id="62" name="text-38 shows">
            <a:extLst xmlns:a="http://schemas.openxmlformats.org/drawingml/2006/main">
              <a:ext uri="{FF2B5EF4-FFF2-40B4-BE49-F238E27FC236}">
                <a16:creationId xmlns:a16="http://schemas.microsoft.com/office/drawing/2014/main" id="{41985936-69E9-4642-84B0-5B748FEE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1903" y="6088353"/>
            <a:ext cx="620126" cy="324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shows</a:t>
            </a:r>
          </a:p>
        </p:txBody>
      </p:sp>
      <p:sp>
        <p:nvSpPr>
          <p:cNvPr id="63" name="text-38 the">
            <a:extLst xmlns:a="http://schemas.openxmlformats.org/drawingml/2006/main">
              <a:ext uri="{FF2B5EF4-FFF2-40B4-BE49-F238E27FC236}">
                <a16:creationId xmlns:a16="http://schemas.microsoft.com/office/drawing/2014/main" id="{F5B11702-D969-41DA-9507-A40DB2C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8926" y="6088067"/>
            <a:ext cx="324694" cy="324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64" name="text-38 Colosseum">
            <a:extLst xmlns:a="http://schemas.openxmlformats.org/drawingml/2006/main">
              <a:ext uri="{FF2B5EF4-FFF2-40B4-BE49-F238E27FC236}">
                <a16:creationId xmlns:a16="http://schemas.microsoft.com/office/drawing/2014/main" id="{8F13AC4F-13A0-4C61-86A9-14F6DDB9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0601" y="6088100"/>
            <a:ext cx="1071119" cy="324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Colosseum</a:t>
            </a:r>
          </a:p>
        </p:txBody>
      </p:sp>
      <p:sp>
        <p:nvSpPr>
          <p:cNvPr id="65" name="text-38 in">
            <a:extLst xmlns:a="http://schemas.openxmlformats.org/drawingml/2006/main">
              <a:ext uri="{FF2B5EF4-FFF2-40B4-BE49-F238E27FC236}">
                <a16:creationId xmlns:a16="http://schemas.microsoft.com/office/drawing/2014/main" id="{B1170DC7-873F-442A-8FAF-17F8C8FA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329" y="6088103"/>
            <a:ext cx="221809" cy="324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66" name="text-38 Rome,">
            <a:extLst xmlns:a="http://schemas.openxmlformats.org/drawingml/2006/main">
              <a:ext uri="{FF2B5EF4-FFF2-40B4-BE49-F238E27FC236}">
                <a16:creationId xmlns:a16="http://schemas.microsoft.com/office/drawing/2014/main" id="{143B2189-767C-4D73-B2E9-CA58A14F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923" y="6088034"/>
            <a:ext cx="652969" cy="324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Rome,</a:t>
            </a:r>
          </a:p>
        </p:txBody>
      </p:sp>
      <p:sp>
        <p:nvSpPr>
          <p:cNvPr id="67" name="text-38 an">
            <a:extLst xmlns:a="http://schemas.openxmlformats.org/drawingml/2006/main">
              <a:ext uri="{FF2B5EF4-FFF2-40B4-BE49-F238E27FC236}">
                <a16:creationId xmlns:a16="http://schemas.microsoft.com/office/drawing/2014/main" id="{8783E6A1-E0A2-46CD-8A05-C6DCF57C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375" y="6088388"/>
            <a:ext cx="259980" cy="323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</a:t>
            </a:r>
          </a:p>
        </p:txBody>
      </p:sp>
      <p:sp>
        <p:nvSpPr>
          <p:cNvPr id="68" name="text-38 ancient">
            <a:extLst xmlns:a="http://schemas.openxmlformats.org/drawingml/2006/main">
              <a:ext uri="{FF2B5EF4-FFF2-40B4-BE49-F238E27FC236}">
                <a16:creationId xmlns:a16="http://schemas.microsoft.com/office/drawing/2014/main" id="{C02E840D-521C-4261-A45D-9E8F283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4191" y="6087697"/>
            <a:ext cx="711565" cy="324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ancient</a:t>
            </a:r>
          </a:p>
        </p:txBody>
      </p:sp>
      <p:sp>
        <p:nvSpPr>
          <p:cNvPr id="69" name="text-38 amphitheater">
            <a:extLst xmlns:a="http://schemas.openxmlformats.org/drawingml/2006/main">
              <a:ext uri="{FF2B5EF4-FFF2-40B4-BE49-F238E27FC236}">
                <a16:creationId xmlns:a16="http://schemas.microsoft.com/office/drawing/2014/main" id="{45A1E0A2-4B8F-4EE8-8C66-15966ED3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2712" y="6087532"/>
            <a:ext cx="1253620" cy="325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amphitheater</a:t>
            </a:r>
          </a:p>
        </p:txBody>
      </p:sp>
      <p:sp>
        <p:nvSpPr>
          <p:cNvPr id="70" name="text-38 renowned">
            <a:extLst xmlns:a="http://schemas.openxmlformats.org/drawingml/2006/main">
              <a:ext uri="{FF2B5EF4-FFF2-40B4-BE49-F238E27FC236}">
                <a16:creationId xmlns:a16="http://schemas.microsoft.com/office/drawing/2014/main" id="{263ABB6F-5971-42AC-B290-E24B6A1A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282" y="6088078"/>
            <a:ext cx="954968" cy="324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renowned</a:t>
            </a:r>
          </a:p>
        </p:txBody>
      </p:sp>
      <p:sp>
        <p:nvSpPr>
          <p:cNvPr id="71" name="text-38 for">
            <a:extLst xmlns:a="http://schemas.openxmlformats.org/drawingml/2006/main">
              <a:ext uri="{FF2B5EF4-FFF2-40B4-BE49-F238E27FC236}">
                <a16:creationId xmlns:a16="http://schemas.microsoft.com/office/drawing/2014/main" id="{9A2586A5-56E7-4768-9A62-DD1FEF2A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5031" y="6087961"/>
            <a:ext cx="311908" cy="324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72" name="text-39 its">
            <a:extLst xmlns:a="http://schemas.openxmlformats.org/drawingml/2006/main">
              <a:ext uri="{FF2B5EF4-FFF2-40B4-BE49-F238E27FC236}">
                <a16:creationId xmlns:a16="http://schemas.microsoft.com/office/drawing/2014/main" id="{DFD231F9-F620-4583-87F4-F86AAC3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298" y="6362955"/>
            <a:ext cx="264001" cy="328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</a:t>
            </a:r>
          </a:p>
        </p:txBody>
      </p:sp>
      <p:sp>
        <p:nvSpPr>
          <p:cNvPr id="73" name="text-39 grand">
            <a:extLst xmlns:a="http://schemas.openxmlformats.org/drawingml/2006/main">
              <a:ext uri="{FF2B5EF4-FFF2-40B4-BE49-F238E27FC236}">
                <a16:creationId xmlns:a16="http://schemas.microsoft.com/office/drawing/2014/main" id="{5E7A8984-A3C0-4D9C-A65D-F0FC152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3904" y="6363918"/>
            <a:ext cx="574297" cy="327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grand</a:t>
            </a:r>
          </a:p>
        </p:txBody>
      </p:sp>
      <p:sp>
        <p:nvSpPr>
          <p:cNvPr id="74" name="text-39 scale">
            <a:extLst xmlns:a="http://schemas.openxmlformats.org/drawingml/2006/main">
              <a:ext uri="{FF2B5EF4-FFF2-40B4-BE49-F238E27FC236}">
                <a16:creationId xmlns:a16="http://schemas.microsoft.com/office/drawing/2014/main" id="{CB89F534-93E7-449B-8EAE-56E5E795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6914" y="6363349"/>
            <a:ext cx="510495" cy="328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scale</a:t>
            </a:r>
          </a:p>
        </p:txBody>
      </p:sp>
      <p:sp>
        <p:nvSpPr>
          <p:cNvPr id="75" name="text-39 and">
            <a:extLst xmlns:a="http://schemas.openxmlformats.org/drawingml/2006/main">
              <a:ext uri="{FF2B5EF4-FFF2-40B4-BE49-F238E27FC236}">
                <a16:creationId xmlns:a16="http://schemas.microsoft.com/office/drawing/2014/main" id="{AEB6C220-D123-437F-A66A-421730C6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222" y="6364616"/>
            <a:ext cx="378431" cy="32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76" name="text-39 engineering">
            <a:extLst xmlns:a="http://schemas.openxmlformats.org/drawingml/2006/main">
              <a:ext uri="{FF2B5EF4-FFF2-40B4-BE49-F238E27FC236}">
                <a16:creationId xmlns:a16="http://schemas.microsoft.com/office/drawing/2014/main" id="{8C935947-2CD6-4AB4-AD35-F610B01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3493" y="6363212"/>
            <a:ext cx="1148901" cy="328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engineering</a:t>
            </a:r>
          </a:p>
        </p:txBody>
      </p:sp>
      <p:sp>
        <p:nvSpPr>
          <p:cNvPr id="77" name="text-39 prowess">
            <a:extLst xmlns:a="http://schemas.openxmlformats.org/drawingml/2006/main">
              <a:ext uri="{FF2B5EF4-FFF2-40B4-BE49-F238E27FC236}">
                <a16:creationId xmlns:a16="http://schemas.microsoft.com/office/drawing/2014/main" id="{3E4F9094-E3BA-4058-81A4-70DDAAB8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981" y="6363911"/>
            <a:ext cx="808192" cy="327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prowess</a:t>
            </a:r>
          </a:p>
        </p:txBody>
      </p:sp>
      <p:sp>
        <p:nvSpPr>
          <p:cNvPr id="78" name="text-40 ......">
            <a:extLst xmlns:a="http://schemas.openxmlformats.org/drawingml/2006/main">
              <a:ext uri="{FF2B5EF4-FFF2-40B4-BE49-F238E27FC236}">
                <a16:creationId xmlns:a16="http://schemas.microsoft.com/office/drawing/2014/main" id="{6CA1FD02-F9DC-4AED-A6CE-18E841F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8882" y="6362348"/>
            <a:ext cx="395343" cy="32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sp>
        <p:nvSpPr>
          <p:cNvPr id="79" name="text-41 &lt;image-2&gt;">
            <a:extLst xmlns:a="http://schemas.openxmlformats.org/drawingml/2006/main">
              <a:ext uri="{FF2B5EF4-FFF2-40B4-BE49-F238E27FC236}">
                <a16:creationId xmlns:a16="http://schemas.microsoft.com/office/drawing/2014/main" id="{D81F42DD-CC6C-449E-9FB4-2BC1C43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2368" y="6363562"/>
            <a:ext cx="1073241" cy="327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&lt;image-2&gt;</a:t>
            </a:r>
          </a:p>
        </p:txBody>
      </p:sp>
      <p:sp>
        <p:nvSpPr>
          <p:cNvPr id="80" name="text-42 depicts">
            <a:extLst xmlns:a="http://schemas.openxmlformats.org/drawingml/2006/main">
              <a:ext uri="{FF2B5EF4-FFF2-40B4-BE49-F238E27FC236}">
                <a16:creationId xmlns:a16="http://schemas.microsoft.com/office/drawing/2014/main" id="{69872E86-DFCE-4AFD-A62F-0090170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6888" y="6360727"/>
            <a:ext cx="713791" cy="331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depicts</a:t>
            </a:r>
          </a:p>
        </p:txBody>
      </p:sp>
      <p:sp>
        <p:nvSpPr>
          <p:cNvPr id="81" name="text-42 the">
            <a:extLst xmlns:a="http://schemas.openxmlformats.org/drawingml/2006/main">
              <a:ext uri="{FF2B5EF4-FFF2-40B4-BE49-F238E27FC236}">
                <a16:creationId xmlns:a16="http://schemas.microsoft.com/office/drawing/2014/main" id="{9425E39C-84CC-4F1F-A1CE-128E0A1F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1200" y="6362245"/>
            <a:ext cx="330012" cy="32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82" name="text-42 Hall">
            <a:extLst xmlns:a="http://schemas.openxmlformats.org/drawingml/2006/main">
              <a:ext uri="{FF2B5EF4-FFF2-40B4-BE49-F238E27FC236}">
                <a16:creationId xmlns:a16="http://schemas.microsoft.com/office/drawing/2014/main" id="{C95B4208-D0C7-4A65-B78D-A4314536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2142" y="6362002"/>
            <a:ext cx="448149" cy="330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Hall</a:t>
            </a:r>
          </a:p>
        </p:txBody>
      </p:sp>
      <p:sp>
        <p:nvSpPr>
          <p:cNvPr id="83" name="text-42 of">
            <a:extLst xmlns:a="http://schemas.openxmlformats.org/drawingml/2006/main">
              <a:ext uri="{FF2B5EF4-FFF2-40B4-BE49-F238E27FC236}">
                <a16:creationId xmlns:a16="http://schemas.microsoft.com/office/drawing/2014/main" id="{E4376E0C-03CE-4B4C-8ED2-5AD9C66E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1221" y="6363724"/>
            <a:ext cx="237022" cy="32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84" name="text-42 Prayer">
            <a:extLst xmlns:a="http://schemas.openxmlformats.org/drawingml/2006/main">
              <a:ext uri="{FF2B5EF4-FFF2-40B4-BE49-F238E27FC236}">
                <a16:creationId xmlns:a16="http://schemas.microsoft.com/office/drawing/2014/main" id="{3542762C-D3F7-48F4-90CA-6338A516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9505" y="6361468"/>
            <a:ext cx="659020" cy="330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Prayer</a:t>
            </a:r>
          </a:p>
        </p:txBody>
      </p:sp>
      <p:sp>
        <p:nvSpPr>
          <p:cNvPr id="85" name="text-42 for">
            <a:extLst xmlns:a="http://schemas.openxmlformats.org/drawingml/2006/main">
              <a:ext uri="{FF2B5EF4-FFF2-40B4-BE49-F238E27FC236}">
                <a16:creationId xmlns:a16="http://schemas.microsoft.com/office/drawing/2014/main" id="{137EE630-117A-4491-AA4D-7C45573F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9383" y="6361960"/>
            <a:ext cx="317256" cy="33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86" name="text-42 Good">
            <a:extLst xmlns:a="http://schemas.openxmlformats.org/drawingml/2006/main">
              <a:ext uri="{FF2B5EF4-FFF2-40B4-BE49-F238E27FC236}">
                <a16:creationId xmlns:a16="http://schemas.microsoft.com/office/drawing/2014/main" id="{BB51E6AC-B8CB-42A5-9704-1C75ED23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7584" y="6363389"/>
            <a:ext cx="562809" cy="328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Good</a:t>
            </a:r>
          </a:p>
        </p:txBody>
      </p:sp>
      <p:sp>
        <p:nvSpPr>
          <p:cNvPr id="87" name="text-42 Harvests">
            <a:extLst xmlns:a="http://schemas.openxmlformats.org/drawingml/2006/main">
              <a:ext uri="{FF2B5EF4-FFF2-40B4-BE49-F238E27FC236}">
                <a16:creationId xmlns:a16="http://schemas.microsoft.com/office/drawing/2014/main" id="{1AB541DE-966E-484C-B931-C3DFB7B7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326" y="6361170"/>
            <a:ext cx="870072" cy="33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Harvests</a:t>
            </a:r>
          </a:p>
        </p:txBody>
      </p:sp>
      <p:sp>
        <p:nvSpPr>
          <p:cNvPr id="88" name="text-42 within">
            <a:extLst xmlns:a="http://schemas.openxmlformats.org/drawingml/2006/main">
              <a:ext uri="{FF2B5EF4-FFF2-40B4-BE49-F238E27FC236}">
                <a16:creationId xmlns:a16="http://schemas.microsoft.com/office/drawing/2014/main" id="{A5709553-84F4-4B1A-BE5F-D7A26E2E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1998" y="6361342"/>
            <a:ext cx="646572" cy="330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within</a:t>
            </a:r>
          </a:p>
        </p:txBody>
      </p:sp>
      <p:sp>
        <p:nvSpPr>
          <p:cNvPr id="89" name="text-42 the">
            <a:extLst xmlns:a="http://schemas.openxmlformats.org/drawingml/2006/main">
              <a:ext uri="{FF2B5EF4-FFF2-40B4-BE49-F238E27FC236}">
                <a16:creationId xmlns:a16="http://schemas.microsoft.com/office/drawing/2014/main" id="{B600C2C4-2D76-41C3-A8EE-1559790B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9133" y="6362245"/>
            <a:ext cx="330012" cy="32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90" name="text-42 Temple">
            <a:extLst xmlns:a="http://schemas.openxmlformats.org/drawingml/2006/main">
              <a:ext uri="{FF2B5EF4-FFF2-40B4-BE49-F238E27FC236}">
                <a16:creationId xmlns:a16="http://schemas.microsoft.com/office/drawing/2014/main" id="{E0E3EDF0-BED2-4F48-AD22-E5726EA0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0075" y="6356516"/>
            <a:ext cx="763060" cy="337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Temple</a:t>
            </a:r>
          </a:p>
        </p:txBody>
      </p:sp>
      <p:sp>
        <p:nvSpPr>
          <p:cNvPr id="91" name="text-43 of">
            <a:extLst xmlns:a="http://schemas.openxmlformats.org/drawingml/2006/main">
              <a:ext uri="{FF2B5EF4-FFF2-40B4-BE49-F238E27FC236}">
                <a16:creationId xmlns:a16="http://schemas.microsoft.com/office/drawing/2014/main" id="{66E4AB94-FB75-4A9B-B3A3-402516FB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298" y="6643089"/>
            <a:ext cx="235612" cy="325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92" name="text-43 Heaven">
            <a:extLst xmlns:a="http://schemas.openxmlformats.org/drawingml/2006/main">
              <a:ext uri="{FF2B5EF4-FFF2-40B4-BE49-F238E27FC236}">
                <a16:creationId xmlns:a16="http://schemas.microsoft.com/office/drawing/2014/main" id="{91827818-5326-4EAA-BF16-5D8966AB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6107" y="6642188"/>
            <a:ext cx="754926" cy="326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Heaven</a:t>
            </a:r>
          </a:p>
        </p:txBody>
      </p:sp>
      <p:sp>
        <p:nvSpPr>
          <p:cNvPr id="93" name="text-43 complex">
            <a:extLst xmlns:a="http://schemas.openxmlformats.org/drawingml/2006/main">
              <a:ext uri="{FF2B5EF4-FFF2-40B4-BE49-F238E27FC236}">
                <a16:creationId xmlns:a16="http://schemas.microsoft.com/office/drawing/2014/main" id="{0BA872BB-CE9B-475A-98B1-47F96A14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9800" y="6641711"/>
            <a:ext cx="847670" cy="32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</a:t>
            </a:r>
          </a:p>
        </p:txBody>
      </p:sp>
      <p:sp>
        <p:nvSpPr>
          <p:cNvPr id="94" name="text-43 in">
            <a:extLst xmlns:a="http://schemas.openxmlformats.org/drawingml/2006/main">
              <a:ext uri="{FF2B5EF4-FFF2-40B4-BE49-F238E27FC236}">
                <a16:creationId xmlns:a16="http://schemas.microsoft.com/office/drawing/2014/main" id="{7F5176F2-8CE7-494F-9A99-98174819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6150" y="6642560"/>
            <a:ext cx="223235" cy="326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95" name="text-43 Beijing,">
            <a:extLst xmlns:a="http://schemas.openxmlformats.org/drawingml/2006/main">
              <a:ext uri="{FF2B5EF4-FFF2-40B4-BE49-F238E27FC236}">
                <a16:creationId xmlns:a16="http://schemas.microsoft.com/office/drawing/2014/main" id="{3EF592BD-2C9A-4778-8E31-851E6B2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8220" y="6641129"/>
            <a:ext cx="791311" cy="32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Beijing,</a:t>
            </a:r>
          </a:p>
        </p:txBody>
      </p:sp>
      <p:sp>
        <p:nvSpPr>
          <p:cNvPr id="96" name="text-43 China.">
            <a:extLst xmlns:a="http://schemas.openxmlformats.org/drawingml/2006/main">
              <a:ext uri="{FF2B5EF4-FFF2-40B4-BE49-F238E27FC236}">
                <a16:creationId xmlns:a16="http://schemas.microsoft.com/office/drawing/2014/main" id="{1DA1CF24-176C-4B1A-8B08-AA3232D0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817" y="6641785"/>
            <a:ext cx="659156" cy="327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China.</a:t>
            </a:r>
          </a:p>
        </p:txBody>
      </p:sp>
      <p:sp>
        <p:nvSpPr>
          <p:cNvPr id="97" name="text-43 This">
            <a:extLst xmlns:a="http://schemas.openxmlformats.org/drawingml/2006/main">
              <a:ext uri="{FF2B5EF4-FFF2-40B4-BE49-F238E27FC236}">
                <a16:creationId xmlns:a16="http://schemas.microsoft.com/office/drawing/2014/main" id="{B07FB0F8-B17D-4183-AE78-2BE00FA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5376" y="6642117"/>
            <a:ext cx="457208" cy="327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</a:t>
            </a:r>
          </a:p>
        </p:txBody>
      </p:sp>
      <p:sp>
        <p:nvSpPr>
          <p:cNvPr id="98" name="text-43 building,">
            <a:extLst xmlns:a="http://schemas.openxmlformats.org/drawingml/2006/main">
              <a:ext uri="{FF2B5EF4-FFF2-40B4-BE49-F238E27FC236}">
                <a16:creationId xmlns:a16="http://schemas.microsoft.com/office/drawing/2014/main" id="{984AF454-B93B-4CE8-B3F3-858B3C9A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1405" y="6641083"/>
            <a:ext cx="882818" cy="32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building,</a:t>
            </a:r>
          </a:p>
        </p:txBody>
      </p:sp>
      <p:sp>
        <p:nvSpPr>
          <p:cNvPr id="99" name="text-43 completed">
            <a:extLst xmlns:a="http://schemas.openxmlformats.org/drawingml/2006/main">
              <a:ext uri="{FF2B5EF4-FFF2-40B4-BE49-F238E27FC236}">
                <a16:creationId xmlns:a16="http://schemas.microsoft.com/office/drawing/2014/main" id="{A09A912C-4454-4378-8FB5-DD521530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501" y="6641353"/>
            <a:ext cx="1017993" cy="328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completed</a:t>
            </a:r>
          </a:p>
        </p:txBody>
      </p:sp>
      <p:sp>
        <p:nvSpPr>
          <p:cNvPr id="100" name="text-43 in">
            <a:extLst xmlns:a="http://schemas.openxmlformats.org/drawingml/2006/main">
              <a:ext uri="{FF2B5EF4-FFF2-40B4-BE49-F238E27FC236}">
                <a16:creationId xmlns:a16="http://schemas.microsoft.com/office/drawing/2014/main" id="{241C6921-2EC2-448B-82C6-C576F81A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109" y="6642559"/>
            <a:ext cx="223236" cy="326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01" name="text-43 the">
            <a:extLst xmlns:a="http://schemas.openxmlformats.org/drawingml/2006/main">
              <a:ext uri="{FF2B5EF4-FFF2-40B4-BE49-F238E27FC236}">
                <a16:creationId xmlns:a16="http://schemas.microsoft.com/office/drawing/2014/main" id="{E0F97098-F479-4231-BDCB-9AA1411A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1177" y="6642115"/>
            <a:ext cx="327354" cy="32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02" name="text-43 early">
            <a:extLst xmlns:a="http://schemas.openxmlformats.org/drawingml/2006/main">
              <a:ext uri="{FF2B5EF4-FFF2-40B4-BE49-F238E27FC236}">
                <a16:creationId xmlns:a16="http://schemas.microsoft.com/office/drawing/2014/main" id="{1F61F79B-3C75-44FB-B5A6-624EB22B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7486" y="6641221"/>
            <a:ext cx="510716" cy="32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early</a:t>
            </a:r>
          </a:p>
        </p:txBody>
      </p:sp>
      <p:sp>
        <p:nvSpPr>
          <p:cNvPr id="103" name="text-43 15th">
            <a:extLst xmlns:a="http://schemas.openxmlformats.org/drawingml/2006/main">
              <a:ext uri="{FF2B5EF4-FFF2-40B4-BE49-F238E27FC236}">
                <a16:creationId xmlns:a16="http://schemas.microsoft.com/office/drawing/2014/main" id="{40B9A296-7A02-450A-97DA-F21C31C4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7951" y="6640123"/>
            <a:ext cx="461111" cy="329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15th</a:t>
            </a:r>
          </a:p>
        </p:txBody>
      </p:sp>
      <p:sp>
        <p:nvSpPr>
          <p:cNvPr id="104" name="text-43 century,">
            <a:extLst xmlns:a="http://schemas.openxmlformats.org/drawingml/2006/main">
              <a:ext uri="{FF2B5EF4-FFF2-40B4-BE49-F238E27FC236}">
                <a16:creationId xmlns:a16="http://schemas.microsoft.com/office/drawing/2014/main" id="{03FA3818-5FC1-4A06-8DF6-12C6588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9772" y="6633786"/>
            <a:ext cx="813480" cy="338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century,</a:t>
            </a:r>
          </a:p>
        </p:txBody>
      </p:sp>
      <p:sp>
        <p:nvSpPr>
          <p:cNvPr id="105" name="text-43 is">
            <a:extLst xmlns:a="http://schemas.openxmlformats.org/drawingml/2006/main">
              <a:ext uri="{FF2B5EF4-FFF2-40B4-BE49-F238E27FC236}">
                <a16:creationId xmlns:a16="http://schemas.microsoft.com/office/drawing/2014/main" id="{2183D6FE-81CF-42FE-BFDE-778284F6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2533" y="6640403"/>
            <a:ext cx="199236" cy="329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06" name="text-43 a">
            <a:extLst xmlns:a="http://schemas.openxmlformats.org/drawingml/2006/main">
              <a:ext uri="{FF2B5EF4-FFF2-40B4-BE49-F238E27FC236}">
                <a16:creationId xmlns:a16="http://schemas.microsoft.com/office/drawing/2014/main" id="{F72CF27E-01C2-4913-9D07-85059F9A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2595" y="6645251"/>
            <a:ext cx="143790" cy="322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7" name="text-43 masterpiece">
            <a:extLst xmlns:a="http://schemas.openxmlformats.org/drawingml/2006/main">
              <a:ext uri="{FF2B5EF4-FFF2-40B4-BE49-F238E27FC236}">
                <a16:creationId xmlns:a16="http://schemas.microsoft.com/office/drawing/2014/main" id="{A20F2C19-3A1C-428F-AAF5-DED88F6A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8219" y="6638569"/>
            <a:ext cx="1174653" cy="33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masterpiece</a:t>
            </a:r>
          </a:p>
        </p:txBody>
      </p:sp>
      <p:sp>
        <p:nvSpPr>
          <p:cNvPr id="108" name="text-43 of">
            <a:extLst xmlns:a="http://schemas.openxmlformats.org/drawingml/2006/main">
              <a:ext uri="{FF2B5EF4-FFF2-40B4-BE49-F238E27FC236}">
                <a16:creationId xmlns:a16="http://schemas.microsoft.com/office/drawing/2014/main" id="{4FC3A159-E48F-4697-B028-B4A75871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3505" y="6641698"/>
            <a:ext cx="237020" cy="32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09" name="text-43 traditional">
            <a:extLst xmlns:a="http://schemas.openxmlformats.org/drawingml/2006/main">
              <a:ext uri="{FF2B5EF4-FFF2-40B4-BE49-F238E27FC236}">
                <a16:creationId xmlns:a16="http://schemas.microsoft.com/office/drawing/2014/main" id="{E1B872C4-0E45-4954-B83E-8F6FA69E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1788" y="6637713"/>
            <a:ext cx="1020720" cy="333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traditional</a:t>
            </a:r>
          </a:p>
        </p:txBody>
      </p:sp>
      <p:sp>
        <p:nvSpPr>
          <p:cNvPr id="110" name="text-44 Chinese">
            <a:extLst xmlns:a="http://schemas.openxmlformats.org/drawingml/2006/main">
              <a:ext uri="{FF2B5EF4-FFF2-40B4-BE49-F238E27FC236}">
                <a16:creationId xmlns:a16="http://schemas.microsoft.com/office/drawing/2014/main" id="{E7200498-9033-4011-AD42-FCA6FFA4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298" y="6913330"/>
            <a:ext cx="817340" cy="336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Chinese</a:t>
            </a:r>
          </a:p>
        </p:txBody>
      </p:sp>
      <p:sp>
        <p:nvSpPr>
          <p:cNvPr id="111" name="text-44 architecture">
            <a:extLst xmlns:a="http://schemas.openxmlformats.org/drawingml/2006/main">
              <a:ext uri="{FF2B5EF4-FFF2-40B4-BE49-F238E27FC236}">
                <a16:creationId xmlns:a16="http://schemas.microsoft.com/office/drawing/2014/main" id="{B93605FC-66E3-4725-85F8-45850CDA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3325" y="6910524"/>
            <a:ext cx="1190792" cy="340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architecture</a:t>
            </a:r>
          </a:p>
        </p:txBody>
      </p:sp>
      <p:sp>
        <p:nvSpPr>
          <p:cNvPr id="112" name="text-45 ......">
            <a:extLst xmlns:a="http://schemas.openxmlformats.org/drawingml/2006/main">
              <a:ext uri="{FF2B5EF4-FFF2-40B4-BE49-F238E27FC236}">
                <a16:creationId xmlns:a16="http://schemas.microsoft.com/office/drawing/2014/main" id="{B2EB97BA-BCFE-43C8-A8F2-B4E16B09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5757" y="6906706"/>
            <a:ext cx="414804" cy="345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sp>
        <p:nvSpPr>
          <p:cNvPr id="113" name="text-46 &lt;image-3&gt;">
            <a:extLst xmlns:a="http://schemas.openxmlformats.org/drawingml/2006/main">
              <a:ext uri="{FF2B5EF4-FFF2-40B4-BE49-F238E27FC236}">
                <a16:creationId xmlns:a16="http://schemas.microsoft.com/office/drawing/2014/main" id="{FC26CF1E-9CF3-43EC-91EC-0CD96872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565" y="6913194"/>
            <a:ext cx="1102175" cy="33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&lt;image-3&gt;</a:t>
            </a:r>
          </a:p>
        </p:txBody>
      </p:sp>
      <p:sp>
        <p:nvSpPr>
          <p:cNvPr id="114" name="text-47 showcases">
            <a:extLst xmlns:a="http://schemas.openxmlformats.org/drawingml/2006/main">
              <a:ext uri="{FF2B5EF4-FFF2-40B4-BE49-F238E27FC236}">
                <a16:creationId xmlns:a16="http://schemas.microsoft.com/office/drawing/2014/main" id="{68308A89-8DED-439C-950B-FEC1CD6C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0516" y="6913131"/>
            <a:ext cx="1058421" cy="336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showcases</a:t>
            </a:r>
          </a:p>
        </p:txBody>
      </p:sp>
      <p:sp>
        <p:nvSpPr>
          <p:cNvPr id="115" name="text-47 the">
            <a:extLst xmlns:a="http://schemas.openxmlformats.org/drawingml/2006/main">
              <a:ext uri="{FF2B5EF4-FFF2-40B4-BE49-F238E27FC236}">
                <a16:creationId xmlns:a16="http://schemas.microsoft.com/office/drawing/2014/main" id="{41EB7AC2-810D-4F47-AAD4-E37A87C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3455" y="6914398"/>
            <a:ext cx="335326" cy="335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16" name="text-47 Sydney">
            <a:extLst xmlns:a="http://schemas.openxmlformats.org/drawingml/2006/main">
              <a:ext uri="{FF2B5EF4-FFF2-40B4-BE49-F238E27FC236}">
                <a16:creationId xmlns:a16="http://schemas.microsoft.com/office/drawing/2014/main" id="{A946941B-8864-4B8B-9592-AA2EFDC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662" y="6914431"/>
            <a:ext cx="760592" cy="3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Sydney</a:t>
            </a:r>
          </a:p>
        </p:txBody>
      </p:sp>
      <p:sp>
        <p:nvSpPr>
          <p:cNvPr id="117" name="text-47 Opera">
            <a:extLst xmlns:a="http://schemas.openxmlformats.org/drawingml/2006/main">
              <a:ext uri="{FF2B5EF4-FFF2-40B4-BE49-F238E27FC236}">
                <a16:creationId xmlns:a16="http://schemas.microsoft.com/office/drawing/2014/main" id="{100D9D82-4391-43D8-9A8A-15F3E88C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8938" y="6914512"/>
            <a:ext cx="627179" cy="334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Opera</a:t>
            </a:r>
          </a:p>
        </p:txBody>
      </p:sp>
      <p:sp>
        <p:nvSpPr>
          <p:cNvPr id="118" name="text-47 House,">
            <a:extLst xmlns:a="http://schemas.openxmlformats.org/drawingml/2006/main">
              <a:ext uri="{FF2B5EF4-FFF2-40B4-BE49-F238E27FC236}">
                <a16:creationId xmlns:a16="http://schemas.microsoft.com/office/drawing/2014/main" id="{AA6F33B6-A8BD-46B7-9BB3-E3577523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1017" y="6913827"/>
            <a:ext cx="715819" cy="335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House,</a:t>
            </a:r>
          </a:p>
        </p:txBody>
      </p:sp>
      <p:sp>
        <p:nvSpPr>
          <p:cNvPr id="119" name="text-47 a">
            <a:extLst xmlns:a="http://schemas.openxmlformats.org/drawingml/2006/main">
              <a:ext uri="{FF2B5EF4-FFF2-40B4-BE49-F238E27FC236}">
                <a16:creationId xmlns:a16="http://schemas.microsoft.com/office/drawing/2014/main" id="{A4D48FAA-548D-41BA-9825-B23A0C09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1123" y="6923224"/>
            <a:ext cx="143790" cy="322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20" name="text-47 modern">
            <a:extLst xmlns:a="http://schemas.openxmlformats.org/drawingml/2006/main">
              <a:ext uri="{FF2B5EF4-FFF2-40B4-BE49-F238E27FC236}">
                <a16:creationId xmlns:a16="http://schemas.microsoft.com/office/drawing/2014/main" id="{BF998EC7-3462-4771-A1EC-419DBC3E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1382" y="6914187"/>
            <a:ext cx="774533" cy="335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modern</a:t>
            </a:r>
          </a:p>
        </p:txBody>
      </p:sp>
      <p:sp>
        <p:nvSpPr>
          <p:cNvPr id="121" name="text-47 architectural">
            <a:extLst xmlns:a="http://schemas.openxmlformats.org/drawingml/2006/main">
              <a:ext uri="{FF2B5EF4-FFF2-40B4-BE49-F238E27FC236}">
                <a16:creationId xmlns:a16="http://schemas.microsoft.com/office/drawing/2014/main" id="{0893BDD5-EDDB-4F6F-92BB-DB4CD5ED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0556" y="6910140"/>
            <a:ext cx="1260315" cy="341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architectural</a:t>
            </a:r>
          </a:p>
        </p:txBody>
      </p:sp>
      <p:sp>
        <p:nvSpPr>
          <p:cNvPr id="122" name="text-47 icon">
            <a:extLst xmlns:a="http://schemas.openxmlformats.org/drawingml/2006/main">
              <a:ext uri="{FF2B5EF4-FFF2-40B4-BE49-F238E27FC236}">
                <a16:creationId xmlns:a16="http://schemas.microsoft.com/office/drawing/2014/main" id="{B458DDF4-95D9-41AD-98D1-AFE521F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5028" y="6913766"/>
            <a:ext cx="456099" cy="335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icon</a:t>
            </a:r>
          </a:p>
        </p:txBody>
      </p:sp>
      <p:sp>
        <p:nvSpPr>
          <p:cNvPr id="123" name="text-47 located">
            <a:extLst xmlns:a="http://schemas.openxmlformats.org/drawingml/2006/main">
              <a:ext uri="{FF2B5EF4-FFF2-40B4-BE49-F238E27FC236}">
                <a16:creationId xmlns:a16="http://schemas.microsoft.com/office/drawing/2014/main" id="{41FD0FD8-F724-4BC0-9CAB-F5F94911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5691" y="6910293"/>
            <a:ext cx="746280" cy="340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located</a:t>
            </a:r>
          </a:p>
        </p:txBody>
      </p:sp>
      <p:sp>
        <p:nvSpPr>
          <p:cNvPr id="124" name="text-47 on">
            <a:extLst xmlns:a="http://schemas.openxmlformats.org/drawingml/2006/main">
              <a:ext uri="{FF2B5EF4-FFF2-40B4-BE49-F238E27FC236}">
                <a16:creationId xmlns:a16="http://schemas.microsoft.com/office/drawing/2014/main" id="{61C42296-B360-42D3-9603-0B599343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8226" y="6916780"/>
            <a:ext cx="279507" cy="331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125" name="text-47 the">
            <a:extLst xmlns:a="http://schemas.openxmlformats.org/drawingml/2006/main">
              <a:ext uri="{FF2B5EF4-FFF2-40B4-BE49-F238E27FC236}">
                <a16:creationId xmlns:a16="http://schemas.microsoft.com/office/drawing/2014/main" id="{71F0B3ED-FDCD-4AEA-983D-07F4F43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5155" y="6912501"/>
            <a:ext cx="337985" cy="337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26" name="text-48 shores">
            <a:extLst xmlns:a="http://schemas.openxmlformats.org/drawingml/2006/main">
              <a:ext uri="{FF2B5EF4-FFF2-40B4-BE49-F238E27FC236}">
                <a16:creationId xmlns:a16="http://schemas.microsoft.com/office/drawing/2014/main" id="{4E72E71F-F486-47A4-8413-E859813C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298" y="7190678"/>
            <a:ext cx="658911" cy="337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shores</a:t>
            </a:r>
          </a:p>
        </p:txBody>
      </p:sp>
      <p:sp>
        <p:nvSpPr>
          <p:cNvPr id="127" name="text-48 of">
            <a:extLst xmlns:a="http://schemas.openxmlformats.org/drawingml/2006/main">
              <a:ext uri="{FF2B5EF4-FFF2-40B4-BE49-F238E27FC236}">
                <a16:creationId xmlns:a16="http://schemas.microsoft.com/office/drawing/2014/main" id="{D1983143-F9E5-4327-912D-0BDE707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49" y="7194865"/>
            <a:ext cx="239837" cy="33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28" name="text-48 Sydney">
            <a:extLst xmlns:a="http://schemas.openxmlformats.org/drawingml/2006/main">
              <a:ext uri="{FF2B5EF4-FFF2-40B4-BE49-F238E27FC236}">
                <a16:creationId xmlns:a16="http://schemas.microsoft.com/office/drawing/2014/main" id="{3DBC1394-11C5-4BAE-AD3F-A3A7AB0F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9882" y="7192405"/>
            <a:ext cx="760590" cy="334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Sydney</a:t>
            </a:r>
          </a:p>
        </p:txBody>
      </p:sp>
      <p:sp>
        <p:nvSpPr>
          <p:cNvPr id="129" name="text-48 Harbour">
            <a:extLst xmlns:a="http://schemas.openxmlformats.org/drawingml/2006/main">
              <a:ext uri="{FF2B5EF4-FFF2-40B4-BE49-F238E27FC236}">
                <a16:creationId xmlns:a16="http://schemas.microsoft.com/office/drawing/2014/main" id="{BF19E2AF-205D-4307-9680-957627ED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5156" y="7191636"/>
            <a:ext cx="842695" cy="336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Harbour</a:t>
            </a:r>
          </a:p>
        </p:txBody>
      </p:sp>
      <p:sp>
        <p:nvSpPr>
          <p:cNvPr id="130" name="text-48 in">
            <a:extLst xmlns:a="http://schemas.openxmlformats.org/drawingml/2006/main">
              <a:ext uri="{FF2B5EF4-FFF2-40B4-BE49-F238E27FC236}">
                <a16:creationId xmlns:a16="http://schemas.microsoft.com/office/drawing/2014/main" id="{3F1B804B-ED49-4F38-8EE6-B95D66CA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2666" y="7194037"/>
            <a:ext cx="227514" cy="332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31" name="text-48 Australia.">
            <a:extLst xmlns:a="http://schemas.openxmlformats.org/drawingml/2006/main">
              <a:ext uri="{FF2B5EF4-FFF2-40B4-BE49-F238E27FC236}">
                <a16:creationId xmlns:a16="http://schemas.microsoft.com/office/drawing/2014/main" id="{74121979-D447-4E2A-B0BF-1D782A2C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5159" y="7188813"/>
            <a:ext cx="994329" cy="34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Australia.</a:t>
            </a:r>
          </a:p>
        </p:txBody>
      </p:sp>
      <p:sp>
        <p:nvSpPr>
          <p:cNvPr id="132" name="text-48 Designed">
            <a:extLst xmlns:a="http://schemas.openxmlformats.org/drawingml/2006/main">
              <a:ext uri="{FF2B5EF4-FFF2-40B4-BE49-F238E27FC236}">
                <a16:creationId xmlns:a16="http://schemas.microsoft.com/office/drawing/2014/main" id="{74206231-185A-45E7-974F-83272E56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3237" y="7191308"/>
            <a:ext cx="950736" cy="336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Designed</a:t>
            </a:r>
          </a:p>
        </p:txBody>
      </p:sp>
      <p:sp>
        <p:nvSpPr>
          <p:cNvPr id="133" name="text-48 by">
            <a:extLst xmlns:a="http://schemas.openxmlformats.org/drawingml/2006/main">
              <a:ext uri="{FF2B5EF4-FFF2-40B4-BE49-F238E27FC236}">
                <a16:creationId xmlns:a16="http://schemas.microsoft.com/office/drawing/2014/main" id="{5E428805-8EB0-423E-924B-7A14EE22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8461" y="7195914"/>
            <a:ext cx="278138" cy="33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134" name="text-48 Danish">
            <a:extLst xmlns:a="http://schemas.openxmlformats.org/drawingml/2006/main">
              <a:ext uri="{FF2B5EF4-FFF2-40B4-BE49-F238E27FC236}">
                <a16:creationId xmlns:a16="http://schemas.microsoft.com/office/drawing/2014/main" id="{55C5787D-0108-403B-B56D-2DF60FFA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916" y="7190158"/>
            <a:ext cx="727407" cy="33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Danish</a:t>
            </a:r>
          </a:p>
        </p:txBody>
      </p:sp>
      <p:sp>
        <p:nvSpPr>
          <p:cNvPr id="135" name="text-48 architect">
            <a:extLst xmlns:a="http://schemas.openxmlformats.org/drawingml/2006/main">
              <a:ext uri="{FF2B5EF4-FFF2-40B4-BE49-F238E27FC236}">
                <a16:creationId xmlns:a16="http://schemas.microsoft.com/office/drawing/2014/main" id="{679D2685-6526-478E-9A04-11FD0997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5919" y="7185833"/>
            <a:ext cx="890092" cy="3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</a:t>
            </a:r>
          </a:p>
        </p:txBody>
      </p:sp>
      <p:sp>
        <p:nvSpPr>
          <p:cNvPr id="136" name="text-48 Jørn">
            <a:extLst xmlns:a="http://schemas.openxmlformats.org/drawingml/2006/main">
              <a:ext uri="{FF2B5EF4-FFF2-40B4-BE49-F238E27FC236}">
                <a16:creationId xmlns:a16="http://schemas.microsoft.com/office/drawing/2014/main" id="{B65ED401-6347-4A50-91AD-D61BB15F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2073" y="7189779"/>
            <a:ext cx="459925" cy="338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Jørn</a:t>
            </a:r>
          </a:p>
        </p:txBody>
      </p:sp>
      <p:sp>
        <p:nvSpPr>
          <p:cNvPr id="137" name="text-48 Utzon">
            <a:extLst xmlns:a="http://schemas.openxmlformats.org/drawingml/2006/main">
              <a:ext uri="{FF2B5EF4-FFF2-40B4-BE49-F238E27FC236}">
                <a16:creationId xmlns:a16="http://schemas.microsoft.com/office/drawing/2014/main" id="{7A986671-1FA6-480C-800B-DE4E088D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527" y="7190587"/>
            <a:ext cx="632356" cy="337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Utzon</a:t>
            </a:r>
          </a:p>
        </p:txBody>
      </p:sp>
      <p:sp>
        <p:nvSpPr>
          <p:cNvPr id="138" name="text-48 and">
            <a:extLst xmlns:a="http://schemas.openxmlformats.org/drawingml/2006/main">
              <a:ext uri="{FF2B5EF4-FFF2-40B4-BE49-F238E27FC236}">
                <a16:creationId xmlns:a16="http://schemas.microsoft.com/office/drawing/2014/main" id="{DAB57144-DDE1-4FF7-AD92-6390D8FD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7556" y="7192114"/>
            <a:ext cx="388855" cy="335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139" name="text-48 completed">
            <a:extLst xmlns:a="http://schemas.openxmlformats.org/drawingml/2006/main">
              <a:ext uri="{FF2B5EF4-FFF2-40B4-BE49-F238E27FC236}">
                <a16:creationId xmlns:a16="http://schemas.microsoft.com/office/drawing/2014/main" id="{81072176-2DA2-4CBB-A3A9-01DC3E9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3358" y="7188397"/>
            <a:ext cx="1056660" cy="340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completed</a:t>
            </a:r>
          </a:p>
        </p:txBody>
      </p:sp>
      <p:sp>
        <p:nvSpPr>
          <p:cNvPr id="140" name="text-48 in">
            <a:extLst xmlns:a="http://schemas.openxmlformats.org/drawingml/2006/main">
              <a:ext uri="{FF2B5EF4-FFF2-40B4-BE49-F238E27FC236}">
                <a16:creationId xmlns:a16="http://schemas.microsoft.com/office/drawing/2014/main" id="{34020FA7-D3AE-4FFB-AE16-A507912B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6297" y="7192548"/>
            <a:ext cx="228940" cy="33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41" name="text-48 1973,">
            <a:extLst xmlns:a="http://schemas.openxmlformats.org/drawingml/2006/main">
              <a:ext uri="{FF2B5EF4-FFF2-40B4-BE49-F238E27FC236}">
                <a16:creationId xmlns:a16="http://schemas.microsoft.com/office/drawing/2014/main" id="{F78A3E84-959E-4E88-B0DA-DEF8345B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2263" y="7189766"/>
            <a:ext cx="587622" cy="338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1973,</a:t>
            </a:r>
          </a:p>
        </p:txBody>
      </p:sp>
      <p:sp>
        <p:nvSpPr>
          <p:cNvPr id="142" name="text-48 the">
            <a:extLst xmlns:a="http://schemas.openxmlformats.org/drawingml/2006/main">
              <a:ext uri="{FF2B5EF4-FFF2-40B4-BE49-F238E27FC236}">
                <a16:creationId xmlns:a16="http://schemas.microsoft.com/office/drawing/2014/main" id="{05BCF6D2-C8E3-4906-A014-80C6730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6121" y="7190475"/>
            <a:ext cx="337985" cy="337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43" name="text-48 Opera">
            <a:extLst xmlns:a="http://schemas.openxmlformats.org/drawingml/2006/main">
              <a:ext uri="{FF2B5EF4-FFF2-40B4-BE49-F238E27FC236}">
                <a16:creationId xmlns:a16="http://schemas.microsoft.com/office/drawing/2014/main" id="{10A0451D-236C-468A-A9EE-13D11042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0962" y="7190589"/>
            <a:ext cx="632153" cy="337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Opera</a:t>
            </a:r>
          </a:p>
        </p:txBody>
      </p:sp>
      <p:sp>
        <p:nvSpPr>
          <p:cNvPr id="144" name="text-49 House">
            <a:extLst xmlns:a="http://schemas.openxmlformats.org/drawingml/2006/main">
              <a:ext uri="{FF2B5EF4-FFF2-40B4-BE49-F238E27FC236}">
                <a16:creationId xmlns:a16="http://schemas.microsoft.com/office/drawing/2014/main" id="{76ED795F-A23B-4176-B14D-3285C8EB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298" y="7478229"/>
            <a:ext cx="632729" cy="324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House</a:t>
            </a:r>
          </a:p>
        </p:txBody>
      </p:sp>
      <p:sp>
        <p:nvSpPr>
          <p:cNvPr id="145" name="text-49 is">
            <a:extLst xmlns:a="http://schemas.openxmlformats.org/drawingml/2006/main">
              <a:ext uri="{FF2B5EF4-FFF2-40B4-BE49-F238E27FC236}">
                <a16:creationId xmlns:a16="http://schemas.microsoft.com/office/drawing/2014/main" id="{661C5490-E0EF-4619-BE4E-4B0B41CC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1061" y="7477801"/>
            <a:ext cx="196292" cy="32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46" name="text-49 celebrated">
            <a:extLst xmlns:a="http://schemas.openxmlformats.org/drawingml/2006/main">
              <a:ext uri="{FF2B5EF4-FFF2-40B4-BE49-F238E27FC236}">
                <a16:creationId xmlns:a16="http://schemas.microsoft.com/office/drawing/2014/main" id="{A4A9FA68-F1FF-4EC5-9C6C-3413B01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4173" y="7477378"/>
            <a:ext cx="995608" cy="325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celebrated</a:t>
            </a:r>
          </a:p>
        </p:txBody>
      </p:sp>
      <p:sp>
        <p:nvSpPr>
          <p:cNvPr id="147" name="text-49 for">
            <a:extLst xmlns:a="http://schemas.openxmlformats.org/drawingml/2006/main">
              <a:ext uri="{FF2B5EF4-FFF2-40B4-BE49-F238E27FC236}">
                <a16:creationId xmlns:a16="http://schemas.microsoft.com/office/drawing/2014/main" id="{D66447D3-2883-4A8C-8DF4-07967B6A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6460" y="7477829"/>
            <a:ext cx="311907" cy="324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148" name="text-49 its">
            <a:extLst xmlns:a="http://schemas.openxmlformats.org/drawingml/2006/main">
              <a:ext uri="{FF2B5EF4-FFF2-40B4-BE49-F238E27FC236}">
                <a16:creationId xmlns:a16="http://schemas.microsoft.com/office/drawing/2014/main" id="{47768E19-881C-4075-B2A7-0A1D0B40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395" y="7477303"/>
            <a:ext cx="261241" cy="32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</a:t>
            </a:r>
          </a:p>
        </p:txBody>
      </p:sp>
      <p:sp>
        <p:nvSpPr>
          <p:cNvPr id="149" name="text-49 innovative">
            <a:extLst xmlns:a="http://schemas.openxmlformats.org/drawingml/2006/main">
              <a:ext uri="{FF2B5EF4-FFF2-40B4-BE49-F238E27FC236}">
                <a16:creationId xmlns:a16="http://schemas.microsoft.com/office/drawing/2014/main" id="{E16A0AB3-B94B-4241-ABB6-6131CF69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3368" y="7477621"/>
            <a:ext cx="1020842" cy="324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innovative</a:t>
            </a:r>
          </a:p>
        </p:txBody>
      </p:sp>
      <p:sp>
        <p:nvSpPr>
          <p:cNvPr id="150" name="text-49 design">
            <a:extLst xmlns:a="http://schemas.openxmlformats.org/drawingml/2006/main">
              <a:ext uri="{FF2B5EF4-FFF2-40B4-BE49-F238E27FC236}">
                <a16:creationId xmlns:a16="http://schemas.microsoft.com/office/drawing/2014/main" id="{A2EDDCCE-D310-4344-8DB3-FB5B1714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1135" y="7477773"/>
            <a:ext cx="646912" cy="324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151" name="text-49 and">
            <a:extLst xmlns:a="http://schemas.openxmlformats.org/drawingml/2006/main">
              <a:ext uri="{FF2B5EF4-FFF2-40B4-BE49-F238E27FC236}">
                <a16:creationId xmlns:a16="http://schemas.microsoft.com/office/drawing/2014/main" id="{5A049688-1066-4618-878F-CA4660B0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4797" y="7478115"/>
            <a:ext cx="375827" cy="324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152" name="text-49 engineering.">
            <a:extLst xmlns:a="http://schemas.openxmlformats.org/drawingml/2006/main">
              <a:ext uri="{FF2B5EF4-FFF2-40B4-BE49-F238E27FC236}">
                <a16:creationId xmlns:a16="http://schemas.microsoft.com/office/drawing/2014/main" id="{E13B865F-2CA6-4364-A01D-F28D6E2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7435" y="7477527"/>
            <a:ext cx="1195084" cy="3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engineering.</a:t>
            </a:r>
          </a:p>
        </p:txBody>
      </p:sp>
      <p:sp>
        <p:nvSpPr>
          <p:cNvPr id="153" name="text-50 .....">
            <a:extLst xmlns:a="http://schemas.openxmlformats.org/drawingml/2006/main">
              <a:ext uri="{FF2B5EF4-FFF2-40B4-BE49-F238E27FC236}">
                <a16:creationId xmlns:a16="http://schemas.microsoft.com/office/drawing/2014/main" id="{EB247E90-7012-47C6-B624-0B92B5D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025" y="7478118"/>
            <a:ext cx="330944" cy="324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</a:t>
            </a:r>
          </a:p>
        </p:txBody>
      </p:sp>
      <p:sp>
        <p:nvSpPr>
          <p:cNvPr id="154" name="text-51 Q12">
            <a:extLst xmlns:a="http://schemas.openxmlformats.org/drawingml/2006/main">
              <a:ext uri="{FF2B5EF4-FFF2-40B4-BE49-F238E27FC236}">
                <a16:creationId xmlns:a16="http://schemas.microsoft.com/office/drawing/2014/main" id="{FC4414D7-B304-4673-9A15-D546D6C5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182" y="7977672"/>
            <a:ext cx="526283" cy="323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Q12</a:t>
            </a:r>
          </a:p>
        </p:txBody>
      </p:sp>
      <p:sp>
        <p:nvSpPr>
          <p:cNvPr id="155" name="text-52 ：">
            <a:extLst xmlns:a="http://schemas.openxmlformats.org/drawingml/2006/main">
              <a:ext uri="{FF2B5EF4-FFF2-40B4-BE49-F238E27FC236}">
                <a16:creationId xmlns:a16="http://schemas.microsoft.com/office/drawing/2014/main" id="{20ECC7F1-CDF3-4A99-8336-013CD596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477" y="7901399"/>
            <a:ext cx="285829" cy="43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2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2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2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156" name="text-53 &quot;Discuss">
            <a:extLst xmlns:a="http://schemas.openxmlformats.org/drawingml/2006/main">
              <a:ext uri="{FF2B5EF4-FFF2-40B4-BE49-F238E27FC236}">
                <a16:creationId xmlns:a16="http://schemas.microsoft.com/office/drawing/2014/main" id="{86C8F20D-0045-457A-B94F-1A2A7730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8122" y="7977457"/>
            <a:ext cx="948397" cy="323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"Discuss</a:t>
            </a:r>
          </a:p>
        </p:txBody>
      </p:sp>
      <p:sp>
        <p:nvSpPr>
          <p:cNvPr id="157" name="text-53 the">
            <a:extLst xmlns:a="http://schemas.openxmlformats.org/drawingml/2006/main">
              <a:ext uri="{FF2B5EF4-FFF2-40B4-BE49-F238E27FC236}">
                <a16:creationId xmlns:a16="http://schemas.microsoft.com/office/drawing/2014/main" id="{D02AE4E7-09CD-4F0E-AE5B-C77A4615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504" y="7977342"/>
            <a:ext cx="411172" cy="324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58" name="text-53 historical">
            <a:extLst xmlns:a="http://schemas.openxmlformats.org/drawingml/2006/main">
              <a:ext uri="{FF2B5EF4-FFF2-40B4-BE49-F238E27FC236}">
                <a16:creationId xmlns:a16="http://schemas.microsoft.com/office/drawing/2014/main" id="{A2EC9F42-0F48-4A09-9BAF-332BCD36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4629" y="7977340"/>
            <a:ext cx="1060342" cy="32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historical</a:t>
            </a:r>
          </a:p>
        </p:txBody>
      </p:sp>
      <p:sp>
        <p:nvSpPr>
          <p:cNvPr id="159" name="text-53 significance">
            <a:extLst xmlns:a="http://schemas.openxmlformats.org/drawingml/2006/main">
              <a:ext uri="{FF2B5EF4-FFF2-40B4-BE49-F238E27FC236}">
                <a16:creationId xmlns:a16="http://schemas.microsoft.com/office/drawing/2014/main" id="{6813A287-71CA-4627-AA70-A0DCB5F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3357" y="7977123"/>
            <a:ext cx="1315782" cy="32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significance</a:t>
            </a:r>
          </a:p>
        </p:txBody>
      </p:sp>
      <p:sp>
        <p:nvSpPr>
          <p:cNvPr id="160" name="text-53 of">
            <a:extLst xmlns:a="http://schemas.openxmlformats.org/drawingml/2006/main">
              <a:ext uri="{FF2B5EF4-FFF2-40B4-BE49-F238E27FC236}">
                <a16:creationId xmlns:a16="http://schemas.microsoft.com/office/drawing/2014/main" id="{FEDE9B51-EC59-42DD-8701-96F42BC7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8052" y="7977840"/>
            <a:ext cx="280353" cy="32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61" name="text-53 &lt;image-1&gt;">
            <a:extLst xmlns:a="http://schemas.openxmlformats.org/drawingml/2006/main">
              <a:ext uri="{FF2B5EF4-FFF2-40B4-BE49-F238E27FC236}">
                <a16:creationId xmlns:a16="http://schemas.microsoft.com/office/drawing/2014/main" id="{BC7F28F1-6061-4B3B-8334-518FE6B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7298" y="7977523"/>
            <a:ext cx="1030632" cy="32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&lt;image-1&gt;</a:t>
            </a:r>
          </a:p>
        </p:txBody>
      </p:sp>
      <p:sp>
        <p:nvSpPr>
          <p:cNvPr id="162" name="text-53 and">
            <a:extLst xmlns:a="http://schemas.openxmlformats.org/drawingml/2006/main">
              <a:ext uri="{FF2B5EF4-FFF2-40B4-BE49-F238E27FC236}">
                <a16:creationId xmlns:a16="http://schemas.microsoft.com/office/drawing/2014/main" id="{5D6FBBC5-8EB4-4E35-B28A-5A7D608A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5913" y="7977580"/>
            <a:ext cx="416770" cy="323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63" name="text-53 &lt;image-4&gt;">
            <a:extLst xmlns:a="http://schemas.openxmlformats.org/drawingml/2006/main">
              <a:ext uri="{FF2B5EF4-FFF2-40B4-BE49-F238E27FC236}">
                <a16:creationId xmlns:a16="http://schemas.microsoft.com/office/drawing/2014/main" id="{1325AED4-5C65-4DBC-B414-61A7721C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670" y="7977508"/>
            <a:ext cx="1067698" cy="323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&lt;image-4&gt;</a:t>
            </a:r>
          </a:p>
        </p:txBody>
      </p:sp>
      <p:sp>
        <p:nvSpPr>
          <p:cNvPr id="164" name="text-53 in">
            <a:extLst xmlns:a="http://schemas.openxmlformats.org/drawingml/2006/main">
              <a:ext uri="{FF2B5EF4-FFF2-40B4-BE49-F238E27FC236}">
                <a16:creationId xmlns:a16="http://schemas.microsoft.com/office/drawing/2014/main" id="{B412BB85-F222-47F1-95B2-0246F55E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6348" y="7977951"/>
            <a:ext cx="227067" cy="323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65" name="text-53 their">
            <a:extLst xmlns:a="http://schemas.openxmlformats.org/drawingml/2006/main">
              <a:ext uri="{FF2B5EF4-FFF2-40B4-BE49-F238E27FC236}">
                <a16:creationId xmlns:a16="http://schemas.microsoft.com/office/drawing/2014/main" id="{0C63F4C2-B7E0-4274-A1F1-5C38C98A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2314" y="7977049"/>
            <a:ext cx="587959" cy="324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their</a:t>
            </a:r>
          </a:p>
        </p:txBody>
      </p:sp>
      <p:sp>
        <p:nvSpPr>
          <p:cNvPr id="166" name="text-53 respective">
            <a:extLst xmlns:a="http://schemas.openxmlformats.org/drawingml/2006/main">
              <a:ext uri="{FF2B5EF4-FFF2-40B4-BE49-F238E27FC236}">
                <a16:creationId xmlns:a16="http://schemas.microsoft.com/office/drawing/2014/main" id="{5750E10E-C1C6-4EB3-A62A-7C4ADF0A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8488" y="7977210"/>
            <a:ext cx="1175621" cy="324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respective</a:t>
            </a:r>
          </a:p>
        </p:txBody>
      </p:sp>
      <p:sp>
        <p:nvSpPr>
          <p:cNvPr id="167" name="text-53 cultures.&quot;">
            <a:extLst xmlns:a="http://schemas.openxmlformats.org/drawingml/2006/main">
              <a:ext uri="{FF2B5EF4-FFF2-40B4-BE49-F238E27FC236}">
                <a16:creationId xmlns:a16="http://schemas.microsoft.com/office/drawing/2014/main" id="{D6FFBE97-169D-400D-B6D7-9F75C08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3039" y="7977126"/>
            <a:ext cx="1081146" cy="324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cultures."</a:t>
            </a:r>
          </a:p>
        </p:txBody>
      </p:sp>
      <p:sp>
        <p:nvSpPr>
          <p:cNvPr id="168" name="text-54 A12">
            <a:extLst xmlns:a="http://schemas.openxmlformats.org/drawingml/2006/main">
              <a:ext uri="{FF2B5EF4-FFF2-40B4-BE49-F238E27FC236}">
                <a16:creationId xmlns:a16="http://schemas.microsoft.com/office/drawing/2014/main" id="{B28E71E5-7FA6-4CE9-BFFA-FBD8A721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600" y="8366777"/>
            <a:ext cx="500280" cy="328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4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A12</a:t>
            </a:r>
          </a:p>
        </p:txBody>
      </p:sp>
      <p:sp>
        <p:nvSpPr>
          <p:cNvPr id="169" name="text-55 ：">
            <a:extLst xmlns:a="http://schemas.openxmlformats.org/drawingml/2006/main">
              <a:ext uri="{FF2B5EF4-FFF2-40B4-BE49-F238E27FC236}">
                <a16:creationId xmlns:a16="http://schemas.microsoft.com/office/drawing/2014/main" id="{8DDB1A5D-BAF9-4027-90B2-8E7AB02F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731" y="8294037"/>
            <a:ext cx="285829" cy="43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2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2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2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170" name="text-56 The">
            <a:extLst xmlns:a="http://schemas.openxmlformats.org/drawingml/2006/main">
              <a:ext uri="{FF2B5EF4-FFF2-40B4-BE49-F238E27FC236}">
                <a16:creationId xmlns:a16="http://schemas.microsoft.com/office/drawing/2014/main" id="{CDFEC608-45FC-4A21-A07E-AD3F0666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6850" y="8365710"/>
            <a:ext cx="408817" cy="330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71" name="text-56 historical">
            <a:extLst xmlns:a="http://schemas.openxmlformats.org/drawingml/2006/main">
              <a:ext uri="{FF2B5EF4-FFF2-40B4-BE49-F238E27FC236}">
                <a16:creationId xmlns:a16="http://schemas.microsoft.com/office/drawing/2014/main" id="{FF058AFC-A2B6-453A-B6CE-27E17970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867" y="8360715"/>
            <a:ext cx="938981" cy="337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historical</a:t>
            </a:r>
          </a:p>
        </p:txBody>
      </p:sp>
      <p:sp>
        <p:nvSpPr>
          <p:cNvPr id="172" name="text-56 significance">
            <a:extLst xmlns:a="http://schemas.openxmlformats.org/drawingml/2006/main">
              <a:ext uri="{FF2B5EF4-FFF2-40B4-BE49-F238E27FC236}">
                <a16:creationId xmlns:a16="http://schemas.microsoft.com/office/drawing/2014/main" id="{D64704C1-465D-4D74-9DFC-54CCFEED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0191" y="8361326"/>
            <a:ext cx="1202989" cy="33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significance</a:t>
            </a:r>
          </a:p>
        </p:txBody>
      </p:sp>
      <p:sp>
        <p:nvSpPr>
          <p:cNvPr id="173" name="text-56 of">
            <a:extLst xmlns:a="http://schemas.openxmlformats.org/drawingml/2006/main">
              <a:ext uri="{FF2B5EF4-FFF2-40B4-BE49-F238E27FC236}">
                <a16:creationId xmlns:a16="http://schemas.microsoft.com/office/drawing/2014/main" id="{69F738E2-B2EC-43E5-8DC2-8BB8C9E0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5591" y="8366060"/>
            <a:ext cx="238429" cy="32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74" name="text-56 &lt;image-1&gt;">
            <a:extLst xmlns:a="http://schemas.openxmlformats.org/drawingml/2006/main">
              <a:ext uri="{FF2B5EF4-FFF2-40B4-BE49-F238E27FC236}">
                <a16:creationId xmlns:a16="http://schemas.microsoft.com/office/drawing/2014/main" id="{779E1D8B-1A31-42F7-98EC-4E750B26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7349" y="8363079"/>
            <a:ext cx="1092530" cy="33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&lt;image-1&gt;</a:t>
            </a:r>
          </a:p>
        </p:txBody>
      </p:sp>
      <p:sp>
        <p:nvSpPr>
          <p:cNvPr id="175" name="text-56 and">
            <a:extLst xmlns:a="http://schemas.openxmlformats.org/drawingml/2006/main">
              <a:ext uri="{FF2B5EF4-FFF2-40B4-BE49-F238E27FC236}">
                <a16:creationId xmlns:a16="http://schemas.microsoft.com/office/drawing/2014/main" id="{48443C69-8C06-4DD6-A021-983CECDD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717" y="8365131"/>
            <a:ext cx="383642" cy="33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176" name="text-56 &lt;image-4&gt;">
            <a:extLst xmlns:a="http://schemas.openxmlformats.org/drawingml/2006/main">
              <a:ext uri="{FF2B5EF4-FFF2-40B4-BE49-F238E27FC236}">
                <a16:creationId xmlns:a16="http://schemas.microsoft.com/office/drawing/2014/main" id="{9BE33FDC-BB50-495B-B651-2FBD04D2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9253" y="8363079"/>
            <a:ext cx="1092530" cy="33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&lt;image-4&gt;</a:t>
            </a:r>
          </a:p>
        </p:txBody>
      </p:sp>
      <p:sp>
        <p:nvSpPr>
          <p:cNvPr id="177" name="text-56 in">
            <a:extLst xmlns:a="http://schemas.openxmlformats.org/drawingml/2006/main">
              <a:ext uri="{FF2B5EF4-FFF2-40B4-BE49-F238E27FC236}">
                <a16:creationId xmlns:a16="http://schemas.microsoft.com/office/drawing/2014/main" id="{059CBD42-C554-4C75-BF5B-0950DC56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4621" y="8365332"/>
            <a:ext cx="226089" cy="330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78" name="text-56 their">
            <a:extLst xmlns:a="http://schemas.openxmlformats.org/drawingml/2006/main">
              <a:ext uri="{FF2B5EF4-FFF2-40B4-BE49-F238E27FC236}">
                <a16:creationId xmlns:a16="http://schemas.microsoft.com/office/drawing/2014/main" id="{90F84D8A-7268-4E9B-8D2B-35391B68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3639" y="8361657"/>
            <a:ext cx="482449" cy="33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their</a:t>
            </a:r>
          </a:p>
        </p:txBody>
      </p:sp>
      <p:sp>
        <p:nvSpPr>
          <p:cNvPr id="179" name="text-56 respective">
            <a:extLst xmlns:a="http://schemas.openxmlformats.org/drawingml/2006/main">
              <a:ext uri="{FF2B5EF4-FFF2-40B4-BE49-F238E27FC236}">
                <a16:creationId xmlns:a16="http://schemas.microsoft.com/office/drawing/2014/main" id="{4F4ABD1D-8A35-4FBA-89DD-CB824003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8624" y="8361558"/>
            <a:ext cx="1015317" cy="335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respective</a:t>
            </a:r>
          </a:p>
        </p:txBody>
      </p:sp>
      <p:sp>
        <p:nvSpPr>
          <p:cNvPr id="180" name="text-56 cultures">
            <a:extLst xmlns:a="http://schemas.openxmlformats.org/drawingml/2006/main">
              <a:ext uri="{FF2B5EF4-FFF2-40B4-BE49-F238E27FC236}">
                <a16:creationId xmlns:a16="http://schemas.microsoft.com/office/drawing/2014/main" id="{1AB24E01-F7A1-4B3A-8CCD-AAB15AAD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393" y="8361586"/>
            <a:ext cx="802334" cy="335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cultures</a:t>
            </a:r>
          </a:p>
        </p:txBody>
      </p:sp>
      <p:sp>
        <p:nvSpPr>
          <p:cNvPr id="181" name="text-56 is">
            <a:extLst xmlns:a="http://schemas.openxmlformats.org/drawingml/2006/main">
              <a:ext uri="{FF2B5EF4-FFF2-40B4-BE49-F238E27FC236}">
                <a16:creationId xmlns:a16="http://schemas.microsoft.com/office/drawing/2014/main" id="{40AFF0EB-A558-4F91-8FC3-349D5C1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1048" y="8364419"/>
            <a:ext cx="200706" cy="33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182" name="text-56 profound,">
            <a:extLst xmlns:a="http://schemas.openxmlformats.org/drawingml/2006/main">
              <a:ext uri="{FF2B5EF4-FFF2-40B4-BE49-F238E27FC236}">
                <a16:creationId xmlns:a16="http://schemas.microsoft.com/office/drawing/2014/main" id="{8D28BEFC-1A76-4B14-B641-E857B2D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4586" y="8362490"/>
            <a:ext cx="978578" cy="334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profound,</a:t>
            </a:r>
          </a:p>
        </p:txBody>
      </p:sp>
      <p:sp>
        <p:nvSpPr>
          <p:cNvPr id="183" name="text-56 reflecting">
            <a:extLst xmlns:a="http://schemas.openxmlformats.org/drawingml/2006/main">
              <a:ext uri="{FF2B5EF4-FFF2-40B4-BE49-F238E27FC236}">
                <a16:creationId xmlns:a16="http://schemas.microsoft.com/office/drawing/2014/main" id="{8A5CD0F7-B10E-4FDA-A67B-875CB9B6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5295" y="8359068"/>
            <a:ext cx="971953" cy="3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reflecting</a:t>
            </a:r>
          </a:p>
        </p:txBody>
      </p:sp>
      <p:sp>
        <p:nvSpPr>
          <p:cNvPr id="184" name="text-56 their">
            <a:extLst xmlns:a="http://schemas.openxmlformats.org/drawingml/2006/main">
              <a:ext uri="{FF2B5EF4-FFF2-40B4-BE49-F238E27FC236}">
                <a16:creationId xmlns:a16="http://schemas.microsoft.com/office/drawing/2014/main" id="{A084FD13-7503-4563-808F-67B04711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1367" y="8359127"/>
            <a:ext cx="487539" cy="33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their</a:t>
            </a:r>
          </a:p>
        </p:txBody>
      </p:sp>
      <p:sp>
        <p:nvSpPr>
          <p:cNvPr id="185" name="text-56 roles">
            <a:extLst xmlns:a="http://schemas.openxmlformats.org/drawingml/2006/main">
              <a:ext uri="{FF2B5EF4-FFF2-40B4-BE49-F238E27FC236}">
                <a16:creationId xmlns:a16="http://schemas.microsoft.com/office/drawing/2014/main" id="{92627822-8BA0-4534-AA87-6DC4F51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3302" y="8359827"/>
            <a:ext cx="513095" cy="33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roles</a:t>
            </a:r>
          </a:p>
        </p:txBody>
      </p:sp>
      <p:sp>
        <p:nvSpPr>
          <p:cNvPr id="186" name="text-56 as">
            <a:extLst xmlns:a="http://schemas.openxmlformats.org/drawingml/2006/main">
              <a:ext uri="{FF2B5EF4-FFF2-40B4-BE49-F238E27FC236}">
                <a16:creationId xmlns:a16="http://schemas.microsoft.com/office/drawing/2014/main" id="{CAF7B22A-EE0C-49C6-BF66-E90427E0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0718" y="8364425"/>
            <a:ext cx="240085" cy="331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</a:t>
            </a:r>
          </a:p>
        </p:txBody>
      </p:sp>
      <p:sp>
        <p:nvSpPr>
          <p:cNvPr id="187" name="text-56 iconic">
            <a:extLst xmlns:a="http://schemas.openxmlformats.org/drawingml/2006/main">
              <a:ext uri="{FF2B5EF4-FFF2-40B4-BE49-F238E27FC236}">
                <a16:creationId xmlns:a16="http://schemas.microsoft.com/office/drawing/2014/main" id="{657CD829-5448-4406-BC4B-5800D8C4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5951" y="8359960"/>
            <a:ext cx="633391" cy="3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iconic</a:t>
            </a:r>
          </a:p>
        </p:txBody>
      </p:sp>
      <p:sp>
        <p:nvSpPr>
          <p:cNvPr id="188" name="text-56 symbols">
            <a:extLst xmlns:a="http://schemas.openxmlformats.org/drawingml/2006/main">
              <a:ext uri="{FF2B5EF4-FFF2-40B4-BE49-F238E27FC236}">
                <a16:creationId xmlns:a16="http://schemas.microsoft.com/office/drawing/2014/main" id="{19531AEB-81C8-4ACA-ACE4-6C4F5D9F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3824" y="8361183"/>
            <a:ext cx="844101" cy="336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symbols</a:t>
            </a:r>
          </a:p>
        </p:txBody>
      </p:sp>
      <p:sp>
        <p:nvSpPr>
          <p:cNvPr id="189" name="text-56 of">
            <a:extLst xmlns:a="http://schemas.openxmlformats.org/drawingml/2006/main">
              <a:ext uri="{FF2B5EF4-FFF2-40B4-BE49-F238E27FC236}">
                <a16:creationId xmlns:a16="http://schemas.microsoft.com/office/drawing/2014/main" id="{C6759F39-40D8-4C69-917C-08022604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2491" y="8364668"/>
            <a:ext cx="239839" cy="33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90" name="text-56 their">
            <a:extLst xmlns:a="http://schemas.openxmlformats.org/drawingml/2006/main">
              <a:ext uri="{FF2B5EF4-FFF2-40B4-BE49-F238E27FC236}">
                <a16:creationId xmlns:a16="http://schemas.microsoft.com/office/drawing/2014/main" id="{1DD5E2C6-CACC-41C3-8594-67A72788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77724" y="8359128"/>
            <a:ext cx="487537" cy="339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their</a:t>
            </a:r>
          </a:p>
        </p:txBody>
      </p:sp>
      <p:sp>
        <p:nvSpPr>
          <p:cNvPr id="191" name="text-57 civilizations.">
            <a:extLst xmlns:a="http://schemas.openxmlformats.org/drawingml/2006/main">
              <a:ext uri="{FF2B5EF4-FFF2-40B4-BE49-F238E27FC236}">
                <a16:creationId xmlns:a16="http://schemas.microsoft.com/office/drawing/2014/main" id="{AAC54DBC-93A1-4164-A9AD-1910ACA7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600" y="8631331"/>
            <a:ext cx="1251268" cy="329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civilizations.</a:t>
            </a:r>
          </a:p>
        </p:txBody>
      </p:sp>
      <p:sp>
        <p:nvSpPr>
          <p:cNvPr id="192" name="text-59 &lt;image-1&gt;">
            <a:extLst xmlns:a="http://schemas.openxmlformats.org/drawingml/2006/main">
              <a:ext uri="{FF2B5EF4-FFF2-40B4-BE49-F238E27FC236}">
                <a16:creationId xmlns:a16="http://schemas.microsoft.com/office/drawing/2014/main" id="{933F787F-F7B7-4338-9784-2914EA87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9011" y="8632521"/>
            <a:ext cx="1073241" cy="327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&lt;image-1&gt;</a:t>
            </a:r>
          </a:p>
        </p:txBody>
      </p:sp>
      <p:sp>
        <p:nvSpPr>
          <p:cNvPr id="193" name="text-59 shows">
            <a:extLst xmlns:a="http://schemas.openxmlformats.org/drawingml/2006/main">
              <a:ext uri="{FF2B5EF4-FFF2-40B4-BE49-F238E27FC236}">
                <a16:creationId xmlns:a16="http://schemas.microsoft.com/office/drawing/2014/main" id="{97905A24-050C-4285-87EC-499C9C20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215" y="8633431"/>
            <a:ext cx="625092" cy="32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shows</a:t>
            </a:r>
          </a:p>
        </p:txBody>
      </p:sp>
      <p:sp>
        <p:nvSpPr>
          <p:cNvPr id="194" name="text-59 the">
            <a:extLst xmlns:a="http://schemas.openxmlformats.org/drawingml/2006/main">
              <a:ext uri="{FF2B5EF4-FFF2-40B4-BE49-F238E27FC236}">
                <a16:creationId xmlns:a16="http://schemas.microsoft.com/office/drawing/2014/main" id="{27C09586-A66C-4E62-82C3-0186A3AD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5186" y="8633101"/>
            <a:ext cx="327353" cy="327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95" name="text-59 Colosseum,">
            <a:extLst xmlns:a="http://schemas.openxmlformats.org/drawingml/2006/main">
              <a:ext uri="{FF2B5EF4-FFF2-40B4-BE49-F238E27FC236}">
                <a16:creationId xmlns:a16="http://schemas.microsoft.com/office/drawing/2014/main" id="{BF532A88-EEFC-4AA6-9544-2A83C662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495" y="8632576"/>
            <a:ext cx="1141011" cy="32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Colosseum,</a:t>
            </a:r>
          </a:p>
        </p:txBody>
      </p:sp>
      <p:sp>
        <p:nvSpPr>
          <p:cNvPr id="196" name="text-59 an">
            <a:extLst xmlns:a="http://schemas.openxmlformats.org/drawingml/2006/main">
              <a:ext uri="{FF2B5EF4-FFF2-40B4-BE49-F238E27FC236}">
                <a16:creationId xmlns:a16="http://schemas.microsoft.com/office/drawing/2014/main" id="{9A9D808F-9203-49FA-8E76-C3739985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0875" y="8634093"/>
            <a:ext cx="261358" cy="325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</a:t>
            </a:r>
          </a:p>
        </p:txBody>
      </p:sp>
      <p:sp>
        <p:nvSpPr>
          <p:cNvPr id="197" name="text-59 ancient">
            <a:extLst xmlns:a="http://schemas.openxmlformats.org/drawingml/2006/main">
              <a:ext uri="{FF2B5EF4-FFF2-40B4-BE49-F238E27FC236}">
                <a16:creationId xmlns:a16="http://schemas.microsoft.com/office/drawing/2014/main" id="{0D46D5E8-1A71-4100-8155-A5419F5F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1165" y="8632221"/>
            <a:ext cx="718947" cy="328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ancient</a:t>
            </a:r>
          </a:p>
        </p:txBody>
      </p:sp>
      <p:sp>
        <p:nvSpPr>
          <p:cNvPr id="198" name="text-59 amphitheater">
            <a:extLst xmlns:a="http://schemas.openxmlformats.org/drawingml/2006/main">
              <a:ext uri="{FF2B5EF4-FFF2-40B4-BE49-F238E27FC236}">
                <a16:creationId xmlns:a16="http://schemas.microsoft.com/office/drawing/2014/main" id="{1108C077-8392-4AA0-8F93-1CB8585B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8952" y="8632022"/>
            <a:ext cx="1266799" cy="32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amphitheater</a:t>
            </a:r>
          </a:p>
        </p:txBody>
      </p:sp>
      <p:sp>
        <p:nvSpPr>
          <p:cNvPr id="199" name="text-59 in">
            <a:extLst xmlns:a="http://schemas.openxmlformats.org/drawingml/2006/main">
              <a:ext uri="{FF2B5EF4-FFF2-40B4-BE49-F238E27FC236}">
                <a16:creationId xmlns:a16="http://schemas.microsoft.com/office/drawing/2014/main" id="{26BEF1CC-8FFC-4136-A70D-312E535E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578" y="8633544"/>
            <a:ext cx="223236" cy="326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00" name="text-59 Rome,">
            <a:extLst xmlns:a="http://schemas.openxmlformats.org/drawingml/2006/main">
              <a:ext uri="{FF2B5EF4-FFF2-40B4-BE49-F238E27FC236}">
                <a16:creationId xmlns:a16="http://schemas.microsoft.com/office/drawing/2014/main" id="{76BDC5F7-C3E9-4B15-91C4-51EFABA7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6646" y="8633209"/>
            <a:ext cx="657919" cy="32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Rome,</a:t>
            </a:r>
          </a:p>
        </p:txBody>
      </p:sp>
      <p:sp>
        <p:nvSpPr>
          <p:cNvPr id="201" name="text-59 Italy,">
            <a:extLst xmlns:a="http://schemas.openxmlformats.org/drawingml/2006/main">
              <a:ext uri="{FF2B5EF4-FFF2-40B4-BE49-F238E27FC236}">
                <a16:creationId xmlns:a16="http://schemas.microsoft.com/office/drawing/2014/main" id="{8E7201AE-EA6E-460A-B25E-61229656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5365" y="8621064"/>
            <a:ext cx="539650" cy="343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Italy,</a:t>
            </a:r>
          </a:p>
        </p:txBody>
      </p:sp>
      <p:sp>
        <p:nvSpPr>
          <p:cNvPr id="202" name="text-59 constructed">
            <a:extLst xmlns:a="http://schemas.openxmlformats.org/drawingml/2006/main">
              <a:ext uri="{FF2B5EF4-FFF2-40B4-BE49-F238E27FC236}">
                <a16:creationId xmlns:a16="http://schemas.microsoft.com/office/drawing/2014/main" id="{22CF2707-175A-403E-A25A-4F5EAE6D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3627" y="8629549"/>
            <a:ext cx="1135475" cy="33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constructed</a:t>
            </a:r>
          </a:p>
        </p:txBody>
      </p:sp>
      <p:sp>
        <p:nvSpPr>
          <p:cNvPr id="203" name="text-59 in">
            <a:extLst xmlns:a="http://schemas.openxmlformats.org/drawingml/2006/main">
              <a:ext uri="{FF2B5EF4-FFF2-40B4-BE49-F238E27FC236}">
                <a16:creationId xmlns:a16="http://schemas.microsoft.com/office/drawing/2014/main" id="{1FC84A03-5DB3-48E9-84A9-82059FD6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9531" y="8632054"/>
            <a:ext cx="224663" cy="328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04" name="text-59 the">
            <a:extLst xmlns:a="http://schemas.openxmlformats.org/drawingml/2006/main">
              <a:ext uri="{FF2B5EF4-FFF2-40B4-BE49-F238E27FC236}">
                <a16:creationId xmlns:a16="http://schemas.microsoft.com/office/drawing/2014/main" id="{E4003416-CE09-4761-BF73-A525C057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074" y="8631204"/>
            <a:ext cx="330012" cy="32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05" name="text-59 first">
            <a:extLst xmlns:a="http://schemas.openxmlformats.org/drawingml/2006/main">
              <a:ext uri="{FF2B5EF4-FFF2-40B4-BE49-F238E27FC236}">
                <a16:creationId xmlns:a16="http://schemas.microsoft.com/office/drawing/2014/main" id="{CC441072-03E5-4F76-A811-64DF2D44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6014" y="8628409"/>
            <a:ext cx="426605" cy="333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first</a:t>
            </a:r>
          </a:p>
        </p:txBody>
      </p:sp>
      <p:sp>
        <p:nvSpPr>
          <p:cNvPr id="206" name="text-59 century">
            <a:extLst xmlns:a="http://schemas.openxmlformats.org/drawingml/2006/main">
              <a:ext uri="{FF2B5EF4-FFF2-40B4-BE49-F238E27FC236}">
                <a16:creationId xmlns:a16="http://schemas.microsoft.com/office/drawing/2014/main" id="{02B84FE3-73B5-4E9E-9AA5-855E29D3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3089" y="8630049"/>
            <a:ext cx="752014" cy="331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century</a:t>
            </a:r>
          </a:p>
        </p:txBody>
      </p:sp>
      <p:sp>
        <p:nvSpPr>
          <p:cNvPr id="207" name="text-59 AD.">
            <a:extLst xmlns:a="http://schemas.openxmlformats.org/drawingml/2006/main">
              <a:ext uri="{FF2B5EF4-FFF2-40B4-BE49-F238E27FC236}">
                <a16:creationId xmlns:a16="http://schemas.microsoft.com/office/drawing/2014/main" id="{D270CFA2-2D52-4519-A6A7-40733314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5621" y="8633002"/>
            <a:ext cx="437893" cy="327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AD.</a:t>
            </a:r>
          </a:p>
        </p:txBody>
      </p:sp>
      <p:sp>
        <p:nvSpPr>
          <p:cNvPr id="208" name="text-59 The">
            <a:extLst xmlns:a="http://schemas.openxmlformats.org/drawingml/2006/main">
              <a:ext uri="{FF2B5EF4-FFF2-40B4-BE49-F238E27FC236}">
                <a16:creationId xmlns:a16="http://schemas.microsoft.com/office/drawing/2014/main" id="{8DCC5EB5-9917-42A1-8125-DDCDBFF3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276" y="8632433"/>
            <a:ext cx="406232" cy="328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09" name="text-59 Colosseum">
            <a:extLst xmlns:a="http://schemas.openxmlformats.org/drawingml/2006/main">
              <a:ext uri="{FF2B5EF4-FFF2-40B4-BE49-F238E27FC236}">
                <a16:creationId xmlns:a16="http://schemas.microsoft.com/office/drawing/2014/main" id="{537249A6-9595-4D89-8212-B9DF1707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1660" y="8630860"/>
            <a:ext cx="1090401" cy="330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Colosseum</a:t>
            </a:r>
          </a:p>
        </p:txBody>
      </p:sp>
      <p:sp>
        <p:nvSpPr>
          <p:cNvPr id="210" name="text-59 is">
            <a:extLst xmlns:a="http://schemas.openxmlformats.org/drawingml/2006/main">
              <a:ext uri="{FF2B5EF4-FFF2-40B4-BE49-F238E27FC236}">
                <a16:creationId xmlns:a16="http://schemas.microsoft.com/office/drawing/2014/main" id="{2C9C82F1-575C-4E87-8317-DE9EF672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3551" y="8631388"/>
            <a:ext cx="199236" cy="329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11" name="text-59 a">
            <a:extLst xmlns:a="http://schemas.openxmlformats.org/drawingml/2006/main">
              <a:ext uri="{FF2B5EF4-FFF2-40B4-BE49-F238E27FC236}">
                <a16:creationId xmlns:a16="http://schemas.microsoft.com/office/drawing/2014/main" id="{6DE4AC08-121F-47D1-9219-DA212DA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3614" y="8636236"/>
            <a:ext cx="143790" cy="322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12" name="text-59 symbol">
            <a:extLst xmlns:a="http://schemas.openxmlformats.org/drawingml/2006/main">
              <a:ext uri="{FF2B5EF4-FFF2-40B4-BE49-F238E27FC236}">
                <a16:creationId xmlns:a16="http://schemas.microsoft.com/office/drawing/2014/main" id="{C008C6B2-D0AB-4513-B68F-8282FAC1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9238" y="8630928"/>
            <a:ext cx="736553" cy="330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symbol</a:t>
            </a:r>
          </a:p>
        </p:txBody>
      </p:sp>
      <p:sp>
        <p:nvSpPr>
          <p:cNvPr id="213" name="text-59 of">
            <a:extLst xmlns:a="http://schemas.openxmlformats.org/drawingml/2006/main">
              <a:ext uri="{FF2B5EF4-FFF2-40B4-BE49-F238E27FC236}">
                <a16:creationId xmlns:a16="http://schemas.microsoft.com/office/drawing/2014/main" id="{9563B588-FEBE-405E-8527-82E23058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6714" y="8632684"/>
            <a:ext cx="237020" cy="32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14" name="text-60 the">
            <a:extLst xmlns:a="http://schemas.openxmlformats.org/drawingml/2006/main">
              <a:ext uri="{FF2B5EF4-FFF2-40B4-BE49-F238E27FC236}">
                <a16:creationId xmlns:a16="http://schemas.microsoft.com/office/drawing/2014/main" id="{6B95AB18-D644-43FA-8851-75B4C2F8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600" y="8909178"/>
            <a:ext cx="330011" cy="329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15" name="text-60 might">
            <a:extLst xmlns:a="http://schemas.openxmlformats.org/drawingml/2006/main">
              <a:ext uri="{FF2B5EF4-FFF2-40B4-BE49-F238E27FC236}">
                <a16:creationId xmlns:a16="http://schemas.microsoft.com/office/drawing/2014/main" id="{BDDBEAFB-F1C0-4BC5-88E3-F49759A8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0542" y="8908686"/>
            <a:ext cx="592973" cy="330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might</a:t>
            </a:r>
          </a:p>
        </p:txBody>
      </p:sp>
      <p:sp>
        <p:nvSpPr>
          <p:cNvPr id="216" name="text-60 and">
            <a:extLst xmlns:a="http://schemas.openxmlformats.org/drawingml/2006/main">
              <a:ext uri="{FF2B5EF4-FFF2-40B4-BE49-F238E27FC236}">
                <a16:creationId xmlns:a16="http://schemas.microsoft.com/office/drawing/2014/main" id="{BFB83BC7-E777-4028-A873-DD89EC7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4400" y="8909943"/>
            <a:ext cx="381037" cy="328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17" name="text-60 grandeur">
            <a:extLst xmlns:a="http://schemas.openxmlformats.org/drawingml/2006/main">
              <a:ext uri="{FF2B5EF4-FFF2-40B4-BE49-F238E27FC236}">
                <a16:creationId xmlns:a16="http://schemas.microsoft.com/office/drawing/2014/main" id="{F9D3AA17-0F6E-4B6B-9954-37789594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6303" y="8908233"/>
            <a:ext cx="882587" cy="331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grandeur</a:t>
            </a:r>
          </a:p>
        </p:txBody>
      </p:sp>
      <p:sp>
        <p:nvSpPr>
          <p:cNvPr id="218" name="text-60 of">
            <a:extLst xmlns:a="http://schemas.openxmlformats.org/drawingml/2006/main">
              <a:ext uri="{FF2B5EF4-FFF2-40B4-BE49-F238E27FC236}">
                <a16:creationId xmlns:a16="http://schemas.microsoft.com/office/drawing/2014/main" id="{48A35FA1-7E1E-4D05-BADF-41FB4E3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718" y="8910658"/>
            <a:ext cx="237020" cy="32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19" name="text-60 the">
            <a:extLst xmlns:a="http://schemas.openxmlformats.org/drawingml/2006/main">
              <a:ext uri="{FF2B5EF4-FFF2-40B4-BE49-F238E27FC236}">
                <a16:creationId xmlns:a16="http://schemas.microsoft.com/office/drawing/2014/main" id="{D65A8D11-AD8A-4FA8-9EF0-74CF360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8002" y="8909178"/>
            <a:ext cx="330011" cy="32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20" name="text-60 Roman">
            <a:extLst xmlns:a="http://schemas.openxmlformats.org/drawingml/2006/main">
              <a:ext uri="{FF2B5EF4-FFF2-40B4-BE49-F238E27FC236}">
                <a16:creationId xmlns:a16="http://schemas.microsoft.com/office/drawing/2014/main" id="{A2886DAA-0186-487F-B17B-D69CC38D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8943" y="8909843"/>
            <a:ext cx="720414" cy="328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Roman</a:t>
            </a:r>
          </a:p>
        </p:txBody>
      </p:sp>
      <p:sp>
        <p:nvSpPr>
          <p:cNvPr id="221" name="text-60 Empire">
            <a:extLst xmlns:a="http://schemas.openxmlformats.org/drawingml/2006/main">
              <a:ext uri="{FF2B5EF4-FFF2-40B4-BE49-F238E27FC236}">
                <a16:creationId xmlns:a16="http://schemas.microsoft.com/office/drawing/2014/main" id="{288EE06A-2B62-4463-BD9B-7DA3BD72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206" y="8908755"/>
            <a:ext cx="736624" cy="330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Empire</a:t>
            </a:r>
          </a:p>
        </p:txBody>
      </p:sp>
      <p:sp>
        <p:nvSpPr>
          <p:cNvPr id="222" name="text-61 ......">
            <a:extLst xmlns:a="http://schemas.openxmlformats.org/drawingml/2006/main">
              <a:ext uri="{FF2B5EF4-FFF2-40B4-BE49-F238E27FC236}">
                <a16:creationId xmlns:a16="http://schemas.microsoft.com/office/drawing/2014/main" id="{0A362374-12D4-4D63-8DBB-B6689272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7453" y="8905417"/>
            <a:ext cx="401832" cy="3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......</a:t>
            </a:r>
          </a:p>
        </p:txBody>
      </p:sp>
      <p:sp>
        <p:nvSpPr>
          <p:cNvPr id="223" name="text-62 &lt;image-4&gt;">
            <a:extLst xmlns:a="http://schemas.openxmlformats.org/drawingml/2006/main">
              <a:ext uri="{FF2B5EF4-FFF2-40B4-BE49-F238E27FC236}">
                <a16:creationId xmlns:a16="http://schemas.microsoft.com/office/drawing/2014/main" id="{A939F03D-B539-4B87-B835-649A7952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9047" y="8908390"/>
            <a:ext cx="1082885" cy="330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&lt;image-4&gt;</a:t>
            </a:r>
          </a:p>
        </p:txBody>
      </p:sp>
      <p:sp>
        <p:nvSpPr>
          <p:cNvPr id="224" name="text-62 depicts">
            <a:extLst xmlns:a="http://schemas.openxmlformats.org/drawingml/2006/main">
              <a:ext uri="{FF2B5EF4-FFF2-40B4-BE49-F238E27FC236}">
                <a16:creationId xmlns:a16="http://schemas.microsoft.com/office/drawing/2014/main" id="{349B8BFC-6A2D-4418-B389-40FFAEEA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2833" y="8907659"/>
            <a:ext cx="713791" cy="331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depicts</a:t>
            </a:r>
          </a:p>
        </p:txBody>
      </p:sp>
      <p:sp>
        <p:nvSpPr>
          <p:cNvPr id="225" name="text-62 the">
            <a:extLst xmlns:a="http://schemas.openxmlformats.org/drawingml/2006/main">
              <a:ext uri="{FF2B5EF4-FFF2-40B4-BE49-F238E27FC236}">
                <a16:creationId xmlns:a16="http://schemas.microsoft.com/office/drawing/2014/main" id="{26BA8FDA-C849-4B77-9BB8-460391B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7146" y="8909177"/>
            <a:ext cx="330012" cy="32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26" name="text-62 Taj">
            <a:extLst xmlns:a="http://schemas.openxmlformats.org/drawingml/2006/main">
              <a:ext uri="{FF2B5EF4-FFF2-40B4-BE49-F238E27FC236}">
                <a16:creationId xmlns:a16="http://schemas.microsoft.com/office/drawing/2014/main" id="{94081C05-A701-46CF-BE73-B4059C25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8086" y="8896657"/>
            <a:ext cx="357704" cy="347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Taj</a:t>
            </a:r>
          </a:p>
        </p:txBody>
      </p:sp>
      <p:sp>
        <p:nvSpPr>
          <p:cNvPr id="227" name="text-62 Mahal,">
            <a:extLst xmlns:a="http://schemas.openxmlformats.org/drawingml/2006/main">
              <a:ext uri="{FF2B5EF4-FFF2-40B4-BE49-F238E27FC236}">
                <a16:creationId xmlns:a16="http://schemas.microsoft.com/office/drawing/2014/main" id="{0E8DA9A6-411B-4110-99BB-781911CF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509" y="8908496"/>
            <a:ext cx="704731" cy="33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Mahal,</a:t>
            </a:r>
          </a:p>
        </p:txBody>
      </p:sp>
      <p:sp>
        <p:nvSpPr>
          <p:cNvPr id="228" name="text-62 a">
            <a:extLst xmlns:a="http://schemas.openxmlformats.org/drawingml/2006/main">
              <a:ext uri="{FF2B5EF4-FFF2-40B4-BE49-F238E27FC236}">
                <a16:creationId xmlns:a16="http://schemas.microsoft.com/office/drawing/2014/main" id="{DD18608E-A7ED-4EB8-BA33-D8F2F2BE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1872" y="8914210"/>
            <a:ext cx="143790" cy="322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29" name="text-62 mausoleum">
            <a:extLst xmlns:a="http://schemas.openxmlformats.org/drawingml/2006/main">
              <a:ext uri="{FF2B5EF4-FFF2-40B4-BE49-F238E27FC236}">
                <a16:creationId xmlns:a16="http://schemas.microsoft.com/office/drawing/2014/main" id="{D58213E1-6F1E-42EB-A3CF-1633935F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9814" y="8906738"/>
            <a:ext cx="1139426" cy="33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mausoleum</a:t>
            </a:r>
          </a:p>
        </p:txBody>
      </p:sp>
      <p:sp>
        <p:nvSpPr>
          <p:cNvPr id="230" name="text-62 built">
            <a:extLst xmlns:a="http://schemas.openxmlformats.org/drawingml/2006/main">
              <a:ext uri="{FF2B5EF4-FFF2-40B4-BE49-F238E27FC236}">
                <a16:creationId xmlns:a16="http://schemas.microsoft.com/office/drawing/2014/main" id="{A0AA2930-61FC-4354-846B-C5304A4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2672" y="8905013"/>
            <a:ext cx="482446" cy="335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built</a:t>
            </a:r>
          </a:p>
        </p:txBody>
      </p:sp>
      <p:sp>
        <p:nvSpPr>
          <p:cNvPr id="231" name="text-62 in">
            <a:extLst xmlns:a="http://schemas.openxmlformats.org/drawingml/2006/main">
              <a:ext uri="{FF2B5EF4-FFF2-40B4-BE49-F238E27FC236}">
                <a16:creationId xmlns:a16="http://schemas.microsoft.com/office/drawing/2014/main" id="{B2BAF4B5-4E97-4F88-A56D-B1398E6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7659" y="8908538"/>
            <a:ext cx="226089" cy="330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32" name="text-62 the">
            <a:extLst xmlns:a="http://schemas.openxmlformats.org/drawingml/2006/main">
              <a:ext uri="{FF2B5EF4-FFF2-40B4-BE49-F238E27FC236}">
                <a16:creationId xmlns:a16="http://schemas.microsoft.com/office/drawing/2014/main" id="{25655C8E-5AE9-445A-98A2-47C42DFA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6678" y="8907280"/>
            <a:ext cx="332671" cy="332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33" name="text-62 17th">
            <a:extLst xmlns:a="http://schemas.openxmlformats.org/drawingml/2006/main">
              <a:ext uri="{FF2B5EF4-FFF2-40B4-BE49-F238E27FC236}">
                <a16:creationId xmlns:a16="http://schemas.microsoft.com/office/drawing/2014/main" id="{676466A3-B0AF-456D-BA02-80906874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2253" y="8907126"/>
            <a:ext cx="464938" cy="33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17th</a:t>
            </a:r>
          </a:p>
        </p:txBody>
      </p:sp>
      <p:sp>
        <p:nvSpPr>
          <p:cNvPr id="234" name="text-62 century">
            <a:extLst xmlns:a="http://schemas.openxmlformats.org/drawingml/2006/main">
              <a:ext uri="{FF2B5EF4-FFF2-40B4-BE49-F238E27FC236}">
                <a16:creationId xmlns:a16="http://schemas.microsoft.com/office/drawing/2014/main" id="{5C4183A0-2468-4DC5-9EDF-A4D99B4F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9868" y="8905704"/>
            <a:ext cx="759381" cy="334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century</a:t>
            </a:r>
          </a:p>
        </p:txBody>
      </p:sp>
      <p:sp>
        <p:nvSpPr>
          <p:cNvPr id="235" name="text-62 in">
            <a:extLst xmlns:a="http://schemas.openxmlformats.org/drawingml/2006/main">
              <a:ext uri="{FF2B5EF4-FFF2-40B4-BE49-F238E27FC236}">
                <a16:creationId xmlns:a16="http://schemas.microsoft.com/office/drawing/2014/main" id="{5731766D-2A6D-451F-85DD-0F26CA60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1669" y="8908538"/>
            <a:ext cx="226089" cy="330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36" name="text-62 Agra,">
            <a:extLst xmlns:a="http://schemas.openxmlformats.org/drawingml/2006/main">
              <a:ext uri="{FF2B5EF4-FFF2-40B4-BE49-F238E27FC236}">
                <a16:creationId xmlns:a16="http://schemas.microsoft.com/office/drawing/2014/main" id="{DDB01465-49BB-4AC1-9740-289EFA9C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0689" y="8906811"/>
            <a:ext cx="577628" cy="333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Agra,</a:t>
            </a:r>
          </a:p>
        </p:txBody>
      </p:sp>
      <p:sp>
        <p:nvSpPr>
          <p:cNvPr id="237" name="text-62 India,">
            <a:extLst xmlns:a="http://schemas.openxmlformats.org/drawingml/2006/main">
              <a:ext uri="{FF2B5EF4-FFF2-40B4-BE49-F238E27FC236}">
                <a16:creationId xmlns:a16="http://schemas.microsoft.com/office/drawing/2014/main" id="{3226C2BC-DD71-400C-AF95-020B21A1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0648" y="8904987"/>
            <a:ext cx="595333" cy="335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India,</a:t>
            </a:r>
          </a:p>
        </p:txBody>
      </p:sp>
      <p:sp>
        <p:nvSpPr>
          <p:cNvPr id="238" name="text-62 by">
            <a:extLst xmlns:a="http://schemas.openxmlformats.org/drawingml/2006/main">
              <a:ext uri="{FF2B5EF4-FFF2-40B4-BE49-F238E27FC236}">
                <a16:creationId xmlns:a16="http://schemas.microsoft.com/office/drawing/2014/main" id="{6E72C8ED-BCDB-46F4-A2BB-FD466E8B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7982" y="8910083"/>
            <a:ext cx="276773" cy="32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239" name="text-62 the">
            <a:extLst xmlns:a="http://schemas.openxmlformats.org/drawingml/2006/main">
              <a:ext uri="{FF2B5EF4-FFF2-40B4-BE49-F238E27FC236}">
                <a16:creationId xmlns:a16="http://schemas.microsoft.com/office/drawing/2014/main" id="{6C4DE16E-1191-41C1-93E8-5117B99C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7964" y="8907280"/>
            <a:ext cx="332671" cy="332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40" name="text-62 Mughal">
            <a:extLst xmlns:a="http://schemas.openxmlformats.org/drawingml/2006/main">
              <a:ext uri="{FF2B5EF4-FFF2-40B4-BE49-F238E27FC236}">
                <a16:creationId xmlns:a16="http://schemas.microsoft.com/office/drawing/2014/main" id="{5D8B3F4F-475C-47D9-A59E-7F0C63CD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83539" y="8907314"/>
            <a:ext cx="780854" cy="332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Mughal</a:t>
            </a:r>
          </a:p>
        </p:txBody>
      </p:sp>
      <p:sp>
        <p:nvSpPr>
          <p:cNvPr id="241" name="text-63 Emperor">
            <a:extLst xmlns:a="http://schemas.openxmlformats.org/drawingml/2006/main">
              <a:ext uri="{FF2B5EF4-FFF2-40B4-BE49-F238E27FC236}">
                <a16:creationId xmlns:a16="http://schemas.microsoft.com/office/drawing/2014/main" id="{C05EDB02-B0A2-4122-829B-C4FBC418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600" y="9188754"/>
            <a:ext cx="860122" cy="327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Emperor</a:t>
            </a:r>
          </a:p>
        </p:txBody>
      </p:sp>
      <p:sp>
        <p:nvSpPr>
          <p:cNvPr id="242" name="text-63 Shah">
            <a:extLst xmlns:a="http://schemas.openxmlformats.org/drawingml/2006/main">
              <a:ext uri="{FF2B5EF4-FFF2-40B4-BE49-F238E27FC236}">
                <a16:creationId xmlns:a16="http://schemas.microsoft.com/office/drawing/2014/main" id="{00F92A7F-F6B7-4AD2-9D3E-F5A195BD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8691" y="9189505"/>
            <a:ext cx="508155" cy="32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Shah</a:t>
            </a:r>
          </a:p>
        </p:txBody>
      </p:sp>
      <p:sp>
        <p:nvSpPr>
          <p:cNvPr id="243" name="text-63 Jahan">
            <a:extLst xmlns:a="http://schemas.openxmlformats.org/drawingml/2006/main">
              <a:ext uri="{FF2B5EF4-FFF2-40B4-BE49-F238E27FC236}">
                <a16:creationId xmlns:a16="http://schemas.microsoft.com/office/drawing/2014/main" id="{32C55135-C199-445A-AF95-DA2DFFE0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682" y="9188822"/>
            <a:ext cx="574297" cy="327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Jahan</a:t>
            </a:r>
          </a:p>
        </p:txBody>
      </p:sp>
      <p:sp>
        <p:nvSpPr>
          <p:cNvPr id="244" name="text-63 in">
            <a:extLst xmlns:a="http://schemas.openxmlformats.org/drawingml/2006/main">
              <a:ext uri="{FF2B5EF4-FFF2-40B4-BE49-F238E27FC236}">
                <a16:creationId xmlns:a16="http://schemas.microsoft.com/office/drawing/2014/main" id="{09FF0ADD-BE0D-4C07-BD33-EE010C30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8693" y="9189492"/>
            <a:ext cx="223234" cy="32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45" name="text-63 memory">
            <a:extLst xmlns:a="http://schemas.openxmlformats.org/drawingml/2006/main">
              <a:ext uri="{FF2B5EF4-FFF2-40B4-BE49-F238E27FC236}">
                <a16:creationId xmlns:a16="http://schemas.microsoft.com/office/drawing/2014/main" id="{7DA61818-F405-417C-B7EB-D7C05C30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761" y="9188859"/>
            <a:ext cx="820991" cy="327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246" name="text-63 of">
            <a:extLst xmlns:a="http://schemas.openxmlformats.org/drawingml/2006/main">
              <a:ext uri="{FF2B5EF4-FFF2-40B4-BE49-F238E27FC236}">
                <a16:creationId xmlns:a16="http://schemas.microsoft.com/office/drawing/2014/main" id="{B32B3F1D-5EC0-4435-B150-75C2510C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0472" y="9190021"/>
            <a:ext cx="235612" cy="325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47" name="text-63 his">
            <a:extLst xmlns:a="http://schemas.openxmlformats.org/drawingml/2006/main">
              <a:ext uri="{FF2B5EF4-FFF2-40B4-BE49-F238E27FC236}">
                <a16:creationId xmlns:a16="http://schemas.microsoft.com/office/drawing/2014/main" id="{976B26E9-52CE-44EF-9C61-4A95047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5280" y="9188928"/>
            <a:ext cx="314769" cy="327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</a:t>
            </a:r>
          </a:p>
        </p:txBody>
      </p:sp>
      <p:sp>
        <p:nvSpPr>
          <p:cNvPr id="248" name="text-63 beloved">
            <a:extLst xmlns:a="http://schemas.openxmlformats.org/drawingml/2006/main">
              <a:ext uri="{FF2B5EF4-FFF2-40B4-BE49-F238E27FC236}">
                <a16:creationId xmlns:a16="http://schemas.microsoft.com/office/drawing/2014/main" id="{A84AEF29-F535-458A-98FA-1956835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8848" y="9188601"/>
            <a:ext cx="782816" cy="327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beloved</a:t>
            </a:r>
          </a:p>
        </p:txBody>
      </p:sp>
      <p:sp>
        <p:nvSpPr>
          <p:cNvPr id="249" name="text-63 wife">
            <a:extLst xmlns:a="http://schemas.openxmlformats.org/drawingml/2006/main">
              <a:ext uri="{FF2B5EF4-FFF2-40B4-BE49-F238E27FC236}">
                <a16:creationId xmlns:a16="http://schemas.microsoft.com/office/drawing/2014/main" id="{71FC6FD1-B48D-4626-9AD5-B1495A23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0337" y="9189016"/>
            <a:ext cx="457080" cy="327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wife</a:t>
            </a:r>
          </a:p>
        </p:txBody>
      </p:sp>
      <p:sp>
        <p:nvSpPr>
          <p:cNvPr id="250" name="text-63 Mumtaz">
            <a:extLst xmlns:a="http://schemas.openxmlformats.org/drawingml/2006/main">
              <a:ext uri="{FF2B5EF4-FFF2-40B4-BE49-F238E27FC236}">
                <a16:creationId xmlns:a16="http://schemas.microsoft.com/office/drawing/2014/main" id="{35ED65A0-8FCA-43DB-8B45-FB098ED8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6366" y="9188919"/>
            <a:ext cx="820779" cy="327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Mumtaz</a:t>
            </a:r>
          </a:p>
        </p:txBody>
      </p:sp>
      <p:sp>
        <p:nvSpPr>
          <p:cNvPr id="251" name="text-63 Mahal.">
            <a:extLst xmlns:a="http://schemas.openxmlformats.org/drawingml/2006/main">
              <a:ext uri="{FF2B5EF4-FFF2-40B4-BE49-F238E27FC236}">
                <a16:creationId xmlns:a16="http://schemas.microsoft.com/office/drawing/2014/main" id="{9AD01E43-6CD2-4AA0-8BD0-725EE128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6077" y="9188534"/>
            <a:ext cx="698569" cy="327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Mahal.</a:t>
            </a:r>
          </a:p>
        </p:txBody>
      </p:sp>
      <p:sp>
        <p:nvSpPr>
          <p:cNvPr id="252" name="text-63 The">
            <a:extLst xmlns:a="http://schemas.openxmlformats.org/drawingml/2006/main">
              <a:ext uri="{FF2B5EF4-FFF2-40B4-BE49-F238E27FC236}">
                <a16:creationId xmlns:a16="http://schemas.microsoft.com/office/drawing/2014/main" id="{0901FF69-FF0D-43BA-8F1E-AFE50E28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3017" y="9189870"/>
            <a:ext cx="403647" cy="325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53" name="text-63 Taj">
            <a:extLst xmlns:a="http://schemas.openxmlformats.org/drawingml/2006/main">
              <a:ext uri="{FF2B5EF4-FFF2-40B4-BE49-F238E27FC236}">
                <a16:creationId xmlns:a16="http://schemas.microsoft.com/office/drawing/2014/main" id="{A5F3B1E7-5E45-4D54-AB26-C4A5973A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5768" y="9176465"/>
            <a:ext cx="355056" cy="344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Taj</a:t>
            </a:r>
          </a:p>
        </p:txBody>
      </p:sp>
      <p:sp>
        <p:nvSpPr>
          <p:cNvPr id="254" name="text-63 Mahal">
            <a:extLst xmlns:a="http://schemas.openxmlformats.org/drawingml/2006/main">
              <a:ext uri="{FF2B5EF4-FFF2-40B4-BE49-F238E27FC236}">
                <a16:creationId xmlns:a16="http://schemas.microsoft.com/office/drawing/2014/main" id="{01367434-7D67-4F24-90C1-F0E9FD46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7557" y="9188951"/>
            <a:ext cx="638889" cy="327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Mahal</a:t>
            </a:r>
          </a:p>
        </p:txBody>
      </p:sp>
      <p:sp>
        <p:nvSpPr>
          <p:cNvPr id="255" name="text-63 is">
            <a:extLst xmlns:a="http://schemas.openxmlformats.org/drawingml/2006/main">
              <a:ext uri="{FF2B5EF4-FFF2-40B4-BE49-F238E27FC236}">
                <a16:creationId xmlns:a16="http://schemas.microsoft.com/office/drawing/2014/main" id="{72FE7A05-D6B8-4962-B875-38C23E10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5426" y="9189073"/>
            <a:ext cx="197764" cy="3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256" name="text-63 a">
            <a:extLst xmlns:a="http://schemas.openxmlformats.org/drawingml/2006/main">
              <a:ext uri="{FF2B5EF4-FFF2-40B4-BE49-F238E27FC236}">
                <a16:creationId xmlns:a16="http://schemas.microsoft.com/office/drawing/2014/main" id="{D465BBE3-4C34-4CA2-8753-9573FB8F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2015" y="9192183"/>
            <a:ext cx="143790" cy="322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57" name="text-63 symbol">
            <a:extLst xmlns:a="http://schemas.openxmlformats.org/drawingml/2006/main">
              <a:ext uri="{FF2B5EF4-FFF2-40B4-BE49-F238E27FC236}">
                <a16:creationId xmlns:a16="http://schemas.microsoft.com/office/drawing/2014/main" id="{615433EA-882A-481D-AEC5-FBEC841E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5324" y="9188842"/>
            <a:ext cx="730407" cy="327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symbol</a:t>
            </a:r>
          </a:p>
        </p:txBody>
      </p:sp>
      <p:sp>
        <p:nvSpPr>
          <p:cNvPr id="258" name="text-63 of">
            <a:extLst xmlns:a="http://schemas.openxmlformats.org/drawingml/2006/main">
              <a:ext uri="{FF2B5EF4-FFF2-40B4-BE49-F238E27FC236}">
                <a16:creationId xmlns:a16="http://schemas.microsoft.com/office/drawing/2014/main" id="{B4397D52-A8B1-400B-AF4C-EE2647BA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4692" y="9190020"/>
            <a:ext cx="235613" cy="325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59" name="text-63 love">
            <a:extLst xmlns:a="http://schemas.openxmlformats.org/drawingml/2006/main">
              <a:ext uri="{FF2B5EF4-FFF2-40B4-BE49-F238E27FC236}">
                <a16:creationId xmlns:a16="http://schemas.microsoft.com/office/drawing/2014/main" id="{5CE5ABC8-FD85-4E52-BE8D-3FA5CAE5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01" y="9188900"/>
            <a:ext cx="444360" cy="32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love</a:t>
            </a:r>
          </a:p>
        </p:txBody>
      </p:sp>
      <p:sp>
        <p:nvSpPr>
          <p:cNvPr id="260" name="text-63 and">
            <a:extLst xmlns:a="http://schemas.openxmlformats.org/drawingml/2006/main">
              <a:ext uri="{FF2B5EF4-FFF2-40B4-BE49-F238E27FC236}">
                <a16:creationId xmlns:a16="http://schemas.microsoft.com/office/drawing/2014/main" id="{D175F9FB-6AE0-4DE8-8442-244C04F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2789" y="9189521"/>
            <a:ext cx="378431" cy="32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61" name="text-63 devotion,">
            <a:extLst xmlns:a="http://schemas.openxmlformats.org/drawingml/2006/main">
              <a:ext uri="{FF2B5EF4-FFF2-40B4-BE49-F238E27FC236}">
                <a16:creationId xmlns:a16="http://schemas.microsoft.com/office/drawing/2014/main" id="{AA3592D2-EBD9-4476-A589-0A080D2A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0059" y="9188193"/>
            <a:ext cx="921005" cy="32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devotion,</a:t>
            </a:r>
          </a:p>
        </p:txBody>
      </p:sp>
      <p:sp>
        <p:nvSpPr>
          <p:cNvPr id="262" name="text-63 renowned">
            <a:extLst xmlns:a="http://schemas.openxmlformats.org/drawingml/2006/main">
              <a:ext uri="{FF2B5EF4-FFF2-40B4-BE49-F238E27FC236}">
                <a16:creationId xmlns:a16="http://schemas.microsoft.com/office/drawing/2014/main" id="{E697BC3C-58FA-4DEC-8462-3980DF62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9373" y="9188899"/>
            <a:ext cx="963446" cy="327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renowned</a:t>
            </a:r>
          </a:p>
        </p:txBody>
      </p:sp>
      <p:sp>
        <p:nvSpPr>
          <p:cNvPr id="263" name="text-63 for">
            <a:extLst xmlns:a="http://schemas.openxmlformats.org/drawingml/2006/main">
              <a:ext uri="{FF2B5EF4-FFF2-40B4-BE49-F238E27FC236}">
                <a16:creationId xmlns:a16="http://schemas.microsoft.com/office/drawing/2014/main" id="{54BEDFC4-F85E-4EE8-A7FF-DE1B5A45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1546" y="9188852"/>
            <a:ext cx="314582" cy="32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264" name="text-63 its">
            <a:extLst xmlns:a="http://schemas.openxmlformats.org/drawingml/2006/main">
              <a:ext uri="{FF2B5EF4-FFF2-40B4-BE49-F238E27FC236}">
                <a16:creationId xmlns:a16="http://schemas.microsoft.com/office/drawing/2014/main" id="{7390971D-F86D-43B2-AC36-C9A24D96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115" y="9187862"/>
            <a:ext cx="263999" cy="32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</a:t>
            </a:r>
          </a:p>
        </p:txBody>
      </p:sp>
      <p:sp>
        <p:nvSpPr>
          <p:cNvPr id="265" name="text-63 architectural">
            <a:extLst xmlns:a="http://schemas.openxmlformats.org/drawingml/2006/main">
              <a:ext uri="{FF2B5EF4-FFF2-40B4-BE49-F238E27FC236}">
                <a16:creationId xmlns:a16="http://schemas.microsoft.com/office/drawing/2014/main" id="{3AAD82A9-7652-4607-9952-0936B92B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7720" y="9187449"/>
            <a:ext cx="1217112" cy="32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architectural</a:t>
            </a:r>
          </a:p>
        </p:txBody>
      </p:sp>
      <p:sp>
        <p:nvSpPr>
          <p:cNvPr id="266" name="text-63 beauty">
            <a:extLst xmlns:a="http://schemas.openxmlformats.org/drawingml/2006/main">
              <a:ext uri="{FF2B5EF4-FFF2-40B4-BE49-F238E27FC236}">
                <a16:creationId xmlns:a16="http://schemas.microsoft.com/office/drawing/2014/main" id="{17912DBD-F87D-43CE-B4D9-59364658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3541" y="9186837"/>
            <a:ext cx="670786" cy="330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beauty</a:t>
            </a:r>
          </a:p>
        </p:txBody>
      </p:sp>
      <p:sp>
        <p:nvSpPr>
          <p:cNvPr id="267" name="text-64 and">
            <a:extLst xmlns:a="http://schemas.openxmlformats.org/drawingml/2006/main">
              <a:ext uri="{FF2B5EF4-FFF2-40B4-BE49-F238E27FC236}">
                <a16:creationId xmlns:a16="http://schemas.microsoft.com/office/drawing/2014/main" id="{66E0B061-ECF8-4EA2-AA12-AF38BB34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600" y="9469100"/>
            <a:ext cx="375826" cy="324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68" name="text-64 elegance.">
            <a:extLst xmlns:a="http://schemas.openxmlformats.org/drawingml/2006/main">
              <a:ext uri="{FF2B5EF4-FFF2-40B4-BE49-F238E27FC236}">
                <a16:creationId xmlns:a16="http://schemas.microsoft.com/office/drawing/2014/main" id="{4F4DB85F-DC81-4EA4-A6CD-C1D54125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2237" y="9468485"/>
            <a:ext cx="911325" cy="325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elegance.</a:t>
            </a:r>
          </a:p>
        </p:txBody>
      </p:sp>
      <p:sp>
        <p:nvSpPr>
          <p:cNvPr id="269" name="text-65 .....">
            <a:extLst xmlns:a="http://schemas.openxmlformats.org/drawingml/2006/main">
              <a:ext uri="{FF2B5EF4-FFF2-40B4-BE49-F238E27FC236}">
                <a16:creationId xmlns:a16="http://schemas.microsoft.com/office/drawing/2014/main" id="{3B21C927-A1C9-474D-A76A-3BD7FE9D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2062" y="9469101"/>
            <a:ext cx="330945" cy="32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.....</a:t>
            </a:r>
          </a:p>
        </p:txBody>
      </p:sp>
      <p:sp>
        <p:nvSpPr>
          <p:cNvPr id="270" name="native-dialogue-ellipsis-0">
            <a:extLst xmlns:a="http://schemas.openxmlformats.org/drawingml/2006/main">
              <a:ext uri="{FF2B5EF4-FFF2-40B4-BE49-F238E27FC236}">
                <a16:creationId xmlns:a16="http://schemas.microsoft.com/office/drawing/2014/main" id="{CA4C0E59-9062-49DC-BD30-7E5F8814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701" y="7668421"/>
            <a:ext cx="137398" cy="132291"/>
          </a:xfrm>
          <a:custGeom xmlns:a="http://schemas.openxmlformats.org/drawingml/2006/main">
            <a:pathLst>
              <a:path w="117297" h="112937">
                <a:moveTo>
                  <a:pt x="26066" y="6643"/>
                </a:moveTo>
                <a:lnTo>
                  <a:pt x="13033" y="19930"/>
                </a:lnTo>
                <a:lnTo>
                  <a:pt x="13033" y="26573"/>
                </a:lnTo>
                <a:lnTo>
                  <a:pt x="6517" y="33217"/>
                </a:lnTo>
                <a:lnTo>
                  <a:pt x="6517" y="39860"/>
                </a:lnTo>
                <a:lnTo>
                  <a:pt x="0" y="46503"/>
                </a:lnTo>
                <a:lnTo>
                  <a:pt x="0" y="73077"/>
                </a:lnTo>
                <a:lnTo>
                  <a:pt x="6517" y="79720"/>
                </a:lnTo>
                <a:lnTo>
                  <a:pt x="6517" y="86364"/>
                </a:lnTo>
                <a:lnTo>
                  <a:pt x="32583" y="112937"/>
                </a:lnTo>
                <a:lnTo>
                  <a:pt x="78198" y="112937"/>
                </a:lnTo>
                <a:lnTo>
                  <a:pt x="84715" y="106294"/>
                </a:lnTo>
                <a:lnTo>
                  <a:pt x="91231" y="106294"/>
                </a:lnTo>
                <a:lnTo>
                  <a:pt x="110781" y="86364"/>
                </a:lnTo>
                <a:lnTo>
                  <a:pt x="110781" y="66433"/>
                </a:lnTo>
                <a:lnTo>
                  <a:pt x="117297" y="59790"/>
                </a:lnTo>
                <a:lnTo>
                  <a:pt x="117297" y="53147"/>
                </a:lnTo>
                <a:lnTo>
                  <a:pt x="110781" y="46503"/>
                </a:lnTo>
                <a:lnTo>
                  <a:pt x="110781" y="33217"/>
                </a:lnTo>
                <a:lnTo>
                  <a:pt x="97748" y="19930"/>
                </a:lnTo>
                <a:lnTo>
                  <a:pt x="97748" y="13287"/>
                </a:lnTo>
                <a:lnTo>
                  <a:pt x="91231" y="13287"/>
                </a:lnTo>
                <a:lnTo>
                  <a:pt x="84715" y="6643"/>
                </a:lnTo>
                <a:lnTo>
                  <a:pt x="78198" y="6643"/>
                </a:lnTo>
                <a:lnTo>
                  <a:pt x="71682" y="0"/>
                </a:lnTo>
                <a:lnTo>
                  <a:pt x="45616" y="0"/>
                </a:lnTo>
                <a:lnTo>
                  <a:pt x="39099" y="6643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native-dialogue-ellipsis-1">
            <a:extLst xmlns:a="http://schemas.openxmlformats.org/drawingml/2006/main">
              <a:ext uri="{FF2B5EF4-FFF2-40B4-BE49-F238E27FC236}">
                <a16:creationId xmlns:a16="http://schemas.microsoft.com/office/drawing/2014/main" id="{4A1F19C7-C9D9-4A3E-A566-ECB3F53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042" y="7668421"/>
            <a:ext cx="129765" cy="132291"/>
          </a:xfrm>
          <a:custGeom xmlns:a="http://schemas.openxmlformats.org/drawingml/2006/main">
            <a:pathLst>
              <a:path w="110781" h="112937">
                <a:moveTo>
                  <a:pt x="39099" y="0"/>
                </a:moveTo>
                <a:lnTo>
                  <a:pt x="32583" y="6643"/>
                </a:lnTo>
                <a:lnTo>
                  <a:pt x="26066" y="6643"/>
                </a:lnTo>
                <a:lnTo>
                  <a:pt x="6517" y="26573"/>
                </a:lnTo>
                <a:lnTo>
                  <a:pt x="6517" y="33217"/>
                </a:lnTo>
                <a:lnTo>
                  <a:pt x="0" y="39860"/>
                </a:lnTo>
                <a:lnTo>
                  <a:pt x="0" y="73077"/>
                </a:lnTo>
                <a:lnTo>
                  <a:pt x="6517" y="79720"/>
                </a:lnTo>
                <a:lnTo>
                  <a:pt x="6517" y="86364"/>
                </a:lnTo>
                <a:lnTo>
                  <a:pt x="13033" y="93007"/>
                </a:lnTo>
                <a:lnTo>
                  <a:pt x="13033" y="99650"/>
                </a:lnTo>
                <a:lnTo>
                  <a:pt x="19550" y="99650"/>
                </a:lnTo>
                <a:lnTo>
                  <a:pt x="32583" y="112937"/>
                </a:lnTo>
                <a:lnTo>
                  <a:pt x="78198" y="112937"/>
                </a:lnTo>
                <a:lnTo>
                  <a:pt x="84715" y="106294"/>
                </a:lnTo>
                <a:lnTo>
                  <a:pt x="91231" y="106294"/>
                </a:lnTo>
                <a:lnTo>
                  <a:pt x="104264" y="93007"/>
                </a:lnTo>
                <a:lnTo>
                  <a:pt x="104264" y="86364"/>
                </a:lnTo>
                <a:lnTo>
                  <a:pt x="110781" y="79720"/>
                </a:lnTo>
                <a:lnTo>
                  <a:pt x="110781" y="33217"/>
                </a:lnTo>
                <a:lnTo>
                  <a:pt x="84715" y="6643"/>
                </a:lnTo>
                <a:lnTo>
                  <a:pt x="78198" y="6643"/>
                </a:lnTo>
                <a:lnTo>
                  <a:pt x="71682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native-dialogue-ellipsis-2">
            <a:extLst xmlns:a="http://schemas.openxmlformats.org/drawingml/2006/main">
              <a:ext uri="{FF2B5EF4-FFF2-40B4-BE49-F238E27FC236}">
                <a16:creationId xmlns:a16="http://schemas.microsoft.com/office/drawing/2014/main" id="{311D7C54-8511-48CB-AE67-171AB5A0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838" y="7637294"/>
            <a:ext cx="190831" cy="194545"/>
          </a:xfrm>
          <a:custGeom xmlns:a="http://schemas.openxmlformats.org/drawingml/2006/main">
            <a:pathLst>
              <a:path w="162913" h="166084">
                <a:moveTo>
                  <a:pt x="78198" y="0"/>
                </a:moveTo>
                <a:lnTo>
                  <a:pt x="71682" y="6643"/>
                </a:lnTo>
                <a:lnTo>
                  <a:pt x="52132" y="6643"/>
                </a:lnTo>
                <a:lnTo>
                  <a:pt x="45616" y="13287"/>
                </a:lnTo>
                <a:lnTo>
                  <a:pt x="39099" y="13287"/>
                </a:lnTo>
                <a:lnTo>
                  <a:pt x="13033" y="39860"/>
                </a:lnTo>
                <a:lnTo>
                  <a:pt x="13033" y="46503"/>
                </a:lnTo>
                <a:lnTo>
                  <a:pt x="6517" y="53147"/>
                </a:lnTo>
                <a:lnTo>
                  <a:pt x="6517" y="73077"/>
                </a:lnTo>
                <a:lnTo>
                  <a:pt x="0" y="79720"/>
                </a:lnTo>
                <a:lnTo>
                  <a:pt x="0" y="86364"/>
                </a:lnTo>
                <a:lnTo>
                  <a:pt x="6517" y="93007"/>
                </a:lnTo>
                <a:lnTo>
                  <a:pt x="6517" y="112937"/>
                </a:lnTo>
                <a:lnTo>
                  <a:pt x="13033" y="119580"/>
                </a:lnTo>
                <a:lnTo>
                  <a:pt x="13033" y="126224"/>
                </a:lnTo>
                <a:lnTo>
                  <a:pt x="19550" y="132867"/>
                </a:lnTo>
                <a:lnTo>
                  <a:pt x="19550" y="139510"/>
                </a:lnTo>
                <a:lnTo>
                  <a:pt x="26066" y="146154"/>
                </a:lnTo>
                <a:lnTo>
                  <a:pt x="32583" y="146154"/>
                </a:lnTo>
                <a:lnTo>
                  <a:pt x="45616" y="159440"/>
                </a:lnTo>
                <a:lnTo>
                  <a:pt x="52132" y="159440"/>
                </a:lnTo>
                <a:lnTo>
                  <a:pt x="58649" y="166084"/>
                </a:lnTo>
                <a:lnTo>
                  <a:pt x="104264" y="166084"/>
                </a:lnTo>
                <a:lnTo>
                  <a:pt x="110781" y="159440"/>
                </a:lnTo>
                <a:lnTo>
                  <a:pt x="117297" y="159440"/>
                </a:lnTo>
                <a:lnTo>
                  <a:pt x="123814" y="152797"/>
                </a:lnTo>
                <a:lnTo>
                  <a:pt x="130330" y="152797"/>
                </a:lnTo>
                <a:lnTo>
                  <a:pt x="149880" y="132867"/>
                </a:lnTo>
                <a:lnTo>
                  <a:pt x="149880" y="126224"/>
                </a:lnTo>
                <a:lnTo>
                  <a:pt x="156397" y="119580"/>
                </a:lnTo>
                <a:lnTo>
                  <a:pt x="156397" y="112937"/>
                </a:lnTo>
                <a:lnTo>
                  <a:pt x="162913" y="106294"/>
                </a:lnTo>
                <a:lnTo>
                  <a:pt x="162913" y="59790"/>
                </a:lnTo>
                <a:lnTo>
                  <a:pt x="156397" y="53147"/>
                </a:lnTo>
                <a:lnTo>
                  <a:pt x="156397" y="46503"/>
                </a:lnTo>
                <a:lnTo>
                  <a:pt x="143364" y="33217"/>
                </a:lnTo>
                <a:lnTo>
                  <a:pt x="143364" y="26573"/>
                </a:lnTo>
                <a:lnTo>
                  <a:pt x="136847" y="19930"/>
                </a:lnTo>
                <a:lnTo>
                  <a:pt x="130330" y="19930"/>
                </a:lnTo>
                <a:lnTo>
                  <a:pt x="123814" y="13287"/>
                </a:lnTo>
                <a:lnTo>
                  <a:pt x="117297" y="13287"/>
                </a:lnTo>
                <a:lnTo>
                  <a:pt x="110781" y="6643"/>
                </a:lnTo>
                <a:lnTo>
                  <a:pt x="91231" y="6643"/>
                </a:lnTo>
                <a:lnTo>
                  <a:pt x="84715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text-69 Average">
            <a:extLst xmlns:a="http://schemas.openxmlformats.org/drawingml/2006/main">
              <a:ext uri="{FF2B5EF4-FFF2-40B4-BE49-F238E27FC236}">
                <a16:creationId xmlns:a16="http://schemas.microsoft.com/office/drawing/2014/main" id="{6217926D-14FC-451B-8CA9-BDC9AA3D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3720" y="6277215"/>
            <a:ext cx="928869" cy="323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274" name="text-69 Text">
            <a:extLst xmlns:a="http://schemas.openxmlformats.org/drawingml/2006/main">
              <a:ext uri="{FF2B5EF4-FFF2-40B4-BE49-F238E27FC236}">
                <a16:creationId xmlns:a16="http://schemas.microsoft.com/office/drawing/2014/main" id="{4D9340B7-ABA2-46AE-9DB7-10F8AD2C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567" y="6276878"/>
            <a:ext cx="571905" cy="324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275" name="text-69 Tokens:">
            <a:extLst xmlns:a="http://schemas.openxmlformats.org/drawingml/2006/main">
              <a:ext uri="{FF2B5EF4-FFF2-40B4-BE49-F238E27FC236}">
                <a16:creationId xmlns:a16="http://schemas.microsoft.com/office/drawing/2014/main" id="{D87A4F1A-7331-433C-AE46-4588FE6B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1527" y="6276865"/>
            <a:ext cx="876170" cy="324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Tokens:</a:t>
            </a:r>
          </a:p>
        </p:txBody>
      </p:sp>
      <p:sp>
        <p:nvSpPr>
          <p:cNvPr id="276" name="text-69 6.4K">
            <a:extLst xmlns:a="http://schemas.openxmlformats.org/drawingml/2006/main">
              <a:ext uri="{FF2B5EF4-FFF2-40B4-BE49-F238E27FC236}">
                <a16:creationId xmlns:a16="http://schemas.microsoft.com/office/drawing/2014/main" id="{EE894971-514F-461A-9D2B-20392ADB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6099" y="6277136"/>
            <a:ext cx="522966" cy="324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6.4K</a:t>
            </a:r>
          </a:p>
        </p:txBody>
      </p:sp>
      <p:sp>
        <p:nvSpPr>
          <p:cNvPr id="277" name="text-70 Images">
            <a:extLst xmlns:a="http://schemas.openxmlformats.org/drawingml/2006/main">
              <a:ext uri="{FF2B5EF4-FFF2-40B4-BE49-F238E27FC236}">
                <a16:creationId xmlns:a16="http://schemas.microsoft.com/office/drawing/2014/main" id="{F6A9F713-4962-427F-8F4A-5AD641C4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3720" y="6555234"/>
            <a:ext cx="827928" cy="32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Images</a:t>
            </a:r>
          </a:p>
        </p:txBody>
      </p:sp>
      <p:sp>
        <p:nvSpPr>
          <p:cNvPr id="278" name="text-70 :">
            <a:extLst xmlns:a="http://schemas.openxmlformats.org/drawingml/2006/main">
              <a:ext uri="{FF2B5EF4-FFF2-40B4-BE49-F238E27FC236}">
                <a16:creationId xmlns:a16="http://schemas.microsoft.com/office/drawing/2014/main" id="{6B3586B7-EA9E-4F34-ADDC-833EE97C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9645" y="6556043"/>
            <a:ext cx="110368" cy="32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279" name="text-70 2-20">
            <a:extLst xmlns:a="http://schemas.openxmlformats.org/drawingml/2006/main">
              <a:ext uri="{FF2B5EF4-FFF2-40B4-BE49-F238E27FC236}">
                <a16:creationId xmlns:a16="http://schemas.microsoft.com/office/drawing/2014/main" id="{F806BC0B-3D97-4518-B406-43643573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8632" y="6555346"/>
            <a:ext cx="561034" cy="32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2-20</a:t>
            </a:r>
          </a:p>
        </p:txBody>
      </p:sp>
      <p:sp>
        <p:nvSpPr>
          <p:cNvPr id="280" name="text-71 Average">
            <a:extLst xmlns:a="http://schemas.openxmlformats.org/drawingml/2006/main">
              <a:ext uri="{FF2B5EF4-FFF2-40B4-BE49-F238E27FC236}">
                <a16:creationId xmlns:a16="http://schemas.microsoft.com/office/drawing/2014/main" id="{6421180C-5E33-4280-8B03-3DB26697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3720" y="6833162"/>
            <a:ext cx="928869" cy="323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281" name="text-71 15">
            <a:extLst xmlns:a="http://schemas.openxmlformats.org/drawingml/2006/main">
              <a:ext uri="{FF2B5EF4-FFF2-40B4-BE49-F238E27FC236}">
                <a16:creationId xmlns:a16="http://schemas.microsoft.com/office/drawing/2014/main" id="{26F25A06-1689-47B4-BCB5-3A449CCA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567" y="6833480"/>
            <a:ext cx="286507" cy="32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15</a:t>
            </a:r>
          </a:p>
        </p:txBody>
      </p:sp>
      <p:sp>
        <p:nvSpPr>
          <p:cNvPr id="282" name="text-71 rounds">
            <a:extLst xmlns:a="http://schemas.openxmlformats.org/drawingml/2006/main">
              <a:ext uri="{FF2B5EF4-FFF2-40B4-BE49-F238E27FC236}">
                <a16:creationId xmlns:a16="http://schemas.microsoft.com/office/drawing/2014/main" id="{4E477960-74F5-4247-9268-34DC0561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6603" y="6833126"/>
            <a:ext cx="764241" cy="323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rounds</a:t>
            </a:r>
          </a:p>
        </p:txBody>
      </p:sp>
      <p:sp>
        <p:nvSpPr>
          <p:cNvPr id="283" name="text-71 of">
            <a:extLst xmlns:a="http://schemas.openxmlformats.org/drawingml/2006/main">
              <a:ext uri="{FF2B5EF4-FFF2-40B4-BE49-F238E27FC236}">
                <a16:creationId xmlns:a16="http://schemas.microsoft.com/office/drawing/2014/main" id="{23C4F878-2B45-44F6-9A84-A596B583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8826" y="6833515"/>
            <a:ext cx="280354" cy="32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284" name="text-71 Q&amp;A">
            <a:extLst xmlns:a="http://schemas.openxmlformats.org/drawingml/2006/main">
              <a:ext uri="{FF2B5EF4-FFF2-40B4-BE49-F238E27FC236}">
                <a16:creationId xmlns:a16="http://schemas.microsoft.com/office/drawing/2014/main" id="{CBCBF8BB-8887-4954-A8B4-78BF8BDB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8071" y="6833253"/>
            <a:ext cx="564634" cy="323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Q&amp;A</a:t>
            </a:r>
          </a:p>
        </p:txBody>
      </p:sp>
      <p:sp>
        <p:nvSpPr>
          <p:cNvPr id="285" name="path-72">
            <a:extLst xmlns:a="http://schemas.openxmlformats.org/drawingml/2006/main">
              <a:ext uri="{FF2B5EF4-FFF2-40B4-BE49-F238E27FC236}">
                <a16:creationId xmlns:a16="http://schemas.microsoft.com/office/drawing/2014/main" id="{A7679756-4FB6-49EE-83A5-843DBBF9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584" y="46864"/>
            <a:ext cx="15254950" cy="10158770"/>
          </a:xfrm>
          <a:custGeom xmlns:a="http://schemas.openxmlformats.org/drawingml/2006/main">
            <a:pathLst>
              <a:path w="13023207" h="8672580">
                <a:moveTo>
                  <a:pt x="317" y="235270"/>
                </a:moveTo>
                <a:lnTo>
                  <a:pt x="1266" y="222673"/>
                </a:lnTo>
                <a:lnTo>
                  <a:pt x="2848" y="210274"/>
                </a:lnTo>
                <a:lnTo>
                  <a:pt x="5043" y="198052"/>
                </a:lnTo>
                <a:lnTo>
                  <a:pt x="7812" y="186049"/>
                </a:lnTo>
                <a:lnTo>
                  <a:pt x="11154" y="174262"/>
                </a:lnTo>
                <a:lnTo>
                  <a:pt x="15049" y="162733"/>
                </a:lnTo>
                <a:lnTo>
                  <a:pt x="19499" y="151481"/>
                </a:lnTo>
                <a:lnTo>
                  <a:pt x="24462" y="140486"/>
                </a:lnTo>
                <a:lnTo>
                  <a:pt x="29940" y="129787"/>
                </a:lnTo>
                <a:lnTo>
                  <a:pt x="35913" y="119405"/>
                </a:lnTo>
                <a:lnTo>
                  <a:pt x="42360" y="109339"/>
                </a:lnTo>
                <a:lnTo>
                  <a:pt x="49281" y="99609"/>
                </a:lnTo>
                <a:lnTo>
                  <a:pt x="56638" y="90256"/>
                </a:lnTo>
                <a:lnTo>
                  <a:pt x="64429" y="81258"/>
                </a:lnTo>
                <a:lnTo>
                  <a:pt x="72636" y="72635"/>
                </a:lnTo>
                <a:lnTo>
                  <a:pt x="81258" y="64429"/>
                </a:lnTo>
                <a:lnTo>
                  <a:pt x="90256" y="56637"/>
                </a:lnTo>
                <a:lnTo>
                  <a:pt x="99610" y="49281"/>
                </a:lnTo>
                <a:lnTo>
                  <a:pt x="109339" y="42359"/>
                </a:lnTo>
                <a:lnTo>
                  <a:pt x="119405" y="35912"/>
                </a:lnTo>
                <a:lnTo>
                  <a:pt x="129787" y="29940"/>
                </a:lnTo>
                <a:lnTo>
                  <a:pt x="140486" y="24462"/>
                </a:lnTo>
                <a:lnTo>
                  <a:pt x="151481" y="19499"/>
                </a:lnTo>
                <a:lnTo>
                  <a:pt x="162733" y="15049"/>
                </a:lnTo>
                <a:lnTo>
                  <a:pt x="174263" y="11153"/>
                </a:lnTo>
                <a:lnTo>
                  <a:pt x="186049" y="7811"/>
                </a:lnTo>
                <a:lnTo>
                  <a:pt x="198052" y="5043"/>
                </a:lnTo>
                <a:lnTo>
                  <a:pt x="210274" y="2848"/>
                </a:lnTo>
                <a:lnTo>
                  <a:pt x="222673" y="1266"/>
                </a:lnTo>
                <a:lnTo>
                  <a:pt x="235270" y="316"/>
                </a:lnTo>
                <a:lnTo>
                  <a:pt x="247828" y="0"/>
                </a:lnTo>
                <a:lnTo>
                  <a:pt x="12775379" y="0"/>
                </a:lnTo>
                <a:lnTo>
                  <a:pt x="12787937" y="316"/>
                </a:lnTo>
                <a:lnTo>
                  <a:pt x="12800534" y="1266"/>
                </a:lnTo>
                <a:lnTo>
                  <a:pt x="12812934" y="2848"/>
                </a:lnTo>
                <a:lnTo>
                  <a:pt x="12825154" y="5043"/>
                </a:lnTo>
                <a:lnTo>
                  <a:pt x="12837158" y="7811"/>
                </a:lnTo>
                <a:lnTo>
                  <a:pt x="12848944" y="11153"/>
                </a:lnTo>
                <a:lnTo>
                  <a:pt x="12860473" y="15049"/>
                </a:lnTo>
                <a:lnTo>
                  <a:pt x="12871726" y="19499"/>
                </a:lnTo>
                <a:lnTo>
                  <a:pt x="12882721" y="24462"/>
                </a:lnTo>
                <a:lnTo>
                  <a:pt x="12893420" y="29940"/>
                </a:lnTo>
                <a:lnTo>
                  <a:pt x="12903802" y="35912"/>
                </a:lnTo>
                <a:lnTo>
                  <a:pt x="12913868" y="42359"/>
                </a:lnTo>
                <a:lnTo>
                  <a:pt x="12923598" y="49281"/>
                </a:lnTo>
                <a:lnTo>
                  <a:pt x="12932951" y="56637"/>
                </a:lnTo>
                <a:lnTo>
                  <a:pt x="12941949" y="64429"/>
                </a:lnTo>
                <a:lnTo>
                  <a:pt x="12950571" y="72635"/>
                </a:lnTo>
                <a:lnTo>
                  <a:pt x="12958779" y="81258"/>
                </a:lnTo>
                <a:lnTo>
                  <a:pt x="12966570" y="90256"/>
                </a:lnTo>
                <a:lnTo>
                  <a:pt x="12973926" y="99609"/>
                </a:lnTo>
                <a:lnTo>
                  <a:pt x="12980847" y="109339"/>
                </a:lnTo>
                <a:lnTo>
                  <a:pt x="12987294" y="119405"/>
                </a:lnTo>
                <a:lnTo>
                  <a:pt x="12993266" y="129787"/>
                </a:lnTo>
                <a:lnTo>
                  <a:pt x="12998745" y="140486"/>
                </a:lnTo>
                <a:lnTo>
                  <a:pt x="13003708" y="151481"/>
                </a:lnTo>
                <a:lnTo>
                  <a:pt x="13008158" y="162733"/>
                </a:lnTo>
                <a:lnTo>
                  <a:pt x="13012053" y="174262"/>
                </a:lnTo>
                <a:lnTo>
                  <a:pt x="13015395" y="186049"/>
                </a:lnTo>
                <a:lnTo>
                  <a:pt x="13018164" y="198052"/>
                </a:lnTo>
                <a:lnTo>
                  <a:pt x="13020359" y="210274"/>
                </a:lnTo>
                <a:lnTo>
                  <a:pt x="13021922" y="222673"/>
                </a:lnTo>
                <a:lnTo>
                  <a:pt x="13022891" y="235270"/>
                </a:lnTo>
                <a:lnTo>
                  <a:pt x="13023207" y="247827"/>
                </a:lnTo>
                <a:lnTo>
                  <a:pt x="13023207" y="8424752"/>
                </a:lnTo>
                <a:lnTo>
                  <a:pt x="13022891" y="8437309"/>
                </a:lnTo>
                <a:lnTo>
                  <a:pt x="13021922" y="8449906"/>
                </a:lnTo>
                <a:lnTo>
                  <a:pt x="13020359" y="8462306"/>
                </a:lnTo>
                <a:lnTo>
                  <a:pt x="13018164" y="8474526"/>
                </a:lnTo>
                <a:lnTo>
                  <a:pt x="13015395" y="8486531"/>
                </a:lnTo>
                <a:lnTo>
                  <a:pt x="13012053" y="8498317"/>
                </a:lnTo>
                <a:lnTo>
                  <a:pt x="13008158" y="8509846"/>
                </a:lnTo>
                <a:lnTo>
                  <a:pt x="13003708" y="8521098"/>
                </a:lnTo>
                <a:lnTo>
                  <a:pt x="12998745" y="8532094"/>
                </a:lnTo>
                <a:lnTo>
                  <a:pt x="12993266" y="8542792"/>
                </a:lnTo>
                <a:lnTo>
                  <a:pt x="12987294" y="8553175"/>
                </a:lnTo>
                <a:lnTo>
                  <a:pt x="12980847" y="8563241"/>
                </a:lnTo>
                <a:lnTo>
                  <a:pt x="12973926" y="8572971"/>
                </a:lnTo>
                <a:lnTo>
                  <a:pt x="12966570" y="8582324"/>
                </a:lnTo>
                <a:lnTo>
                  <a:pt x="12958779" y="8591321"/>
                </a:lnTo>
                <a:lnTo>
                  <a:pt x="12950571" y="8599944"/>
                </a:lnTo>
                <a:lnTo>
                  <a:pt x="12941949" y="8608151"/>
                </a:lnTo>
                <a:lnTo>
                  <a:pt x="12932951" y="8615942"/>
                </a:lnTo>
                <a:lnTo>
                  <a:pt x="12923598" y="8623299"/>
                </a:lnTo>
                <a:lnTo>
                  <a:pt x="12913868" y="8630220"/>
                </a:lnTo>
                <a:lnTo>
                  <a:pt x="12903802" y="8636667"/>
                </a:lnTo>
                <a:lnTo>
                  <a:pt x="12893420" y="8642639"/>
                </a:lnTo>
                <a:lnTo>
                  <a:pt x="12882721" y="8648117"/>
                </a:lnTo>
                <a:lnTo>
                  <a:pt x="12871726" y="8653081"/>
                </a:lnTo>
                <a:lnTo>
                  <a:pt x="12860473" y="8657530"/>
                </a:lnTo>
                <a:lnTo>
                  <a:pt x="12848944" y="8661427"/>
                </a:lnTo>
                <a:lnTo>
                  <a:pt x="12837158" y="8664768"/>
                </a:lnTo>
                <a:lnTo>
                  <a:pt x="12825154" y="8667537"/>
                </a:lnTo>
                <a:lnTo>
                  <a:pt x="12812934" y="8669732"/>
                </a:lnTo>
                <a:lnTo>
                  <a:pt x="12800534" y="8671314"/>
                </a:lnTo>
                <a:lnTo>
                  <a:pt x="12787937" y="8672263"/>
                </a:lnTo>
                <a:lnTo>
                  <a:pt x="12775379" y="8672580"/>
                </a:lnTo>
                <a:lnTo>
                  <a:pt x="247828" y="8672580"/>
                </a:lnTo>
                <a:lnTo>
                  <a:pt x="235270" y="8672263"/>
                </a:lnTo>
                <a:lnTo>
                  <a:pt x="222673" y="8671314"/>
                </a:lnTo>
                <a:lnTo>
                  <a:pt x="210274" y="8669732"/>
                </a:lnTo>
                <a:lnTo>
                  <a:pt x="198052" y="8667537"/>
                </a:lnTo>
                <a:lnTo>
                  <a:pt x="186049" y="8664768"/>
                </a:lnTo>
                <a:lnTo>
                  <a:pt x="174263" y="8661427"/>
                </a:lnTo>
                <a:lnTo>
                  <a:pt x="162733" y="8657530"/>
                </a:lnTo>
                <a:lnTo>
                  <a:pt x="151481" y="8653081"/>
                </a:lnTo>
                <a:lnTo>
                  <a:pt x="140486" y="8648117"/>
                </a:lnTo>
                <a:lnTo>
                  <a:pt x="129787" y="8642639"/>
                </a:lnTo>
                <a:lnTo>
                  <a:pt x="119405" y="8636667"/>
                </a:lnTo>
                <a:lnTo>
                  <a:pt x="109339" y="8630220"/>
                </a:lnTo>
                <a:lnTo>
                  <a:pt x="99610" y="8623299"/>
                </a:lnTo>
                <a:lnTo>
                  <a:pt x="90256" y="8615942"/>
                </a:lnTo>
                <a:lnTo>
                  <a:pt x="81258" y="8608151"/>
                </a:lnTo>
                <a:lnTo>
                  <a:pt x="72636" y="8599944"/>
                </a:lnTo>
                <a:lnTo>
                  <a:pt x="64429" y="8591321"/>
                </a:lnTo>
                <a:lnTo>
                  <a:pt x="56638" y="8582324"/>
                </a:lnTo>
                <a:lnTo>
                  <a:pt x="49281" y="8572971"/>
                </a:lnTo>
                <a:lnTo>
                  <a:pt x="42360" y="8563241"/>
                </a:lnTo>
                <a:lnTo>
                  <a:pt x="35913" y="8553175"/>
                </a:lnTo>
                <a:lnTo>
                  <a:pt x="29940" y="8542792"/>
                </a:lnTo>
                <a:lnTo>
                  <a:pt x="24462" y="8532094"/>
                </a:lnTo>
                <a:lnTo>
                  <a:pt x="19499" y="8521098"/>
                </a:lnTo>
                <a:lnTo>
                  <a:pt x="15049" y="8509846"/>
                </a:lnTo>
                <a:lnTo>
                  <a:pt x="11154" y="8498317"/>
                </a:lnTo>
                <a:lnTo>
                  <a:pt x="7812" y="8486531"/>
                </a:lnTo>
                <a:lnTo>
                  <a:pt x="5043" y="8474526"/>
                </a:lnTo>
                <a:lnTo>
                  <a:pt x="2848" y="8462306"/>
                </a:lnTo>
                <a:lnTo>
                  <a:pt x="1266" y="8449906"/>
                </a:lnTo>
                <a:lnTo>
                  <a:pt x="317" y="8437309"/>
                </a:lnTo>
                <a:lnTo>
                  <a:pt x="0" y="8424752"/>
                </a:lnTo>
                <a:lnTo>
                  <a:pt x="0" y="247827"/>
                </a:lnTo>
                <a:lnTo>
                  <a:pt x="317" y="235270"/>
                </a:lnTo>
                <a:moveTo>
                  <a:pt x="29663" y="248401"/>
                </a:moveTo>
                <a:lnTo>
                  <a:pt x="29663" y="248025"/>
                </a:lnTo>
                <a:lnTo>
                  <a:pt x="29663" y="8424555"/>
                </a:lnTo>
                <a:lnTo>
                  <a:pt x="29663" y="8424179"/>
                </a:lnTo>
                <a:lnTo>
                  <a:pt x="29960" y="8436182"/>
                </a:lnTo>
                <a:lnTo>
                  <a:pt x="29920" y="8435431"/>
                </a:lnTo>
                <a:lnTo>
                  <a:pt x="30830" y="8447276"/>
                </a:lnTo>
                <a:lnTo>
                  <a:pt x="30751" y="8446525"/>
                </a:lnTo>
                <a:lnTo>
                  <a:pt x="32234" y="8458212"/>
                </a:lnTo>
                <a:lnTo>
                  <a:pt x="32116" y="8457461"/>
                </a:lnTo>
                <a:lnTo>
                  <a:pt x="34172" y="8468951"/>
                </a:lnTo>
                <a:lnTo>
                  <a:pt x="34014" y="8468218"/>
                </a:lnTo>
                <a:lnTo>
                  <a:pt x="36624" y="8479510"/>
                </a:lnTo>
                <a:lnTo>
                  <a:pt x="36446" y="8478779"/>
                </a:lnTo>
                <a:lnTo>
                  <a:pt x="39591" y="8489853"/>
                </a:lnTo>
                <a:lnTo>
                  <a:pt x="39373" y="8489141"/>
                </a:lnTo>
                <a:lnTo>
                  <a:pt x="43032" y="8499978"/>
                </a:lnTo>
                <a:lnTo>
                  <a:pt x="42775" y="8499306"/>
                </a:lnTo>
                <a:lnTo>
                  <a:pt x="46947" y="8509886"/>
                </a:lnTo>
                <a:lnTo>
                  <a:pt x="46670" y="8509213"/>
                </a:lnTo>
                <a:lnTo>
                  <a:pt x="51337" y="8519556"/>
                </a:lnTo>
                <a:lnTo>
                  <a:pt x="51021" y="8518903"/>
                </a:lnTo>
                <a:lnTo>
                  <a:pt x="56182" y="8528950"/>
                </a:lnTo>
                <a:lnTo>
                  <a:pt x="55827" y="8528316"/>
                </a:lnTo>
                <a:lnTo>
                  <a:pt x="61443" y="8538085"/>
                </a:lnTo>
                <a:lnTo>
                  <a:pt x="61087" y="8537472"/>
                </a:lnTo>
                <a:lnTo>
                  <a:pt x="67138" y="8546925"/>
                </a:lnTo>
                <a:lnTo>
                  <a:pt x="66743" y="8546352"/>
                </a:lnTo>
                <a:lnTo>
                  <a:pt x="73249" y="8555489"/>
                </a:lnTo>
                <a:lnTo>
                  <a:pt x="72814" y="8554914"/>
                </a:lnTo>
                <a:lnTo>
                  <a:pt x="79736" y="8563735"/>
                </a:lnTo>
                <a:lnTo>
                  <a:pt x="79300" y="8563181"/>
                </a:lnTo>
                <a:lnTo>
                  <a:pt x="86617" y="8571645"/>
                </a:lnTo>
                <a:lnTo>
                  <a:pt x="86142" y="8571111"/>
                </a:lnTo>
                <a:lnTo>
                  <a:pt x="93875" y="8579219"/>
                </a:lnTo>
                <a:lnTo>
                  <a:pt x="93361" y="8578705"/>
                </a:lnTo>
                <a:lnTo>
                  <a:pt x="101469" y="8586437"/>
                </a:lnTo>
                <a:lnTo>
                  <a:pt x="100935" y="8585962"/>
                </a:lnTo>
                <a:lnTo>
                  <a:pt x="109399" y="8593279"/>
                </a:lnTo>
                <a:lnTo>
                  <a:pt x="108845" y="8592844"/>
                </a:lnTo>
                <a:lnTo>
                  <a:pt x="117665" y="8599765"/>
                </a:lnTo>
                <a:lnTo>
                  <a:pt x="117091" y="8599331"/>
                </a:lnTo>
                <a:lnTo>
                  <a:pt x="126228" y="8605836"/>
                </a:lnTo>
                <a:lnTo>
                  <a:pt x="125654" y="8605442"/>
                </a:lnTo>
                <a:lnTo>
                  <a:pt x="135107" y="8611493"/>
                </a:lnTo>
                <a:lnTo>
                  <a:pt x="134494" y="8611137"/>
                </a:lnTo>
                <a:lnTo>
                  <a:pt x="144263" y="8616753"/>
                </a:lnTo>
                <a:lnTo>
                  <a:pt x="143630" y="8616397"/>
                </a:lnTo>
                <a:lnTo>
                  <a:pt x="153676" y="8621559"/>
                </a:lnTo>
                <a:lnTo>
                  <a:pt x="153023" y="8621242"/>
                </a:lnTo>
                <a:lnTo>
                  <a:pt x="163366" y="8625909"/>
                </a:lnTo>
                <a:lnTo>
                  <a:pt x="162694" y="8625632"/>
                </a:lnTo>
                <a:lnTo>
                  <a:pt x="173274" y="8629805"/>
                </a:lnTo>
                <a:lnTo>
                  <a:pt x="172602" y="8629548"/>
                </a:lnTo>
                <a:lnTo>
                  <a:pt x="183438" y="8633206"/>
                </a:lnTo>
                <a:lnTo>
                  <a:pt x="182727" y="8632989"/>
                </a:lnTo>
                <a:lnTo>
                  <a:pt x="193801" y="8636133"/>
                </a:lnTo>
                <a:lnTo>
                  <a:pt x="193069" y="8635955"/>
                </a:lnTo>
                <a:lnTo>
                  <a:pt x="204361" y="8638565"/>
                </a:lnTo>
                <a:lnTo>
                  <a:pt x="203629" y="8638407"/>
                </a:lnTo>
                <a:lnTo>
                  <a:pt x="215119" y="8640464"/>
                </a:lnTo>
                <a:lnTo>
                  <a:pt x="214368" y="8640346"/>
                </a:lnTo>
                <a:lnTo>
                  <a:pt x="226055" y="8641828"/>
                </a:lnTo>
                <a:lnTo>
                  <a:pt x="225303" y="8641750"/>
                </a:lnTo>
                <a:lnTo>
                  <a:pt x="237149" y="8642659"/>
                </a:lnTo>
                <a:lnTo>
                  <a:pt x="236398" y="8642619"/>
                </a:lnTo>
                <a:lnTo>
                  <a:pt x="248401" y="8642916"/>
                </a:lnTo>
                <a:lnTo>
                  <a:pt x="248025" y="8642916"/>
                </a:lnTo>
                <a:lnTo>
                  <a:pt x="12775182" y="8642916"/>
                </a:lnTo>
                <a:lnTo>
                  <a:pt x="12774805" y="8642916"/>
                </a:lnTo>
                <a:lnTo>
                  <a:pt x="12786809" y="8642619"/>
                </a:lnTo>
                <a:lnTo>
                  <a:pt x="12786058" y="8642659"/>
                </a:lnTo>
                <a:lnTo>
                  <a:pt x="12797903" y="8641750"/>
                </a:lnTo>
                <a:lnTo>
                  <a:pt x="12797151" y="8641828"/>
                </a:lnTo>
                <a:lnTo>
                  <a:pt x="12808839" y="8640346"/>
                </a:lnTo>
                <a:lnTo>
                  <a:pt x="12808089" y="8640464"/>
                </a:lnTo>
                <a:lnTo>
                  <a:pt x="12819578" y="8638407"/>
                </a:lnTo>
                <a:lnTo>
                  <a:pt x="12818847" y="8638565"/>
                </a:lnTo>
                <a:lnTo>
                  <a:pt x="12830138" y="8635955"/>
                </a:lnTo>
                <a:lnTo>
                  <a:pt x="12829406" y="8636133"/>
                </a:lnTo>
                <a:lnTo>
                  <a:pt x="12840481" y="8632989"/>
                </a:lnTo>
                <a:lnTo>
                  <a:pt x="12839768" y="8633206"/>
                </a:lnTo>
                <a:lnTo>
                  <a:pt x="12850605" y="8629548"/>
                </a:lnTo>
                <a:lnTo>
                  <a:pt x="12849933" y="8629805"/>
                </a:lnTo>
                <a:lnTo>
                  <a:pt x="12860513" y="8625632"/>
                </a:lnTo>
                <a:lnTo>
                  <a:pt x="12859841" y="8625909"/>
                </a:lnTo>
                <a:lnTo>
                  <a:pt x="12870183" y="8621242"/>
                </a:lnTo>
                <a:lnTo>
                  <a:pt x="12869531" y="8621559"/>
                </a:lnTo>
                <a:lnTo>
                  <a:pt x="12879577" y="8616397"/>
                </a:lnTo>
                <a:lnTo>
                  <a:pt x="12878944" y="8616753"/>
                </a:lnTo>
                <a:lnTo>
                  <a:pt x="12888713" y="8611137"/>
                </a:lnTo>
                <a:lnTo>
                  <a:pt x="12888100" y="8611493"/>
                </a:lnTo>
                <a:lnTo>
                  <a:pt x="12897553" y="8605442"/>
                </a:lnTo>
                <a:lnTo>
                  <a:pt x="12896979" y="8605836"/>
                </a:lnTo>
                <a:lnTo>
                  <a:pt x="12906115" y="8599331"/>
                </a:lnTo>
                <a:lnTo>
                  <a:pt x="12905542" y="8599765"/>
                </a:lnTo>
                <a:lnTo>
                  <a:pt x="12914362" y="8592844"/>
                </a:lnTo>
                <a:lnTo>
                  <a:pt x="12913809" y="8593279"/>
                </a:lnTo>
                <a:lnTo>
                  <a:pt x="12922273" y="8585962"/>
                </a:lnTo>
                <a:lnTo>
                  <a:pt x="12921737" y="8586437"/>
                </a:lnTo>
                <a:lnTo>
                  <a:pt x="12929846" y="8578705"/>
                </a:lnTo>
                <a:lnTo>
                  <a:pt x="12929332" y="8579219"/>
                </a:lnTo>
                <a:lnTo>
                  <a:pt x="12937064" y="8571111"/>
                </a:lnTo>
                <a:lnTo>
                  <a:pt x="12936590" y="8571645"/>
                </a:lnTo>
                <a:lnTo>
                  <a:pt x="12943907" y="8563181"/>
                </a:lnTo>
                <a:lnTo>
                  <a:pt x="12943472" y="8563735"/>
                </a:lnTo>
                <a:lnTo>
                  <a:pt x="12950393" y="8554914"/>
                </a:lnTo>
                <a:lnTo>
                  <a:pt x="12949957" y="8555489"/>
                </a:lnTo>
                <a:lnTo>
                  <a:pt x="12956464" y="8546352"/>
                </a:lnTo>
                <a:lnTo>
                  <a:pt x="12956068" y="8546925"/>
                </a:lnTo>
                <a:lnTo>
                  <a:pt x="12962120" y="8537472"/>
                </a:lnTo>
                <a:lnTo>
                  <a:pt x="12961765" y="8538085"/>
                </a:lnTo>
                <a:lnTo>
                  <a:pt x="12967380" y="8528316"/>
                </a:lnTo>
                <a:lnTo>
                  <a:pt x="12967024" y="8528950"/>
                </a:lnTo>
                <a:lnTo>
                  <a:pt x="12972186" y="8518903"/>
                </a:lnTo>
                <a:lnTo>
                  <a:pt x="12971869" y="8519556"/>
                </a:lnTo>
                <a:lnTo>
                  <a:pt x="12976536" y="8509213"/>
                </a:lnTo>
                <a:lnTo>
                  <a:pt x="12976259" y="8509886"/>
                </a:lnTo>
                <a:lnTo>
                  <a:pt x="12980432" y="8499306"/>
                </a:lnTo>
                <a:lnTo>
                  <a:pt x="12980174" y="8499978"/>
                </a:lnTo>
                <a:lnTo>
                  <a:pt x="12983833" y="8489141"/>
                </a:lnTo>
                <a:lnTo>
                  <a:pt x="12983616" y="8489853"/>
                </a:lnTo>
                <a:lnTo>
                  <a:pt x="12986761" y="8478779"/>
                </a:lnTo>
                <a:lnTo>
                  <a:pt x="12986583" y="8479510"/>
                </a:lnTo>
                <a:lnTo>
                  <a:pt x="12989193" y="8468218"/>
                </a:lnTo>
                <a:lnTo>
                  <a:pt x="12989034" y="8468951"/>
                </a:lnTo>
                <a:lnTo>
                  <a:pt x="12991091" y="8457461"/>
                </a:lnTo>
                <a:lnTo>
                  <a:pt x="12990973" y="8458212"/>
                </a:lnTo>
                <a:lnTo>
                  <a:pt x="12992456" y="8446525"/>
                </a:lnTo>
                <a:lnTo>
                  <a:pt x="12992376" y="8447276"/>
                </a:lnTo>
                <a:lnTo>
                  <a:pt x="12993287" y="8435431"/>
                </a:lnTo>
                <a:lnTo>
                  <a:pt x="12993247" y="8436182"/>
                </a:lnTo>
                <a:lnTo>
                  <a:pt x="12993543" y="8424179"/>
                </a:lnTo>
                <a:lnTo>
                  <a:pt x="12993543" y="8424555"/>
                </a:lnTo>
                <a:lnTo>
                  <a:pt x="12993543" y="248025"/>
                </a:lnTo>
                <a:lnTo>
                  <a:pt x="12993543" y="248401"/>
                </a:lnTo>
                <a:lnTo>
                  <a:pt x="12993247" y="236397"/>
                </a:lnTo>
                <a:lnTo>
                  <a:pt x="12993287" y="237149"/>
                </a:lnTo>
                <a:lnTo>
                  <a:pt x="12992376" y="225303"/>
                </a:lnTo>
                <a:lnTo>
                  <a:pt x="12992456" y="226055"/>
                </a:lnTo>
                <a:lnTo>
                  <a:pt x="12990973" y="214367"/>
                </a:lnTo>
                <a:lnTo>
                  <a:pt x="12991091" y="215119"/>
                </a:lnTo>
                <a:lnTo>
                  <a:pt x="12989034" y="203629"/>
                </a:lnTo>
                <a:lnTo>
                  <a:pt x="12989193" y="204361"/>
                </a:lnTo>
                <a:lnTo>
                  <a:pt x="12986583" y="193069"/>
                </a:lnTo>
                <a:lnTo>
                  <a:pt x="12986761" y="193800"/>
                </a:lnTo>
                <a:lnTo>
                  <a:pt x="12983616" y="182726"/>
                </a:lnTo>
                <a:lnTo>
                  <a:pt x="12983833" y="183438"/>
                </a:lnTo>
                <a:lnTo>
                  <a:pt x="12980174" y="172601"/>
                </a:lnTo>
                <a:lnTo>
                  <a:pt x="12980432" y="173274"/>
                </a:lnTo>
                <a:lnTo>
                  <a:pt x="12976259" y="162693"/>
                </a:lnTo>
                <a:lnTo>
                  <a:pt x="12976536" y="163366"/>
                </a:lnTo>
                <a:lnTo>
                  <a:pt x="12971869" y="153023"/>
                </a:lnTo>
                <a:lnTo>
                  <a:pt x="12972186" y="153676"/>
                </a:lnTo>
                <a:lnTo>
                  <a:pt x="12967024" y="143630"/>
                </a:lnTo>
                <a:lnTo>
                  <a:pt x="12967380" y="144263"/>
                </a:lnTo>
                <a:lnTo>
                  <a:pt x="12961765" y="134494"/>
                </a:lnTo>
                <a:lnTo>
                  <a:pt x="12962120" y="135107"/>
                </a:lnTo>
                <a:lnTo>
                  <a:pt x="12956068" y="125654"/>
                </a:lnTo>
                <a:lnTo>
                  <a:pt x="12956464" y="126227"/>
                </a:lnTo>
                <a:lnTo>
                  <a:pt x="12949957" y="117091"/>
                </a:lnTo>
                <a:lnTo>
                  <a:pt x="12950393" y="117665"/>
                </a:lnTo>
                <a:lnTo>
                  <a:pt x="12943472" y="108845"/>
                </a:lnTo>
                <a:lnTo>
                  <a:pt x="12943907" y="109398"/>
                </a:lnTo>
                <a:lnTo>
                  <a:pt x="12936590" y="100934"/>
                </a:lnTo>
                <a:lnTo>
                  <a:pt x="12937064" y="101468"/>
                </a:lnTo>
                <a:lnTo>
                  <a:pt x="12929332" y="93360"/>
                </a:lnTo>
                <a:lnTo>
                  <a:pt x="12929846" y="93874"/>
                </a:lnTo>
                <a:lnTo>
                  <a:pt x="12921737" y="86142"/>
                </a:lnTo>
                <a:lnTo>
                  <a:pt x="12922273" y="86617"/>
                </a:lnTo>
                <a:lnTo>
                  <a:pt x="12913809" y="79300"/>
                </a:lnTo>
                <a:lnTo>
                  <a:pt x="12914362" y="79735"/>
                </a:lnTo>
                <a:lnTo>
                  <a:pt x="12905542" y="72814"/>
                </a:lnTo>
                <a:lnTo>
                  <a:pt x="12906115" y="73249"/>
                </a:lnTo>
                <a:lnTo>
                  <a:pt x="12896979" y="66743"/>
                </a:lnTo>
                <a:lnTo>
                  <a:pt x="12897553" y="67138"/>
                </a:lnTo>
                <a:lnTo>
                  <a:pt x="12888100" y="61067"/>
                </a:lnTo>
                <a:lnTo>
                  <a:pt x="12888713" y="61442"/>
                </a:lnTo>
                <a:lnTo>
                  <a:pt x="12878944" y="55827"/>
                </a:lnTo>
                <a:lnTo>
                  <a:pt x="12879577" y="56182"/>
                </a:lnTo>
                <a:lnTo>
                  <a:pt x="12869531" y="51021"/>
                </a:lnTo>
                <a:lnTo>
                  <a:pt x="12870183" y="51337"/>
                </a:lnTo>
                <a:lnTo>
                  <a:pt x="12859841" y="46670"/>
                </a:lnTo>
                <a:lnTo>
                  <a:pt x="12860513" y="46947"/>
                </a:lnTo>
                <a:lnTo>
                  <a:pt x="12849933" y="42775"/>
                </a:lnTo>
                <a:lnTo>
                  <a:pt x="12850605" y="43032"/>
                </a:lnTo>
                <a:lnTo>
                  <a:pt x="12839768" y="39373"/>
                </a:lnTo>
                <a:lnTo>
                  <a:pt x="12840481" y="39591"/>
                </a:lnTo>
                <a:lnTo>
                  <a:pt x="12829406" y="36446"/>
                </a:lnTo>
                <a:lnTo>
                  <a:pt x="12830138" y="36624"/>
                </a:lnTo>
                <a:lnTo>
                  <a:pt x="12818847" y="34014"/>
                </a:lnTo>
                <a:lnTo>
                  <a:pt x="12819578" y="34172"/>
                </a:lnTo>
                <a:lnTo>
                  <a:pt x="12808089" y="32115"/>
                </a:lnTo>
                <a:lnTo>
                  <a:pt x="12808839" y="32234"/>
                </a:lnTo>
                <a:lnTo>
                  <a:pt x="12797151" y="30751"/>
                </a:lnTo>
                <a:lnTo>
                  <a:pt x="12797903" y="30830"/>
                </a:lnTo>
                <a:lnTo>
                  <a:pt x="12786058" y="29920"/>
                </a:lnTo>
                <a:lnTo>
                  <a:pt x="12786809" y="29960"/>
                </a:lnTo>
                <a:lnTo>
                  <a:pt x="12774805" y="29663"/>
                </a:lnTo>
                <a:lnTo>
                  <a:pt x="12775182" y="29663"/>
                </a:lnTo>
                <a:lnTo>
                  <a:pt x="248025" y="29663"/>
                </a:lnTo>
                <a:lnTo>
                  <a:pt x="248401" y="29663"/>
                </a:lnTo>
                <a:lnTo>
                  <a:pt x="236398" y="29960"/>
                </a:lnTo>
                <a:lnTo>
                  <a:pt x="237149" y="29920"/>
                </a:lnTo>
                <a:lnTo>
                  <a:pt x="225303" y="30830"/>
                </a:lnTo>
                <a:lnTo>
                  <a:pt x="226055" y="30751"/>
                </a:lnTo>
                <a:lnTo>
                  <a:pt x="214368" y="32234"/>
                </a:lnTo>
                <a:lnTo>
                  <a:pt x="215119" y="32115"/>
                </a:lnTo>
                <a:lnTo>
                  <a:pt x="203629" y="34172"/>
                </a:lnTo>
                <a:lnTo>
                  <a:pt x="204361" y="34014"/>
                </a:lnTo>
                <a:lnTo>
                  <a:pt x="193069" y="36624"/>
                </a:lnTo>
                <a:lnTo>
                  <a:pt x="193801" y="36446"/>
                </a:lnTo>
                <a:lnTo>
                  <a:pt x="182727" y="39591"/>
                </a:lnTo>
                <a:lnTo>
                  <a:pt x="183438" y="39373"/>
                </a:lnTo>
                <a:lnTo>
                  <a:pt x="172602" y="43032"/>
                </a:lnTo>
                <a:lnTo>
                  <a:pt x="173274" y="42775"/>
                </a:lnTo>
                <a:lnTo>
                  <a:pt x="162694" y="46947"/>
                </a:lnTo>
                <a:lnTo>
                  <a:pt x="163366" y="46670"/>
                </a:lnTo>
                <a:lnTo>
                  <a:pt x="153023" y="51337"/>
                </a:lnTo>
                <a:lnTo>
                  <a:pt x="153676" y="51021"/>
                </a:lnTo>
                <a:lnTo>
                  <a:pt x="143630" y="56182"/>
                </a:lnTo>
                <a:lnTo>
                  <a:pt x="144263" y="55827"/>
                </a:lnTo>
                <a:lnTo>
                  <a:pt x="134494" y="61442"/>
                </a:lnTo>
                <a:lnTo>
                  <a:pt x="135107" y="61067"/>
                </a:lnTo>
                <a:lnTo>
                  <a:pt x="125654" y="67138"/>
                </a:lnTo>
                <a:lnTo>
                  <a:pt x="126228" y="66743"/>
                </a:lnTo>
                <a:lnTo>
                  <a:pt x="117091" y="73249"/>
                </a:lnTo>
                <a:lnTo>
                  <a:pt x="117665" y="72814"/>
                </a:lnTo>
                <a:lnTo>
                  <a:pt x="108845" y="79735"/>
                </a:lnTo>
                <a:lnTo>
                  <a:pt x="109399" y="79300"/>
                </a:lnTo>
                <a:lnTo>
                  <a:pt x="100935" y="86617"/>
                </a:lnTo>
                <a:lnTo>
                  <a:pt x="101469" y="86142"/>
                </a:lnTo>
                <a:lnTo>
                  <a:pt x="93361" y="93874"/>
                </a:lnTo>
                <a:lnTo>
                  <a:pt x="93875" y="93360"/>
                </a:lnTo>
                <a:lnTo>
                  <a:pt x="86142" y="101468"/>
                </a:lnTo>
                <a:lnTo>
                  <a:pt x="86617" y="100934"/>
                </a:lnTo>
                <a:lnTo>
                  <a:pt x="79300" y="109398"/>
                </a:lnTo>
                <a:lnTo>
                  <a:pt x="79736" y="108845"/>
                </a:lnTo>
                <a:lnTo>
                  <a:pt x="72814" y="117665"/>
                </a:lnTo>
                <a:lnTo>
                  <a:pt x="73249" y="117091"/>
                </a:lnTo>
                <a:lnTo>
                  <a:pt x="66743" y="126227"/>
                </a:lnTo>
                <a:lnTo>
                  <a:pt x="67138" y="125654"/>
                </a:lnTo>
                <a:lnTo>
                  <a:pt x="61087" y="135107"/>
                </a:lnTo>
                <a:lnTo>
                  <a:pt x="61443" y="134494"/>
                </a:lnTo>
                <a:lnTo>
                  <a:pt x="55827" y="144263"/>
                </a:lnTo>
                <a:lnTo>
                  <a:pt x="56182" y="143630"/>
                </a:lnTo>
                <a:lnTo>
                  <a:pt x="51021" y="153676"/>
                </a:lnTo>
                <a:lnTo>
                  <a:pt x="51337" y="153023"/>
                </a:lnTo>
                <a:lnTo>
                  <a:pt x="46670" y="163366"/>
                </a:lnTo>
                <a:lnTo>
                  <a:pt x="46947" y="162693"/>
                </a:lnTo>
                <a:lnTo>
                  <a:pt x="42775" y="173274"/>
                </a:lnTo>
                <a:lnTo>
                  <a:pt x="43032" y="172601"/>
                </a:lnTo>
                <a:lnTo>
                  <a:pt x="39373" y="183438"/>
                </a:lnTo>
                <a:lnTo>
                  <a:pt x="39591" y="182726"/>
                </a:lnTo>
                <a:lnTo>
                  <a:pt x="36446" y="193800"/>
                </a:lnTo>
                <a:lnTo>
                  <a:pt x="36624" y="193069"/>
                </a:lnTo>
                <a:lnTo>
                  <a:pt x="34014" y="204361"/>
                </a:lnTo>
                <a:lnTo>
                  <a:pt x="34172" y="203629"/>
                </a:lnTo>
                <a:lnTo>
                  <a:pt x="32116" y="215119"/>
                </a:lnTo>
                <a:lnTo>
                  <a:pt x="32234" y="214367"/>
                </a:lnTo>
                <a:lnTo>
                  <a:pt x="30751" y="226055"/>
                </a:lnTo>
                <a:lnTo>
                  <a:pt x="30830" y="225303"/>
                </a:lnTo>
                <a:lnTo>
                  <a:pt x="29920" y="237149"/>
                </a:lnTo>
                <a:lnTo>
                  <a:pt x="29960" y="236397"/>
                </a:lnTo>
                <a:lnTo>
                  <a:pt x="29663" y="248401"/>
                </a:lnTo>
              </a:path>
            </a:pathLst>
          </a:custGeom>
          <a:solidFill xmlns:a="http://schemas.openxmlformats.org/drawingml/2006/main">
            <a:srgbClr val="70A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73">
            <a:extLst xmlns:a="http://schemas.openxmlformats.org/drawingml/2006/main">
              <a:ext uri="{FF2B5EF4-FFF2-40B4-BE49-F238E27FC236}">
                <a16:creationId xmlns:a16="http://schemas.microsoft.com/office/drawing/2014/main" id="{B0ACD733-6812-46E9-BCFD-0D498BFD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960" y="3765916"/>
            <a:ext cx="14610955" cy="34746"/>
          </a:xfrm>
          <a:custGeom xmlns:a="http://schemas.openxmlformats.org/drawingml/2006/main">
            <a:pathLst>
              <a:path w="12473426" h="29663">
                <a:moveTo>
                  <a:pt x="0" y="0"/>
                </a:moveTo>
                <a:lnTo>
                  <a:pt x="88990" y="0"/>
                </a:lnTo>
                <a:lnTo>
                  <a:pt x="88990" y="29663"/>
                </a:lnTo>
                <a:lnTo>
                  <a:pt x="0" y="29663"/>
                </a:lnTo>
                <a:lnTo>
                  <a:pt x="0" y="0"/>
                </a:lnTo>
                <a:moveTo>
                  <a:pt x="118654" y="0"/>
                </a:moveTo>
                <a:lnTo>
                  <a:pt x="207644" y="0"/>
                </a:lnTo>
                <a:lnTo>
                  <a:pt x="207644" y="29663"/>
                </a:lnTo>
                <a:lnTo>
                  <a:pt x="118654" y="29663"/>
                </a:lnTo>
                <a:lnTo>
                  <a:pt x="118654" y="0"/>
                </a:lnTo>
                <a:moveTo>
                  <a:pt x="237307" y="0"/>
                </a:moveTo>
                <a:lnTo>
                  <a:pt x="326297" y="0"/>
                </a:lnTo>
                <a:lnTo>
                  <a:pt x="326297" y="29663"/>
                </a:lnTo>
                <a:lnTo>
                  <a:pt x="237307" y="29663"/>
                </a:lnTo>
                <a:lnTo>
                  <a:pt x="237307" y="0"/>
                </a:lnTo>
                <a:moveTo>
                  <a:pt x="355960" y="0"/>
                </a:moveTo>
                <a:lnTo>
                  <a:pt x="444951" y="0"/>
                </a:lnTo>
                <a:lnTo>
                  <a:pt x="444951" y="29663"/>
                </a:lnTo>
                <a:lnTo>
                  <a:pt x="355960" y="29663"/>
                </a:lnTo>
                <a:lnTo>
                  <a:pt x="355960" y="0"/>
                </a:lnTo>
                <a:moveTo>
                  <a:pt x="474614" y="0"/>
                </a:moveTo>
                <a:lnTo>
                  <a:pt x="563604" y="0"/>
                </a:lnTo>
                <a:lnTo>
                  <a:pt x="563604" y="29663"/>
                </a:lnTo>
                <a:lnTo>
                  <a:pt x="474614" y="29663"/>
                </a:lnTo>
                <a:lnTo>
                  <a:pt x="474614" y="0"/>
                </a:lnTo>
                <a:moveTo>
                  <a:pt x="593268" y="0"/>
                </a:moveTo>
                <a:lnTo>
                  <a:pt x="682257" y="0"/>
                </a:lnTo>
                <a:lnTo>
                  <a:pt x="682257" y="29663"/>
                </a:lnTo>
                <a:lnTo>
                  <a:pt x="593268" y="29663"/>
                </a:lnTo>
                <a:lnTo>
                  <a:pt x="593268" y="0"/>
                </a:lnTo>
                <a:moveTo>
                  <a:pt x="711921" y="0"/>
                </a:moveTo>
                <a:lnTo>
                  <a:pt x="800911" y="0"/>
                </a:lnTo>
                <a:lnTo>
                  <a:pt x="800911" y="29663"/>
                </a:lnTo>
                <a:lnTo>
                  <a:pt x="711921" y="29663"/>
                </a:lnTo>
                <a:lnTo>
                  <a:pt x="711921" y="0"/>
                </a:lnTo>
                <a:moveTo>
                  <a:pt x="830574" y="0"/>
                </a:moveTo>
                <a:lnTo>
                  <a:pt x="919564" y="0"/>
                </a:lnTo>
                <a:lnTo>
                  <a:pt x="919564" y="29663"/>
                </a:lnTo>
                <a:lnTo>
                  <a:pt x="830574" y="29663"/>
                </a:lnTo>
                <a:lnTo>
                  <a:pt x="830574" y="0"/>
                </a:lnTo>
                <a:moveTo>
                  <a:pt x="949228" y="0"/>
                </a:moveTo>
                <a:lnTo>
                  <a:pt x="1038218" y="0"/>
                </a:lnTo>
                <a:lnTo>
                  <a:pt x="1038218" y="29663"/>
                </a:lnTo>
                <a:lnTo>
                  <a:pt x="949228" y="29663"/>
                </a:lnTo>
                <a:lnTo>
                  <a:pt x="949228" y="0"/>
                </a:lnTo>
                <a:moveTo>
                  <a:pt x="1067881" y="0"/>
                </a:moveTo>
                <a:lnTo>
                  <a:pt x="1156871" y="0"/>
                </a:lnTo>
                <a:lnTo>
                  <a:pt x="1156871" y="29663"/>
                </a:lnTo>
                <a:lnTo>
                  <a:pt x="1067881" y="29663"/>
                </a:lnTo>
                <a:lnTo>
                  <a:pt x="1067881" y="0"/>
                </a:lnTo>
                <a:moveTo>
                  <a:pt x="1186535" y="0"/>
                </a:moveTo>
                <a:lnTo>
                  <a:pt x="1275525" y="0"/>
                </a:lnTo>
                <a:lnTo>
                  <a:pt x="1275525" y="29663"/>
                </a:lnTo>
                <a:lnTo>
                  <a:pt x="1186535" y="29663"/>
                </a:lnTo>
                <a:lnTo>
                  <a:pt x="1186535" y="0"/>
                </a:lnTo>
                <a:moveTo>
                  <a:pt x="1305188" y="0"/>
                </a:moveTo>
                <a:lnTo>
                  <a:pt x="1394179" y="0"/>
                </a:lnTo>
                <a:lnTo>
                  <a:pt x="1394179" y="29663"/>
                </a:lnTo>
                <a:lnTo>
                  <a:pt x="1305188" y="29663"/>
                </a:lnTo>
                <a:lnTo>
                  <a:pt x="1305188" y="0"/>
                </a:lnTo>
                <a:moveTo>
                  <a:pt x="1423842" y="0"/>
                </a:moveTo>
                <a:lnTo>
                  <a:pt x="1512832" y="0"/>
                </a:lnTo>
                <a:lnTo>
                  <a:pt x="1512832" y="29663"/>
                </a:lnTo>
                <a:lnTo>
                  <a:pt x="1423842" y="29663"/>
                </a:lnTo>
                <a:lnTo>
                  <a:pt x="1423842" y="0"/>
                </a:lnTo>
                <a:moveTo>
                  <a:pt x="1542495" y="0"/>
                </a:moveTo>
                <a:lnTo>
                  <a:pt x="1631485" y="0"/>
                </a:lnTo>
                <a:lnTo>
                  <a:pt x="1631485" y="29663"/>
                </a:lnTo>
                <a:lnTo>
                  <a:pt x="1542495" y="29663"/>
                </a:lnTo>
                <a:lnTo>
                  <a:pt x="1542495" y="0"/>
                </a:lnTo>
                <a:moveTo>
                  <a:pt x="1661148" y="0"/>
                </a:moveTo>
                <a:lnTo>
                  <a:pt x="1750139" y="0"/>
                </a:lnTo>
                <a:lnTo>
                  <a:pt x="1750139" y="29663"/>
                </a:lnTo>
                <a:lnTo>
                  <a:pt x="1661148" y="29663"/>
                </a:lnTo>
                <a:lnTo>
                  <a:pt x="1661148" y="0"/>
                </a:lnTo>
                <a:moveTo>
                  <a:pt x="1779802" y="0"/>
                </a:moveTo>
                <a:lnTo>
                  <a:pt x="1868792" y="0"/>
                </a:lnTo>
                <a:lnTo>
                  <a:pt x="1868792" y="29663"/>
                </a:lnTo>
                <a:lnTo>
                  <a:pt x="1779802" y="29663"/>
                </a:lnTo>
                <a:lnTo>
                  <a:pt x="1779802" y="0"/>
                </a:lnTo>
                <a:moveTo>
                  <a:pt x="1898456" y="0"/>
                </a:moveTo>
                <a:lnTo>
                  <a:pt x="1987446" y="0"/>
                </a:lnTo>
                <a:lnTo>
                  <a:pt x="1987446" y="29663"/>
                </a:lnTo>
                <a:lnTo>
                  <a:pt x="1898456" y="29663"/>
                </a:lnTo>
                <a:lnTo>
                  <a:pt x="1898456" y="0"/>
                </a:lnTo>
                <a:moveTo>
                  <a:pt x="2017109" y="0"/>
                </a:moveTo>
                <a:lnTo>
                  <a:pt x="2106099" y="0"/>
                </a:lnTo>
                <a:lnTo>
                  <a:pt x="2106099" y="29663"/>
                </a:lnTo>
                <a:lnTo>
                  <a:pt x="2017109" y="29663"/>
                </a:lnTo>
                <a:lnTo>
                  <a:pt x="2017109" y="0"/>
                </a:lnTo>
                <a:moveTo>
                  <a:pt x="2135763" y="0"/>
                </a:moveTo>
                <a:lnTo>
                  <a:pt x="2224753" y="0"/>
                </a:lnTo>
                <a:lnTo>
                  <a:pt x="2224753" y="29663"/>
                </a:lnTo>
                <a:lnTo>
                  <a:pt x="2135763" y="29663"/>
                </a:lnTo>
                <a:lnTo>
                  <a:pt x="2135763" y="0"/>
                </a:lnTo>
                <a:moveTo>
                  <a:pt x="2254416" y="0"/>
                </a:moveTo>
                <a:lnTo>
                  <a:pt x="2343406" y="0"/>
                </a:lnTo>
                <a:lnTo>
                  <a:pt x="2343406" y="29663"/>
                </a:lnTo>
                <a:lnTo>
                  <a:pt x="2254416" y="29663"/>
                </a:lnTo>
                <a:lnTo>
                  <a:pt x="2254416" y="0"/>
                </a:lnTo>
                <a:moveTo>
                  <a:pt x="2373070" y="0"/>
                </a:moveTo>
                <a:lnTo>
                  <a:pt x="2462060" y="0"/>
                </a:lnTo>
                <a:lnTo>
                  <a:pt x="2462060" y="29663"/>
                </a:lnTo>
                <a:lnTo>
                  <a:pt x="2373070" y="29663"/>
                </a:lnTo>
                <a:lnTo>
                  <a:pt x="2373070" y="0"/>
                </a:lnTo>
                <a:moveTo>
                  <a:pt x="2491723" y="0"/>
                </a:moveTo>
                <a:lnTo>
                  <a:pt x="2580713" y="0"/>
                </a:lnTo>
                <a:lnTo>
                  <a:pt x="2580713" y="29663"/>
                </a:lnTo>
                <a:lnTo>
                  <a:pt x="2491723" y="29663"/>
                </a:lnTo>
                <a:lnTo>
                  <a:pt x="2491723" y="0"/>
                </a:lnTo>
                <a:moveTo>
                  <a:pt x="2610377" y="0"/>
                </a:moveTo>
                <a:lnTo>
                  <a:pt x="2699367" y="0"/>
                </a:lnTo>
                <a:lnTo>
                  <a:pt x="2699367" y="29663"/>
                </a:lnTo>
                <a:lnTo>
                  <a:pt x="2610377" y="29663"/>
                </a:lnTo>
                <a:lnTo>
                  <a:pt x="2610377" y="0"/>
                </a:lnTo>
                <a:moveTo>
                  <a:pt x="2729030" y="0"/>
                </a:moveTo>
                <a:lnTo>
                  <a:pt x="2818020" y="0"/>
                </a:lnTo>
                <a:lnTo>
                  <a:pt x="2818020" y="29663"/>
                </a:lnTo>
                <a:lnTo>
                  <a:pt x="2729030" y="29663"/>
                </a:lnTo>
                <a:lnTo>
                  <a:pt x="2729030" y="0"/>
                </a:lnTo>
                <a:moveTo>
                  <a:pt x="2847683" y="0"/>
                </a:moveTo>
                <a:lnTo>
                  <a:pt x="2936674" y="0"/>
                </a:lnTo>
                <a:lnTo>
                  <a:pt x="2936674" y="29663"/>
                </a:lnTo>
                <a:lnTo>
                  <a:pt x="2847683" y="29663"/>
                </a:lnTo>
                <a:lnTo>
                  <a:pt x="2847683" y="0"/>
                </a:lnTo>
                <a:moveTo>
                  <a:pt x="2966337" y="0"/>
                </a:moveTo>
                <a:lnTo>
                  <a:pt x="3055327" y="0"/>
                </a:lnTo>
                <a:lnTo>
                  <a:pt x="3055327" y="29663"/>
                </a:lnTo>
                <a:lnTo>
                  <a:pt x="2966337" y="29663"/>
                </a:lnTo>
                <a:lnTo>
                  <a:pt x="2966337" y="0"/>
                </a:lnTo>
                <a:moveTo>
                  <a:pt x="3084991" y="0"/>
                </a:moveTo>
                <a:lnTo>
                  <a:pt x="3173981" y="0"/>
                </a:lnTo>
                <a:lnTo>
                  <a:pt x="3173981" y="29663"/>
                </a:lnTo>
                <a:lnTo>
                  <a:pt x="3084991" y="29663"/>
                </a:lnTo>
                <a:lnTo>
                  <a:pt x="3084991" y="0"/>
                </a:lnTo>
                <a:moveTo>
                  <a:pt x="3203644" y="0"/>
                </a:moveTo>
                <a:lnTo>
                  <a:pt x="3292634" y="0"/>
                </a:lnTo>
                <a:lnTo>
                  <a:pt x="3292634" y="29663"/>
                </a:lnTo>
                <a:lnTo>
                  <a:pt x="3203644" y="29663"/>
                </a:lnTo>
                <a:lnTo>
                  <a:pt x="3203644" y="0"/>
                </a:lnTo>
                <a:moveTo>
                  <a:pt x="3322297" y="0"/>
                </a:moveTo>
                <a:lnTo>
                  <a:pt x="3411287" y="0"/>
                </a:lnTo>
                <a:lnTo>
                  <a:pt x="3411287" y="29663"/>
                </a:lnTo>
                <a:lnTo>
                  <a:pt x="3322297" y="29663"/>
                </a:lnTo>
                <a:lnTo>
                  <a:pt x="3322297" y="0"/>
                </a:lnTo>
                <a:moveTo>
                  <a:pt x="3440951" y="0"/>
                </a:moveTo>
                <a:lnTo>
                  <a:pt x="3529941" y="0"/>
                </a:lnTo>
                <a:lnTo>
                  <a:pt x="3529941" y="29663"/>
                </a:lnTo>
                <a:lnTo>
                  <a:pt x="3440951" y="29663"/>
                </a:lnTo>
                <a:lnTo>
                  <a:pt x="3440951" y="0"/>
                </a:lnTo>
                <a:moveTo>
                  <a:pt x="3559604" y="0"/>
                </a:moveTo>
                <a:lnTo>
                  <a:pt x="3648595" y="0"/>
                </a:lnTo>
                <a:lnTo>
                  <a:pt x="3648595" y="29663"/>
                </a:lnTo>
                <a:lnTo>
                  <a:pt x="3559604" y="29663"/>
                </a:lnTo>
                <a:lnTo>
                  <a:pt x="3559604" y="0"/>
                </a:lnTo>
                <a:moveTo>
                  <a:pt x="3678258" y="0"/>
                </a:moveTo>
                <a:lnTo>
                  <a:pt x="3767248" y="0"/>
                </a:lnTo>
                <a:lnTo>
                  <a:pt x="3767248" y="29663"/>
                </a:lnTo>
                <a:lnTo>
                  <a:pt x="3678258" y="29663"/>
                </a:lnTo>
                <a:lnTo>
                  <a:pt x="3678258" y="0"/>
                </a:lnTo>
                <a:moveTo>
                  <a:pt x="3796912" y="0"/>
                </a:moveTo>
                <a:lnTo>
                  <a:pt x="3885902" y="0"/>
                </a:lnTo>
                <a:lnTo>
                  <a:pt x="3885902" y="29663"/>
                </a:lnTo>
                <a:lnTo>
                  <a:pt x="3796912" y="29663"/>
                </a:lnTo>
                <a:lnTo>
                  <a:pt x="3796912" y="0"/>
                </a:lnTo>
                <a:moveTo>
                  <a:pt x="3915565" y="0"/>
                </a:moveTo>
                <a:lnTo>
                  <a:pt x="4004555" y="0"/>
                </a:lnTo>
                <a:lnTo>
                  <a:pt x="4004555" y="29663"/>
                </a:lnTo>
                <a:lnTo>
                  <a:pt x="3915565" y="29663"/>
                </a:lnTo>
                <a:lnTo>
                  <a:pt x="3915565" y="0"/>
                </a:lnTo>
                <a:moveTo>
                  <a:pt x="4034218" y="0"/>
                </a:moveTo>
                <a:lnTo>
                  <a:pt x="4123208" y="0"/>
                </a:lnTo>
                <a:lnTo>
                  <a:pt x="4123208" y="29663"/>
                </a:lnTo>
                <a:lnTo>
                  <a:pt x="4034218" y="29663"/>
                </a:lnTo>
                <a:lnTo>
                  <a:pt x="4034218" y="0"/>
                </a:lnTo>
                <a:moveTo>
                  <a:pt x="4152872" y="0"/>
                </a:moveTo>
                <a:lnTo>
                  <a:pt x="4241862" y="0"/>
                </a:lnTo>
                <a:lnTo>
                  <a:pt x="4241862" y="29663"/>
                </a:lnTo>
                <a:lnTo>
                  <a:pt x="4152872" y="29663"/>
                </a:lnTo>
                <a:lnTo>
                  <a:pt x="4152872" y="0"/>
                </a:lnTo>
                <a:moveTo>
                  <a:pt x="4271525" y="0"/>
                </a:moveTo>
                <a:lnTo>
                  <a:pt x="4360515" y="0"/>
                </a:lnTo>
                <a:lnTo>
                  <a:pt x="4360515" y="29663"/>
                </a:lnTo>
                <a:lnTo>
                  <a:pt x="4271525" y="29663"/>
                </a:lnTo>
                <a:lnTo>
                  <a:pt x="4271525" y="0"/>
                </a:lnTo>
                <a:moveTo>
                  <a:pt x="4390179" y="0"/>
                </a:moveTo>
                <a:lnTo>
                  <a:pt x="4479169" y="0"/>
                </a:lnTo>
                <a:lnTo>
                  <a:pt x="4479169" y="29663"/>
                </a:lnTo>
                <a:lnTo>
                  <a:pt x="4390179" y="29663"/>
                </a:lnTo>
                <a:lnTo>
                  <a:pt x="4390179" y="0"/>
                </a:lnTo>
                <a:moveTo>
                  <a:pt x="4508832" y="0"/>
                </a:moveTo>
                <a:lnTo>
                  <a:pt x="4597822" y="0"/>
                </a:lnTo>
                <a:lnTo>
                  <a:pt x="4597822" y="29663"/>
                </a:lnTo>
                <a:lnTo>
                  <a:pt x="4508832" y="29663"/>
                </a:lnTo>
                <a:lnTo>
                  <a:pt x="4508832" y="0"/>
                </a:lnTo>
                <a:moveTo>
                  <a:pt x="4627486" y="0"/>
                </a:moveTo>
                <a:lnTo>
                  <a:pt x="4716475" y="0"/>
                </a:lnTo>
                <a:lnTo>
                  <a:pt x="4716475" y="29663"/>
                </a:lnTo>
                <a:lnTo>
                  <a:pt x="4627486" y="29663"/>
                </a:lnTo>
                <a:lnTo>
                  <a:pt x="4627486" y="0"/>
                </a:lnTo>
                <a:moveTo>
                  <a:pt x="4746139" y="0"/>
                </a:moveTo>
                <a:lnTo>
                  <a:pt x="4835130" y="0"/>
                </a:lnTo>
                <a:lnTo>
                  <a:pt x="4835130" y="29663"/>
                </a:lnTo>
                <a:lnTo>
                  <a:pt x="4746139" y="29663"/>
                </a:lnTo>
                <a:lnTo>
                  <a:pt x="4746139" y="0"/>
                </a:lnTo>
                <a:moveTo>
                  <a:pt x="4864792" y="0"/>
                </a:moveTo>
                <a:lnTo>
                  <a:pt x="4953782" y="0"/>
                </a:lnTo>
                <a:lnTo>
                  <a:pt x="4953782" y="29663"/>
                </a:lnTo>
                <a:lnTo>
                  <a:pt x="4864792" y="29663"/>
                </a:lnTo>
                <a:lnTo>
                  <a:pt x="4864792" y="0"/>
                </a:lnTo>
                <a:moveTo>
                  <a:pt x="4983446" y="0"/>
                </a:moveTo>
                <a:lnTo>
                  <a:pt x="5072436" y="0"/>
                </a:lnTo>
                <a:lnTo>
                  <a:pt x="5072436" y="29663"/>
                </a:lnTo>
                <a:lnTo>
                  <a:pt x="4983446" y="29663"/>
                </a:lnTo>
                <a:lnTo>
                  <a:pt x="4983446" y="0"/>
                </a:lnTo>
                <a:moveTo>
                  <a:pt x="5102099" y="0"/>
                </a:moveTo>
                <a:lnTo>
                  <a:pt x="5191090" y="0"/>
                </a:lnTo>
                <a:lnTo>
                  <a:pt x="5191090" y="29663"/>
                </a:lnTo>
                <a:lnTo>
                  <a:pt x="5102099" y="29663"/>
                </a:lnTo>
                <a:lnTo>
                  <a:pt x="5102099" y="0"/>
                </a:lnTo>
                <a:moveTo>
                  <a:pt x="5220753" y="0"/>
                </a:moveTo>
                <a:lnTo>
                  <a:pt x="5309743" y="0"/>
                </a:lnTo>
                <a:lnTo>
                  <a:pt x="5309743" y="29663"/>
                </a:lnTo>
                <a:lnTo>
                  <a:pt x="5220753" y="29663"/>
                </a:lnTo>
                <a:lnTo>
                  <a:pt x="5220753" y="0"/>
                </a:lnTo>
                <a:moveTo>
                  <a:pt x="5339406" y="0"/>
                </a:moveTo>
                <a:lnTo>
                  <a:pt x="5428397" y="0"/>
                </a:lnTo>
                <a:lnTo>
                  <a:pt x="5428397" y="29663"/>
                </a:lnTo>
                <a:lnTo>
                  <a:pt x="5339406" y="29663"/>
                </a:lnTo>
                <a:lnTo>
                  <a:pt x="5339406" y="0"/>
                </a:lnTo>
                <a:moveTo>
                  <a:pt x="5458060" y="0"/>
                </a:moveTo>
                <a:lnTo>
                  <a:pt x="5547049" y="0"/>
                </a:lnTo>
                <a:lnTo>
                  <a:pt x="5547049" y="29663"/>
                </a:lnTo>
                <a:lnTo>
                  <a:pt x="5458060" y="29663"/>
                </a:lnTo>
                <a:lnTo>
                  <a:pt x="5458060" y="0"/>
                </a:lnTo>
                <a:moveTo>
                  <a:pt x="5576714" y="0"/>
                </a:moveTo>
                <a:lnTo>
                  <a:pt x="5665703" y="0"/>
                </a:lnTo>
                <a:lnTo>
                  <a:pt x="5665703" y="29663"/>
                </a:lnTo>
                <a:lnTo>
                  <a:pt x="5576714" y="29663"/>
                </a:lnTo>
                <a:lnTo>
                  <a:pt x="5576714" y="0"/>
                </a:lnTo>
                <a:moveTo>
                  <a:pt x="5695366" y="0"/>
                </a:moveTo>
                <a:lnTo>
                  <a:pt x="5784357" y="0"/>
                </a:lnTo>
                <a:lnTo>
                  <a:pt x="5784357" y="29663"/>
                </a:lnTo>
                <a:lnTo>
                  <a:pt x="5695366" y="29663"/>
                </a:lnTo>
                <a:lnTo>
                  <a:pt x="5695366" y="0"/>
                </a:lnTo>
                <a:moveTo>
                  <a:pt x="5814020" y="0"/>
                </a:moveTo>
                <a:lnTo>
                  <a:pt x="5903010" y="0"/>
                </a:lnTo>
                <a:lnTo>
                  <a:pt x="5903010" y="29663"/>
                </a:lnTo>
                <a:lnTo>
                  <a:pt x="5814020" y="29663"/>
                </a:lnTo>
                <a:lnTo>
                  <a:pt x="5814020" y="0"/>
                </a:lnTo>
                <a:moveTo>
                  <a:pt x="5932674" y="0"/>
                </a:moveTo>
                <a:lnTo>
                  <a:pt x="6021664" y="0"/>
                </a:lnTo>
                <a:lnTo>
                  <a:pt x="6021664" y="29663"/>
                </a:lnTo>
                <a:lnTo>
                  <a:pt x="5932674" y="29663"/>
                </a:lnTo>
                <a:lnTo>
                  <a:pt x="5932674" y="0"/>
                </a:lnTo>
                <a:moveTo>
                  <a:pt x="6051327" y="0"/>
                </a:moveTo>
                <a:lnTo>
                  <a:pt x="6140318" y="0"/>
                </a:lnTo>
                <a:lnTo>
                  <a:pt x="6140318" y="29663"/>
                </a:lnTo>
                <a:lnTo>
                  <a:pt x="6051327" y="29663"/>
                </a:lnTo>
                <a:lnTo>
                  <a:pt x="6051327" y="0"/>
                </a:lnTo>
                <a:moveTo>
                  <a:pt x="6169981" y="0"/>
                </a:moveTo>
                <a:lnTo>
                  <a:pt x="6258970" y="0"/>
                </a:lnTo>
                <a:lnTo>
                  <a:pt x="6258970" y="29663"/>
                </a:lnTo>
                <a:lnTo>
                  <a:pt x="6169981" y="29663"/>
                </a:lnTo>
                <a:lnTo>
                  <a:pt x="6169981" y="0"/>
                </a:lnTo>
                <a:moveTo>
                  <a:pt x="6288634" y="0"/>
                </a:moveTo>
                <a:lnTo>
                  <a:pt x="6377624" y="0"/>
                </a:lnTo>
                <a:lnTo>
                  <a:pt x="6377624" y="29663"/>
                </a:lnTo>
                <a:lnTo>
                  <a:pt x="6288634" y="29663"/>
                </a:lnTo>
                <a:lnTo>
                  <a:pt x="6288634" y="0"/>
                </a:lnTo>
                <a:moveTo>
                  <a:pt x="6407287" y="0"/>
                </a:moveTo>
                <a:lnTo>
                  <a:pt x="6496278" y="0"/>
                </a:lnTo>
                <a:lnTo>
                  <a:pt x="6496278" y="29663"/>
                </a:lnTo>
                <a:lnTo>
                  <a:pt x="6407287" y="29663"/>
                </a:lnTo>
                <a:lnTo>
                  <a:pt x="6407287" y="0"/>
                </a:lnTo>
                <a:moveTo>
                  <a:pt x="6525941" y="0"/>
                </a:moveTo>
                <a:lnTo>
                  <a:pt x="6614931" y="0"/>
                </a:lnTo>
                <a:lnTo>
                  <a:pt x="6614931" y="29663"/>
                </a:lnTo>
                <a:lnTo>
                  <a:pt x="6525941" y="29663"/>
                </a:lnTo>
                <a:lnTo>
                  <a:pt x="6525941" y="0"/>
                </a:lnTo>
                <a:moveTo>
                  <a:pt x="6644594" y="0"/>
                </a:moveTo>
                <a:lnTo>
                  <a:pt x="6733585" y="0"/>
                </a:lnTo>
                <a:lnTo>
                  <a:pt x="6733585" y="29663"/>
                </a:lnTo>
                <a:lnTo>
                  <a:pt x="6644594" y="29663"/>
                </a:lnTo>
                <a:lnTo>
                  <a:pt x="6644594" y="0"/>
                </a:lnTo>
                <a:moveTo>
                  <a:pt x="6763248" y="0"/>
                </a:moveTo>
                <a:lnTo>
                  <a:pt x="6852239" y="0"/>
                </a:lnTo>
                <a:lnTo>
                  <a:pt x="6852239" y="29663"/>
                </a:lnTo>
                <a:lnTo>
                  <a:pt x="6763248" y="29663"/>
                </a:lnTo>
                <a:lnTo>
                  <a:pt x="6763248" y="0"/>
                </a:lnTo>
                <a:moveTo>
                  <a:pt x="6881902" y="0"/>
                </a:moveTo>
                <a:lnTo>
                  <a:pt x="6970891" y="0"/>
                </a:lnTo>
                <a:lnTo>
                  <a:pt x="6970891" y="29663"/>
                </a:lnTo>
                <a:lnTo>
                  <a:pt x="6881902" y="29663"/>
                </a:lnTo>
                <a:lnTo>
                  <a:pt x="6881902" y="0"/>
                </a:lnTo>
                <a:moveTo>
                  <a:pt x="7000554" y="0"/>
                </a:moveTo>
                <a:lnTo>
                  <a:pt x="7089545" y="0"/>
                </a:lnTo>
                <a:lnTo>
                  <a:pt x="7089545" y="29663"/>
                </a:lnTo>
                <a:lnTo>
                  <a:pt x="7000554" y="29663"/>
                </a:lnTo>
                <a:lnTo>
                  <a:pt x="7000554" y="0"/>
                </a:lnTo>
                <a:moveTo>
                  <a:pt x="7119208" y="0"/>
                </a:moveTo>
                <a:lnTo>
                  <a:pt x="7208197" y="0"/>
                </a:lnTo>
                <a:lnTo>
                  <a:pt x="7208197" y="29663"/>
                </a:lnTo>
                <a:lnTo>
                  <a:pt x="7119208" y="29663"/>
                </a:lnTo>
                <a:lnTo>
                  <a:pt x="7119208" y="0"/>
                </a:lnTo>
                <a:moveTo>
                  <a:pt x="7237862" y="0"/>
                </a:moveTo>
                <a:lnTo>
                  <a:pt x="7326851" y="0"/>
                </a:lnTo>
                <a:lnTo>
                  <a:pt x="7326851" y="29663"/>
                </a:lnTo>
                <a:lnTo>
                  <a:pt x="7237862" y="29663"/>
                </a:lnTo>
                <a:lnTo>
                  <a:pt x="7237862" y="0"/>
                </a:lnTo>
                <a:moveTo>
                  <a:pt x="7356514" y="0"/>
                </a:moveTo>
                <a:lnTo>
                  <a:pt x="7445505" y="0"/>
                </a:lnTo>
                <a:lnTo>
                  <a:pt x="7445505" y="29663"/>
                </a:lnTo>
                <a:lnTo>
                  <a:pt x="7356514" y="29663"/>
                </a:lnTo>
                <a:lnTo>
                  <a:pt x="7356514" y="0"/>
                </a:lnTo>
                <a:moveTo>
                  <a:pt x="7475168" y="0"/>
                </a:moveTo>
                <a:lnTo>
                  <a:pt x="7564158" y="0"/>
                </a:lnTo>
                <a:lnTo>
                  <a:pt x="7564158" y="29663"/>
                </a:lnTo>
                <a:lnTo>
                  <a:pt x="7475168" y="29663"/>
                </a:lnTo>
                <a:lnTo>
                  <a:pt x="7475168" y="0"/>
                </a:lnTo>
                <a:moveTo>
                  <a:pt x="7593822" y="0"/>
                </a:moveTo>
                <a:lnTo>
                  <a:pt x="7682812" y="0"/>
                </a:lnTo>
                <a:lnTo>
                  <a:pt x="7682812" y="29663"/>
                </a:lnTo>
                <a:lnTo>
                  <a:pt x="7593822" y="29663"/>
                </a:lnTo>
                <a:lnTo>
                  <a:pt x="7593822" y="0"/>
                </a:lnTo>
                <a:moveTo>
                  <a:pt x="7712475" y="0"/>
                </a:moveTo>
                <a:lnTo>
                  <a:pt x="7801466" y="0"/>
                </a:lnTo>
                <a:lnTo>
                  <a:pt x="7801466" y="29663"/>
                </a:lnTo>
                <a:lnTo>
                  <a:pt x="7712475" y="29663"/>
                </a:lnTo>
                <a:lnTo>
                  <a:pt x="7712475" y="0"/>
                </a:lnTo>
                <a:moveTo>
                  <a:pt x="7831129" y="0"/>
                </a:moveTo>
                <a:lnTo>
                  <a:pt x="7920118" y="0"/>
                </a:lnTo>
                <a:lnTo>
                  <a:pt x="7920118" y="29663"/>
                </a:lnTo>
                <a:lnTo>
                  <a:pt x="7831129" y="29663"/>
                </a:lnTo>
                <a:lnTo>
                  <a:pt x="7831129" y="0"/>
                </a:lnTo>
                <a:moveTo>
                  <a:pt x="7949782" y="0"/>
                </a:moveTo>
                <a:lnTo>
                  <a:pt x="8038772" y="0"/>
                </a:lnTo>
                <a:lnTo>
                  <a:pt x="8038772" y="29663"/>
                </a:lnTo>
                <a:lnTo>
                  <a:pt x="7949782" y="29663"/>
                </a:lnTo>
                <a:lnTo>
                  <a:pt x="7949782" y="0"/>
                </a:lnTo>
                <a:moveTo>
                  <a:pt x="8068435" y="0"/>
                </a:moveTo>
                <a:lnTo>
                  <a:pt x="8157426" y="0"/>
                </a:lnTo>
                <a:lnTo>
                  <a:pt x="8157426" y="29663"/>
                </a:lnTo>
                <a:lnTo>
                  <a:pt x="8068435" y="29663"/>
                </a:lnTo>
                <a:lnTo>
                  <a:pt x="8068435" y="0"/>
                </a:lnTo>
                <a:moveTo>
                  <a:pt x="8187089" y="0"/>
                </a:moveTo>
                <a:lnTo>
                  <a:pt x="8276079" y="0"/>
                </a:lnTo>
                <a:lnTo>
                  <a:pt x="8276079" y="29663"/>
                </a:lnTo>
                <a:lnTo>
                  <a:pt x="8187089" y="29663"/>
                </a:lnTo>
                <a:lnTo>
                  <a:pt x="8187089" y="0"/>
                </a:lnTo>
                <a:moveTo>
                  <a:pt x="8305742" y="0"/>
                </a:moveTo>
                <a:lnTo>
                  <a:pt x="8394733" y="0"/>
                </a:lnTo>
                <a:lnTo>
                  <a:pt x="8394733" y="29663"/>
                </a:lnTo>
                <a:lnTo>
                  <a:pt x="8305742" y="29663"/>
                </a:lnTo>
                <a:lnTo>
                  <a:pt x="8305742" y="0"/>
                </a:lnTo>
                <a:moveTo>
                  <a:pt x="8424396" y="0"/>
                </a:moveTo>
                <a:lnTo>
                  <a:pt x="8513385" y="0"/>
                </a:lnTo>
                <a:lnTo>
                  <a:pt x="8513385" y="29663"/>
                </a:lnTo>
                <a:lnTo>
                  <a:pt x="8424396" y="29663"/>
                </a:lnTo>
                <a:lnTo>
                  <a:pt x="8424396" y="0"/>
                </a:lnTo>
                <a:moveTo>
                  <a:pt x="8543050" y="0"/>
                </a:moveTo>
                <a:lnTo>
                  <a:pt x="8632039" y="0"/>
                </a:lnTo>
                <a:lnTo>
                  <a:pt x="8632039" y="29663"/>
                </a:lnTo>
                <a:lnTo>
                  <a:pt x="8543050" y="29663"/>
                </a:lnTo>
                <a:lnTo>
                  <a:pt x="8543050" y="0"/>
                </a:lnTo>
                <a:moveTo>
                  <a:pt x="8661702" y="0"/>
                </a:moveTo>
                <a:lnTo>
                  <a:pt x="8750693" y="0"/>
                </a:lnTo>
                <a:lnTo>
                  <a:pt x="8750693" y="29663"/>
                </a:lnTo>
                <a:lnTo>
                  <a:pt x="8661702" y="29663"/>
                </a:lnTo>
                <a:lnTo>
                  <a:pt x="8661702" y="0"/>
                </a:lnTo>
                <a:moveTo>
                  <a:pt x="8780356" y="0"/>
                </a:moveTo>
                <a:lnTo>
                  <a:pt x="8869346" y="0"/>
                </a:lnTo>
                <a:lnTo>
                  <a:pt x="8869346" y="29663"/>
                </a:lnTo>
                <a:lnTo>
                  <a:pt x="8780356" y="29663"/>
                </a:lnTo>
                <a:lnTo>
                  <a:pt x="8780356" y="0"/>
                </a:lnTo>
                <a:moveTo>
                  <a:pt x="8899010" y="0"/>
                </a:moveTo>
                <a:lnTo>
                  <a:pt x="8988000" y="0"/>
                </a:lnTo>
                <a:lnTo>
                  <a:pt x="8988000" y="29663"/>
                </a:lnTo>
                <a:lnTo>
                  <a:pt x="8899010" y="29663"/>
                </a:lnTo>
                <a:lnTo>
                  <a:pt x="8899010" y="0"/>
                </a:lnTo>
                <a:moveTo>
                  <a:pt x="9017663" y="0"/>
                </a:moveTo>
                <a:lnTo>
                  <a:pt x="9106654" y="0"/>
                </a:lnTo>
                <a:lnTo>
                  <a:pt x="9106654" y="29663"/>
                </a:lnTo>
                <a:lnTo>
                  <a:pt x="9017663" y="29663"/>
                </a:lnTo>
                <a:lnTo>
                  <a:pt x="9017663" y="0"/>
                </a:lnTo>
                <a:moveTo>
                  <a:pt x="9136317" y="0"/>
                </a:moveTo>
                <a:lnTo>
                  <a:pt x="9225306" y="0"/>
                </a:lnTo>
                <a:lnTo>
                  <a:pt x="9225306" y="29663"/>
                </a:lnTo>
                <a:lnTo>
                  <a:pt x="9136317" y="29663"/>
                </a:lnTo>
                <a:lnTo>
                  <a:pt x="9136317" y="0"/>
                </a:lnTo>
                <a:moveTo>
                  <a:pt x="9254971" y="0"/>
                </a:moveTo>
                <a:lnTo>
                  <a:pt x="9343960" y="0"/>
                </a:lnTo>
                <a:lnTo>
                  <a:pt x="9343960" y="29663"/>
                </a:lnTo>
                <a:lnTo>
                  <a:pt x="9254971" y="29663"/>
                </a:lnTo>
                <a:lnTo>
                  <a:pt x="9254971" y="0"/>
                </a:lnTo>
                <a:moveTo>
                  <a:pt x="9373623" y="0"/>
                </a:moveTo>
                <a:lnTo>
                  <a:pt x="9462614" y="0"/>
                </a:lnTo>
                <a:lnTo>
                  <a:pt x="9462614" y="29663"/>
                </a:lnTo>
                <a:lnTo>
                  <a:pt x="9373623" y="29663"/>
                </a:lnTo>
                <a:lnTo>
                  <a:pt x="9373623" y="0"/>
                </a:lnTo>
                <a:moveTo>
                  <a:pt x="9492277" y="0"/>
                </a:moveTo>
                <a:lnTo>
                  <a:pt x="9581267" y="0"/>
                </a:lnTo>
                <a:lnTo>
                  <a:pt x="9581267" y="29663"/>
                </a:lnTo>
                <a:lnTo>
                  <a:pt x="9492277" y="29663"/>
                </a:lnTo>
                <a:lnTo>
                  <a:pt x="9492277" y="0"/>
                </a:lnTo>
                <a:moveTo>
                  <a:pt x="9610930" y="0"/>
                </a:moveTo>
                <a:lnTo>
                  <a:pt x="9699921" y="0"/>
                </a:lnTo>
                <a:lnTo>
                  <a:pt x="9699921" y="29663"/>
                </a:lnTo>
                <a:lnTo>
                  <a:pt x="9610930" y="29663"/>
                </a:lnTo>
                <a:lnTo>
                  <a:pt x="9610930" y="0"/>
                </a:lnTo>
                <a:moveTo>
                  <a:pt x="9729584" y="0"/>
                </a:moveTo>
                <a:lnTo>
                  <a:pt x="9818575" y="0"/>
                </a:lnTo>
                <a:lnTo>
                  <a:pt x="9818575" y="29663"/>
                </a:lnTo>
                <a:lnTo>
                  <a:pt x="9729584" y="29663"/>
                </a:lnTo>
                <a:lnTo>
                  <a:pt x="9729584" y="0"/>
                </a:lnTo>
                <a:moveTo>
                  <a:pt x="9848238" y="0"/>
                </a:moveTo>
                <a:lnTo>
                  <a:pt x="9937227" y="0"/>
                </a:lnTo>
                <a:lnTo>
                  <a:pt x="9937227" y="29663"/>
                </a:lnTo>
                <a:lnTo>
                  <a:pt x="9848238" y="29663"/>
                </a:lnTo>
                <a:lnTo>
                  <a:pt x="9848238" y="0"/>
                </a:lnTo>
                <a:moveTo>
                  <a:pt x="9966891" y="0"/>
                </a:moveTo>
                <a:lnTo>
                  <a:pt x="10055881" y="0"/>
                </a:lnTo>
                <a:lnTo>
                  <a:pt x="10055881" y="29663"/>
                </a:lnTo>
                <a:lnTo>
                  <a:pt x="9966891" y="29663"/>
                </a:lnTo>
                <a:lnTo>
                  <a:pt x="9966891" y="0"/>
                </a:lnTo>
                <a:moveTo>
                  <a:pt x="10085544" y="0"/>
                </a:moveTo>
                <a:lnTo>
                  <a:pt x="10174515" y="0"/>
                </a:lnTo>
                <a:lnTo>
                  <a:pt x="10174515" y="29663"/>
                </a:lnTo>
                <a:lnTo>
                  <a:pt x="10085544" y="29663"/>
                </a:lnTo>
                <a:lnTo>
                  <a:pt x="10085544" y="0"/>
                </a:lnTo>
                <a:moveTo>
                  <a:pt x="10204178" y="0"/>
                </a:moveTo>
                <a:lnTo>
                  <a:pt x="10293169" y="0"/>
                </a:lnTo>
                <a:lnTo>
                  <a:pt x="10293169" y="29663"/>
                </a:lnTo>
                <a:lnTo>
                  <a:pt x="10204178" y="29663"/>
                </a:lnTo>
                <a:lnTo>
                  <a:pt x="10204178" y="0"/>
                </a:lnTo>
                <a:moveTo>
                  <a:pt x="10322832" y="0"/>
                </a:moveTo>
                <a:lnTo>
                  <a:pt x="10411822" y="0"/>
                </a:lnTo>
                <a:lnTo>
                  <a:pt x="10411822" y="29663"/>
                </a:lnTo>
                <a:lnTo>
                  <a:pt x="10322832" y="29663"/>
                </a:lnTo>
                <a:lnTo>
                  <a:pt x="10322832" y="0"/>
                </a:lnTo>
                <a:moveTo>
                  <a:pt x="10441485" y="0"/>
                </a:moveTo>
                <a:lnTo>
                  <a:pt x="10530476" y="0"/>
                </a:lnTo>
                <a:lnTo>
                  <a:pt x="10530476" y="29663"/>
                </a:lnTo>
                <a:lnTo>
                  <a:pt x="10441485" y="29663"/>
                </a:lnTo>
                <a:lnTo>
                  <a:pt x="10441485" y="0"/>
                </a:lnTo>
                <a:moveTo>
                  <a:pt x="10560139" y="0"/>
                </a:moveTo>
                <a:lnTo>
                  <a:pt x="10649129" y="0"/>
                </a:lnTo>
                <a:lnTo>
                  <a:pt x="10649129" y="29663"/>
                </a:lnTo>
                <a:lnTo>
                  <a:pt x="10560139" y="29663"/>
                </a:lnTo>
                <a:lnTo>
                  <a:pt x="10560139" y="0"/>
                </a:lnTo>
                <a:moveTo>
                  <a:pt x="10678793" y="0"/>
                </a:moveTo>
                <a:lnTo>
                  <a:pt x="10767782" y="0"/>
                </a:lnTo>
                <a:lnTo>
                  <a:pt x="10767782" y="29663"/>
                </a:lnTo>
                <a:lnTo>
                  <a:pt x="10678793" y="29663"/>
                </a:lnTo>
                <a:lnTo>
                  <a:pt x="10678793" y="0"/>
                </a:lnTo>
                <a:moveTo>
                  <a:pt x="10797445" y="0"/>
                </a:moveTo>
                <a:lnTo>
                  <a:pt x="10886436" y="0"/>
                </a:lnTo>
                <a:lnTo>
                  <a:pt x="10886436" y="29663"/>
                </a:lnTo>
                <a:lnTo>
                  <a:pt x="10797445" y="29663"/>
                </a:lnTo>
                <a:lnTo>
                  <a:pt x="10797445" y="0"/>
                </a:lnTo>
                <a:moveTo>
                  <a:pt x="10916099" y="0"/>
                </a:moveTo>
                <a:lnTo>
                  <a:pt x="11005090" y="0"/>
                </a:lnTo>
                <a:lnTo>
                  <a:pt x="11005090" y="29663"/>
                </a:lnTo>
                <a:lnTo>
                  <a:pt x="10916099" y="29663"/>
                </a:lnTo>
                <a:lnTo>
                  <a:pt x="10916099" y="0"/>
                </a:lnTo>
                <a:moveTo>
                  <a:pt x="11034753" y="0"/>
                </a:moveTo>
                <a:lnTo>
                  <a:pt x="11123743" y="0"/>
                </a:lnTo>
                <a:lnTo>
                  <a:pt x="11123743" y="29663"/>
                </a:lnTo>
                <a:lnTo>
                  <a:pt x="11034753" y="29663"/>
                </a:lnTo>
                <a:lnTo>
                  <a:pt x="11034753" y="0"/>
                </a:lnTo>
                <a:moveTo>
                  <a:pt x="11153406" y="0"/>
                </a:moveTo>
                <a:lnTo>
                  <a:pt x="11242397" y="0"/>
                </a:lnTo>
                <a:lnTo>
                  <a:pt x="11242397" y="29663"/>
                </a:lnTo>
                <a:lnTo>
                  <a:pt x="11153406" y="29663"/>
                </a:lnTo>
                <a:lnTo>
                  <a:pt x="11153406" y="0"/>
                </a:lnTo>
                <a:moveTo>
                  <a:pt x="11272060" y="0"/>
                </a:moveTo>
                <a:lnTo>
                  <a:pt x="11361049" y="0"/>
                </a:lnTo>
                <a:lnTo>
                  <a:pt x="11361049" y="29663"/>
                </a:lnTo>
                <a:lnTo>
                  <a:pt x="11272060" y="29663"/>
                </a:lnTo>
                <a:lnTo>
                  <a:pt x="11272060" y="0"/>
                </a:lnTo>
                <a:moveTo>
                  <a:pt x="11390714" y="0"/>
                </a:moveTo>
                <a:lnTo>
                  <a:pt x="11479703" y="0"/>
                </a:lnTo>
                <a:lnTo>
                  <a:pt x="11479703" y="29663"/>
                </a:lnTo>
                <a:lnTo>
                  <a:pt x="11390714" y="29663"/>
                </a:lnTo>
                <a:lnTo>
                  <a:pt x="11390714" y="0"/>
                </a:lnTo>
                <a:moveTo>
                  <a:pt x="11509366" y="0"/>
                </a:moveTo>
                <a:lnTo>
                  <a:pt x="11598357" y="0"/>
                </a:lnTo>
                <a:lnTo>
                  <a:pt x="11598357" y="29663"/>
                </a:lnTo>
                <a:lnTo>
                  <a:pt x="11509366" y="29663"/>
                </a:lnTo>
                <a:lnTo>
                  <a:pt x="11509366" y="0"/>
                </a:lnTo>
                <a:moveTo>
                  <a:pt x="11628020" y="0"/>
                </a:moveTo>
                <a:lnTo>
                  <a:pt x="11717010" y="0"/>
                </a:lnTo>
                <a:lnTo>
                  <a:pt x="11717010" y="29663"/>
                </a:lnTo>
                <a:lnTo>
                  <a:pt x="11628020" y="29663"/>
                </a:lnTo>
                <a:lnTo>
                  <a:pt x="11628020" y="0"/>
                </a:lnTo>
                <a:moveTo>
                  <a:pt x="11746674" y="0"/>
                </a:moveTo>
                <a:lnTo>
                  <a:pt x="11835664" y="0"/>
                </a:lnTo>
                <a:lnTo>
                  <a:pt x="11835664" y="29663"/>
                </a:lnTo>
                <a:lnTo>
                  <a:pt x="11746674" y="29663"/>
                </a:lnTo>
                <a:lnTo>
                  <a:pt x="11746674" y="0"/>
                </a:lnTo>
                <a:moveTo>
                  <a:pt x="11865327" y="0"/>
                </a:moveTo>
                <a:lnTo>
                  <a:pt x="11954317" y="0"/>
                </a:lnTo>
                <a:lnTo>
                  <a:pt x="11954317" y="29663"/>
                </a:lnTo>
                <a:lnTo>
                  <a:pt x="11865327" y="29663"/>
                </a:lnTo>
                <a:lnTo>
                  <a:pt x="11865327" y="0"/>
                </a:lnTo>
                <a:moveTo>
                  <a:pt x="11983981" y="0"/>
                </a:moveTo>
                <a:lnTo>
                  <a:pt x="12072970" y="0"/>
                </a:lnTo>
                <a:lnTo>
                  <a:pt x="12072970" y="29663"/>
                </a:lnTo>
                <a:lnTo>
                  <a:pt x="11983981" y="29663"/>
                </a:lnTo>
                <a:lnTo>
                  <a:pt x="11983981" y="0"/>
                </a:lnTo>
                <a:moveTo>
                  <a:pt x="12102633" y="0"/>
                </a:moveTo>
                <a:lnTo>
                  <a:pt x="12191624" y="0"/>
                </a:lnTo>
                <a:lnTo>
                  <a:pt x="12191624" y="29663"/>
                </a:lnTo>
                <a:lnTo>
                  <a:pt x="12102633" y="29663"/>
                </a:lnTo>
                <a:lnTo>
                  <a:pt x="12102633" y="0"/>
                </a:lnTo>
                <a:moveTo>
                  <a:pt x="12221287" y="0"/>
                </a:moveTo>
                <a:lnTo>
                  <a:pt x="12310278" y="0"/>
                </a:lnTo>
                <a:lnTo>
                  <a:pt x="12310278" y="29663"/>
                </a:lnTo>
                <a:lnTo>
                  <a:pt x="12221287" y="29663"/>
                </a:lnTo>
                <a:lnTo>
                  <a:pt x="12221287" y="0"/>
                </a:lnTo>
                <a:moveTo>
                  <a:pt x="12339941" y="0"/>
                </a:moveTo>
                <a:lnTo>
                  <a:pt x="12428931" y="0"/>
                </a:lnTo>
                <a:lnTo>
                  <a:pt x="12428931" y="29663"/>
                </a:lnTo>
                <a:lnTo>
                  <a:pt x="12339941" y="29663"/>
                </a:lnTo>
                <a:lnTo>
                  <a:pt x="12339941" y="0"/>
                </a:lnTo>
                <a:moveTo>
                  <a:pt x="12458594" y="0"/>
                </a:moveTo>
                <a:lnTo>
                  <a:pt x="12473426" y="0"/>
                </a:lnTo>
                <a:lnTo>
                  <a:pt x="12473426" y="29663"/>
                </a:lnTo>
                <a:lnTo>
                  <a:pt x="12458594" y="29663"/>
                </a:lnTo>
                <a:lnTo>
                  <a:pt x="12458594" y="0"/>
                </a:lnTo>
              </a:path>
            </a:pathLst>
          </a:custGeom>
          <a:solidFill xmlns:a="http://schemas.openxmlformats.org/drawingml/2006/main">
            <a:srgbClr val="70A7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4DC01D1-9AF6-4749-878F-A846BA0EA6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88f05c9c74a16"/>
          <a:stretch xmlns:a="http://schemas.openxmlformats.org/drawingml/2006/main"/>
        </p:blipFill>
        <p:spPr>
          <a:xfrm xmlns:a="http://schemas.openxmlformats.org/drawingml/2006/main">
            <a:off x="15867682" y="7378412"/>
            <a:ext cx="742421" cy="742421"/>
          </a:xfrm>
          <a:prstGeom xmlns:a="http://schemas.openxmlformats.org/drawingml/2006/main" prst="rect">
            <a:avLst/>
          </a:prstGeom>
        </p:spPr>
      </p:pic>
      <p:sp>
        <p:nvSpPr>
          <p:cNvPr id="288" name="text-75 (iii)">
            <a:extLst xmlns:a="http://schemas.openxmlformats.org/drawingml/2006/main">
              <a:ext uri="{FF2B5EF4-FFF2-40B4-BE49-F238E27FC236}">
                <a16:creationId xmlns:a16="http://schemas.microsoft.com/office/drawing/2014/main" id="{A8E90AA0-D126-4983-8533-3A061B8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2170" y="3087203"/>
            <a:ext cx="390839" cy="325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(iii)</a:t>
            </a:r>
          </a:p>
        </p:txBody>
      </p:sp>
      <p:sp>
        <p:nvSpPr>
          <p:cNvPr id="289" name="text-75 ConvBench">
            <a:extLst xmlns:a="http://schemas.openxmlformats.org/drawingml/2006/main">
              <a:ext uri="{FF2B5EF4-FFF2-40B4-BE49-F238E27FC236}">
                <a16:creationId xmlns:a16="http://schemas.microsoft.com/office/drawing/2014/main" id="{0794DD9A-0E35-41AE-BDCA-B57F2BBE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9864" y="3088469"/>
            <a:ext cx="1134459" cy="324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ConvBench</a:t>
            </a:r>
          </a:p>
        </p:txBody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71DC4CD-E3BF-4A58-8940-78CCCDE0D1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5dd19ec104b46"/>
          <a:stretch xmlns:a="http://schemas.openxmlformats.org/drawingml/2006/main"/>
        </p:blipFill>
        <p:spPr>
          <a:xfrm xmlns:a="http://schemas.openxmlformats.org/drawingml/2006/main">
            <a:off x="4863898" y="794355"/>
            <a:ext cx="1662433" cy="2231453"/>
          </a:xfrm>
          <a:prstGeom xmlns:a="http://schemas.openxmlformats.org/drawingml/2006/main" prst="rect">
            <a:avLst/>
          </a:prstGeom>
        </p:spPr>
      </p:pic>
      <p:sp>
        <p:nvSpPr>
          <p:cNvPr id="291" name="text-77 Q1:">
            <a:extLst xmlns:a="http://schemas.openxmlformats.org/drawingml/2006/main">
              <a:ext uri="{FF2B5EF4-FFF2-40B4-BE49-F238E27FC236}">
                <a16:creationId xmlns:a16="http://schemas.microsoft.com/office/drawing/2014/main" id="{37006802-8114-49AA-BCE8-B7B6886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817316"/>
            <a:ext cx="493158" cy="328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4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Q1:</a:t>
            </a:r>
          </a:p>
        </p:txBody>
      </p:sp>
      <p:sp>
        <p:nvSpPr>
          <p:cNvPr id="292" name="text-78 What">
            <a:extLst xmlns:a="http://schemas.openxmlformats.org/drawingml/2006/main">
              <a:ext uri="{FF2B5EF4-FFF2-40B4-BE49-F238E27FC236}">
                <a16:creationId xmlns:a16="http://schemas.microsoft.com/office/drawing/2014/main" id="{40445EB9-BCE1-43E1-825E-41268619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8698" y="815548"/>
            <a:ext cx="554866" cy="331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</a:t>
            </a:r>
          </a:p>
        </p:txBody>
      </p:sp>
      <p:sp>
        <p:nvSpPr>
          <p:cNvPr id="293" name="text-78 furniture">
            <a:extLst xmlns:a="http://schemas.openxmlformats.org/drawingml/2006/main">
              <a:ext uri="{FF2B5EF4-FFF2-40B4-BE49-F238E27FC236}">
                <a16:creationId xmlns:a16="http://schemas.microsoft.com/office/drawing/2014/main" id="{CF76583F-1207-46FE-9D26-500E5834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6651" y="810643"/>
            <a:ext cx="888202" cy="338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furniture</a:t>
            </a:r>
          </a:p>
        </p:txBody>
      </p:sp>
      <p:sp>
        <p:nvSpPr>
          <p:cNvPr id="294" name="text-78 are">
            <a:extLst xmlns:a="http://schemas.openxmlformats.org/drawingml/2006/main">
              <a:ext uri="{FF2B5EF4-FFF2-40B4-BE49-F238E27FC236}">
                <a16:creationId xmlns:a16="http://schemas.microsoft.com/office/drawing/2014/main" id="{3544AAF6-83AA-44B1-98D5-BBF33CB4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330" y="812721"/>
            <a:ext cx="335355" cy="335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</a:t>
            </a:r>
          </a:p>
        </p:txBody>
      </p:sp>
      <p:sp>
        <p:nvSpPr>
          <p:cNvPr id="295" name="text-79 there">
            <a:extLst xmlns:a="http://schemas.openxmlformats.org/drawingml/2006/main">
              <a:ext uri="{FF2B5EF4-FFF2-40B4-BE49-F238E27FC236}">
                <a16:creationId xmlns:a16="http://schemas.microsoft.com/office/drawing/2014/main" id="{0B271911-8656-4ED1-888C-FF042253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1050547"/>
            <a:ext cx="576150" cy="370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there</a:t>
            </a:r>
          </a:p>
        </p:txBody>
      </p:sp>
      <p:sp>
        <p:nvSpPr>
          <p:cNvPr id="296" name="text-79 in">
            <a:extLst xmlns:a="http://schemas.openxmlformats.org/drawingml/2006/main">
              <a:ext uri="{FF2B5EF4-FFF2-40B4-BE49-F238E27FC236}">
                <a16:creationId xmlns:a16="http://schemas.microsoft.com/office/drawing/2014/main" id="{0A731AB8-F5E8-4BA9-B537-C22BE885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3165" y="1062563"/>
            <a:ext cx="241779" cy="35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297" name="text-79 the">
            <a:extLst xmlns:a="http://schemas.openxmlformats.org/drawingml/2006/main">
              <a:ext uri="{FF2B5EF4-FFF2-40B4-BE49-F238E27FC236}">
                <a16:creationId xmlns:a16="http://schemas.microsoft.com/office/drawing/2014/main" id="{7187D136-1B4B-44F7-91E4-794A1D2E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405" y="1056829"/>
            <a:ext cx="361907" cy="361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298" name="text-79 bedroom">
            <a:extLst xmlns:a="http://schemas.openxmlformats.org/drawingml/2006/main">
              <a:ext uri="{FF2B5EF4-FFF2-40B4-BE49-F238E27FC236}">
                <a16:creationId xmlns:a16="http://schemas.microsoft.com/office/drawing/2014/main" id="{F45413BA-8A8A-4607-8DD2-D4F61FF3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941" y="1055063"/>
            <a:ext cx="970827" cy="36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bedroom</a:t>
            </a:r>
          </a:p>
        </p:txBody>
      </p:sp>
      <p:sp>
        <p:nvSpPr>
          <p:cNvPr id="299" name="text-80 shown">
            <a:extLst xmlns:a="http://schemas.openxmlformats.org/drawingml/2006/main">
              <a:ext uri="{FF2B5EF4-FFF2-40B4-BE49-F238E27FC236}">
                <a16:creationId xmlns:a16="http://schemas.microsoft.com/office/drawing/2014/main" id="{2F5AE18D-5C90-4257-A0A4-1A602B98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1361679"/>
            <a:ext cx="645669" cy="323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shown</a:t>
            </a:r>
          </a:p>
        </p:txBody>
      </p:sp>
      <p:sp>
        <p:nvSpPr>
          <p:cNvPr id="300" name="text-80 in">
            <a:extLst xmlns:a="http://schemas.openxmlformats.org/drawingml/2006/main">
              <a:ext uri="{FF2B5EF4-FFF2-40B4-BE49-F238E27FC236}">
                <a16:creationId xmlns:a16="http://schemas.microsoft.com/office/drawing/2014/main" id="{22EC7B09-DB5D-4126-BFEE-2335F14D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6020" y="1361398"/>
            <a:ext cx="221807" cy="324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01" name="text-80 the">
            <a:extLst xmlns:a="http://schemas.openxmlformats.org/drawingml/2006/main">
              <a:ext uri="{FF2B5EF4-FFF2-40B4-BE49-F238E27FC236}">
                <a16:creationId xmlns:a16="http://schemas.microsoft.com/office/drawing/2014/main" id="{4A5A4CF8-CA92-4A9A-906C-C090C4B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4614" y="1361361"/>
            <a:ext cx="324694" cy="324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02" name="text-80 image?">
            <a:extLst xmlns:a="http://schemas.openxmlformats.org/drawingml/2006/main">
              <a:ext uri="{FF2B5EF4-FFF2-40B4-BE49-F238E27FC236}">
                <a16:creationId xmlns:a16="http://schemas.microsoft.com/office/drawing/2014/main" id="{AA3F2F61-3E36-44CA-BB5E-2620F6C1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6290" y="1360976"/>
            <a:ext cx="711610" cy="32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image?</a:t>
            </a:r>
          </a:p>
        </p:txBody>
      </p:sp>
      <p:sp>
        <p:nvSpPr>
          <p:cNvPr id="303" name="text-81 Q2:">
            <a:extLst xmlns:a="http://schemas.openxmlformats.org/drawingml/2006/main">
              <a:ext uri="{FF2B5EF4-FFF2-40B4-BE49-F238E27FC236}">
                <a16:creationId xmlns:a16="http://schemas.microsoft.com/office/drawing/2014/main" id="{4D1E0BE9-9725-451B-8D2A-A8E5EFBF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1650030"/>
            <a:ext cx="495691" cy="33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Q2:</a:t>
            </a:r>
          </a:p>
        </p:txBody>
      </p:sp>
      <p:sp>
        <p:nvSpPr>
          <p:cNvPr id="304" name="text-82 Please">
            <a:extLst xmlns:a="http://schemas.openxmlformats.org/drawingml/2006/main">
              <a:ext uri="{FF2B5EF4-FFF2-40B4-BE49-F238E27FC236}">
                <a16:creationId xmlns:a16="http://schemas.microsoft.com/office/drawing/2014/main" id="{38F63784-A9EE-450D-AE2E-B399AC70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2172" y="1645122"/>
            <a:ext cx="658774" cy="337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Please</a:t>
            </a:r>
          </a:p>
        </p:txBody>
      </p:sp>
      <p:sp>
        <p:nvSpPr>
          <p:cNvPr id="305" name="text-82 analyze">
            <a:extLst xmlns:a="http://schemas.openxmlformats.org/drawingml/2006/main">
              <a:ext uri="{FF2B5EF4-FFF2-40B4-BE49-F238E27FC236}">
                <a16:creationId xmlns:a16="http://schemas.microsoft.com/office/drawing/2014/main" id="{C8C435F6-D0DB-4630-9AE9-3E986DC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5523" y="1645009"/>
            <a:ext cx="779249" cy="33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analyze</a:t>
            </a:r>
          </a:p>
        </p:txBody>
      </p:sp>
      <p:sp>
        <p:nvSpPr>
          <p:cNvPr id="306" name="text-82 the">
            <a:extLst xmlns:a="http://schemas.openxmlformats.org/drawingml/2006/main">
              <a:ext uri="{FF2B5EF4-FFF2-40B4-BE49-F238E27FC236}">
                <a16:creationId xmlns:a16="http://schemas.microsoft.com/office/drawing/2014/main" id="{0098512B-EF9E-424F-8FA2-450FCEC1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330" y="1646802"/>
            <a:ext cx="335327" cy="335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07" name="text-83 identity">
            <a:extLst xmlns:a="http://schemas.openxmlformats.org/drawingml/2006/main">
              <a:ext uri="{FF2B5EF4-FFF2-40B4-BE49-F238E27FC236}">
                <a16:creationId xmlns:a16="http://schemas.microsoft.com/office/drawing/2014/main" id="{C44E6D62-29B5-438C-B3DF-E95D0AE0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1916746"/>
            <a:ext cx="751224" cy="325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308" name="text-83 of">
            <a:extLst xmlns:a="http://schemas.openxmlformats.org/drawingml/2006/main">
              <a:ext uri="{FF2B5EF4-FFF2-40B4-BE49-F238E27FC236}">
                <a16:creationId xmlns:a16="http://schemas.microsoft.com/office/drawing/2014/main" id="{5E7E2B29-E158-46C9-9790-5A860AA0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1417" y="1917774"/>
            <a:ext cx="234203" cy="32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09" name="text-83 the">
            <a:extLst xmlns:a="http://schemas.openxmlformats.org/drawingml/2006/main">
              <a:ext uri="{FF2B5EF4-FFF2-40B4-BE49-F238E27FC236}">
                <a16:creationId xmlns:a16="http://schemas.microsoft.com/office/drawing/2014/main" id="{F2690483-9177-4D10-8C95-733E9949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2752" y="1917308"/>
            <a:ext cx="324694" cy="324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10" name="text-83 owner">
            <a:extLst xmlns:a="http://schemas.openxmlformats.org/drawingml/2006/main">
              <a:ext uri="{FF2B5EF4-FFF2-40B4-BE49-F238E27FC236}">
                <a16:creationId xmlns:a16="http://schemas.microsoft.com/office/drawing/2014/main" id="{E2A6C87D-9E8C-46A4-947D-6266CC71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4428" y="1917559"/>
            <a:ext cx="619930" cy="324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owner</a:t>
            </a:r>
          </a:p>
        </p:txBody>
      </p:sp>
      <p:sp>
        <p:nvSpPr>
          <p:cNvPr id="311" name="text-83 of">
            <a:extLst xmlns:a="http://schemas.openxmlformats.org/drawingml/2006/main">
              <a:ext uri="{FF2B5EF4-FFF2-40B4-BE49-F238E27FC236}">
                <a16:creationId xmlns:a16="http://schemas.microsoft.com/office/drawing/2014/main" id="{ACA269B1-C7B6-4C7F-9608-B6FAE994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1451" y="1917774"/>
            <a:ext cx="234203" cy="32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12" name="text-84 the">
            <a:extLst xmlns:a="http://schemas.openxmlformats.org/drawingml/2006/main">
              <a:ext uri="{FF2B5EF4-FFF2-40B4-BE49-F238E27FC236}">
                <a16:creationId xmlns:a16="http://schemas.microsoft.com/office/drawing/2014/main" id="{6D4154E1-7504-4038-B67B-3DBB3C61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2180105"/>
            <a:ext cx="345959" cy="345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13" name="text-84 room">
            <a:extLst xmlns:a="http://schemas.openxmlformats.org/drawingml/2006/main">
              <a:ext uri="{FF2B5EF4-FFF2-40B4-BE49-F238E27FC236}">
                <a16:creationId xmlns:a16="http://schemas.microsoft.com/office/drawing/2014/main" id="{ED3C02ED-A3F1-4062-8DB7-E284E6C6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2255" y="2182319"/>
            <a:ext cx="560367" cy="342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room</a:t>
            </a:r>
          </a:p>
        </p:txBody>
      </p:sp>
      <p:sp>
        <p:nvSpPr>
          <p:cNvPr id="314" name="text-84 based">
            <a:extLst xmlns:a="http://schemas.openxmlformats.org/drawingml/2006/main">
              <a:ext uri="{FF2B5EF4-FFF2-40B4-BE49-F238E27FC236}">
                <a16:creationId xmlns:a16="http://schemas.microsoft.com/office/drawing/2014/main" id="{5FC98B46-EB40-4E73-AE2A-8CAC39F6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6423" y="2178908"/>
            <a:ext cx="609293" cy="34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</a:t>
            </a:r>
          </a:p>
        </p:txBody>
      </p:sp>
      <p:sp>
        <p:nvSpPr>
          <p:cNvPr id="315" name="text-84 on">
            <a:extLst xmlns:a="http://schemas.openxmlformats.org/drawingml/2006/main">
              <a:ext uri="{FF2B5EF4-FFF2-40B4-BE49-F238E27FC236}">
                <a16:creationId xmlns:a16="http://schemas.microsoft.com/office/drawing/2014/main" id="{5DEBB36B-5D83-411E-B972-A8AF76A8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078" y="2186600"/>
            <a:ext cx="283606" cy="336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316" name="text-84 the">
            <a:extLst xmlns:a="http://schemas.openxmlformats.org/drawingml/2006/main">
              <a:ext uri="{FF2B5EF4-FFF2-40B4-BE49-F238E27FC236}">
                <a16:creationId xmlns:a16="http://schemas.microsoft.com/office/drawing/2014/main" id="{9EC8B391-FF06-4907-92A3-0D807140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7748" y="2178208"/>
            <a:ext cx="348617" cy="34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17" name="text-85 content">
            <a:extLst xmlns:a="http://schemas.openxmlformats.org/drawingml/2006/main">
              <a:ext uri="{FF2B5EF4-FFF2-40B4-BE49-F238E27FC236}">
                <a16:creationId xmlns:a16="http://schemas.microsoft.com/office/drawing/2014/main" id="{25A96B9D-E728-43C2-8708-E1CD184D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2472987"/>
            <a:ext cx="724288" cy="32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content</a:t>
            </a:r>
          </a:p>
        </p:txBody>
      </p:sp>
      <p:sp>
        <p:nvSpPr>
          <p:cNvPr id="318" name="text-85 of">
            <a:extLst xmlns:a="http://schemas.openxmlformats.org/drawingml/2006/main">
              <a:ext uri="{FF2B5EF4-FFF2-40B4-BE49-F238E27FC236}">
                <a16:creationId xmlns:a16="http://schemas.microsoft.com/office/drawing/2014/main" id="{3EAE4090-1E13-4D49-8E1C-7BC1539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4778" y="2473719"/>
            <a:ext cx="234205" cy="323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19" name="text-85 this">
            <a:extLst xmlns:a="http://schemas.openxmlformats.org/drawingml/2006/main">
              <a:ext uri="{FF2B5EF4-FFF2-40B4-BE49-F238E27FC236}">
                <a16:creationId xmlns:a16="http://schemas.microsoft.com/office/drawing/2014/main" id="{E2A1841D-81E7-48A1-A799-B88FE1B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113" y="2472877"/>
            <a:ext cx="377018" cy="324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</a:t>
            </a:r>
          </a:p>
        </p:txBody>
      </p:sp>
      <p:sp>
        <p:nvSpPr>
          <p:cNvPr id="320" name="text-85 photo.">
            <a:extLst xmlns:a="http://schemas.openxmlformats.org/drawingml/2006/main">
              <a:ext uri="{FF2B5EF4-FFF2-40B4-BE49-F238E27FC236}">
                <a16:creationId xmlns:a16="http://schemas.microsoft.com/office/drawing/2014/main" id="{6E649B13-270C-4B37-B2C1-89E805F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9908" y="2473147"/>
            <a:ext cx="627503" cy="324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photo.</a:t>
            </a:r>
          </a:p>
        </p:txBody>
      </p:sp>
      <p:sp>
        <p:nvSpPr>
          <p:cNvPr id="321" name="text-86 Q3:">
            <a:extLst xmlns:a="http://schemas.openxmlformats.org/drawingml/2006/main">
              <a:ext uri="{FF2B5EF4-FFF2-40B4-BE49-F238E27FC236}">
                <a16:creationId xmlns:a16="http://schemas.microsoft.com/office/drawing/2014/main" id="{18D8016F-EA13-440B-B079-A2D01E2D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2764337"/>
            <a:ext cx="490625" cy="327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4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Q3:</a:t>
            </a:r>
          </a:p>
        </p:txBody>
      </p:sp>
      <p:sp>
        <p:nvSpPr>
          <p:cNvPr id="322" name="text-87 How">
            <a:extLst xmlns:a="http://schemas.openxmlformats.org/drawingml/2006/main">
              <a:ext uri="{FF2B5EF4-FFF2-40B4-BE49-F238E27FC236}">
                <a16:creationId xmlns:a16="http://schemas.microsoft.com/office/drawing/2014/main" id="{63BB428A-A729-4BF0-8EE0-F728859E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5223" y="2764582"/>
            <a:ext cx="495706" cy="32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</a:t>
            </a:r>
          </a:p>
        </p:txBody>
      </p:sp>
      <p:sp>
        <p:nvSpPr>
          <p:cNvPr id="323" name="text-87 to">
            <a:extLst xmlns:a="http://schemas.openxmlformats.org/drawingml/2006/main">
              <a:ext uri="{FF2B5EF4-FFF2-40B4-BE49-F238E27FC236}">
                <a16:creationId xmlns:a16="http://schemas.microsoft.com/office/drawing/2014/main" id="{C9A96FDB-4DE4-4C01-8CD2-A4E50B9B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1790" y="2761849"/>
            <a:ext cx="226090" cy="330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324" name="text-87 renovate">
            <a:extLst xmlns:a="http://schemas.openxmlformats.org/drawingml/2006/main">
              <a:ext uri="{FF2B5EF4-FFF2-40B4-BE49-F238E27FC236}">
                <a16:creationId xmlns:a16="http://schemas.microsoft.com/office/drawing/2014/main" id="{A61223D6-7328-465C-986A-C6EE98D1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0807" y="2758907"/>
            <a:ext cx="865757" cy="33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renovate</a:t>
            </a:r>
          </a:p>
        </p:txBody>
      </p:sp>
      <p:sp>
        <p:nvSpPr>
          <p:cNvPr id="325" name="text-87 it">
            <a:extLst xmlns:a="http://schemas.openxmlformats.org/drawingml/2006/main">
              <a:ext uri="{FF2B5EF4-FFF2-40B4-BE49-F238E27FC236}">
                <a16:creationId xmlns:a16="http://schemas.microsoft.com/office/drawing/2014/main" id="{CB686CE6-6E52-4D89-925E-C41B479E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9165" y="2759686"/>
            <a:ext cx="175271" cy="333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</a:t>
            </a:r>
          </a:p>
        </p:txBody>
      </p:sp>
      <p:sp>
        <p:nvSpPr>
          <p:cNvPr id="326" name="text-88 to">
            <a:extLst xmlns:a="http://schemas.openxmlformats.org/drawingml/2006/main">
              <a:ext uri="{FF2B5EF4-FFF2-40B4-BE49-F238E27FC236}">
                <a16:creationId xmlns:a16="http://schemas.microsoft.com/office/drawing/2014/main" id="{555B0ACD-1984-4A67-8C06-0718F9C2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516" y="3029238"/>
            <a:ext cx="221808" cy="32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327" name="text-88 be">
            <a:extLst xmlns:a="http://schemas.openxmlformats.org/drawingml/2006/main">
              <a:ext uri="{FF2B5EF4-FFF2-40B4-BE49-F238E27FC236}">
                <a16:creationId xmlns:a16="http://schemas.microsoft.com/office/drawing/2014/main" id="{CC800D46-F314-42D1-A4C0-0C894957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2110" y="3029738"/>
            <a:ext cx="259738" cy="323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</a:t>
            </a:r>
          </a:p>
        </p:txBody>
      </p:sp>
      <p:sp>
        <p:nvSpPr>
          <p:cNvPr id="328" name="text-88 more">
            <a:extLst xmlns:a="http://schemas.openxmlformats.org/drawingml/2006/main">
              <a:ext uri="{FF2B5EF4-FFF2-40B4-BE49-F238E27FC236}">
                <a16:creationId xmlns:a16="http://schemas.microsoft.com/office/drawing/2014/main" id="{259FC417-063D-4143-BCE2-CBB9E4F5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8926" y="3028978"/>
            <a:ext cx="518159" cy="324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</a:t>
            </a:r>
          </a:p>
        </p:txBody>
      </p:sp>
      <p:sp>
        <p:nvSpPr>
          <p:cNvPr id="329" name="text-88 childlike">
            <a:extLst xmlns:a="http://schemas.openxmlformats.org/drawingml/2006/main">
              <a:ext uri="{FF2B5EF4-FFF2-40B4-BE49-F238E27FC236}">
                <a16:creationId xmlns:a16="http://schemas.microsoft.com/office/drawing/2014/main" id="{9144DB45-7237-49BD-BE33-57EE2E9E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4024" y="3028675"/>
            <a:ext cx="854097" cy="325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childlike</a:t>
            </a:r>
          </a:p>
        </p:txBody>
      </p:sp>
      <p:sp>
        <p:nvSpPr>
          <p:cNvPr id="330" name="text-88 ?">
            <a:extLst xmlns:a="http://schemas.openxmlformats.org/drawingml/2006/main">
              <a:ext uri="{FF2B5EF4-FFF2-40B4-BE49-F238E27FC236}">
                <a16:creationId xmlns:a16="http://schemas.microsoft.com/office/drawing/2014/main" id="{D632809F-778A-4FB4-84F3-53BA6BCF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5007" y="3030439"/>
            <a:ext cx="143790" cy="322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331" name="text-89 Q:">
            <a:extLst xmlns:a="http://schemas.openxmlformats.org/drawingml/2006/main">
              <a:ext uri="{FF2B5EF4-FFF2-40B4-BE49-F238E27FC236}">
                <a16:creationId xmlns:a16="http://schemas.microsoft.com/office/drawing/2014/main" id="{3A06D9FC-79FD-4778-9400-84FD034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872" y="925360"/>
            <a:ext cx="344221" cy="32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Q:</a:t>
            </a:r>
          </a:p>
        </p:txBody>
      </p:sp>
      <p:sp>
        <p:nvSpPr>
          <p:cNvPr id="332" name="text-90 Is">
            <a:extLst xmlns:a="http://schemas.openxmlformats.org/drawingml/2006/main">
              <a:ext uri="{FF2B5EF4-FFF2-40B4-BE49-F238E27FC236}">
                <a16:creationId xmlns:a16="http://schemas.microsoft.com/office/drawing/2014/main" id="{7B4C05DD-43C5-49CF-A115-0E6CEFD1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4092" y="924715"/>
            <a:ext cx="209008" cy="32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333" name="text-90 the">
            <a:extLst xmlns:a="http://schemas.openxmlformats.org/drawingml/2006/main">
              <a:ext uri="{FF2B5EF4-FFF2-40B4-BE49-F238E27FC236}">
                <a16:creationId xmlns:a16="http://schemas.microsoft.com/office/drawing/2014/main" id="{A0E2D5BD-6D68-4214-87D9-8E92BDA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9945" y="924710"/>
            <a:ext cx="324695" cy="324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34" name="text-91 boy">
            <a:extLst xmlns:a="http://schemas.openxmlformats.org/drawingml/2006/main">
              <a:ext uri="{FF2B5EF4-FFF2-40B4-BE49-F238E27FC236}">
                <a16:creationId xmlns:a16="http://schemas.microsoft.com/office/drawing/2014/main" id="{552ACF0F-B2C8-4C5E-A2C6-FD61F7DF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872" y="1187990"/>
            <a:ext cx="388534" cy="323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boy</a:t>
            </a:r>
          </a:p>
        </p:txBody>
      </p:sp>
      <p:sp>
        <p:nvSpPr>
          <p:cNvPr id="335" name="text-91 happy?">
            <a:extLst xmlns:a="http://schemas.openxmlformats.org/drawingml/2006/main">
              <a:ext uri="{FF2B5EF4-FFF2-40B4-BE49-F238E27FC236}">
                <a16:creationId xmlns:a16="http://schemas.microsoft.com/office/drawing/2014/main" id="{FF1F60F4-50C6-4DDC-9F71-70ABEAF7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251" y="1187710"/>
            <a:ext cx="710368" cy="32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happy?</a:t>
            </a:r>
          </a:p>
        </p:txBody>
      </p:sp>
      <p:sp>
        <p:nvSpPr>
          <p:cNvPr id="336" name="text-92 (i)">
            <a:extLst xmlns:a="http://schemas.openxmlformats.org/drawingml/2006/main">
              <a:ext uri="{FF2B5EF4-FFF2-40B4-BE49-F238E27FC236}">
                <a16:creationId xmlns:a16="http://schemas.microsoft.com/office/drawing/2014/main" id="{FCCF79A8-FCB2-41A6-BF5A-E55B5D17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1784" y="1730213"/>
            <a:ext cx="261038" cy="3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(i)</a:t>
            </a:r>
          </a:p>
        </p:txBody>
      </p:sp>
      <p:sp>
        <p:nvSpPr>
          <p:cNvPr id="337" name="text-92 MMVet">
            <a:extLst xmlns:a="http://schemas.openxmlformats.org/drawingml/2006/main">
              <a:ext uri="{FF2B5EF4-FFF2-40B4-BE49-F238E27FC236}">
                <a16:creationId xmlns:a16="http://schemas.microsoft.com/office/drawing/2014/main" id="{848D73B1-ECC9-438E-81B6-5F280436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9757" y="1722600"/>
            <a:ext cx="789424" cy="33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MMVet</a:t>
            </a:r>
          </a:p>
        </p:txBody>
      </p:sp>
      <p:pic>
        <p:nvPic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2575DA4-5026-42B5-95AB-C70AEDDA2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c2c0ee4014f7d"/>
          <a:stretch xmlns:a="http://schemas.openxmlformats.org/drawingml/2006/main"/>
        </p:blipFill>
        <p:spPr>
          <a:xfrm xmlns:a="http://schemas.openxmlformats.org/drawingml/2006/main">
            <a:off x="1963008" y="638154"/>
            <a:ext cx="1361187" cy="1026469"/>
          </a:xfrm>
          <a:prstGeom xmlns:a="http://schemas.openxmlformats.org/drawingml/2006/main" prst="rect">
            <a:avLst/>
          </a:prstGeom>
        </p:spPr>
      </p:pic>
      <p:sp>
        <p:nvSpPr>
          <p:cNvPr id="339" name="text-94 Q:">
            <a:extLst xmlns:a="http://schemas.openxmlformats.org/drawingml/2006/main">
              <a:ext uri="{FF2B5EF4-FFF2-40B4-BE49-F238E27FC236}">
                <a16:creationId xmlns:a16="http://schemas.microsoft.com/office/drawing/2014/main" id="{92365EAC-B0CB-4401-AA88-8FC81C2F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64" y="2048836"/>
            <a:ext cx="344221" cy="32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Q:</a:t>
            </a:r>
          </a:p>
        </p:txBody>
      </p:sp>
      <p:sp>
        <p:nvSpPr>
          <p:cNvPr id="340" name="text-95 Which">
            <a:extLst xmlns:a="http://schemas.openxmlformats.org/drawingml/2006/main">
              <a:ext uri="{FF2B5EF4-FFF2-40B4-BE49-F238E27FC236}">
                <a16:creationId xmlns:a16="http://schemas.microsoft.com/office/drawing/2014/main" id="{01AE41B3-8941-46BE-97EF-BC8EA41C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9883" y="2047991"/>
            <a:ext cx="659659" cy="32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</a:t>
            </a:r>
          </a:p>
        </p:txBody>
      </p:sp>
      <p:sp>
        <p:nvSpPr>
          <p:cNvPr id="341" name="text-96 image">
            <a:extLst xmlns:a="http://schemas.openxmlformats.org/drawingml/2006/main">
              <a:ext uri="{FF2B5EF4-FFF2-40B4-BE49-F238E27FC236}">
                <a16:creationId xmlns:a16="http://schemas.microsoft.com/office/drawing/2014/main" id="{C8D8FDEB-909C-4396-8725-6262D3E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64" y="2310783"/>
            <a:ext cx="608517" cy="324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42" name="text-96 is">
            <a:extLst xmlns:a="http://schemas.openxmlformats.org/drawingml/2006/main">
              <a:ext uri="{FF2B5EF4-FFF2-40B4-BE49-F238E27FC236}">
                <a16:creationId xmlns:a16="http://schemas.microsoft.com/office/drawing/2014/main" id="{6EA818D5-11F6-41E0-9234-061612A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1104" y="2310970"/>
            <a:ext cx="196292" cy="32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343" name="text-97 most">
            <a:extLst xmlns:a="http://schemas.openxmlformats.org/drawingml/2006/main">
              <a:ext uri="{FF2B5EF4-FFF2-40B4-BE49-F238E27FC236}">
                <a16:creationId xmlns:a16="http://schemas.microsoft.com/office/drawing/2014/main" id="{2F55BA2C-2F3D-41A6-889D-62FDD38C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64" y="2588866"/>
            <a:ext cx="492632" cy="324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</a:t>
            </a:r>
          </a:p>
        </p:txBody>
      </p:sp>
      <p:sp>
        <p:nvSpPr>
          <p:cNvPr id="344" name="text-97 likely">
            <a:extLst xmlns:a="http://schemas.openxmlformats.org/drawingml/2006/main">
              <a:ext uri="{FF2B5EF4-FFF2-40B4-BE49-F238E27FC236}">
                <a16:creationId xmlns:a16="http://schemas.microsoft.com/office/drawing/2014/main" id="{C43BD936-B5C3-4536-816F-EA07B94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82" y="2588523"/>
            <a:ext cx="570539" cy="3251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likely</a:t>
            </a:r>
          </a:p>
        </p:txBody>
      </p:sp>
      <p:sp>
        <p:nvSpPr>
          <p:cNvPr id="345" name="text-98 to">
            <a:extLst xmlns:a="http://schemas.openxmlformats.org/drawingml/2006/main">
              <a:ext uri="{FF2B5EF4-FFF2-40B4-BE49-F238E27FC236}">
                <a16:creationId xmlns:a16="http://schemas.microsoft.com/office/drawing/2014/main" id="{55CF859E-E20B-4006-9DD8-27FAFA7C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64" y="2867086"/>
            <a:ext cx="221808" cy="32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346" name="text-98 be">
            <a:extLst xmlns:a="http://schemas.openxmlformats.org/drawingml/2006/main">
              <a:ext uri="{FF2B5EF4-FFF2-40B4-BE49-F238E27FC236}">
                <a16:creationId xmlns:a16="http://schemas.microsoft.com/office/drawing/2014/main" id="{BE4102F6-D30D-406D-9EC0-8BEFA576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4258" y="2867587"/>
            <a:ext cx="259737" cy="32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</a:t>
            </a:r>
          </a:p>
        </p:txBody>
      </p:sp>
      <p:sp>
        <p:nvSpPr>
          <p:cNvPr id="347" name="text-98 a">
            <a:extLst xmlns:a="http://schemas.openxmlformats.org/drawingml/2006/main">
              <a:ext uri="{FF2B5EF4-FFF2-40B4-BE49-F238E27FC236}">
                <a16:creationId xmlns:a16="http://schemas.microsoft.com/office/drawing/2014/main" id="{4179041B-573B-46E2-8953-6A419109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73" y="2868288"/>
            <a:ext cx="143789" cy="322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48" name="text-98 real">
            <a:extLst xmlns:a="http://schemas.openxmlformats.org/drawingml/2006/main">
              <a:ext uri="{FF2B5EF4-FFF2-40B4-BE49-F238E27FC236}">
                <a16:creationId xmlns:a16="http://schemas.microsoft.com/office/drawing/2014/main" id="{A9E07C8E-3A94-4647-9163-EBB1C976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2066" y="2866611"/>
            <a:ext cx="389592" cy="32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</a:t>
            </a:r>
          </a:p>
        </p:txBody>
      </p:sp>
      <p:sp>
        <p:nvSpPr>
          <p:cNvPr id="349" name="text-99 photograph?">
            <a:extLst xmlns:a="http://schemas.openxmlformats.org/drawingml/2006/main">
              <a:ext uri="{FF2B5EF4-FFF2-40B4-BE49-F238E27FC236}">
                <a16:creationId xmlns:a16="http://schemas.microsoft.com/office/drawing/2014/main" id="{D3263DDE-37EC-4A9F-8401-74E65607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64" y="3144861"/>
            <a:ext cx="1200341" cy="32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photograph?</a:t>
            </a:r>
          </a:p>
        </p:txBody>
      </p:sp>
      <p:pic>
        <p:nvPic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974BBE02-DDB3-4E4C-BE35-40F0321EB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3f51ea05d4d69"/>
          <a:stretch xmlns:a="http://schemas.openxmlformats.org/drawingml/2006/main"/>
        </p:blipFill>
        <p:spPr>
          <a:xfrm xmlns:a="http://schemas.openxmlformats.org/drawingml/2006/main">
            <a:off x="1974165" y="2746877"/>
            <a:ext cx="669436" cy="580178"/>
          </a:xfrm>
          <a:prstGeom xmlns:a="http://schemas.openxmlformats.org/drawingml/2006/main" prst="rect">
            <a:avLst/>
          </a:prstGeom>
        </p:spPr>
      </p:pic>
      <p:pic>
        <p:nvPic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03BB5B7-75B0-44D6-92E2-6FA01560A7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06ea967b0478b"/>
          <a:stretch xmlns:a="http://schemas.openxmlformats.org/drawingml/2006/main"/>
        </p:blipFill>
        <p:spPr>
          <a:xfrm xmlns:a="http://schemas.openxmlformats.org/drawingml/2006/main">
            <a:off x="2654759" y="2746877"/>
            <a:ext cx="669436" cy="580178"/>
          </a:xfrm>
          <a:prstGeom xmlns:a="http://schemas.openxmlformats.org/drawingml/2006/main" prst="rect">
            <a:avLst/>
          </a:prstGeom>
        </p:spPr>
      </p:pic>
      <p:pic>
        <p:nvPic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13FBC80-E451-49C4-8DE5-4553FE820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866c75129412b"/>
          <a:stretch xmlns:a="http://schemas.openxmlformats.org/drawingml/2006/main"/>
        </p:blipFill>
        <p:spPr>
          <a:xfrm xmlns:a="http://schemas.openxmlformats.org/drawingml/2006/main">
            <a:off x="2654759" y="2144385"/>
            <a:ext cx="669436" cy="580178"/>
          </a:xfrm>
          <a:prstGeom xmlns:a="http://schemas.openxmlformats.org/drawingml/2006/main" prst="rect">
            <a:avLst/>
          </a:prstGeom>
        </p:spPr>
      </p:pic>
      <p:pic>
        <p:nvPic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42E2C31F-94F8-4D6A-99BF-FF50BB1D8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9c3ceb3d24938"/>
          <a:stretch xmlns:a="http://schemas.openxmlformats.org/drawingml/2006/main"/>
        </p:blipFill>
        <p:spPr>
          <a:xfrm xmlns:a="http://schemas.openxmlformats.org/drawingml/2006/main">
            <a:off x="1974165" y="2144385"/>
            <a:ext cx="669436" cy="580178"/>
          </a:xfrm>
          <a:prstGeom xmlns:a="http://schemas.openxmlformats.org/drawingml/2006/main" prst="rect">
            <a:avLst/>
          </a:prstGeom>
        </p:spPr>
      </p:pic>
      <p:sp>
        <p:nvSpPr>
          <p:cNvPr id="354" name="text-104 (ii)">
            <a:extLst xmlns:a="http://schemas.openxmlformats.org/drawingml/2006/main">
              <a:ext uri="{FF2B5EF4-FFF2-40B4-BE49-F238E27FC236}">
                <a16:creationId xmlns:a16="http://schemas.microsoft.com/office/drawing/2014/main" id="{34478920-F484-4078-9377-70C10A2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0936" y="3391988"/>
            <a:ext cx="325948" cy="325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(ii)</a:t>
            </a:r>
          </a:p>
        </p:txBody>
      </p:sp>
      <p:sp>
        <p:nvSpPr>
          <p:cNvPr id="355" name="text-104 BLINK">
            <a:extLst xmlns:a="http://schemas.openxmlformats.org/drawingml/2006/main">
              <a:ext uri="{FF2B5EF4-FFF2-40B4-BE49-F238E27FC236}">
                <a16:creationId xmlns:a16="http://schemas.microsoft.com/office/drawing/2014/main" id="{CB9B3C9D-ECAC-4D29-8AF9-7EB35AF6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3770" y="3393379"/>
            <a:ext cx="747804" cy="323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BLINK</a:t>
            </a:r>
          </a:p>
        </p:txBody>
      </p:sp>
      <p:sp>
        <p:nvSpPr>
          <p:cNvPr id="356" name="path-105">
            <a:extLst xmlns:a="http://schemas.openxmlformats.org/drawingml/2006/main">
              <a:ext uri="{FF2B5EF4-FFF2-40B4-BE49-F238E27FC236}">
                <a16:creationId xmlns:a16="http://schemas.microsoft.com/office/drawing/2014/main" id="{91A91B1F-04F9-4FD8-8747-03AD9A51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771" y="295835"/>
            <a:ext cx="41695" cy="3254698"/>
          </a:xfrm>
          <a:custGeom xmlns:a="http://schemas.openxmlformats.org/drawingml/2006/main">
            <a:pathLst>
              <a:path w="35595" h="2778548">
                <a:moveTo>
                  <a:pt x="29663" y="0"/>
                </a:moveTo>
                <a:lnTo>
                  <a:pt x="29860" y="88990"/>
                </a:lnTo>
                <a:lnTo>
                  <a:pt x="197" y="89069"/>
                </a:lnTo>
                <a:lnTo>
                  <a:pt x="0" y="79"/>
                </a:lnTo>
                <a:lnTo>
                  <a:pt x="29663" y="0"/>
                </a:lnTo>
                <a:moveTo>
                  <a:pt x="29921" y="118653"/>
                </a:moveTo>
                <a:lnTo>
                  <a:pt x="30097" y="207643"/>
                </a:lnTo>
                <a:lnTo>
                  <a:pt x="434" y="207723"/>
                </a:lnTo>
                <a:lnTo>
                  <a:pt x="257" y="118733"/>
                </a:lnTo>
                <a:lnTo>
                  <a:pt x="29921" y="118653"/>
                </a:lnTo>
                <a:moveTo>
                  <a:pt x="30177" y="237307"/>
                </a:moveTo>
                <a:lnTo>
                  <a:pt x="30355" y="326297"/>
                </a:lnTo>
                <a:lnTo>
                  <a:pt x="692" y="326376"/>
                </a:lnTo>
                <a:lnTo>
                  <a:pt x="514" y="237386"/>
                </a:lnTo>
                <a:lnTo>
                  <a:pt x="30177" y="237307"/>
                </a:lnTo>
                <a:moveTo>
                  <a:pt x="30414" y="355960"/>
                </a:moveTo>
                <a:lnTo>
                  <a:pt x="30611" y="444951"/>
                </a:lnTo>
                <a:lnTo>
                  <a:pt x="948" y="445030"/>
                </a:lnTo>
                <a:lnTo>
                  <a:pt x="751" y="356040"/>
                </a:lnTo>
                <a:lnTo>
                  <a:pt x="30414" y="355960"/>
                </a:lnTo>
                <a:moveTo>
                  <a:pt x="30672" y="474614"/>
                </a:moveTo>
                <a:lnTo>
                  <a:pt x="30869" y="563604"/>
                </a:lnTo>
                <a:lnTo>
                  <a:pt x="1206" y="563683"/>
                </a:lnTo>
                <a:lnTo>
                  <a:pt x="1009" y="474693"/>
                </a:lnTo>
                <a:lnTo>
                  <a:pt x="30672" y="474614"/>
                </a:lnTo>
                <a:moveTo>
                  <a:pt x="30929" y="593267"/>
                </a:moveTo>
                <a:lnTo>
                  <a:pt x="31127" y="682257"/>
                </a:lnTo>
                <a:lnTo>
                  <a:pt x="1462" y="682337"/>
                </a:lnTo>
                <a:lnTo>
                  <a:pt x="1265" y="593347"/>
                </a:lnTo>
                <a:lnTo>
                  <a:pt x="30929" y="593267"/>
                </a:lnTo>
                <a:moveTo>
                  <a:pt x="31186" y="711921"/>
                </a:moveTo>
                <a:lnTo>
                  <a:pt x="31364" y="800911"/>
                </a:lnTo>
                <a:lnTo>
                  <a:pt x="1700" y="800990"/>
                </a:lnTo>
                <a:lnTo>
                  <a:pt x="1523" y="712000"/>
                </a:lnTo>
                <a:lnTo>
                  <a:pt x="31186" y="711921"/>
                </a:lnTo>
                <a:moveTo>
                  <a:pt x="31443" y="830574"/>
                </a:moveTo>
                <a:lnTo>
                  <a:pt x="31621" y="919564"/>
                </a:lnTo>
                <a:lnTo>
                  <a:pt x="1958" y="919624"/>
                </a:lnTo>
                <a:lnTo>
                  <a:pt x="1779" y="830634"/>
                </a:lnTo>
                <a:lnTo>
                  <a:pt x="31443" y="830574"/>
                </a:lnTo>
                <a:moveTo>
                  <a:pt x="31680" y="949228"/>
                </a:moveTo>
                <a:lnTo>
                  <a:pt x="31878" y="1038218"/>
                </a:lnTo>
                <a:lnTo>
                  <a:pt x="2214" y="1038277"/>
                </a:lnTo>
                <a:lnTo>
                  <a:pt x="2017" y="949287"/>
                </a:lnTo>
                <a:lnTo>
                  <a:pt x="31680" y="949228"/>
                </a:lnTo>
                <a:moveTo>
                  <a:pt x="31937" y="1067881"/>
                </a:moveTo>
                <a:lnTo>
                  <a:pt x="32135" y="1156871"/>
                </a:lnTo>
                <a:lnTo>
                  <a:pt x="2472" y="1156931"/>
                </a:lnTo>
                <a:lnTo>
                  <a:pt x="2274" y="1067941"/>
                </a:lnTo>
                <a:lnTo>
                  <a:pt x="31937" y="1067881"/>
                </a:lnTo>
                <a:moveTo>
                  <a:pt x="32194" y="1186535"/>
                </a:moveTo>
                <a:lnTo>
                  <a:pt x="32393" y="1275525"/>
                </a:lnTo>
                <a:lnTo>
                  <a:pt x="2729" y="1275584"/>
                </a:lnTo>
                <a:lnTo>
                  <a:pt x="2531" y="1186594"/>
                </a:lnTo>
                <a:lnTo>
                  <a:pt x="32194" y="1186535"/>
                </a:lnTo>
                <a:moveTo>
                  <a:pt x="32452" y="1305188"/>
                </a:moveTo>
                <a:lnTo>
                  <a:pt x="32649" y="1394178"/>
                </a:lnTo>
                <a:lnTo>
                  <a:pt x="2986" y="1394238"/>
                </a:lnTo>
                <a:lnTo>
                  <a:pt x="2788" y="1305248"/>
                </a:lnTo>
                <a:lnTo>
                  <a:pt x="32452" y="1305188"/>
                </a:lnTo>
                <a:moveTo>
                  <a:pt x="32708" y="1423842"/>
                </a:moveTo>
                <a:lnTo>
                  <a:pt x="32886" y="1512831"/>
                </a:lnTo>
                <a:lnTo>
                  <a:pt x="3223" y="1512891"/>
                </a:lnTo>
                <a:lnTo>
                  <a:pt x="3045" y="1423901"/>
                </a:lnTo>
                <a:lnTo>
                  <a:pt x="32708" y="1423842"/>
                </a:lnTo>
                <a:moveTo>
                  <a:pt x="32966" y="1542495"/>
                </a:moveTo>
                <a:lnTo>
                  <a:pt x="33144" y="1631485"/>
                </a:lnTo>
                <a:lnTo>
                  <a:pt x="3481" y="1631544"/>
                </a:lnTo>
                <a:lnTo>
                  <a:pt x="3302" y="1542554"/>
                </a:lnTo>
                <a:lnTo>
                  <a:pt x="32966" y="1542495"/>
                </a:lnTo>
                <a:moveTo>
                  <a:pt x="33203" y="1661148"/>
                </a:moveTo>
                <a:lnTo>
                  <a:pt x="33400" y="1750139"/>
                </a:lnTo>
                <a:lnTo>
                  <a:pt x="3737" y="1750198"/>
                </a:lnTo>
                <a:lnTo>
                  <a:pt x="3540" y="1661208"/>
                </a:lnTo>
                <a:lnTo>
                  <a:pt x="33203" y="1661148"/>
                </a:lnTo>
                <a:moveTo>
                  <a:pt x="33460" y="1779802"/>
                </a:moveTo>
                <a:lnTo>
                  <a:pt x="33658" y="1868792"/>
                </a:lnTo>
                <a:lnTo>
                  <a:pt x="3995" y="1868852"/>
                </a:lnTo>
                <a:lnTo>
                  <a:pt x="3796" y="1779861"/>
                </a:lnTo>
                <a:lnTo>
                  <a:pt x="33460" y="1779802"/>
                </a:lnTo>
                <a:moveTo>
                  <a:pt x="33717" y="1898456"/>
                </a:moveTo>
                <a:lnTo>
                  <a:pt x="33915" y="1987445"/>
                </a:lnTo>
                <a:lnTo>
                  <a:pt x="4251" y="1987505"/>
                </a:lnTo>
                <a:lnTo>
                  <a:pt x="4054" y="1898515"/>
                </a:lnTo>
                <a:lnTo>
                  <a:pt x="33717" y="1898456"/>
                </a:lnTo>
                <a:moveTo>
                  <a:pt x="33974" y="2017109"/>
                </a:moveTo>
                <a:lnTo>
                  <a:pt x="34152" y="2106099"/>
                </a:lnTo>
                <a:lnTo>
                  <a:pt x="4488" y="2106158"/>
                </a:lnTo>
                <a:lnTo>
                  <a:pt x="4310" y="2017168"/>
                </a:lnTo>
                <a:lnTo>
                  <a:pt x="33974" y="2017109"/>
                </a:lnTo>
                <a:moveTo>
                  <a:pt x="34231" y="2135762"/>
                </a:moveTo>
                <a:lnTo>
                  <a:pt x="34409" y="2224752"/>
                </a:lnTo>
                <a:lnTo>
                  <a:pt x="4746" y="2224812"/>
                </a:lnTo>
                <a:lnTo>
                  <a:pt x="4568" y="2135822"/>
                </a:lnTo>
                <a:lnTo>
                  <a:pt x="34231" y="2135762"/>
                </a:lnTo>
                <a:moveTo>
                  <a:pt x="34468" y="2254416"/>
                </a:moveTo>
                <a:lnTo>
                  <a:pt x="34666" y="2343406"/>
                </a:lnTo>
                <a:lnTo>
                  <a:pt x="5003" y="2343465"/>
                </a:lnTo>
                <a:lnTo>
                  <a:pt x="4805" y="2254475"/>
                </a:lnTo>
                <a:lnTo>
                  <a:pt x="34468" y="2254416"/>
                </a:lnTo>
                <a:moveTo>
                  <a:pt x="34726" y="2373069"/>
                </a:moveTo>
                <a:lnTo>
                  <a:pt x="34923" y="2462060"/>
                </a:lnTo>
                <a:lnTo>
                  <a:pt x="5260" y="2462119"/>
                </a:lnTo>
                <a:lnTo>
                  <a:pt x="5063" y="2373129"/>
                </a:lnTo>
                <a:lnTo>
                  <a:pt x="34726" y="2373069"/>
                </a:lnTo>
                <a:moveTo>
                  <a:pt x="34982" y="2491723"/>
                </a:moveTo>
                <a:lnTo>
                  <a:pt x="35180" y="2580713"/>
                </a:lnTo>
                <a:lnTo>
                  <a:pt x="5517" y="2580772"/>
                </a:lnTo>
                <a:lnTo>
                  <a:pt x="5319" y="2491782"/>
                </a:lnTo>
                <a:lnTo>
                  <a:pt x="34982" y="2491723"/>
                </a:lnTo>
                <a:moveTo>
                  <a:pt x="35240" y="2610376"/>
                </a:moveTo>
                <a:lnTo>
                  <a:pt x="35418" y="2699366"/>
                </a:lnTo>
                <a:lnTo>
                  <a:pt x="5754" y="2699426"/>
                </a:lnTo>
                <a:lnTo>
                  <a:pt x="5577" y="2610436"/>
                </a:lnTo>
                <a:lnTo>
                  <a:pt x="35240" y="2610376"/>
                </a:lnTo>
                <a:moveTo>
                  <a:pt x="35496" y="2729030"/>
                </a:moveTo>
                <a:lnTo>
                  <a:pt x="35595" y="2778468"/>
                </a:lnTo>
                <a:lnTo>
                  <a:pt x="5932" y="2778548"/>
                </a:lnTo>
                <a:lnTo>
                  <a:pt x="5833" y="2729089"/>
                </a:lnTo>
                <a:lnTo>
                  <a:pt x="35496" y="2729030"/>
                </a:lnTo>
              </a:path>
            </a:pathLst>
          </a:custGeom>
          <a:solidFill xmlns:a="http://schemas.openxmlformats.org/drawingml/2006/main">
            <a:srgbClr val="70A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native-plot-average-text-token-length-y-axis">
            <a:extLst xmlns:a="http://schemas.openxmlformats.org/drawingml/2006/main">
              <a:ext uri="{FF2B5EF4-FFF2-40B4-BE49-F238E27FC236}">
                <a16:creationId xmlns:a16="http://schemas.microsoft.com/office/drawing/2014/main" id="{970A2949-432B-449B-98CA-83236175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501" y="1227044"/>
            <a:ext cx="191" cy="1910777"/>
          </a:xfrm>
          <a:custGeom xmlns:a="http://schemas.openxmlformats.org/drawingml/2006/main">
            <a:pathLst>
              <a:path w="191" h="1631237">
                <a:moveTo>
                  <a:pt x="0" y="0"/>
                </a:moveTo>
                <a:lnTo>
                  <a:pt x="0" y="1631237"/>
                </a:lnTo>
              </a:path>
            </a:pathLst>
          </a:custGeom>
          <a:noFill xmlns:a="http://schemas.openxmlformats.org/drawingml/2006/main"/>
          <a:ln xmlns:a="http://schemas.openxmlformats.org/drawingml/2006/main" w="6824">
            <a:solidFill>
              <a:srgbClr val="555555"/>
            </a:solidFill>
            <a:prstDash val="solid"/>
          </a:ln>
        </p:spPr>
      </p:sp>
      <p:sp>
        <p:nvSpPr>
          <p:cNvPr id="358" name="native-plot-average-text-token-length-x-axis">
            <a:extLst xmlns:a="http://schemas.openxmlformats.org/drawingml/2006/main">
              <a:ext uri="{FF2B5EF4-FFF2-40B4-BE49-F238E27FC236}">
                <a16:creationId xmlns:a16="http://schemas.microsoft.com/office/drawing/2014/main" id="{27401453-B666-4D3D-99D1-D5273DC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501" y="3137821"/>
            <a:ext cx="3040302" cy="191"/>
          </a:xfrm>
          <a:custGeom xmlns:a="http://schemas.openxmlformats.org/drawingml/2006/main">
            <a:pathLst>
              <a:path w="2595517" h="191">
                <a:moveTo>
                  <a:pt x="0" y="0"/>
                </a:moveTo>
                <a:lnTo>
                  <a:pt x="25955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24">
            <a:solidFill>
              <a:srgbClr val="555555"/>
            </a:solidFill>
            <a:prstDash val="solid"/>
          </a:ln>
        </p:spPr>
      </p:sp>
      <p:sp>
        <p:nvSpPr>
          <p:cNvPr id="359" name="native-plot-average-text-token-length-bar-0">
            <a:extLst xmlns:a="http://schemas.openxmlformats.org/drawingml/2006/main">
              <a:ext uri="{FF2B5EF4-FFF2-40B4-BE49-F238E27FC236}">
                <a16:creationId xmlns:a16="http://schemas.microsoft.com/office/drawing/2014/main" id="{F291FA58-EECB-4702-88B2-DFE0488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1555" y="3039249"/>
            <a:ext cx="348763" cy="98572"/>
          </a:xfrm>
          <a:custGeom xmlns:a="http://schemas.openxmlformats.org/drawingml/2006/main">
            <a:pathLst>
              <a:path w="297740" h="84151">
                <a:moveTo>
                  <a:pt x="0" y="0"/>
                </a:moveTo>
                <a:lnTo>
                  <a:pt x="297740" y="0"/>
                </a:lnTo>
                <a:lnTo>
                  <a:pt x="297740" y="84151"/>
                </a:lnTo>
                <a:lnTo>
                  <a:pt x="0" y="84151"/>
                </a:lnTo>
                <a:close/>
              </a:path>
            </a:pathLst>
          </a:custGeom>
          <a:solidFill xmlns:a="http://schemas.openxmlformats.org/drawingml/2006/main">
            <a:srgbClr val="BB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native-plot-average-text-token-length-bar-1">
            <a:extLst xmlns:a="http://schemas.openxmlformats.org/drawingml/2006/main">
              <a:ext uri="{FF2B5EF4-FFF2-40B4-BE49-F238E27FC236}">
                <a16:creationId xmlns:a16="http://schemas.microsoft.com/office/drawing/2014/main" id="{7357D629-58B1-42E5-96F9-C9F0CA1B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0717" y="2986172"/>
            <a:ext cx="348763" cy="151649"/>
          </a:xfrm>
          <a:custGeom xmlns:a="http://schemas.openxmlformats.org/drawingml/2006/main">
            <a:pathLst>
              <a:path w="297740" h="129463">
                <a:moveTo>
                  <a:pt x="0" y="0"/>
                </a:moveTo>
                <a:lnTo>
                  <a:pt x="297740" y="0"/>
                </a:lnTo>
                <a:lnTo>
                  <a:pt x="297740" y="129463"/>
                </a:lnTo>
                <a:lnTo>
                  <a:pt x="0" y="129463"/>
                </a:lnTo>
                <a:close/>
              </a:path>
            </a:pathLst>
          </a:custGeom>
          <a:solidFill xmlns:a="http://schemas.openxmlformats.org/drawingml/2006/main">
            <a:srgbClr val="F6E7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native-plot-average-text-token-length-bar-2">
            <a:extLst xmlns:a="http://schemas.openxmlformats.org/drawingml/2006/main">
              <a:ext uri="{FF2B5EF4-FFF2-40B4-BE49-F238E27FC236}">
                <a16:creationId xmlns:a16="http://schemas.microsoft.com/office/drawing/2014/main" id="{D8931532-61D2-48D4-905E-6E5A2F1C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461" y="2493313"/>
            <a:ext cx="333599" cy="644508"/>
          </a:xfrm>
          <a:custGeom xmlns:a="http://schemas.openxmlformats.org/drawingml/2006/main">
            <a:pathLst>
              <a:path w="284795" h="550219">
                <a:moveTo>
                  <a:pt x="0" y="0"/>
                </a:moveTo>
                <a:lnTo>
                  <a:pt x="284795" y="0"/>
                </a:lnTo>
                <a:lnTo>
                  <a:pt x="284795" y="550219"/>
                </a:lnTo>
                <a:lnTo>
                  <a:pt x="0" y="550219"/>
                </a:lnTo>
                <a:close/>
              </a:path>
            </a:pathLst>
          </a:custGeom>
          <a:solidFill xmlns:a="http://schemas.openxmlformats.org/drawingml/2006/main">
            <a:srgbClr val="CDEA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native-plot-average-text-token-length-bar-3">
            <a:extLst xmlns:a="http://schemas.openxmlformats.org/drawingml/2006/main">
              <a:ext uri="{FF2B5EF4-FFF2-40B4-BE49-F238E27FC236}">
                <a16:creationId xmlns:a16="http://schemas.microsoft.com/office/drawing/2014/main" id="{66B3D8C6-98E4-4985-9CF8-BBDE6576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6622" y="1537924"/>
            <a:ext cx="333599" cy="1599896"/>
          </a:xfrm>
          <a:custGeom xmlns:a="http://schemas.openxmlformats.org/drawingml/2006/main">
            <a:pathLst>
              <a:path w="284795" h="1365837">
                <a:moveTo>
                  <a:pt x="0" y="0"/>
                </a:moveTo>
                <a:lnTo>
                  <a:pt x="284795" y="0"/>
                </a:lnTo>
                <a:lnTo>
                  <a:pt x="284795" y="1365837"/>
                </a:lnTo>
                <a:lnTo>
                  <a:pt x="0" y="1365837"/>
                </a:lnTo>
                <a:close/>
              </a:path>
            </a:pathLst>
          </a:custGeom>
          <a:solidFill xmlns:a="http://schemas.openxmlformats.org/drawingml/2006/main">
            <a:srgbClr val="F3C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native-plot-average-text-token-length-dashed-trend-0-0">
            <a:extLst xmlns:a="http://schemas.openxmlformats.org/drawingml/2006/main">
              <a:ext uri="{FF2B5EF4-FFF2-40B4-BE49-F238E27FC236}">
                <a16:creationId xmlns:a16="http://schemas.microsoft.com/office/drawing/2014/main" id="{52ACD8AF-8C37-4DC0-AF05-78549250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8355" y="3037375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64" name="native-plot-average-text-token-length-dashed-trend-0-1">
            <a:extLst xmlns:a="http://schemas.openxmlformats.org/drawingml/2006/main">
              <a:ext uri="{FF2B5EF4-FFF2-40B4-BE49-F238E27FC236}">
                <a16:creationId xmlns:a16="http://schemas.microsoft.com/office/drawing/2014/main" id="{386119A7-7BC6-4FED-97F8-795445E2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3732" y="3034162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65" name="native-plot-average-text-token-length-dashed-trend-0-2">
            <a:extLst xmlns:a="http://schemas.openxmlformats.org/drawingml/2006/main">
              <a:ext uri="{FF2B5EF4-FFF2-40B4-BE49-F238E27FC236}">
                <a16:creationId xmlns:a16="http://schemas.microsoft.com/office/drawing/2014/main" id="{ACD6ED14-945A-484A-A2C7-08F4067C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9109" y="3030949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66" name="native-plot-average-text-token-length-dashed-trend-0-3">
            <a:extLst xmlns:a="http://schemas.openxmlformats.org/drawingml/2006/main">
              <a:ext uri="{FF2B5EF4-FFF2-40B4-BE49-F238E27FC236}">
                <a16:creationId xmlns:a16="http://schemas.microsoft.com/office/drawing/2014/main" id="{01F85DB3-AE65-466E-A728-0B613BE2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4487" y="3027736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67" name="native-plot-average-text-token-length-dashed-trend-0-4">
            <a:extLst xmlns:a="http://schemas.openxmlformats.org/drawingml/2006/main">
              <a:ext uri="{FF2B5EF4-FFF2-40B4-BE49-F238E27FC236}">
                <a16:creationId xmlns:a16="http://schemas.microsoft.com/office/drawing/2014/main" id="{836A5D9A-0B99-49DC-8481-8B878E3C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9864" y="3024523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68" name="native-plot-average-text-token-length-dashed-trend-0-5">
            <a:extLst xmlns:a="http://schemas.openxmlformats.org/drawingml/2006/main">
              <a:ext uri="{FF2B5EF4-FFF2-40B4-BE49-F238E27FC236}">
                <a16:creationId xmlns:a16="http://schemas.microsoft.com/office/drawing/2014/main" id="{234311A2-9610-4F51-A3AE-E1D9A0A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5241" y="3021311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69" name="native-plot-average-text-token-length-dashed-trend-0-6">
            <a:extLst xmlns:a="http://schemas.openxmlformats.org/drawingml/2006/main">
              <a:ext uri="{FF2B5EF4-FFF2-40B4-BE49-F238E27FC236}">
                <a16:creationId xmlns:a16="http://schemas.microsoft.com/office/drawing/2014/main" id="{4AD92938-23CD-436E-8F0E-2A4E1A92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0618" y="3018098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0" name="native-plot-average-text-token-length-dashed-trend-0-7">
            <a:extLst xmlns:a="http://schemas.openxmlformats.org/drawingml/2006/main">
              <a:ext uri="{FF2B5EF4-FFF2-40B4-BE49-F238E27FC236}">
                <a16:creationId xmlns:a16="http://schemas.microsoft.com/office/drawing/2014/main" id="{1EAD64F0-09D3-41B6-9CAC-CAE1DA5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996" y="3014885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1" name="native-plot-average-text-token-length-dashed-trend-0-8">
            <a:extLst xmlns:a="http://schemas.openxmlformats.org/drawingml/2006/main">
              <a:ext uri="{FF2B5EF4-FFF2-40B4-BE49-F238E27FC236}">
                <a16:creationId xmlns:a16="http://schemas.microsoft.com/office/drawing/2014/main" id="{49720967-77E7-465F-B4AB-2C4D4286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373" y="3011672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2" name="native-plot-average-text-token-length-dashed-trend-0-9">
            <a:extLst xmlns:a="http://schemas.openxmlformats.org/drawingml/2006/main">
              <a:ext uri="{FF2B5EF4-FFF2-40B4-BE49-F238E27FC236}">
                <a16:creationId xmlns:a16="http://schemas.microsoft.com/office/drawing/2014/main" id="{E02CF45D-78E6-4637-A9AC-DF8D4B82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750" y="3008459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3" name="native-plot-average-text-token-length-dashed-trend-0-10">
            <a:extLst xmlns:a="http://schemas.openxmlformats.org/drawingml/2006/main">
              <a:ext uri="{FF2B5EF4-FFF2-40B4-BE49-F238E27FC236}">
                <a16:creationId xmlns:a16="http://schemas.microsoft.com/office/drawing/2014/main" id="{7FEFCB76-7BE9-4480-BC35-C771BCC0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127" y="3005246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4" name="native-plot-average-text-token-length-dashed-trend-0-11">
            <a:extLst xmlns:a="http://schemas.openxmlformats.org/drawingml/2006/main">
              <a:ext uri="{FF2B5EF4-FFF2-40B4-BE49-F238E27FC236}">
                <a16:creationId xmlns:a16="http://schemas.microsoft.com/office/drawing/2014/main" id="{142DE298-E891-4691-B1DF-09C3B9C8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04" y="3002034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5" name="native-plot-average-text-token-length-dashed-trend-0-12">
            <a:extLst xmlns:a="http://schemas.openxmlformats.org/drawingml/2006/main">
              <a:ext uri="{FF2B5EF4-FFF2-40B4-BE49-F238E27FC236}">
                <a16:creationId xmlns:a16="http://schemas.microsoft.com/office/drawing/2014/main" id="{074AF2EE-7088-4B7F-92E4-EECC0EC2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882" y="2998821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6" name="native-plot-average-text-token-length-dashed-trend-0-13">
            <a:extLst xmlns:a="http://schemas.openxmlformats.org/drawingml/2006/main">
              <a:ext uri="{FF2B5EF4-FFF2-40B4-BE49-F238E27FC236}">
                <a16:creationId xmlns:a16="http://schemas.microsoft.com/office/drawing/2014/main" id="{5A45CE3F-1332-425A-ACC2-CB9CA785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259" y="2995608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7" name="native-plot-average-text-token-length-dashed-trend-0-14">
            <a:extLst xmlns:a="http://schemas.openxmlformats.org/drawingml/2006/main">
              <a:ext uri="{FF2B5EF4-FFF2-40B4-BE49-F238E27FC236}">
                <a16:creationId xmlns:a16="http://schemas.microsoft.com/office/drawing/2014/main" id="{3FBE0E6F-F415-424E-B4E7-88FE5CA0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3636" y="2992395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8" name="native-plot-average-text-token-length-dashed-trend-0-15">
            <a:extLst xmlns:a="http://schemas.openxmlformats.org/drawingml/2006/main">
              <a:ext uri="{FF2B5EF4-FFF2-40B4-BE49-F238E27FC236}">
                <a16:creationId xmlns:a16="http://schemas.microsoft.com/office/drawing/2014/main" id="{3613B34A-F0F6-434B-85C0-32C98603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9013" y="2989182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79" name="native-plot-average-text-token-length-dashed-trend-0-16">
            <a:extLst xmlns:a="http://schemas.openxmlformats.org/drawingml/2006/main">
              <a:ext uri="{FF2B5EF4-FFF2-40B4-BE49-F238E27FC236}">
                <a16:creationId xmlns:a16="http://schemas.microsoft.com/office/drawing/2014/main" id="{9117BDEE-27B1-4948-A330-9A166DA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391" y="2985970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0" name="native-plot-average-text-token-length-dashed-trend-0-17">
            <a:extLst xmlns:a="http://schemas.openxmlformats.org/drawingml/2006/main">
              <a:ext uri="{FF2B5EF4-FFF2-40B4-BE49-F238E27FC236}">
                <a16:creationId xmlns:a16="http://schemas.microsoft.com/office/drawing/2014/main" id="{90F3170F-0B5E-4621-B8E1-331235F6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9768" y="2982757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1" name="native-plot-average-text-token-length-dashed-trend-0-18">
            <a:extLst xmlns:a="http://schemas.openxmlformats.org/drawingml/2006/main">
              <a:ext uri="{FF2B5EF4-FFF2-40B4-BE49-F238E27FC236}">
                <a16:creationId xmlns:a16="http://schemas.microsoft.com/office/drawing/2014/main" id="{529F1939-00D2-47F6-8B4C-1111368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5145" y="2979544"/>
            <a:ext cx="26470" cy="1874"/>
          </a:xfrm>
          <a:custGeom xmlns:a="http://schemas.openxmlformats.org/drawingml/2006/main">
            <a:pathLst>
              <a:path w="22598" h="1600">
                <a:moveTo>
                  <a:pt x="0" y="1600"/>
                </a:moveTo>
                <a:lnTo>
                  <a:pt x="22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2" name="native-plot-average-text-token-length-dashed-trend-1-0">
            <a:extLst xmlns:a="http://schemas.openxmlformats.org/drawingml/2006/main">
              <a:ext uri="{FF2B5EF4-FFF2-40B4-BE49-F238E27FC236}">
                <a16:creationId xmlns:a16="http://schemas.microsoft.com/office/drawing/2014/main" id="{DC1A8269-5DBE-4E4D-AB43-A0BC498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5098" y="2965268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3" name="native-plot-average-text-token-length-dashed-trend-1-1">
            <a:extLst xmlns:a="http://schemas.openxmlformats.org/drawingml/2006/main">
              <a:ext uri="{FF2B5EF4-FFF2-40B4-BE49-F238E27FC236}">
                <a16:creationId xmlns:a16="http://schemas.microsoft.com/office/drawing/2014/main" id="{D4C89EF5-343D-4219-8FD2-E80706D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4443" y="2942432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4" name="native-plot-average-text-token-length-dashed-trend-1-2">
            <a:extLst xmlns:a="http://schemas.openxmlformats.org/drawingml/2006/main">
              <a:ext uri="{FF2B5EF4-FFF2-40B4-BE49-F238E27FC236}">
                <a16:creationId xmlns:a16="http://schemas.microsoft.com/office/drawing/2014/main" id="{4D9654A9-4DE5-4400-B5A3-19F67C52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788" y="2919596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5" name="native-plot-average-text-token-length-dashed-trend-1-3">
            <a:extLst xmlns:a="http://schemas.openxmlformats.org/drawingml/2006/main">
              <a:ext uri="{FF2B5EF4-FFF2-40B4-BE49-F238E27FC236}">
                <a16:creationId xmlns:a16="http://schemas.microsoft.com/office/drawing/2014/main" id="{9F77122C-3FA4-44B6-889F-6D859069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133" y="2896760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6" name="native-plot-average-text-token-length-dashed-trend-1-4">
            <a:extLst xmlns:a="http://schemas.openxmlformats.org/drawingml/2006/main">
              <a:ext uri="{FF2B5EF4-FFF2-40B4-BE49-F238E27FC236}">
                <a16:creationId xmlns:a16="http://schemas.microsoft.com/office/drawing/2014/main" id="{A6CA6833-D416-4817-AD7E-7044411D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2478" y="2873924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7" name="native-plot-average-text-token-length-dashed-trend-1-5">
            <a:extLst xmlns:a="http://schemas.openxmlformats.org/drawingml/2006/main">
              <a:ext uri="{FF2B5EF4-FFF2-40B4-BE49-F238E27FC236}">
                <a16:creationId xmlns:a16="http://schemas.microsoft.com/office/drawing/2014/main" id="{6953C25E-913F-4F39-8182-5E07F3DB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823" y="2851088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8" name="native-plot-average-text-token-length-dashed-trend-1-6">
            <a:extLst xmlns:a="http://schemas.openxmlformats.org/drawingml/2006/main">
              <a:ext uri="{FF2B5EF4-FFF2-40B4-BE49-F238E27FC236}">
                <a16:creationId xmlns:a16="http://schemas.microsoft.com/office/drawing/2014/main" id="{8433E4D5-30AC-4208-A016-F857F87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168" y="2828252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89" name="native-plot-average-text-token-length-dashed-trend-1-7">
            <a:extLst xmlns:a="http://schemas.openxmlformats.org/drawingml/2006/main">
              <a:ext uri="{FF2B5EF4-FFF2-40B4-BE49-F238E27FC236}">
                <a16:creationId xmlns:a16="http://schemas.microsoft.com/office/drawing/2014/main" id="{4F30947F-3DDF-46B9-8BEC-4DB46111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0513" y="2805416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0" name="native-plot-average-text-token-length-dashed-trend-1-8">
            <a:extLst xmlns:a="http://schemas.openxmlformats.org/drawingml/2006/main">
              <a:ext uri="{FF2B5EF4-FFF2-40B4-BE49-F238E27FC236}">
                <a16:creationId xmlns:a16="http://schemas.microsoft.com/office/drawing/2014/main" id="{2EB27287-CBFE-4B09-A9CE-104F01F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9857" y="2782580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1" name="native-plot-average-text-token-length-dashed-trend-1-9">
            <a:extLst xmlns:a="http://schemas.openxmlformats.org/drawingml/2006/main">
              <a:ext uri="{FF2B5EF4-FFF2-40B4-BE49-F238E27FC236}">
                <a16:creationId xmlns:a16="http://schemas.microsoft.com/office/drawing/2014/main" id="{C75E4644-6E61-4A0D-B6EB-E7D1E924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9202" y="2759744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2" name="native-plot-average-text-token-length-dashed-trend-1-10">
            <a:extLst xmlns:a="http://schemas.openxmlformats.org/drawingml/2006/main">
              <a:ext uri="{FF2B5EF4-FFF2-40B4-BE49-F238E27FC236}">
                <a16:creationId xmlns:a16="http://schemas.microsoft.com/office/drawing/2014/main" id="{9EC69EAB-189C-45FE-AC70-E3DAAEDB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8547" y="2736908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3" name="native-plot-average-text-token-length-dashed-trend-1-11">
            <a:extLst xmlns:a="http://schemas.openxmlformats.org/drawingml/2006/main">
              <a:ext uri="{FF2B5EF4-FFF2-40B4-BE49-F238E27FC236}">
                <a16:creationId xmlns:a16="http://schemas.microsoft.com/office/drawing/2014/main" id="{E834F1DA-0E9A-42FE-B151-99F997FE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892" y="2714072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4" name="native-plot-average-text-token-length-dashed-trend-1-12">
            <a:extLst xmlns:a="http://schemas.openxmlformats.org/drawingml/2006/main">
              <a:ext uri="{FF2B5EF4-FFF2-40B4-BE49-F238E27FC236}">
                <a16:creationId xmlns:a16="http://schemas.microsoft.com/office/drawing/2014/main" id="{EE6249C0-90E2-490A-AB5D-2990037D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7237" y="2691236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5" name="native-plot-average-text-token-length-dashed-trend-1-13">
            <a:extLst xmlns:a="http://schemas.openxmlformats.org/drawingml/2006/main">
              <a:ext uri="{FF2B5EF4-FFF2-40B4-BE49-F238E27FC236}">
                <a16:creationId xmlns:a16="http://schemas.microsoft.com/office/drawing/2014/main" id="{F609E9CD-C4C4-460C-AAAA-4D9D0A9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6582" y="2668400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6" name="native-plot-average-text-token-length-dashed-trend-1-14">
            <a:extLst xmlns:a="http://schemas.openxmlformats.org/drawingml/2006/main">
              <a:ext uri="{FF2B5EF4-FFF2-40B4-BE49-F238E27FC236}">
                <a16:creationId xmlns:a16="http://schemas.microsoft.com/office/drawing/2014/main" id="{35DBEBD5-A243-44CE-AB85-A729368C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5927" y="2645564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7" name="native-plot-average-text-token-length-dashed-trend-1-15">
            <a:extLst xmlns:a="http://schemas.openxmlformats.org/drawingml/2006/main">
              <a:ext uri="{FF2B5EF4-FFF2-40B4-BE49-F238E27FC236}">
                <a16:creationId xmlns:a16="http://schemas.microsoft.com/office/drawing/2014/main" id="{491BCD7C-1D00-4DF8-9995-AE3B406A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271" y="2622728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8" name="native-plot-average-text-token-length-dashed-trend-1-16">
            <a:extLst xmlns:a="http://schemas.openxmlformats.org/drawingml/2006/main">
              <a:ext uri="{FF2B5EF4-FFF2-40B4-BE49-F238E27FC236}">
                <a16:creationId xmlns:a16="http://schemas.microsoft.com/office/drawing/2014/main" id="{B179A411-15F9-4730-8F13-FE257E46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4616" y="2599892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399" name="native-plot-average-text-token-length-dashed-trend-1-17">
            <a:extLst xmlns:a="http://schemas.openxmlformats.org/drawingml/2006/main">
              <a:ext uri="{FF2B5EF4-FFF2-40B4-BE49-F238E27FC236}">
                <a16:creationId xmlns:a16="http://schemas.microsoft.com/office/drawing/2014/main" id="{2D71A935-2860-453F-BFD8-6BB0BED2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961" y="2577056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0" name="native-plot-average-text-token-length-dashed-trend-1-18">
            <a:extLst xmlns:a="http://schemas.openxmlformats.org/drawingml/2006/main">
              <a:ext uri="{FF2B5EF4-FFF2-40B4-BE49-F238E27FC236}">
                <a16:creationId xmlns:a16="http://schemas.microsoft.com/office/drawing/2014/main" id="{036EB084-4AB6-493D-8BDC-B34B29C8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3306" y="2554220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1" name="native-plot-average-text-token-length-dashed-trend-1-19">
            <a:extLst xmlns:a="http://schemas.openxmlformats.org/drawingml/2006/main">
              <a:ext uri="{FF2B5EF4-FFF2-40B4-BE49-F238E27FC236}">
                <a16:creationId xmlns:a16="http://schemas.microsoft.com/office/drawing/2014/main" id="{EBD13175-2BAB-4B46-A864-60CE67F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651" y="2531384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2" name="native-plot-average-text-token-length-dashed-trend-1-20">
            <a:extLst xmlns:a="http://schemas.openxmlformats.org/drawingml/2006/main">
              <a:ext uri="{FF2B5EF4-FFF2-40B4-BE49-F238E27FC236}">
                <a16:creationId xmlns:a16="http://schemas.microsoft.com/office/drawing/2014/main" id="{F57747BB-FA5F-49F8-A42C-2688A08A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1996" y="2508548"/>
            <a:ext cx="22951" cy="13321"/>
          </a:xfrm>
          <a:custGeom xmlns:a="http://schemas.openxmlformats.org/drawingml/2006/main">
            <a:pathLst>
              <a:path w="19594" h="11372">
                <a:moveTo>
                  <a:pt x="0" y="11372"/>
                </a:moveTo>
                <a:lnTo>
                  <a:pt x="19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3" name="native-plot-average-text-token-length-dashed-trend-1-21">
            <a:extLst xmlns:a="http://schemas.openxmlformats.org/drawingml/2006/main">
              <a:ext uri="{FF2B5EF4-FFF2-40B4-BE49-F238E27FC236}">
                <a16:creationId xmlns:a16="http://schemas.microsoft.com/office/drawing/2014/main" id="{425E2919-4525-4CED-A4E0-66546AA0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1341" y="2485730"/>
            <a:ext cx="22920" cy="13303"/>
          </a:xfrm>
          <a:custGeom xmlns:a="http://schemas.openxmlformats.org/drawingml/2006/main">
            <a:pathLst>
              <a:path w="19566" h="11357">
                <a:moveTo>
                  <a:pt x="0" y="11357"/>
                </a:moveTo>
                <a:lnTo>
                  <a:pt x="195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4" name="native-plot-average-text-token-length-dashed-trend-2-0">
            <a:extLst xmlns:a="http://schemas.openxmlformats.org/drawingml/2006/main">
              <a:ext uri="{FF2B5EF4-FFF2-40B4-BE49-F238E27FC236}">
                <a16:creationId xmlns:a16="http://schemas.microsoft.com/office/drawing/2014/main" id="{01DE5ABC-776A-4813-9511-77A0AAF0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4260" y="2465895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5" name="native-plot-average-text-token-length-dashed-trend-2-1">
            <a:extLst xmlns:a="http://schemas.openxmlformats.org/drawingml/2006/main">
              <a:ext uri="{FF2B5EF4-FFF2-40B4-BE49-F238E27FC236}">
                <a16:creationId xmlns:a16="http://schemas.microsoft.com/office/drawing/2014/main" id="{C48F0150-5CAF-4FC5-B880-31D6CCB7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4483" y="2431892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6" name="native-plot-average-text-token-length-dashed-trend-2-2">
            <a:extLst xmlns:a="http://schemas.openxmlformats.org/drawingml/2006/main">
              <a:ext uri="{FF2B5EF4-FFF2-40B4-BE49-F238E27FC236}">
                <a16:creationId xmlns:a16="http://schemas.microsoft.com/office/drawing/2014/main" id="{AE4D7878-E0AE-428F-970B-9B9DE77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705" y="2397889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7" name="native-plot-average-text-token-length-dashed-trend-2-3">
            <a:extLst xmlns:a="http://schemas.openxmlformats.org/drawingml/2006/main">
              <a:ext uri="{FF2B5EF4-FFF2-40B4-BE49-F238E27FC236}">
                <a16:creationId xmlns:a16="http://schemas.microsoft.com/office/drawing/2014/main" id="{BBD3207B-781B-4B06-B983-B13105D5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4927" y="2363886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8" name="native-plot-average-text-token-length-dashed-trend-2-4">
            <a:extLst xmlns:a="http://schemas.openxmlformats.org/drawingml/2006/main">
              <a:ext uri="{FF2B5EF4-FFF2-40B4-BE49-F238E27FC236}">
                <a16:creationId xmlns:a16="http://schemas.microsoft.com/office/drawing/2014/main" id="{FDAA3FEA-B9E7-49C2-AD06-FDB11961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5150" y="2329882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09" name="native-plot-average-text-token-length-dashed-trend-2-5">
            <a:extLst xmlns:a="http://schemas.openxmlformats.org/drawingml/2006/main">
              <a:ext uri="{FF2B5EF4-FFF2-40B4-BE49-F238E27FC236}">
                <a16:creationId xmlns:a16="http://schemas.microsoft.com/office/drawing/2014/main" id="{BA81EB0F-C225-4633-BBB0-794E1E30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5372" y="2295879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0" name="native-plot-average-text-token-length-dashed-trend-2-6">
            <a:extLst xmlns:a="http://schemas.openxmlformats.org/drawingml/2006/main">
              <a:ext uri="{FF2B5EF4-FFF2-40B4-BE49-F238E27FC236}">
                <a16:creationId xmlns:a16="http://schemas.microsoft.com/office/drawing/2014/main" id="{99BA21B5-6BFE-4515-9BE3-7CE4CA1D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5595" y="2261876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1" name="native-plot-average-text-token-length-dashed-trend-2-7">
            <a:extLst xmlns:a="http://schemas.openxmlformats.org/drawingml/2006/main">
              <a:ext uri="{FF2B5EF4-FFF2-40B4-BE49-F238E27FC236}">
                <a16:creationId xmlns:a16="http://schemas.microsoft.com/office/drawing/2014/main" id="{30916DFF-FE1F-47D4-82C8-D8E0DC28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5817" y="2227873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2" name="native-plot-average-text-token-length-dashed-trend-2-8">
            <a:extLst xmlns:a="http://schemas.openxmlformats.org/drawingml/2006/main">
              <a:ext uri="{FF2B5EF4-FFF2-40B4-BE49-F238E27FC236}">
                <a16:creationId xmlns:a16="http://schemas.microsoft.com/office/drawing/2014/main" id="{A497DE6C-24C9-4206-B9AC-30B7F422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6040" y="2193870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3" name="native-plot-average-text-token-length-dashed-trend-2-9">
            <a:extLst xmlns:a="http://schemas.openxmlformats.org/drawingml/2006/main">
              <a:ext uri="{FF2B5EF4-FFF2-40B4-BE49-F238E27FC236}">
                <a16:creationId xmlns:a16="http://schemas.microsoft.com/office/drawing/2014/main" id="{C63C5014-2A7E-4799-851A-2A860E88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6262" y="2159867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4" name="native-plot-average-text-token-length-dashed-trend-2-10">
            <a:extLst xmlns:a="http://schemas.openxmlformats.org/drawingml/2006/main">
              <a:ext uri="{FF2B5EF4-FFF2-40B4-BE49-F238E27FC236}">
                <a16:creationId xmlns:a16="http://schemas.microsoft.com/office/drawing/2014/main" id="{5B8965A7-0AC8-4F69-BA04-89A2903E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6485" y="2125863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5" name="native-plot-average-text-token-length-dashed-trend-2-11">
            <a:extLst xmlns:a="http://schemas.openxmlformats.org/drawingml/2006/main">
              <a:ext uri="{FF2B5EF4-FFF2-40B4-BE49-F238E27FC236}">
                <a16:creationId xmlns:a16="http://schemas.microsoft.com/office/drawing/2014/main" id="{3C2F5457-0AA3-40AB-BB9D-3C74502F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707" y="2091860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6" name="native-plot-average-text-token-length-dashed-trend-2-12">
            <a:extLst xmlns:a="http://schemas.openxmlformats.org/drawingml/2006/main">
              <a:ext uri="{FF2B5EF4-FFF2-40B4-BE49-F238E27FC236}">
                <a16:creationId xmlns:a16="http://schemas.microsoft.com/office/drawing/2014/main" id="{DB75427A-4CC8-4974-87BA-6E256D83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6930" y="2057857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7" name="native-plot-average-text-token-length-dashed-trend-2-13">
            <a:extLst xmlns:a="http://schemas.openxmlformats.org/drawingml/2006/main">
              <a:ext uri="{FF2B5EF4-FFF2-40B4-BE49-F238E27FC236}">
                <a16:creationId xmlns:a16="http://schemas.microsoft.com/office/drawing/2014/main" id="{FEC0B633-D030-4BA2-B9E7-29AFBB6E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152" y="2023854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8" name="native-plot-average-text-token-length-dashed-trend-2-14">
            <a:extLst xmlns:a="http://schemas.openxmlformats.org/drawingml/2006/main">
              <a:ext uri="{FF2B5EF4-FFF2-40B4-BE49-F238E27FC236}">
                <a16:creationId xmlns:a16="http://schemas.microsoft.com/office/drawing/2014/main" id="{51E139C3-8014-472E-898A-637DB5E8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374" y="1989851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19" name="native-plot-average-text-token-length-dashed-trend-2-15">
            <a:extLst xmlns:a="http://schemas.openxmlformats.org/drawingml/2006/main">
              <a:ext uri="{FF2B5EF4-FFF2-40B4-BE49-F238E27FC236}">
                <a16:creationId xmlns:a16="http://schemas.microsoft.com/office/drawing/2014/main" id="{54EE70D3-3FFA-40C4-A9D7-7D0B3184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7597" y="1955848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0" name="native-plot-average-text-token-length-dashed-trend-2-16">
            <a:extLst xmlns:a="http://schemas.openxmlformats.org/drawingml/2006/main">
              <a:ext uri="{FF2B5EF4-FFF2-40B4-BE49-F238E27FC236}">
                <a16:creationId xmlns:a16="http://schemas.microsoft.com/office/drawing/2014/main" id="{915F1AC9-D512-44A4-979F-CA38943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819" y="1921845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1" name="native-plot-average-text-token-length-dashed-trend-2-17">
            <a:extLst xmlns:a="http://schemas.openxmlformats.org/drawingml/2006/main">
              <a:ext uri="{FF2B5EF4-FFF2-40B4-BE49-F238E27FC236}">
                <a16:creationId xmlns:a16="http://schemas.microsoft.com/office/drawing/2014/main" id="{32AC1975-CAD3-4402-9FAE-7EF06B28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8042" y="1887841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2" name="native-plot-average-text-token-length-dashed-trend-2-18">
            <a:extLst xmlns:a="http://schemas.openxmlformats.org/drawingml/2006/main">
              <a:ext uri="{FF2B5EF4-FFF2-40B4-BE49-F238E27FC236}">
                <a16:creationId xmlns:a16="http://schemas.microsoft.com/office/drawing/2014/main" id="{52A3E241-D18E-47A8-9FCF-FA6125E3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8264" y="1853838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3" name="native-plot-average-text-token-length-dashed-trend-2-19">
            <a:extLst xmlns:a="http://schemas.openxmlformats.org/drawingml/2006/main">
              <a:ext uri="{FF2B5EF4-FFF2-40B4-BE49-F238E27FC236}">
                <a16:creationId xmlns:a16="http://schemas.microsoft.com/office/drawing/2014/main" id="{23FD1616-98C9-4FDC-95CE-792F5478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487" y="1819835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4" name="native-plot-average-text-token-length-dashed-trend-2-20">
            <a:extLst xmlns:a="http://schemas.openxmlformats.org/drawingml/2006/main">
              <a:ext uri="{FF2B5EF4-FFF2-40B4-BE49-F238E27FC236}">
                <a16:creationId xmlns:a16="http://schemas.microsoft.com/office/drawing/2014/main" id="{8D30B4EA-E284-400B-9D40-BCAA3751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8709" y="1785832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5" name="native-plot-average-text-token-length-dashed-trend-2-21">
            <a:extLst xmlns:a="http://schemas.openxmlformats.org/drawingml/2006/main">
              <a:ext uri="{FF2B5EF4-FFF2-40B4-BE49-F238E27FC236}">
                <a16:creationId xmlns:a16="http://schemas.microsoft.com/office/drawing/2014/main" id="{F9B0C717-BEB1-4D09-B004-D211B4B0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8932" y="1751829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6" name="native-plot-average-text-token-length-dashed-trend-2-22">
            <a:extLst xmlns:a="http://schemas.openxmlformats.org/drawingml/2006/main">
              <a:ext uri="{FF2B5EF4-FFF2-40B4-BE49-F238E27FC236}">
                <a16:creationId xmlns:a16="http://schemas.microsoft.com/office/drawing/2014/main" id="{24F9326B-58FA-4C3F-AC2B-179764A0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9154" y="1717826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7" name="native-plot-average-text-token-length-dashed-trend-2-23">
            <a:extLst xmlns:a="http://schemas.openxmlformats.org/drawingml/2006/main">
              <a:ext uri="{FF2B5EF4-FFF2-40B4-BE49-F238E27FC236}">
                <a16:creationId xmlns:a16="http://schemas.microsoft.com/office/drawing/2014/main" id="{E9460A2E-71B8-4491-966B-D5C11299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9376" y="1683822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8" name="native-plot-average-text-token-length-dashed-trend-2-24">
            <a:extLst xmlns:a="http://schemas.openxmlformats.org/drawingml/2006/main">
              <a:ext uri="{FF2B5EF4-FFF2-40B4-BE49-F238E27FC236}">
                <a16:creationId xmlns:a16="http://schemas.microsoft.com/office/drawing/2014/main" id="{3E14C7EE-9BD6-43D2-9E7B-CC815F12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599" y="1649819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29" name="native-plot-average-text-token-length-dashed-trend-2-25">
            <a:extLst xmlns:a="http://schemas.openxmlformats.org/drawingml/2006/main">
              <a:ext uri="{FF2B5EF4-FFF2-40B4-BE49-F238E27FC236}">
                <a16:creationId xmlns:a16="http://schemas.microsoft.com/office/drawing/2014/main" id="{E54DC940-495D-417C-A50D-AA74C1D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821" y="1615816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30" name="native-plot-average-text-token-length-dashed-trend-2-26">
            <a:extLst xmlns:a="http://schemas.openxmlformats.org/drawingml/2006/main">
              <a:ext uri="{FF2B5EF4-FFF2-40B4-BE49-F238E27FC236}">
                <a16:creationId xmlns:a16="http://schemas.microsoft.com/office/drawing/2014/main" id="{1E266C32-8DBB-4083-81D6-13EDEE22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0044" y="1581813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31" name="native-plot-average-text-token-length-dashed-trend-2-27">
            <a:extLst xmlns:a="http://schemas.openxmlformats.org/drawingml/2006/main">
              <a:ext uri="{FF2B5EF4-FFF2-40B4-BE49-F238E27FC236}">
                <a16:creationId xmlns:a16="http://schemas.microsoft.com/office/drawing/2014/main" id="{FFA523EB-D9EA-4768-8FDE-027F5724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0266" y="1547810"/>
            <a:ext cx="17630" cy="19835"/>
          </a:xfrm>
          <a:custGeom xmlns:a="http://schemas.openxmlformats.org/drawingml/2006/main">
            <a:pathLst>
              <a:path w="15051" h="16933">
                <a:moveTo>
                  <a:pt x="0" y="16933"/>
                </a:moveTo>
                <a:lnTo>
                  <a:pt x="15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32" name="native-plot-average-text-token-length-dashed-trend-2-28">
            <a:extLst xmlns:a="http://schemas.openxmlformats.org/drawingml/2006/main">
              <a:ext uri="{FF2B5EF4-FFF2-40B4-BE49-F238E27FC236}">
                <a16:creationId xmlns:a16="http://schemas.microsoft.com/office/drawing/2014/main" id="{9DC93202-EF78-4029-A721-76A2CE53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0489" y="1530342"/>
            <a:ext cx="2933" cy="3300"/>
          </a:xfrm>
          <a:custGeom xmlns:a="http://schemas.openxmlformats.org/drawingml/2006/main">
            <a:pathLst>
              <a:path w="2504" h="2817">
                <a:moveTo>
                  <a:pt x="0" y="2817"/>
                </a:moveTo>
                <a:lnTo>
                  <a:pt x="25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82">
            <a:solidFill>
              <a:srgbClr val="E4AB59"/>
            </a:solidFill>
            <a:prstDash val="solid"/>
          </a:ln>
        </p:spPr>
      </p:sp>
      <p:sp>
        <p:nvSpPr>
          <p:cNvPr id="433" name="native-plot-average-text-token-length-trend-marker-0">
            <a:extLst xmlns:a="http://schemas.openxmlformats.org/drawingml/2006/main">
              <a:ext uri="{FF2B5EF4-FFF2-40B4-BE49-F238E27FC236}">
                <a16:creationId xmlns:a16="http://schemas.microsoft.com/office/drawing/2014/main" id="{FAF0266F-FBC5-4C8B-9152-8D7A874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9400" y="3020293"/>
            <a:ext cx="37909" cy="37912"/>
          </a:xfrm>
          <a:custGeom xmlns:a="http://schemas.openxmlformats.org/drawingml/2006/main">
            <a:pathLst>
              <a:path w="32363" h="32366">
                <a:moveTo>
                  <a:pt x="32363" y="16183"/>
                </a:moveTo>
                <a:cubicBezTo>
                  <a:pt x="32363" y="25120"/>
                  <a:pt x="25118" y="32366"/>
                  <a:pt x="16182" y="32366"/>
                </a:cubicBezTo>
                <a:cubicBezTo>
                  <a:pt x="7245" y="32366"/>
                  <a:pt x="0" y="25120"/>
                  <a:pt x="0" y="16183"/>
                </a:cubicBezTo>
                <a:cubicBezTo>
                  <a:pt x="0" y="7245"/>
                  <a:pt x="7245" y="0"/>
                  <a:pt x="16182" y="0"/>
                </a:cubicBezTo>
                <a:cubicBezTo>
                  <a:pt x="25118" y="0"/>
                  <a:pt x="32363" y="7245"/>
                  <a:pt x="32363" y="16183"/>
                </a:cubicBezTo>
                <a:close/>
              </a:path>
            </a:pathLst>
          </a:custGeom>
          <a:solidFill xmlns:a="http://schemas.openxmlformats.org/drawingml/2006/main">
            <a:srgbClr val="EC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native-plot-average-text-token-length-trend-marker-1">
            <a:extLst xmlns:a="http://schemas.openxmlformats.org/drawingml/2006/main">
              <a:ext uri="{FF2B5EF4-FFF2-40B4-BE49-F238E27FC236}">
                <a16:creationId xmlns:a16="http://schemas.microsoft.com/office/drawing/2014/main" id="{7DAF884F-1D9D-4FDC-A20C-AD2652D7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6144" y="2959633"/>
            <a:ext cx="37909" cy="37912"/>
          </a:xfrm>
          <a:custGeom xmlns:a="http://schemas.openxmlformats.org/drawingml/2006/main">
            <a:pathLst>
              <a:path w="32363" h="32366">
                <a:moveTo>
                  <a:pt x="32363" y="16183"/>
                </a:moveTo>
                <a:cubicBezTo>
                  <a:pt x="32363" y="25120"/>
                  <a:pt x="25118" y="32366"/>
                  <a:pt x="16182" y="32366"/>
                </a:cubicBezTo>
                <a:cubicBezTo>
                  <a:pt x="7245" y="32366"/>
                  <a:pt x="0" y="25120"/>
                  <a:pt x="0" y="16183"/>
                </a:cubicBezTo>
                <a:cubicBezTo>
                  <a:pt x="0" y="7245"/>
                  <a:pt x="7245" y="0"/>
                  <a:pt x="16182" y="0"/>
                </a:cubicBezTo>
                <a:cubicBezTo>
                  <a:pt x="25118" y="0"/>
                  <a:pt x="32363" y="7245"/>
                  <a:pt x="32363" y="16183"/>
                </a:cubicBezTo>
                <a:close/>
              </a:path>
            </a:pathLst>
          </a:custGeom>
          <a:solidFill xmlns:a="http://schemas.openxmlformats.org/drawingml/2006/main">
            <a:srgbClr val="EC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native-plot-average-text-token-length-trend-marker-2">
            <a:extLst xmlns:a="http://schemas.openxmlformats.org/drawingml/2006/main">
              <a:ext uri="{FF2B5EF4-FFF2-40B4-BE49-F238E27FC236}">
                <a16:creationId xmlns:a16="http://schemas.microsoft.com/office/drawing/2014/main" id="{449E8FB9-E2DC-4A30-BBF3-5E3A43C3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5306" y="2466774"/>
            <a:ext cx="37909" cy="37912"/>
          </a:xfrm>
          <a:custGeom xmlns:a="http://schemas.openxmlformats.org/drawingml/2006/main">
            <a:pathLst>
              <a:path w="32363" h="32366">
                <a:moveTo>
                  <a:pt x="32363" y="16183"/>
                </a:moveTo>
                <a:cubicBezTo>
                  <a:pt x="32363" y="25120"/>
                  <a:pt x="25118" y="32366"/>
                  <a:pt x="16182" y="32366"/>
                </a:cubicBezTo>
                <a:cubicBezTo>
                  <a:pt x="7245" y="32366"/>
                  <a:pt x="0" y="25120"/>
                  <a:pt x="0" y="16183"/>
                </a:cubicBezTo>
                <a:cubicBezTo>
                  <a:pt x="0" y="7245"/>
                  <a:pt x="7245" y="0"/>
                  <a:pt x="16182" y="0"/>
                </a:cubicBezTo>
                <a:cubicBezTo>
                  <a:pt x="25118" y="0"/>
                  <a:pt x="32363" y="7245"/>
                  <a:pt x="32363" y="16183"/>
                </a:cubicBezTo>
                <a:close/>
              </a:path>
            </a:pathLst>
          </a:custGeom>
          <a:solidFill xmlns:a="http://schemas.openxmlformats.org/drawingml/2006/main">
            <a:srgbClr val="EC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native-plot-average-text-token-length-trend-marker-3">
            <a:extLst xmlns:a="http://schemas.openxmlformats.org/drawingml/2006/main">
              <a:ext uri="{FF2B5EF4-FFF2-40B4-BE49-F238E27FC236}">
                <a16:creationId xmlns:a16="http://schemas.microsoft.com/office/drawing/2014/main" id="{B2D796ED-5A6F-4687-B271-9F81FEE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7" y="1511386"/>
            <a:ext cx="37909" cy="37912"/>
          </a:xfrm>
          <a:custGeom xmlns:a="http://schemas.openxmlformats.org/drawingml/2006/main">
            <a:pathLst>
              <a:path w="32363" h="32366">
                <a:moveTo>
                  <a:pt x="32363" y="16183"/>
                </a:moveTo>
                <a:cubicBezTo>
                  <a:pt x="32363" y="25120"/>
                  <a:pt x="25118" y="32366"/>
                  <a:pt x="16182" y="32366"/>
                </a:cubicBezTo>
                <a:cubicBezTo>
                  <a:pt x="7245" y="32366"/>
                  <a:pt x="0" y="25120"/>
                  <a:pt x="0" y="16183"/>
                </a:cubicBezTo>
                <a:cubicBezTo>
                  <a:pt x="0" y="7245"/>
                  <a:pt x="7245" y="0"/>
                  <a:pt x="16182" y="0"/>
                </a:cubicBezTo>
                <a:cubicBezTo>
                  <a:pt x="25118" y="0"/>
                  <a:pt x="32363" y="7245"/>
                  <a:pt x="32363" y="16183"/>
                </a:cubicBezTo>
                <a:close/>
              </a:path>
            </a:pathLst>
          </a:custGeom>
          <a:solidFill xmlns:a="http://schemas.openxmlformats.org/drawingml/2006/main">
            <a:srgbClr val="EC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native-plot-dataset-statistic-vertical-grid-0">
            <a:extLst xmlns:a="http://schemas.openxmlformats.org/drawingml/2006/main">
              <a:ext uri="{FF2B5EF4-FFF2-40B4-BE49-F238E27FC236}">
                <a16:creationId xmlns:a16="http://schemas.microsoft.com/office/drawing/2014/main" id="{790153CB-FB5A-4A01-9036-053D72D8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1132388"/>
            <a:ext cx="191" cy="1936267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38" name="native-plot-dataset-statistic-vertical-grid-1">
            <a:extLst xmlns:a="http://schemas.openxmlformats.org/drawingml/2006/main">
              <a:ext uri="{FF2B5EF4-FFF2-40B4-BE49-F238E27FC236}">
                <a16:creationId xmlns:a16="http://schemas.microsoft.com/office/drawing/2014/main" id="{8D041F3F-DC7B-41AC-82AC-970FE7C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726" y="1132388"/>
            <a:ext cx="191" cy="1936267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39" name="native-plot-dataset-statistic-vertical-grid-2">
            <a:extLst xmlns:a="http://schemas.openxmlformats.org/drawingml/2006/main">
              <a:ext uri="{FF2B5EF4-FFF2-40B4-BE49-F238E27FC236}">
                <a16:creationId xmlns:a16="http://schemas.microsoft.com/office/drawing/2014/main" id="{7CBAD530-54ED-4F68-B39F-3927B99C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590" y="1132388"/>
            <a:ext cx="191" cy="1936267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0" name="native-plot-dataset-statistic-vertical-grid-3">
            <a:extLst xmlns:a="http://schemas.openxmlformats.org/drawingml/2006/main">
              <a:ext uri="{FF2B5EF4-FFF2-40B4-BE49-F238E27FC236}">
                <a16:creationId xmlns:a16="http://schemas.microsoft.com/office/drawing/2014/main" id="{14C1B2A5-6C9A-42C1-AC2C-5A34D806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689" y="1132388"/>
            <a:ext cx="191" cy="1936267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1" name="native-plot-dataset-statistic-vertical-grid-4">
            <a:extLst xmlns:a="http://schemas.openxmlformats.org/drawingml/2006/main">
              <a:ext uri="{FF2B5EF4-FFF2-40B4-BE49-F238E27FC236}">
                <a16:creationId xmlns:a16="http://schemas.microsoft.com/office/drawing/2014/main" id="{09F4A361-27D9-43BA-8148-81C58B80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620" y="1132388"/>
            <a:ext cx="191" cy="1936267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2" name="native-plot-dataset-statistic-vertical-grid-5">
            <a:extLst xmlns:a="http://schemas.openxmlformats.org/drawingml/2006/main">
              <a:ext uri="{FF2B5EF4-FFF2-40B4-BE49-F238E27FC236}">
                <a16:creationId xmlns:a16="http://schemas.microsoft.com/office/drawing/2014/main" id="{2D746140-F0C2-4440-A1EF-824C8D3A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954" y="1132388"/>
            <a:ext cx="191" cy="1936267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3" name="native-plot-dataset-statistic-vertical-grid-6">
            <a:extLst xmlns:a="http://schemas.openxmlformats.org/drawingml/2006/main">
              <a:ext uri="{FF2B5EF4-FFF2-40B4-BE49-F238E27FC236}">
                <a16:creationId xmlns:a16="http://schemas.microsoft.com/office/drawing/2014/main" id="{27FCB40C-1553-4F78-ABE5-E34FA0D2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0221" y="1132388"/>
            <a:ext cx="191" cy="1936267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4" name="native-plot-dataset-statistic-horizontal-grid-0">
            <a:extLst xmlns:a="http://schemas.openxmlformats.org/drawingml/2006/main">
              <a:ext uri="{FF2B5EF4-FFF2-40B4-BE49-F238E27FC236}">
                <a16:creationId xmlns:a16="http://schemas.microsoft.com/office/drawing/2014/main" id="{C8FC4373-CCBC-4D04-A8A9-7E30473C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1132388"/>
            <a:ext cx="2742608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5" name="native-plot-dataset-statistic-horizontal-grid-1">
            <a:extLst xmlns:a="http://schemas.openxmlformats.org/drawingml/2006/main">
              <a:ext uri="{FF2B5EF4-FFF2-40B4-BE49-F238E27FC236}">
                <a16:creationId xmlns:a16="http://schemas.microsoft.com/office/drawing/2014/main" id="{DBC79EAB-A100-47E2-A2E4-3C72B70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1747438"/>
            <a:ext cx="2742608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6" name="native-plot-dataset-statistic-horizontal-grid-2">
            <a:extLst xmlns:a="http://schemas.openxmlformats.org/drawingml/2006/main">
              <a:ext uri="{FF2B5EF4-FFF2-40B4-BE49-F238E27FC236}">
                <a16:creationId xmlns:a16="http://schemas.microsoft.com/office/drawing/2014/main" id="{DA245AA1-3E4B-4DBF-B566-D5A6398F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2240996"/>
            <a:ext cx="2742608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7" name="native-plot-dataset-statistic-horizontal-grid-3">
            <a:extLst xmlns:a="http://schemas.openxmlformats.org/drawingml/2006/main">
              <a:ext uri="{FF2B5EF4-FFF2-40B4-BE49-F238E27FC236}">
                <a16:creationId xmlns:a16="http://schemas.microsoft.com/office/drawing/2014/main" id="{9EF50C8E-2821-4DC5-8898-8F4E257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2408046"/>
            <a:ext cx="2742608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8" name="native-plot-dataset-statistic-horizontal-grid-4">
            <a:extLst xmlns:a="http://schemas.openxmlformats.org/drawingml/2006/main">
              <a:ext uri="{FF2B5EF4-FFF2-40B4-BE49-F238E27FC236}">
                <a16:creationId xmlns:a16="http://schemas.microsoft.com/office/drawing/2014/main" id="{50ED1865-A57A-4BBF-AC63-BC64A8E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2658622"/>
            <a:ext cx="2742608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49" name="native-plot-dataset-statistic-horizontal-grid-5">
            <a:extLst xmlns:a="http://schemas.openxmlformats.org/drawingml/2006/main">
              <a:ext uri="{FF2B5EF4-FFF2-40B4-BE49-F238E27FC236}">
                <a16:creationId xmlns:a16="http://schemas.microsoft.com/office/drawing/2014/main" id="{EADA0C4B-7BC5-4EEF-9F35-8B3C6050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3030689"/>
            <a:ext cx="2742608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>
            <a:solidFill>
              <a:srgbClr val="DEDEDE"/>
            </a:solidFill>
            <a:prstDash val="solid"/>
          </a:ln>
        </p:spPr>
      </p:sp>
      <p:sp>
        <p:nvSpPr>
          <p:cNvPr id="450" name="native-plot-dataset-statistic-y-axis">
            <a:extLst xmlns:a="http://schemas.openxmlformats.org/drawingml/2006/main">
              <a:ext uri="{FF2B5EF4-FFF2-40B4-BE49-F238E27FC236}">
                <a16:creationId xmlns:a16="http://schemas.microsoft.com/office/drawing/2014/main" id="{3E5B6FBE-60C8-401D-8545-92FCDFCB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1132388"/>
            <a:ext cx="191" cy="1936267"/>
          </a:xfrm>
          <a:custGeom xmlns:a="http://schemas.openxmlformats.org/drawingml/2006/main">
            <a:pathLst>
              <a:path w="191" h="1652998">
                <a:moveTo>
                  <a:pt x="0" y="0"/>
                </a:moveTo>
                <a:lnTo>
                  <a:pt x="0" y="1652998"/>
                </a:lnTo>
              </a:path>
            </a:pathLst>
          </a:custGeom>
          <a:noFill xmlns:a="http://schemas.openxmlformats.org/drawingml/2006/main"/>
          <a:ln xmlns:a="http://schemas.openxmlformats.org/drawingml/2006/main" w="6075">
            <a:solidFill>
              <a:srgbClr val="7A7A7A"/>
            </a:solidFill>
            <a:prstDash val="solid"/>
          </a:ln>
        </p:spPr>
      </p:sp>
      <p:sp>
        <p:nvSpPr>
          <p:cNvPr id="451" name="native-plot-dataset-statistic-x-axis">
            <a:extLst xmlns:a="http://schemas.openxmlformats.org/drawingml/2006/main">
              <a:ext uri="{FF2B5EF4-FFF2-40B4-BE49-F238E27FC236}">
                <a16:creationId xmlns:a16="http://schemas.microsoft.com/office/drawing/2014/main" id="{90380F97-0101-4331-8417-6937126B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169" y="3068655"/>
            <a:ext cx="2742608" cy="191"/>
          </a:xfrm>
          <a:custGeom xmlns:a="http://schemas.openxmlformats.org/drawingml/2006/main">
            <a:pathLst>
              <a:path w="2341375" h="191">
                <a:moveTo>
                  <a:pt x="0" y="0"/>
                </a:moveTo>
                <a:lnTo>
                  <a:pt x="234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75">
            <a:solidFill>
              <a:srgbClr val="7A7A7A"/>
            </a:solidFill>
            <a:prstDash val="solid"/>
          </a:ln>
        </p:spPr>
      </p:sp>
      <p:sp>
        <p:nvSpPr>
          <p:cNvPr id="452" name="native-plot-dataset-statistic-marker-0">
            <a:extLst xmlns:a="http://schemas.openxmlformats.org/drawingml/2006/main">
              <a:ext uri="{FF2B5EF4-FFF2-40B4-BE49-F238E27FC236}">
                <a16:creationId xmlns:a16="http://schemas.microsoft.com/office/drawing/2014/main" id="{68F18342-9483-406A-8B81-E5FD9A1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558" y="2931977"/>
            <a:ext cx="182334" cy="182237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F1E1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native-plot-dataset-statistic-marker-1">
            <a:extLst xmlns:a="http://schemas.openxmlformats.org/drawingml/2006/main">
              <a:ext uri="{FF2B5EF4-FFF2-40B4-BE49-F238E27FC236}">
                <a16:creationId xmlns:a16="http://schemas.microsoft.com/office/drawing/2014/main" id="{FFECF197-649E-475E-9800-37A30299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558" y="2316928"/>
            <a:ext cx="182334" cy="182237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F6C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native-plot-dataset-statistic-marker-2">
            <a:extLst xmlns:a="http://schemas.openxmlformats.org/drawingml/2006/main">
              <a:ext uri="{FF2B5EF4-FFF2-40B4-BE49-F238E27FC236}">
                <a16:creationId xmlns:a16="http://schemas.microsoft.com/office/drawing/2014/main" id="{C36602D2-6ADE-4278-8756-41A444D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423" y="2939571"/>
            <a:ext cx="182334" cy="182237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8FB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native-plot-dataset-statistic-marker-3">
            <a:extLst xmlns:a="http://schemas.openxmlformats.org/drawingml/2006/main">
              <a:ext uri="{FF2B5EF4-FFF2-40B4-BE49-F238E27FC236}">
                <a16:creationId xmlns:a16="http://schemas.microsoft.com/office/drawing/2014/main" id="{6DAD60B9-1AF8-4641-AD55-C664C568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423" y="2567504"/>
            <a:ext cx="182334" cy="182237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8D9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native-plot-dataset-statistic-marker-4">
            <a:extLst xmlns:a="http://schemas.openxmlformats.org/drawingml/2006/main">
              <a:ext uri="{FF2B5EF4-FFF2-40B4-BE49-F238E27FC236}">
                <a16:creationId xmlns:a16="http://schemas.microsoft.com/office/drawing/2014/main" id="{93726222-323F-4B68-B04D-B8D13254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021" y="2157471"/>
            <a:ext cx="167140" cy="150345"/>
          </a:xfrm>
          <a:custGeom xmlns:a="http://schemas.openxmlformats.org/drawingml/2006/main">
            <a:pathLst>
              <a:path w="142688" h="128350">
                <a:moveTo>
                  <a:pt x="71344" y="0"/>
                </a:moveTo>
                <a:lnTo>
                  <a:pt x="142688" y="128350"/>
                </a:lnTo>
                <a:lnTo>
                  <a:pt x="0" y="128350"/>
                </a:lnTo>
                <a:close/>
              </a:path>
            </a:pathLst>
          </a:custGeom>
          <a:solidFill xmlns:a="http://schemas.openxmlformats.org/drawingml/2006/main">
            <a:srgbClr val="ABB1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native-plot-dataset-statistic-marker-5">
            <a:extLst xmlns:a="http://schemas.openxmlformats.org/drawingml/2006/main">
              <a:ext uri="{FF2B5EF4-FFF2-40B4-BE49-F238E27FC236}">
                <a16:creationId xmlns:a16="http://schemas.microsoft.com/office/drawing/2014/main" id="{3511766B-DABF-4D04-92AB-672F19DB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522" y="2939571"/>
            <a:ext cx="182334" cy="182237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BBB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native-plot-dataset-statistic-marker-6">
            <a:extLst xmlns:a="http://schemas.openxmlformats.org/drawingml/2006/main">
              <a:ext uri="{FF2B5EF4-FFF2-40B4-BE49-F238E27FC236}">
                <a16:creationId xmlns:a16="http://schemas.microsoft.com/office/drawing/2014/main" id="{02C7EAD0-B33F-4F9C-B0F9-D546D320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522" y="2567504"/>
            <a:ext cx="182334" cy="182237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BC8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native-plot-dataset-statistic-marker-7">
            <a:extLst xmlns:a="http://schemas.openxmlformats.org/drawingml/2006/main">
              <a:ext uri="{FF2B5EF4-FFF2-40B4-BE49-F238E27FC236}">
                <a16:creationId xmlns:a16="http://schemas.microsoft.com/office/drawing/2014/main" id="{CB0EA23C-2C55-4E1D-9CC3-F727FD1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453" y="2939571"/>
            <a:ext cx="182334" cy="182237"/>
          </a:xfrm>
          <a:custGeom xmlns:a="http://schemas.openxmlformats.org/drawingml/2006/main">
            <a:pathLst>
              <a:path w="155659" h="155576">
                <a:moveTo>
                  <a:pt x="155659" y="77788"/>
                </a:moveTo>
                <a:cubicBezTo>
                  <a:pt x="155659" y="120749"/>
                  <a:pt x="120814" y="155576"/>
                  <a:pt x="77830" y="155576"/>
                </a:cubicBezTo>
                <a:cubicBezTo>
                  <a:pt x="34846" y="155576"/>
                  <a:pt x="0" y="120749"/>
                  <a:pt x="0" y="77788"/>
                </a:cubicBezTo>
                <a:cubicBezTo>
                  <a:pt x="0" y="34827"/>
                  <a:pt x="34846" y="0"/>
                  <a:pt x="77830" y="0"/>
                </a:cubicBezTo>
                <a:cubicBezTo>
                  <a:pt x="120814" y="0"/>
                  <a:pt x="155659" y="34827"/>
                  <a:pt x="155659" y="77788"/>
                </a:cubicBezTo>
                <a:close/>
              </a:path>
            </a:pathLst>
          </a:custGeom>
          <a:solidFill xmlns:a="http://schemas.openxmlformats.org/drawingml/2006/main">
            <a:srgbClr val="EAC6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native-plot-dataset-statistic-marker-8">
            <a:extLst xmlns:a="http://schemas.openxmlformats.org/drawingml/2006/main">
              <a:ext uri="{FF2B5EF4-FFF2-40B4-BE49-F238E27FC236}">
                <a16:creationId xmlns:a16="http://schemas.microsoft.com/office/drawing/2014/main" id="{018C089A-5E20-42D2-98DD-26C7B4B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453" y="1656319"/>
            <a:ext cx="182334" cy="164013"/>
          </a:xfrm>
          <a:custGeom xmlns:a="http://schemas.openxmlformats.org/drawingml/2006/main">
            <a:pathLst>
              <a:path w="155659" h="140019">
                <a:moveTo>
                  <a:pt x="77830" y="0"/>
                </a:moveTo>
                <a:lnTo>
                  <a:pt x="155659" y="140019"/>
                </a:lnTo>
                <a:lnTo>
                  <a:pt x="0" y="140019"/>
                </a:lnTo>
                <a:close/>
              </a:path>
            </a:pathLst>
          </a:custGeom>
          <a:solidFill xmlns:a="http://schemas.openxmlformats.org/drawingml/2006/main">
            <a:srgbClr val="BEBC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native-plot-dataset-statistic-marker-9">
            <a:extLst xmlns:a="http://schemas.openxmlformats.org/drawingml/2006/main">
              <a:ext uri="{FF2B5EF4-FFF2-40B4-BE49-F238E27FC236}">
                <a16:creationId xmlns:a16="http://schemas.microsoft.com/office/drawing/2014/main" id="{3020FC49-9834-4826-A9F9-D95C693A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384" y="2582690"/>
            <a:ext cx="167140" cy="150345"/>
          </a:xfrm>
          <a:custGeom xmlns:a="http://schemas.openxmlformats.org/drawingml/2006/main">
            <a:pathLst>
              <a:path w="142688" h="128350">
                <a:moveTo>
                  <a:pt x="71344" y="0"/>
                </a:moveTo>
                <a:lnTo>
                  <a:pt x="142688" y="128350"/>
                </a:lnTo>
                <a:lnTo>
                  <a:pt x="0" y="128350"/>
                </a:lnTo>
                <a:close/>
              </a:path>
            </a:pathLst>
          </a:custGeom>
          <a:solidFill xmlns:a="http://schemas.openxmlformats.org/drawingml/2006/main">
            <a:srgbClr val="BFD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native-plot-dataset-statistic-marker-10">
            <a:extLst xmlns:a="http://schemas.openxmlformats.org/drawingml/2006/main">
              <a:ext uri="{FF2B5EF4-FFF2-40B4-BE49-F238E27FC236}">
                <a16:creationId xmlns:a16="http://schemas.microsoft.com/office/drawing/2014/main" id="{75EF3406-60C6-4F8A-9324-B9B03A95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291" y="1064049"/>
            <a:ext cx="187861" cy="178571"/>
          </a:xfrm>
          <a:custGeom xmlns:a="http://schemas.openxmlformats.org/drawingml/2006/main">
            <a:pathLst>
              <a:path w="160377" h="152447">
                <a:moveTo>
                  <a:pt x="80189" y="0"/>
                </a:moveTo>
                <a:lnTo>
                  <a:pt x="101499" y="54955"/>
                </a:lnTo>
                <a:lnTo>
                  <a:pt x="160377" y="58229"/>
                </a:lnTo>
                <a:lnTo>
                  <a:pt x="114670" y="95468"/>
                </a:lnTo>
                <a:lnTo>
                  <a:pt x="129748" y="152447"/>
                </a:lnTo>
                <a:lnTo>
                  <a:pt x="80189" y="120507"/>
                </a:lnTo>
                <a:lnTo>
                  <a:pt x="30629" y="152447"/>
                </a:lnTo>
                <a:lnTo>
                  <a:pt x="45708" y="95468"/>
                </a:lnTo>
                <a:lnTo>
                  <a:pt x="0" y="58229"/>
                </a:lnTo>
                <a:lnTo>
                  <a:pt x="58878" y="54955"/>
                </a:lnTo>
                <a:close/>
              </a:path>
            </a:pathLst>
          </a:custGeom>
          <a:solidFill xmlns:a="http://schemas.openxmlformats.org/drawingml/2006/main">
            <a:srgbClr val="ED8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212">
            <a:extLst xmlns:a="http://schemas.openxmlformats.org/drawingml/2006/main">
              <a:ext uri="{FF2B5EF4-FFF2-40B4-BE49-F238E27FC236}">
                <a16:creationId xmlns:a16="http://schemas.microsoft.com/office/drawing/2014/main" id="{97B5E59F-F048-42DE-AB65-1806B2CC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424" y="984329"/>
            <a:ext cx="305771" cy="2212669"/>
          </a:xfrm>
          <a:custGeom xmlns:a="http://schemas.openxmlformats.org/drawingml/2006/main">
            <a:pathLst>
              <a:path w="261038" h="1888964">
                <a:moveTo>
                  <a:pt x="0" y="0"/>
                </a:moveTo>
                <a:lnTo>
                  <a:pt x="0" y="1888964"/>
                </a:lnTo>
                <a:lnTo>
                  <a:pt x="261038" y="1888964"/>
                </a:lnTo>
                <a:lnTo>
                  <a:pt x="26103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213">
            <a:extLst xmlns:a="http://schemas.openxmlformats.org/drawingml/2006/main">
              <a:ext uri="{FF2B5EF4-FFF2-40B4-BE49-F238E27FC236}">
                <a16:creationId xmlns:a16="http://schemas.microsoft.com/office/drawing/2014/main" id="{D7C15933-694B-4232-A844-F429B49D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612" y="972284"/>
            <a:ext cx="330093" cy="2235369"/>
          </a:xfrm>
          <a:custGeom xmlns:a="http://schemas.openxmlformats.org/drawingml/2006/main">
            <a:pathLst>
              <a:path w="281802" h="1908343">
                <a:moveTo>
                  <a:pt x="281802" y="0"/>
                </a:moveTo>
                <a:lnTo>
                  <a:pt x="281802" y="1908343"/>
                </a:lnTo>
                <a:lnTo>
                  <a:pt x="0" y="1908343"/>
                </a:lnTo>
                <a:lnTo>
                  <a:pt x="0" y="0"/>
                </a:lnTo>
                <a:lnTo>
                  <a:pt x="281802" y="0"/>
                </a:lnTo>
                <a:moveTo>
                  <a:pt x="9887" y="19776"/>
                </a:moveTo>
                <a:lnTo>
                  <a:pt x="19775" y="9888"/>
                </a:lnTo>
                <a:lnTo>
                  <a:pt x="19775" y="1898455"/>
                </a:lnTo>
                <a:lnTo>
                  <a:pt x="9887" y="1888568"/>
                </a:lnTo>
                <a:lnTo>
                  <a:pt x="271913" y="1888568"/>
                </a:lnTo>
                <a:lnTo>
                  <a:pt x="262026" y="1898455"/>
                </a:lnTo>
                <a:lnTo>
                  <a:pt x="262026" y="9888"/>
                </a:lnTo>
                <a:lnTo>
                  <a:pt x="271913" y="19776"/>
                </a:lnTo>
                <a:lnTo>
                  <a:pt x="9887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214">
            <a:extLst xmlns:a="http://schemas.openxmlformats.org/drawingml/2006/main">
              <a:ext uri="{FF2B5EF4-FFF2-40B4-BE49-F238E27FC236}">
                <a16:creationId xmlns:a16="http://schemas.microsoft.com/office/drawing/2014/main" id="{D284CBC5-1890-4C93-A8CD-277537CC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654" y="3177539"/>
            <a:ext cx="2813091" cy="216819"/>
          </a:xfrm>
          <a:custGeom xmlns:a="http://schemas.openxmlformats.org/drawingml/2006/main">
            <a:pathLst>
              <a:path w="2401547" h="185099">
                <a:moveTo>
                  <a:pt x="0" y="0"/>
                </a:moveTo>
                <a:lnTo>
                  <a:pt x="0" y="185099"/>
                </a:lnTo>
                <a:lnTo>
                  <a:pt x="2401547" y="185099"/>
                </a:lnTo>
                <a:lnTo>
                  <a:pt x="240154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215">
            <a:extLst xmlns:a="http://schemas.openxmlformats.org/drawingml/2006/main">
              <a:ext uri="{FF2B5EF4-FFF2-40B4-BE49-F238E27FC236}">
                <a16:creationId xmlns:a16="http://schemas.microsoft.com/office/drawing/2014/main" id="{BF249D0E-DD5D-4D5B-9767-51AC379A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913" y="3164799"/>
            <a:ext cx="2837645" cy="242069"/>
          </a:xfrm>
          <a:custGeom xmlns:a="http://schemas.openxmlformats.org/drawingml/2006/main">
            <a:pathLst>
              <a:path w="2422508" h="206655">
                <a:moveTo>
                  <a:pt x="2422508" y="0"/>
                </a:moveTo>
                <a:lnTo>
                  <a:pt x="2422508" y="206655"/>
                </a:lnTo>
                <a:lnTo>
                  <a:pt x="0" y="206655"/>
                </a:lnTo>
                <a:lnTo>
                  <a:pt x="0" y="0"/>
                </a:lnTo>
                <a:lnTo>
                  <a:pt x="2422508" y="0"/>
                </a:lnTo>
                <a:moveTo>
                  <a:pt x="9888" y="19776"/>
                </a:moveTo>
                <a:lnTo>
                  <a:pt x="19776" y="9888"/>
                </a:lnTo>
                <a:lnTo>
                  <a:pt x="19776" y="196767"/>
                </a:lnTo>
                <a:lnTo>
                  <a:pt x="9888" y="186879"/>
                </a:lnTo>
                <a:lnTo>
                  <a:pt x="2412621" y="186879"/>
                </a:lnTo>
                <a:lnTo>
                  <a:pt x="2402733" y="196767"/>
                </a:lnTo>
                <a:lnTo>
                  <a:pt x="2402733" y="9888"/>
                </a:lnTo>
                <a:lnTo>
                  <a:pt x="2412621" y="19776"/>
                </a:lnTo>
                <a:lnTo>
                  <a:pt x="9888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text-216 1">
            <a:extLst xmlns:a="http://schemas.openxmlformats.org/drawingml/2006/main">
              <a:ext uri="{FF2B5EF4-FFF2-40B4-BE49-F238E27FC236}">
                <a16:creationId xmlns:a16="http://schemas.microsoft.com/office/drawing/2014/main" id="{840DAD1B-B824-4FD7-BEA7-D36FC0A8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1058" y="3139123"/>
            <a:ext cx="87624" cy="194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68" name="text-217 2">
            <a:extLst xmlns:a="http://schemas.openxmlformats.org/drawingml/2006/main">
              <a:ext uri="{FF2B5EF4-FFF2-40B4-BE49-F238E27FC236}">
                <a16:creationId xmlns:a16="http://schemas.microsoft.com/office/drawing/2014/main" id="{9B53B978-650E-4A1F-9AB0-741BE866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6365" y="3139222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69" name="text-218 2.4">
            <a:extLst xmlns:a="http://schemas.openxmlformats.org/drawingml/2006/main">
              <a:ext uri="{FF2B5EF4-FFF2-40B4-BE49-F238E27FC236}">
                <a16:creationId xmlns:a16="http://schemas.microsoft.com/office/drawing/2014/main" id="{F3117116-0696-4199-9429-0DBB4E53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8629" y="3139312"/>
            <a:ext cx="229147" cy="19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2.4</a:t>
            </a:r>
          </a:p>
        </p:txBody>
      </p:sp>
      <p:sp>
        <p:nvSpPr>
          <p:cNvPr id="470" name="text-219 2.7">
            <a:extLst xmlns:a="http://schemas.openxmlformats.org/drawingml/2006/main">
              <a:ext uri="{FF2B5EF4-FFF2-40B4-BE49-F238E27FC236}">
                <a16:creationId xmlns:a16="http://schemas.microsoft.com/office/drawing/2014/main" id="{13CAC610-A06B-4155-BEE3-8BD6F5F7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2703" y="3140471"/>
            <a:ext cx="229147" cy="19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2.7</a:t>
            </a:r>
          </a:p>
        </p:txBody>
      </p:sp>
      <p:sp>
        <p:nvSpPr>
          <p:cNvPr id="471" name="text-220 3">
            <a:extLst xmlns:a="http://schemas.openxmlformats.org/drawingml/2006/main">
              <a:ext uri="{FF2B5EF4-FFF2-40B4-BE49-F238E27FC236}">
                <a16:creationId xmlns:a16="http://schemas.microsoft.com/office/drawing/2014/main" id="{FF21C7B5-CC65-4C7B-A7DC-C28BAE4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7089" y="3134590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472" name="text-221 3.8">
            <a:extLst xmlns:a="http://schemas.openxmlformats.org/drawingml/2006/main">
              <a:ext uri="{FF2B5EF4-FFF2-40B4-BE49-F238E27FC236}">
                <a16:creationId xmlns:a16="http://schemas.microsoft.com/office/drawing/2014/main" id="{4B4352F5-D0C4-4051-8A18-4ECA1F00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4484" y="3141629"/>
            <a:ext cx="229147" cy="19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3.8</a:t>
            </a:r>
          </a:p>
        </p:txBody>
      </p:sp>
      <p:sp>
        <p:nvSpPr>
          <p:cNvPr id="473" name="text-222 Average">
            <a:extLst xmlns:a="http://schemas.openxmlformats.org/drawingml/2006/main">
              <a:ext uri="{FF2B5EF4-FFF2-40B4-BE49-F238E27FC236}">
                <a16:creationId xmlns:a16="http://schemas.microsoft.com/office/drawing/2014/main" id="{D653BFD2-7A69-4176-8848-C01249F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1638" y="3325347"/>
            <a:ext cx="838649" cy="29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474" name="text-222 Images">
            <a:extLst xmlns:a="http://schemas.openxmlformats.org/drawingml/2006/main">
              <a:ext uri="{FF2B5EF4-FFF2-40B4-BE49-F238E27FC236}">
                <a16:creationId xmlns:a16="http://schemas.microsoft.com/office/drawing/2014/main" id="{2DCD8E61-DC25-42EB-8809-A353E828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5672" y="3325471"/>
            <a:ext cx="747143" cy="29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Images</a:t>
            </a:r>
          </a:p>
        </p:txBody>
      </p:sp>
      <p:sp>
        <p:nvSpPr>
          <p:cNvPr id="475" name="text-223 Average">
            <a:extLst xmlns:a="http://schemas.openxmlformats.org/drawingml/2006/main">
              <a:ext uri="{FF2B5EF4-FFF2-40B4-BE49-F238E27FC236}">
                <a16:creationId xmlns:a16="http://schemas.microsoft.com/office/drawing/2014/main" id="{7BD6A266-8098-4ADC-B5C6-EEE5CC4B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114070" y="2290222"/>
            <a:ext cx="639043" cy="222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476" name="text-223 Turns">
            <a:extLst xmlns:a="http://schemas.openxmlformats.org/drawingml/2006/main">
              <a:ext uri="{FF2B5EF4-FFF2-40B4-BE49-F238E27FC236}">
                <a16:creationId xmlns:a16="http://schemas.microsoft.com/office/drawing/2014/main" id="{809B787A-8ACB-4388-9B44-6BD2105A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217619" y="1628724"/>
            <a:ext cx="436228" cy="21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Turns</a:t>
            </a:r>
          </a:p>
        </p:txBody>
      </p:sp>
      <p:sp>
        <p:nvSpPr>
          <p:cNvPr id="477" name="text-224 1">
            <a:extLst xmlns:a="http://schemas.openxmlformats.org/drawingml/2006/main">
              <a:ext uri="{FF2B5EF4-FFF2-40B4-BE49-F238E27FC236}">
                <a16:creationId xmlns:a16="http://schemas.microsoft.com/office/drawing/2014/main" id="{22B65C06-3435-4D6E-81B7-388E9E5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464" y="2931802"/>
            <a:ext cx="87624" cy="194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78" name="text-225 2">
            <a:extLst xmlns:a="http://schemas.openxmlformats.org/drawingml/2006/main">
              <a:ext uri="{FF2B5EF4-FFF2-40B4-BE49-F238E27FC236}">
                <a16:creationId xmlns:a16="http://schemas.microsoft.com/office/drawing/2014/main" id="{9C445422-4AA4-482A-A5A9-073EC239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0883" y="2586751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79" name="text-226 3">
            <a:extLst xmlns:a="http://schemas.openxmlformats.org/drawingml/2006/main">
              <a:ext uri="{FF2B5EF4-FFF2-40B4-BE49-F238E27FC236}">
                <a16:creationId xmlns:a16="http://schemas.microsoft.com/office/drawing/2014/main" id="{6B961F28-FFEB-4000-9746-2DD34764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0883" y="2326151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480" name="text-227 4">
            <a:extLst xmlns:a="http://schemas.openxmlformats.org/drawingml/2006/main">
              <a:ext uri="{FF2B5EF4-FFF2-40B4-BE49-F238E27FC236}">
                <a16:creationId xmlns:a16="http://schemas.microsoft.com/office/drawing/2014/main" id="{8007C140-54C4-47F3-8234-BC1FE671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0883" y="2109563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sp>
        <p:nvSpPr>
          <p:cNvPr id="481" name="text-228 7.5">
            <a:extLst xmlns:a="http://schemas.openxmlformats.org/drawingml/2006/main">
              <a:ext uri="{FF2B5EF4-FFF2-40B4-BE49-F238E27FC236}">
                <a16:creationId xmlns:a16="http://schemas.microsoft.com/office/drawing/2014/main" id="{10197A1F-B89C-4C4A-B5E2-5B78E7C4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5484" y="1639415"/>
            <a:ext cx="229146" cy="19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7.5</a:t>
            </a:r>
          </a:p>
        </p:txBody>
      </p:sp>
      <p:sp>
        <p:nvSpPr>
          <p:cNvPr id="482" name="text-229 15">
            <a:extLst xmlns:a="http://schemas.openxmlformats.org/drawingml/2006/main">
              <a:ext uri="{FF2B5EF4-FFF2-40B4-BE49-F238E27FC236}">
                <a16:creationId xmlns:a16="http://schemas.microsoft.com/office/drawing/2014/main" id="{8BC34B39-CE56-4E1A-AFA3-3C19BF8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4439" y="1068304"/>
            <a:ext cx="172414" cy="194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15</a:t>
            </a:r>
          </a:p>
        </p:txBody>
      </p:sp>
      <p:sp>
        <p:nvSpPr>
          <p:cNvPr id="483" name="path-230">
            <a:extLst xmlns:a="http://schemas.openxmlformats.org/drawingml/2006/main">
              <a:ext uri="{FF2B5EF4-FFF2-40B4-BE49-F238E27FC236}">
                <a16:creationId xmlns:a16="http://schemas.microsoft.com/office/drawing/2014/main" id="{23926A97-697B-4ADF-8A74-FC9CC94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979" y="820325"/>
            <a:ext cx="1181387" cy="214039"/>
          </a:xfrm>
          <a:custGeom xmlns:a="http://schemas.openxmlformats.org/drawingml/2006/main">
            <a:pathLst>
              <a:path w="1008554" h="182726">
                <a:moveTo>
                  <a:pt x="0" y="0"/>
                </a:moveTo>
                <a:lnTo>
                  <a:pt x="0" y="182726"/>
                </a:lnTo>
                <a:lnTo>
                  <a:pt x="1008554" y="182726"/>
                </a:lnTo>
                <a:lnTo>
                  <a:pt x="1008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231">
            <a:extLst xmlns:a="http://schemas.openxmlformats.org/drawingml/2006/main">
              <a:ext uri="{FF2B5EF4-FFF2-40B4-BE49-F238E27FC236}">
                <a16:creationId xmlns:a16="http://schemas.microsoft.com/office/drawing/2014/main" id="{F0349668-089A-4164-9C28-BA06A400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396" y="807816"/>
            <a:ext cx="1204552" cy="237436"/>
          </a:xfrm>
          <a:custGeom xmlns:a="http://schemas.openxmlformats.org/drawingml/2006/main">
            <a:pathLst>
              <a:path w="1028331" h="202700">
                <a:moveTo>
                  <a:pt x="1028331" y="0"/>
                </a:moveTo>
                <a:lnTo>
                  <a:pt x="1028331" y="202700"/>
                </a:lnTo>
                <a:lnTo>
                  <a:pt x="0" y="202700"/>
                </a:lnTo>
                <a:lnTo>
                  <a:pt x="0" y="0"/>
                </a:lnTo>
                <a:lnTo>
                  <a:pt x="1028331" y="0"/>
                </a:lnTo>
                <a:moveTo>
                  <a:pt x="9888" y="19776"/>
                </a:moveTo>
                <a:lnTo>
                  <a:pt x="19776" y="9888"/>
                </a:lnTo>
                <a:lnTo>
                  <a:pt x="19776" y="192812"/>
                </a:lnTo>
                <a:lnTo>
                  <a:pt x="9888" y="182924"/>
                </a:lnTo>
                <a:lnTo>
                  <a:pt x="1018443" y="182924"/>
                </a:lnTo>
                <a:lnTo>
                  <a:pt x="1008554" y="192812"/>
                </a:lnTo>
                <a:lnTo>
                  <a:pt x="1008554" y="9888"/>
                </a:lnTo>
                <a:lnTo>
                  <a:pt x="1018443" y="19776"/>
                </a:lnTo>
                <a:lnTo>
                  <a:pt x="9888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text-232 Dataset">
            <a:extLst xmlns:a="http://schemas.openxmlformats.org/drawingml/2006/main">
              <a:ext uri="{FF2B5EF4-FFF2-40B4-BE49-F238E27FC236}">
                <a16:creationId xmlns:a16="http://schemas.microsoft.com/office/drawing/2014/main" id="{0B26EA49-EC4B-4D9D-A00B-29E7958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702" y="831399"/>
            <a:ext cx="901909" cy="323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Dataset</a:t>
            </a:r>
          </a:p>
        </p:txBody>
      </p:sp>
      <p:sp>
        <p:nvSpPr>
          <p:cNvPr id="486" name="text-232 Statistic">
            <a:extLst xmlns:a="http://schemas.openxmlformats.org/drawingml/2006/main">
              <a:ext uri="{FF2B5EF4-FFF2-40B4-BE49-F238E27FC236}">
                <a16:creationId xmlns:a16="http://schemas.microsoft.com/office/drawing/2014/main" id="{82689EC5-F571-4D43-9BA2-1B82E2C6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5754" y="831364"/>
            <a:ext cx="1007839" cy="32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Statistic</a:t>
            </a:r>
          </a:p>
        </p:txBody>
      </p:sp>
      <p:sp>
        <p:nvSpPr>
          <p:cNvPr id="487" name="path-233">
            <a:extLst xmlns:a="http://schemas.openxmlformats.org/drawingml/2006/main">
              <a:ext uri="{FF2B5EF4-FFF2-40B4-BE49-F238E27FC236}">
                <a16:creationId xmlns:a16="http://schemas.microsoft.com/office/drawing/2014/main" id="{B8B964D7-A0CD-46F9-8C85-17A0B018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5775" y="1084399"/>
            <a:ext cx="972906" cy="136207"/>
          </a:xfrm>
          <a:custGeom xmlns:a="http://schemas.openxmlformats.org/drawingml/2006/main">
            <a:pathLst>
              <a:path w="830573" h="116280">
                <a:moveTo>
                  <a:pt x="0" y="0"/>
                </a:moveTo>
                <a:lnTo>
                  <a:pt x="0" y="116280"/>
                </a:lnTo>
                <a:lnTo>
                  <a:pt x="830573" y="116280"/>
                </a:lnTo>
                <a:lnTo>
                  <a:pt x="83057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234">
            <a:extLst xmlns:a="http://schemas.openxmlformats.org/drawingml/2006/main">
              <a:ext uri="{FF2B5EF4-FFF2-40B4-BE49-F238E27FC236}">
                <a16:creationId xmlns:a16="http://schemas.microsoft.com/office/drawing/2014/main" id="{AB98D0DD-87C2-4A9D-9365-3215ABEC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425" y="1071890"/>
            <a:ext cx="996071" cy="160993"/>
          </a:xfrm>
          <a:custGeom xmlns:a="http://schemas.openxmlformats.org/drawingml/2006/main">
            <a:pathLst>
              <a:path w="850350" h="137441">
                <a:moveTo>
                  <a:pt x="850350" y="0"/>
                </a:moveTo>
                <a:lnTo>
                  <a:pt x="850350" y="137441"/>
                </a:lnTo>
                <a:lnTo>
                  <a:pt x="0" y="137441"/>
                </a:lnTo>
                <a:lnTo>
                  <a:pt x="0" y="0"/>
                </a:lnTo>
                <a:lnTo>
                  <a:pt x="850350" y="0"/>
                </a:lnTo>
                <a:moveTo>
                  <a:pt x="9887" y="19776"/>
                </a:moveTo>
                <a:lnTo>
                  <a:pt x="19775" y="9888"/>
                </a:lnTo>
                <a:lnTo>
                  <a:pt x="19775" y="127553"/>
                </a:lnTo>
                <a:lnTo>
                  <a:pt x="9887" y="117665"/>
                </a:lnTo>
                <a:lnTo>
                  <a:pt x="840462" y="117665"/>
                </a:lnTo>
                <a:lnTo>
                  <a:pt x="830573" y="127553"/>
                </a:lnTo>
                <a:lnTo>
                  <a:pt x="830573" y="9888"/>
                </a:lnTo>
                <a:lnTo>
                  <a:pt x="840462" y="19776"/>
                </a:lnTo>
                <a:lnTo>
                  <a:pt x="9887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path-235">
            <a:extLst xmlns:a="http://schemas.openxmlformats.org/drawingml/2006/main">
              <a:ext uri="{FF2B5EF4-FFF2-40B4-BE49-F238E27FC236}">
                <a16:creationId xmlns:a16="http://schemas.microsoft.com/office/drawing/2014/main" id="{9A236D2F-A0F1-4FF3-9757-14218E38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255" y="3177539"/>
            <a:ext cx="3202253" cy="138987"/>
          </a:xfrm>
          <a:custGeom xmlns:a="http://schemas.openxmlformats.org/drawingml/2006/main">
            <a:pathLst>
              <a:path w="2733776" h="118654">
                <a:moveTo>
                  <a:pt x="0" y="0"/>
                </a:moveTo>
                <a:lnTo>
                  <a:pt x="0" y="118654"/>
                </a:lnTo>
                <a:lnTo>
                  <a:pt x="2733776" y="118654"/>
                </a:lnTo>
                <a:lnTo>
                  <a:pt x="273377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236">
            <a:extLst xmlns:a="http://schemas.openxmlformats.org/drawingml/2006/main">
              <a:ext uri="{FF2B5EF4-FFF2-40B4-BE49-F238E27FC236}">
                <a16:creationId xmlns:a16="http://schemas.microsoft.com/office/drawing/2014/main" id="{E266B0A8-EA5F-4105-A148-0C2ACA46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0442" y="3164799"/>
            <a:ext cx="3225649" cy="162151"/>
          </a:xfrm>
          <a:custGeom xmlns:a="http://schemas.openxmlformats.org/drawingml/2006/main">
            <a:pathLst>
              <a:path w="2753749" h="138429">
                <a:moveTo>
                  <a:pt x="2753749" y="0"/>
                </a:moveTo>
                <a:lnTo>
                  <a:pt x="2753749" y="138429"/>
                </a:lnTo>
                <a:lnTo>
                  <a:pt x="0" y="138429"/>
                </a:lnTo>
                <a:lnTo>
                  <a:pt x="0" y="0"/>
                </a:lnTo>
                <a:lnTo>
                  <a:pt x="2753749" y="0"/>
                </a:lnTo>
                <a:moveTo>
                  <a:pt x="9887" y="19776"/>
                </a:moveTo>
                <a:lnTo>
                  <a:pt x="19775" y="9888"/>
                </a:lnTo>
                <a:lnTo>
                  <a:pt x="19775" y="128542"/>
                </a:lnTo>
                <a:lnTo>
                  <a:pt x="9887" y="118654"/>
                </a:lnTo>
                <a:lnTo>
                  <a:pt x="2743861" y="118654"/>
                </a:lnTo>
                <a:lnTo>
                  <a:pt x="2733973" y="128542"/>
                </a:lnTo>
                <a:lnTo>
                  <a:pt x="2733973" y="9888"/>
                </a:lnTo>
                <a:lnTo>
                  <a:pt x="2743861" y="19776"/>
                </a:lnTo>
                <a:lnTo>
                  <a:pt x="9887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path-237">
            <a:extLst xmlns:a="http://schemas.openxmlformats.org/drawingml/2006/main">
              <a:ext uri="{FF2B5EF4-FFF2-40B4-BE49-F238E27FC236}">
                <a16:creationId xmlns:a16="http://schemas.microsoft.com/office/drawing/2014/main" id="{F694751D-6A6A-4267-8FA3-B4DD046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247" y="1290100"/>
            <a:ext cx="255736" cy="1870761"/>
          </a:xfrm>
          <a:custGeom xmlns:a="http://schemas.openxmlformats.org/drawingml/2006/main">
            <a:pathLst>
              <a:path w="218323" h="1597076">
                <a:moveTo>
                  <a:pt x="218323" y="0"/>
                </a:moveTo>
                <a:lnTo>
                  <a:pt x="218323" y="1597076"/>
                </a:lnTo>
                <a:lnTo>
                  <a:pt x="0" y="1597076"/>
                </a:lnTo>
                <a:lnTo>
                  <a:pt x="0" y="0"/>
                </a:lnTo>
                <a:lnTo>
                  <a:pt x="218323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path-238">
            <a:extLst xmlns:a="http://schemas.openxmlformats.org/drawingml/2006/main">
              <a:ext uri="{FF2B5EF4-FFF2-40B4-BE49-F238E27FC236}">
                <a16:creationId xmlns:a16="http://schemas.microsoft.com/office/drawing/2014/main" id="{9D026E8B-4883-4829-A343-706E6E30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07" y="1278054"/>
            <a:ext cx="280290" cy="1894852"/>
          </a:xfrm>
          <a:custGeom xmlns:a="http://schemas.openxmlformats.org/drawingml/2006/main">
            <a:pathLst>
              <a:path w="239285" h="1617642">
                <a:moveTo>
                  <a:pt x="239285" y="1617642"/>
                </a:moveTo>
                <a:lnTo>
                  <a:pt x="0" y="1617642"/>
                </a:lnTo>
                <a:lnTo>
                  <a:pt x="0" y="0"/>
                </a:lnTo>
                <a:lnTo>
                  <a:pt x="239285" y="0"/>
                </a:lnTo>
                <a:lnTo>
                  <a:pt x="239285" y="1617642"/>
                </a:lnTo>
                <a:moveTo>
                  <a:pt x="219510" y="9888"/>
                </a:moveTo>
                <a:lnTo>
                  <a:pt x="229397" y="19776"/>
                </a:lnTo>
                <a:lnTo>
                  <a:pt x="9887" y="19776"/>
                </a:lnTo>
                <a:lnTo>
                  <a:pt x="19775" y="9888"/>
                </a:lnTo>
                <a:lnTo>
                  <a:pt x="19775" y="1607754"/>
                </a:lnTo>
                <a:lnTo>
                  <a:pt x="9887" y="1597867"/>
                </a:lnTo>
                <a:lnTo>
                  <a:pt x="229397" y="1597867"/>
                </a:lnTo>
                <a:lnTo>
                  <a:pt x="219510" y="1607754"/>
                </a:lnTo>
                <a:lnTo>
                  <a:pt x="219510" y="988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text-239 MMVet">
            <a:extLst xmlns:a="http://schemas.openxmlformats.org/drawingml/2006/main">
              <a:ext uri="{FF2B5EF4-FFF2-40B4-BE49-F238E27FC236}">
                <a16:creationId xmlns:a16="http://schemas.microsoft.com/office/drawing/2014/main" id="{AB60D92A-CDBC-4D4D-9F17-216EB7F0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8042" y="3169169"/>
            <a:ext cx="502881" cy="19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MMVet</a:t>
            </a:r>
          </a:p>
        </p:txBody>
      </p:sp>
      <p:sp>
        <p:nvSpPr>
          <p:cNvPr id="494" name="text-240 BLINK">
            <a:extLst xmlns:a="http://schemas.openxmlformats.org/drawingml/2006/main">
              <a:ext uri="{FF2B5EF4-FFF2-40B4-BE49-F238E27FC236}">
                <a16:creationId xmlns:a16="http://schemas.microsoft.com/office/drawing/2014/main" id="{91659B00-9C88-4470-A7BA-D3F7DA1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0495" y="3174709"/>
            <a:ext cx="462107" cy="1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BLINK</a:t>
            </a:r>
          </a:p>
        </p:txBody>
      </p:sp>
      <p:sp>
        <p:nvSpPr>
          <p:cNvPr id="495" name="text-241 Convbench">
            <a:extLst xmlns:a="http://schemas.openxmlformats.org/drawingml/2006/main">
              <a:ext uri="{FF2B5EF4-FFF2-40B4-BE49-F238E27FC236}">
                <a16:creationId xmlns:a16="http://schemas.microsoft.com/office/drawing/2014/main" id="{8D766D2B-8F1A-4328-9323-D77370B5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9015" y="3173934"/>
            <a:ext cx="705286" cy="19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Convbench</a:t>
            </a:r>
          </a:p>
        </p:txBody>
      </p:sp>
      <p:sp>
        <p:nvSpPr>
          <p:cNvPr id="496" name="text-242 MMDU(Ours)">
            <a:extLst xmlns:a="http://schemas.openxmlformats.org/drawingml/2006/main">
              <a:ext uri="{FF2B5EF4-FFF2-40B4-BE49-F238E27FC236}">
                <a16:creationId xmlns:a16="http://schemas.microsoft.com/office/drawing/2014/main" id="{08EB416D-DB3A-40BA-B9D5-EDE8F980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83246" y="3173957"/>
            <a:ext cx="892481" cy="19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MMDU(Ours)</a:t>
            </a:r>
          </a:p>
        </p:txBody>
      </p:sp>
      <p:sp>
        <p:nvSpPr>
          <p:cNvPr id="497" name="text-243 Datasets">
            <a:extLst xmlns:a="http://schemas.openxmlformats.org/drawingml/2006/main">
              <a:ext uri="{FF2B5EF4-FFF2-40B4-BE49-F238E27FC236}">
                <a16:creationId xmlns:a16="http://schemas.microsoft.com/office/drawing/2014/main" id="{38017D58-1EFF-4F6A-8221-532333B4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3184" y="3356323"/>
            <a:ext cx="1014383" cy="323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Datasets</a:t>
            </a:r>
          </a:p>
        </p:txBody>
      </p:sp>
      <p:sp>
        <p:nvSpPr>
          <p:cNvPr id="498" name="text-244 Average">
            <a:extLst xmlns:a="http://schemas.openxmlformats.org/drawingml/2006/main">
              <a:ext uri="{FF2B5EF4-FFF2-40B4-BE49-F238E27FC236}">
                <a16:creationId xmlns:a16="http://schemas.microsoft.com/office/drawing/2014/main" id="{9E85269B-DEC0-4182-B243-03E6FF76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2500712" y="2365505"/>
            <a:ext cx="639045" cy="222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499" name="text-244 Tokens">
            <a:extLst xmlns:a="http://schemas.openxmlformats.org/drawingml/2006/main">
              <a:ext uri="{FF2B5EF4-FFF2-40B4-BE49-F238E27FC236}">
                <a16:creationId xmlns:a16="http://schemas.microsoft.com/office/drawing/2014/main" id="{353A46E7-049D-40B1-9026-9D8255BA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2545112" y="1642402"/>
            <a:ext cx="550839" cy="221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Tokens</a:t>
            </a:r>
          </a:p>
        </p:txBody>
      </p:sp>
      <p:sp>
        <p:nvSpPr>
          <p:cNvPr id="500" name="text-245 0">
            <a:extLst xmlns:a="http://schemas.openxmlformats.org/drawingml/2006/main">
              <a:ext uri="{FF2B5EF4-FFF2-40B4-BE49-F238E27FC236}">
                <a16:creationId xmlns:a16="http://schemas.microsoft.com/office/drawing/2014/main" id="{86867957-87CB-4246-9DDE-B5D24F4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9335" y="3071045"/>
            <a:ext cx="92445" cy="163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501" name="text-246 20^2">
            <a:extLst xmlns:a="http://schemas.openxmlformats.org/drawingml/2006/main">
              <a:ext uri="{FF2B5EF4-FFF2-40B4-BE49-F238E27FC236}">
                <a16:creationId xmlns:a16="http://schemas.microsoft.com/office/drawing/2014/main" id="{2BB0709A-8AD4-4820-9D52-C1BA9B5C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2975" y="2658431"/>
            <a:ext cx="300768" cy="16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20^2</a:t>
            </a:r>
          </a:p>
        </p:txBody>
      </p:sp>
      <p:sp>
        <p:nvSpPr>
          <p:cNvPr id="502" name="text-247 40^2">
            <a:extLst xmlns:a="http://schemas.openxmlformats.org/drawingml/2006/main">
              <a:ext uri="{FF2B5EF4-FFF2-40B4-BE49-F238E27FC236}">
                <a16:creationId xmlns:a16="http://schemas.microsoft.com/office/drawing/2014/main" id="{39C8E0AE-6C37-4112-8809-D3398703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2975" y="2255369"/>
            <a:ext cx="300768" cy="16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40^2</a:t>
            </a:r>
          </a:p>
        </p:txBody>
      </p:sp>
      <p:sp>
        <p:nvSpPr>
          <p:cNvPr id="503" name="text-248 60^2">
            <a:extLst xmlns:a="http://schemas.openxmlformats.org/drawingml/2006/main">
              <a:ext uri="{FF2B5EF4-FFF2-40B4-BE49-F238E27FC236}">
                <a16:creationId xmlns:a16="http://schemas.microsoft.com/office/drawing/2014/main" id="{F7126AB8-C80B-4BC7-A825-70EFA40F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2975" y="1855783"/>
            <a:ext cx="300768" cy="16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60^2</a:t>
            </a:r>
          </a:p>
        </p:txBody>
      </p:sp>
      <p:sp>
        <p:nvSpPr>
          <p:cNvPr id="504" name="text-249 Average">
            <a:extLst xmlns:a="http://schemas.openxmlformats.org/drawingml/2006/main">
              <a:ext uri="{FF2B5EF4-FFF2-40B4-BE49-F238E27FC236}">
                <a16:creationId xmlns:a16="http://schemas.microsoft.com/office/drawing/2014/main" id="{BF07A62D-5FA2-4E88-A456-9CC9AA55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2448" y="831253"/>
            <a:ext cx="928869" cy="323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</a:t>
            </a:r>
          </a:p>
        </p:txBody>
      </p:sp>
      <p:sp>
        <p:nvSpPr>
          <p:cNvPr id="505" name="text-249 Text">
            <a:extLst xmlns:a="http://schemas.openxmlformats.org/drawingml/2006/main">
              <a:ext uri="{FF2B5EF4-FFF2-40B4-BE49-F238E27FC236}">
                <a16:creationId xmlns:a16="http://schemas.microsoft.com/office/drawing/2014/main" id="{A436A8EC-016F-4460-88FA-E6FF376A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0296" y="830916"/>
            <a:ext cx="571905" cy="324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506" name="text-249 Token">
            <a:extLst xmlns:a="http://schemas.openxmlformats.org/drawingml/2006/main">
              <a:ext uri="{FF2B5EF4-FFF2-40B4-BE49-F238E27FC236}">
                <a16:creationId xmlns:a16="http://schemas.microsoft.com/office/drawing/2014/main" id="{357A74BE-C9AB-4A21-A151-F755AF9B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0256" y="830956"/>
            <a:ext cx="693969" cy="324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Token</a:t>
            </a:r>
          </a:p>
        </p:txBody>
      </p:sp>
      <p:sp>
        <p:nvSpPr>
          <p:cNvPr id="507" name="text-249 Length">
            <a:extLst xmlns:a="http://schemas.openxmlformats.org/drawingml/2006/main">
              <a:ext uri="{FF2B5EF4-FFF2-40B4-BE49-F238E27FC236}">
                <a16:creationId xmlns:a16="http://schemas.microsoft.com/office/drawing/2014/main" id="{A3758C50-43D1-474A-9CE1-C5A228D7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2987" y="831018"/>
            <a:ext cx="782893" cy="3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2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Length</a:t>
            </a:r>
          </a:p>
        </p:txBody>
      </p:sp>
      <p:sp>
        <p:nvSpPr>
          <p:cNvPr id="508" name="native-gain-arrow-blue-0">
            <a:extLst xmlns:a="http://schemas.openxmlformats.org/drawingml/2006/main">
              <a:ext uri="{FF2B5EF4-FFF2-40B4-BE49-F238E27FC236}">
                <a16:creationId xmlns:a16="http://schemas.microsoft.com/office/drawing/2014/main" id="{49C7D43C-B3F9-4E57-B107-EA94048E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4510" y="2667603"/>
            <a:ext cx="381006" cy="169105"/>
          </a:xfrm>
          <a:custGeom xmlns:a="http://schemas.openxmlformats.org/drawingml/2006/main">
            <a:pathLst>
              <a:path w="325267" h="144365">
                <a:moveTo>
                  <a:pt x="325267" y="59059"/>
                </a:moveTo>
                <a:lnTo>
                  <a:pt x="305751" y="39372"/>
                </a:lnTo>
                <a:lnTo>
                  <a:pt x="299245" y="39372"/>
                </a:lnTo>
                <a:lnTo>
                  <a:pt x="279729" y="19686"/>
                </a:lnTo>
                <a:lnTo>
                  <a:pt x="273224" y="19686"/>
                </a:lnTo>
                <a:lnTo>
                  <a:pt x="253708" y="0"/>
                </a:lnTo>
                <a:lnTo>
                  <a:pt x="247203" y="0"/>
                </a:lnTo>
                <a:lnTo>
                  <a:pt x="247203" y="19686"/>
                </a:lnTo>
                <a:lnTo>
                  <a:pt x="240697" y="26248"/>
                </a:lnTo>
                <a:lnTo>
                  <a:pt x="156128" y="26248"/>
                </a:lnTo>
                <a:lnTo>
                  <a:pt x="149623" y="32810"/>
                </a:lnTo>
                <a:lnTo>
                  <a:pt x="130107" y="32810"/>
                </a:lnTo>
                <a:lnTo>
                  <a:pt x="123601" y="39372"/>
                </a:lnTo>
                <a:lnTo>
                  <a:pt x="110591" y="39372"/>
                </a:lnTo>
                <a:lnTo>
                  <a:pt x="104085" y="45934"/>
                </a:lnTo>
                <a:lnTo>
                  <a:pt x="97580" y="45934"/>
                </a:lnTo>
                <a:lnTo>
                  <a:pt x="91075" y="52496"/>
                </a:lnTo>
                <a:lnTo>
                  <a:pt x="84569" y="52496"/>
                </a:lnTo>
                <a:lnTo>
                  <a:pt x="78064" y="59059"/>
                </a:lnTo>
                <a:lnTo>
                  <a:pt x="71559" y="59059"/>
                </a:lnTo>
                <a:lnTo>
                  <a:pt x="58548" y="72183"/>
                </a:lnTo>
                <a:lnTo>
                  <a:pt x="52043" y="72183"/>
                </a:lnTo>
                <a:lnTo>
                  <a:pt x="19516" y="104993"/>
                </a:lnTo>
                <a:lnTo>
                  <a:pt x="19516" y="111555"/>
                </a:lnTo>
                <a:lnTo>
                  <a:pt x="6505" y="124679"/>
                </a:lnTo>
                <a:lnTo>
                  <a:pt x="6505" y="131241"/>
                </a:lnTo>
                <a:lnTo>
                  <a:pt x="0" y="137803"/>
                </a:lnTo>
                <a:lnTo>
                  <a:pt x="6505" y="144365"/>
                </a:lnTo>
                <a:lnTo>
                  <a:pt x="13011" y="144365"/>
                </a:lnTo>
                <a:lnTo>
                  <a:pt x="19516" y="137803"/>
                </a:lnTo>
                <a:lnTo>
                  <a:pt x="19516" y="131241"/>
                </a:lnTo>
                <a:lnTo>
                  <a:pt x="78064" y="72183"/>
                </a:lnTo>
                <a:lnTo>
                  <a:pt x="84569" y="72183"/>
                </a:lnTo>
                <a:lnTo>
                  <a:pt x="91075" y="65621"/>
                </a:lnTo>
                <a:lnTo>
                  <a:pt x="97580" y="65621"/>
                </a:lnTo>
                <a:lnTo>
                  <a:pt x="104085" y="59059"/>
                </a:lnTo>
                <a:lnTo>
                  <a:pt x="110591" y="59059"/>
                </a:lnTo>
                <a:lnTo>
                  <a:pt x="117096" y="52496"/>
                </a:lnTo>
                <a:lnTo>
                  <a:pt x="130107" y="52496"/>
                </a:lnTo>
                <a:lnTo>
                  <a:pt x="136612" y="45934"/>
                </a:lnTo>
                <a:lnTo>
                  <a:pt x="156128" y="45934"/>
                </a:lnTo>
                <a:lnTo>
                  <a:pt x="162633" y="39372"/>
                </a:lnTo>
                <a:lnTo>
                  <a:pt x="234192" y="39372"/>
                </a:lnTo>
                <a:lnTo>
                  <a:pt x="240697" y="45934"/>
                </a:lnTo>
                <a:lnTo>
                  <a:pt x="240697" y="52496"/>
                </a:lnTo>
                <a:lnTo>
                  <a:pt x="227687" y="65621"/>
                </a:lnTo>
                <a:lnTo>
                  <a:pt x="227687" y="72183"/>
                </a:lnTo>
                <a:lnTo>
                  <a:pt x="234192" y="65621"/>
                </a:lnTo>
                <a:lnTo>
                  <a:pt x="286235" y="65621"/>
                </a:lnTo>
                <a:lnTo>
                  <a:pt x="292740" y="59059"/>
                </a:lnTo>
                <a:close/>
              </a:path>
            </a:pathLst>
          </a:custGeom>
          <a:solidFill xmlns:a="http://schemas.openxmlformats.org/drawingml/2006/main">
            <a:srgbClr val="77A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native-gain-arrow-yellow-0">
            <a:extLst xmlns:a="http://schemas.openxmlformats.org/drawingml/2006/main">
              <a:ext uri="{FF2B5EF4-FFF2-40B4-BE49-F238E27FC236}">
                <a16:creationId xmlns:a16="http://schemas.microsoft.com/office/drawing/2014/main" id="{799AC80D-2EB0-4AD2-A668-C9BD1981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0702" y="2403164"/>
            <a:ext cx="403632" cy="273393"/>
          </a:xfrm>
          <a:custGeom xmlns:a="http://schemas.openxmlformats.org/drawingml/2006/main">
            <a:pathLst>
              <a:path w="344582" h="233396">
                <a:moveTo>
                  <a:pt x="344582" y="45383"/>
                </a:moveTo>
                <a:lnTo>
                  <a:pt x="338081" y="38899"/>
                </a:lnTo>
                <a:lnTo>
                  <a:pt x="325078" y="38899"/>
                </a:lnTo>
                <a:lnTo>
                  <a:pt x="318576" y="32416"/>
                </a:lnTo>
                <a:lnTo>
                  <a:pt x="305573" y="32416"/>
                </a:lnTo>
                <a:lnTo>
                  <a:pt x="299072" y="25933"/>
                </a:lnTo>
                <a:lnTo>
                  <a:pt x="292570" y="25933"/>
                </a:lnTo>
                <a:lnTo>
                  <a:pt x="286068" y="19450"/>
                </a:lnTo>
                <a:lnTo>
                  <a:pt x="273065" y="19450"/>
                </a:lnTo>
                <a:lnTo>
                  <a:pt x="266564" y="12966"/>
                </a:lnTo>
                <a:lnTo>
                  <a:pt x="260062" y="12966"/>
                </a:lnTo>
                <a:lnTo>
                  <a:pt x="253561" y="6483"/>
                </a:lnTo>
                <a:lnTo>
                  <a:pt x="240558" y="6483"/>
                </a:lnTo>
                <a:lnTo>
                  <a:pt x="234056" y="0"/>
                </a:lnTo>
                <a:lnTo>
                  <a:pt x="234056" y="12966"/>
                </a:lnTo>
                <a:lnTo>
                  <a:pt x="240558" y="19450"/>
                </a:lnTo>
                <a:lnTo>
                  <a:pt x="240558" y="25933"/>
                </a:lnTo>
                <a:lnTo>
                  <a:pt x="247059" y="32416"/>
                </a:lnTo>
                <a:lnTo>
                  <a:pt x="240558" y="38899"/>
                </a:lnTo>
                <a:lnTo>
                  <a:pt x="214551" y="38899"/>
                </a:lnTo>
                <a:lnTo>
                  <a:pt x="208050" y="45383"/>
                </a:lnTo>
                <a:lnTo>
                  <a:pt x="188545" y="45383"/>
                </a:lnTo>
                <a:lnTo>
                  <a:pt x="182044" y="51866"/>
                </a:lnTo>
                <a:lnTo>
                  <a:pt x="169040" y="51866"/>
                </a:lnTo>
                <a:lnTo>
                  <a:pt x="162539" y="58349"/>
                </a:lnTo>
                <a:lnTo>
                  <a:pt x="149536" y="58349"/>
                </a:lnTo>
                <a:lnTo>
                  <a:pt x="143034" y="64832"/>
                </a:lnTo>
                <a:lnTo>
                  <a:pt x="136533" y="64832"/>
                </a:lnTo>
                <a:lnTo>
                  <a:pt x="130031" y="71316"/>
                </a:lnTo>
                <a:lnTo>
                  <a:pt x="123530" y="71316"/>
                </a:lnTo>
                <a:lnTo>
                  <a:pt x="117028" y="77799"/>
                </a:lnTo>
                <a:lnTo>
                  <a:pt x="110526" y="77799"/>
                </a:lnTo>
                <a:lnTo>
                  <a:pt x="97523" y="90765"/>
                </a:lnTo>
                <a:lnTo>
                  <a:pt x="91022" y="90765"/>
                </a:lnTo>
                <a:lnTo>
                  <a:pt x="39009" y="142631"/>
                </a:lnTo>
                <a:lnTo>
                  <a:pt x="39009" y="149114"/>
                </a:lnTo>
                <a:lnTo>
                  <a:pt x="26006" y="162081"/>
                </a:lnTo>
                <a:lnTo>
                  <a:pt x="26006" y="168564"/>
                </a:lnTo>
                <a:lnTo>
                  <a:pt x="19505" y="175047"/>
                </a:lnTo>
                <a:lnTo>
                  <a:pt x="19505" y="181531"/>
                </a:lnTo>
                <a:lnTo>
                  <a:pt x="13003" y="188014"/>
                </a:lnTo>
                <a:lnTo>
                  <a:pt x="13003" y="200980"/>
                </a:lnTo>
                <a:lnTo>
                  <a:pt x="6502" y="207464"/>
                </a:lnTo>
                <a:lnTo>
                  <a:pt x="6502" y="220430"/>
                </a:lnTo>
                <a:lnTo>
                  <a:pt x="0" y="226913"/>
                </a:lnTo>
                <a:lnTo>
                  <a:pt x="0" y="233396"/>
                </a:lnTo>
                <a:lnTo>
                  <a:pt x="19505" y="233396"/>
                </a:lnTo>
                <a:lnTo>
                  <a:pt x="19505" y="226913"/>
                </a:lnTo>
                <a:lnTo>
                  <a:pt x="26006" y="220430"/>
                </a:lnTo>
                <a:lnTo>
                  <a:pt x="26006" y="207464"/>
                </a:lnTo>
                <a:lnTo>
                  <a:pt x="32508" y="200980"/>
                </a:lnTo>
                <a:lnTo>
                  <a:pt x="32508" y="194497"/>
                </a:lnTo>
                <a:lnTo>
                  <a:pt x="39009" y="188014"/>
                </a:lnTo>
                <a:lnTo>
                  <a:pt x="39009" y="181531"/>
                </a:lnTo>
                <a:lnTo>
                  <a:pt x="45511" y="175047"/>
                </a:lnTo>
                <a:lnTo>
                  <a:pt x="45511" y="168564"/>
                </a:lnTo>
                <a:lnTo>
                  <a:pt x="52012" y="162081"/>
                </a:lnTo>
                <a:lnTo>
                  <a:pt x="52012" y="155598"/>
                </a:lnTo>
                <a:lnTo>
                  <a:pt x="104025" y="103732"/>
                </a:lnTo>
                <a:lnTo>
                  <a:pt x="110526" y="103732"/>
                </a:lnTo>
                <a:lnTo>
                  <a:pt x="123530" y="90765"/>
                </a:lnTo>
                <a:lnTo>
                  <a:pt x="130031" y="90765"/>
                </a:lnTo>
                <a:lnTo>
                  <a:pt x="136533" y="84282"/>
                </a:lnTo>
                <a:lnTo>
                  <a:pt x="143034" y="84282"/>
                </a:lnTo>
                <a:lnTo>
                  <a:pt x="149536" y="77799"/>
                </a:lnTo>
                <a:lnTo>
                  <a:pt x="156037" y="77799"/>
                </a:lnTo>
                <a:lnTo>
                  <a:pt x="162539" y="71316"/>
                </a:lnTo>
                <a:lnTo>
                  <a:pt x="175542" y="71316"/>
                </a:lnTo>
                <a:lnTo>
                  <a:pt x="182044" y="64832"/>
                </a:lnTo>
                <a:lnTo>
                  <a:pt x="201548" y="64832"/>
                </a:lnTo>
                <a:lnTo>
                  <a:pt x="208050" y="58349"/>
                </a:lnTo>
                <a:lnTo>
                  <a:pt x="234056" y="58349"/>
                </a:lnTo>
                <a:lnTo>
                  <a:pt x="240558" y="51866"/>
                </a:lnTo>
                <a:lnTo>
                  <a:pt x="247059" y="58349"/>
                </a:lnTo>
                <a:lnTo>
                  <a:pt x="247059" y="64832"/>
                </a:lnTo>
                <a:lnTo>
                  <a:pt x="240558" y="71316"/>
                </a:lnTo>
                <a:lnTo>
                  <a:pt x="240558" y="77799"/>
                </a:lnTo>
                <a:lnTo>
                  <a:pt x="234056" y="84282"/>
                </a:lnTo>
                <a:lnTo>
                  <a:pt x="247059" y="84282"/>
                </a:lnTo>
                <a:lnTo>
                  <a:pt x="253561" y="77799"/>
                </a:lnTo>
                <a:lnTo>
                  <a:pt x="266564" y="77799"/>
                </a:lnTo>
                <a:lnTo>
                  <a:pt x="273065" y="71316"/>
                </a:lnTo>
                <a:lnTo>
                  <a:pt x="279567" y="71316"/>
                </a:lnTo>
                <a:lnTo>
                  <a:pt x="286068" y="64832"/>
                </a:lnTo>
                <a:lnTo>
                  <a:pt x="299072" y="64832"/>
                </a:lnTo>
                <a:lnTo>
                  <a:pt x="305573" y="58349"/>
                </a:lnTo>
                <a:lnTo>
                  <a:pt x="312075" y="58349"/>
                </a:lnTo>
                <a:lnTo>
                  <a:pt x="318576" y="51866"/>
                </a:lnTo>
                <a:lnTo>
                  <a:pt x="331579" y="51866"/>
                </a:lnTo>
                <a:lnTo>
                  <a:pt x="338081" y="45383"/>
                </a:lnTo>
                <a:close/>
              </a:path>
            </a:pathLst>
          </a:custGeom>
          <a:solidFill xmlns:a="http://schemas.openxmlformats.org/drawingml/2006/main">
            <a:srgbClr val="DFC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native-gain-arrow-green-0">
            <a:extLst xmlns:a="http://schemas.openxmlformats.org/drawingml/2006/main">
              <a:ext uri="{FF2B5EF4-FFF2-40B4-BE49-F238E27FC236}">
                <a16:creationId xmlns:a16="http://schemas.microsoft.com/office/drawing/2014/main" id="{8FF1C743-433C-4AA1-A56D-FA66E8D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354" y="1654287"/>
            <a:ext cx="478739" cy="436085"/>
          </a:xfrm>
          <a:custGeom xmlns:a="http://schemas.openxmlformats.org/drawingml/2006/main">
            <a:pathLst>
              <a:path w="408701" h="372287">
                <a:moveTo>
                  <a:pt x="408701" y="58782"/>
                </a:moveTo>
                <a:lnTo>
                  <a:pt x="402214" y="52251"/>
                </a:lnTo>
                <a:lnTo>
                  <a:pt x="389239" y="52251"/>
                </a:lnTo>
                <a:lnTo>
                  <a:pt x="382752" y="45719"/>
                </a:lnTo>
                <a:lnTo>
                  <a:pt x="376264" y="45719"/>
                </a:lnTo>
                <a:lnTo>
                  <a:pt x="369777" y="39188"/>
                </a:lnTo>
                <a:lnTo>
                  <a:pt x="363290" y="39188"/>
                </a:lnTo>
                <a:lnTo>
                  <a:pt x="356802" y="32657"/>
                </a:lnTo>
                <a:lnTo>
                  <a:pt x="343828" y="32657"/>
                </a:lnTo>
                <a:lnTo>
                  <a:pt x="337340" y="26125"/>
                </a:lnTo>
                <a:lnTo>
                  <a:pt x="330853" y="26125"/>
                </a:lnTo>
                <a:lnTo>
                  <a:pt x="324366" y="19594"/>
                </a:lnTo>
                <a:lnTo>
                  <a:pt x="311391" y="19594"/>
                </a:lnTo>
                <a:lnTo>
                  <a:pt x="304904" y="13063"/>
                </a:lnTo>
                <a:lnTo>
                  <a:pt x="298416" y="13063"/>
                </a:lnTo>
                <a:lnTo>
                  <a:pt x="291929" y="6531"/>
                </a:lnTo>
                <a:lnTo>
                  <a:pt x="285442" y="6531"/>
                </a:lnTo>
                <a:lnTo>
                  <a:pt x="278955" y="0"/>
                </a:lnTo>
                <a:lnTo>
                  <a:pt x="272467" y="0"/>
                </a:lnTo>
                <a:lnTo>
                  <a:pt x="278955" y="6531"/>
                </a:lnTo>
                <a:lnTo>
                  <a:pt x="278955" y="19594"/>
                </a:lnTo>
                <a:lnTo>
                  <a:pt x="285442" y="26125"/>
                </a:lnTo>
                <a:lnTo>
                  <a:pt x="285442" y="39188"/>
                </a:lnTo>
                <a:lnTo>
                  <a:pt x="291929" y="45719"/>
                </a:lnTo>
                <a:lnTo>
                  <a:pt x="278955" y="58782"/>
                </a:lnTo>
                <a:lnTo>
                  <a:pt x="259493" y="58782"/>
                </a:lnTo>
                <a:lnTo>
                  <a:pt x="253005" y="65314"/>
                </a:lnTo>
                <a:lnTo>
                  <a:pt x="240031" y="65314"/>
                </a:lnTo>
                <a:lnTo>
                  <a:pt x="233543" y="71845"/>
                </a:lnTo>
                <a:lnTo>
                  <a:pt x="227056" y="71845"/>
                </a:lnTo>
                <a:lnTo>
                  <a:pt x="220569" y="78376"/>
                </a:lnTo>
                <a:lnTo>
                  <a:pt x="207594" y="78376"/>
                </a:lnTo>
                <a:lnTo>
                  <a:pt x="194619" y="91439"/>
                </a:lnTo>
                <a:lnTo>
                  <a:pt x="188132" y="91439"/>
                </a:lnTo>
                <a:lnTo>
                  <a:pt x="181645" y="97970"/>
                </a:lnTo>
                <a:lnTo>
                  <a:pt x="175158" y="97970"/>
                </a:lnTo>
                <a:lnTo>
                  <a:pt x="168670" y="104502"/>
                </a:lnTo>
                <a:lnTo>
                  <a:pt x="162183" y="104502"/>
                </a:lnTo>
                <a:lnTo>
                  <a:pt x="142721" y="124096"/>
                </a:lnTo>
                <a:lnTo>
                  <a:pt x="136234" y="124096"/>
                </a:lnTo>
                <a:lnTo>
                  <a:pt x="84335" y="176347"/>
                </a:lnTo>
                <a:lnTo>
                  <a:pt x="84335" y="182878"/>
                </a:lnTo>
                <a:lnTo>
                  <a:pt x="64873" y="202472"/>
                </a:lnTo>
                <a:lnTo>
                  <a:pt x="64873" y="209003"/>
                </a:lnTo>
                <a:lnTo>
                  <a:pt x="58386" y="215535"/>
                </a:lnTo>
                <a:lnTo>
                  <a:pt x="58386" y="222066"/>
                </a:lnTo>
                <a:lnTo>
                  <a:pt x="45411" y="235129"/>
                </a:lnTo>
                <a:lnTo>
                  <a:pt x="45411" y="241660"/>
                </a:lnTo>
                <a:lnTo>
                  <a:pt x="38924" y="248191"/>
                </a:lnTo>
                <a:lnTo>
                  <a:pt x="38924" y="254723"/>
                </a:lnTo>
                <a:lnTo>
                  <a:pt x="32437" y="261254"/>
                </a:lnTo>
                <a:lnTo>
                  <a:pt x="32437" y="274317"/>
                </a:lnTo>
                <a:lnTo>
                  <a:pt x="25949" y="280848"/>
                </a:lnTo>
                <a:lnTo>
                  <a:pt x="25949" y="287380"/>
                </a:lnTo>
                <a:lnTo>
                  <a:pt x="19462" y="293911"/>
                </a:lnTo>
                <a:lnTo>
                  <a:pt x="19462" y="306974"/>
                </a:lnTo>
                <a:lnTo>
                  <a:pt x="12975" y="313505"/>
                </a:lnTo>
                <a:lnTo>
                  <a:pt x="12975" y="326568"/>
                </a:lnTo>
                <a:lnTo>
                  <a:pt x="6487" y="333099"/>
                </a:lnTo>
                <a:lnTo>
                  <a:pt x="6487" y="352693"/>
                </a:lnTo>
                <a:lnTo>
                  <a:pt x="0" y="359224"/>
                </a:lnTo>
                <a:lnTo>
                  <a:pt x="0" y="372287"/>
                </a:lnTo>
                <a:lnTo>
                  <a:pt x="19462" y="372287"/>
                </a:lnTo>
                <a:lnTo>
                  <a:pt x="25949" y="365756"/>
                </a:lnTo>
                <a:lnTo>
                  <a:pt x="25949" y="346162"/>
                </a:lnTo>
                <a:lnTo>
                  <a:pt x="32437" y="339630"/>
                </a:lnTo>
                <a:lnTo>
                  <a:pt x="32437" y="326568"/>
                </a:lnTo>
                <a:lnTo>
                  <a:pt x="38924" y="320036"/>
                </a:lnTo>
                <a:lnTo>
                  <a:pt x="38924" y="306974"/>
                </a:lnTo>
                <a:lnTo>
                  <a:pt x="45411" y="300442"/>
                </a:lnTo>
                <a:lnTo>
                  <a:pt x="45411" y="287380"/>
                </a:lnTo>
                <a:lnTo>
                  <a:pt x="51899" y="280848"/>
                </a:lnTo>
                <a:lnTo>
                  <a:pt x="51899" y="274317"/>
                </a:lnTo>
                <a:lnTo>
                  <a:pt x="58386" y="267785"/>
                </a:lnTo>
                <a:lnTo>
                  <a:pt x="58386" y="261254"/>
                </a:lnTo>
                <a:lnTo>
                  <a:pt x="64873" y="254723"/>
                </a:lnTo>
                <a:lnTo>
                  <a:pt x="64873" y="248191"/>
                </a:lnTo>
                <a:lnTo>
                  <a:pt x="77848" y="235129"/>
                </a:lnTo>
                <a:lnTo>
                  <a:pt x="77848" y="228597"/>
                </a:lnTo>
                <a:lnTo>
                  <a:pt x="84335" y="222066"/>
                </a:lnTo>
                <a:lnTo>
                  <a:pt x="84335" y="215535"/>
                </a:lnTo>
                <a:lnTo>
                  <a:pt x="110284" y="189409"/>
                </a:lnTo>
                <a:lnTo>
                  <a:pt x="110284" y="182878"/>
                </a:lnTo>
                <a:lnTo>
                  <a:pt x="136234" y="156752"/>
                </a:lnTo>
                <a:lnTo>
                  <a:pt x="142721" y="156752"/>
                </a:lnTo>
                <a:lnTo>
                  <a:pt x="168670" y="130627"/>
                </a:lnTo>
                <a:lnTo>
                  <a:pt x="175158" y="130627"/>
                </a:lnTo>
                <a:lnTo>
                  <a:pt x="181645" y="124096"/>
                </a:lnTo>
                <a:lnTo>
                  <a:pt x="188132" y="124096"/>
                </a:lnTo>
                <a:lnTo>
                  <a:pt x="201107" y="111033"/>
                </a:lnTo>
                <a:lnTo>
                  <a:pt x="207594" y="111033"/>
                </a:lnTo>
                <a:lnTo>
                  <a:pt x="214081" y="104502"/>
                </a:lnTo>
                <a:lnTo>
                  <a:pt x="227056" y="104502"/>
                </a:lnTo>
                <a:lnTo>
                  <a:pt x="233543" y="97970"/>
                </a:lnTo>
                <a:lnTo>
                  <a:pt x="240031" y="97970"/>
                </a:lnTo>
                <a:lnTo>
                  <a:pt x="246518" y="91439"/>
                </a:lnTo>
                <a:lnTo>
                  <a:pt x="259493" y="91439"/>
                </a:lnTo>
                <a:lnTo>
                  <a:pt x="265980" y="84908"/>
                </a:lnTo>
                <a:lnTo>
                  <a:pt x="285442" y="84908"/>
                </a:lnTo>
                <a:lnTo>
                  <a:pt x="291929" y="91439"/>
                </a:lnTo>
                <a:lnTo>
                  <a:pt x="285442" y="97970"/>
                </a:lnTo>
                <a:lnTo>
                  <a:pt x="285442" y="111033"/>
                </a:lnTo>
                <a:lnTo>
                  <a:pt x="278955" y="117564"/>
                </a:lnTo>
                <a:lnTo>
                  <a:pt x="278955" y="130627"/>
                </a:lnTo>
                <a:lnTo>
                  <a:pt x="285442" y="124096"/>
                </a:lnTo>
                <a:lnTo>
                  <a:pt x="291929" y="124096"/>
                </a:lnTo>
                <a:lnTo>
                  <a:pt x="298416" y="117564"/>
                </a:lnTo>
                <a:lnTo>
                  <a:pt x="304904" y="117564"/>
                </a:lnTo>
                <a:lnTo>
                  <a:pt x="311391" y="111033"/>
                </a:lnTo>
                <a:lnTo>
                  <a:pt x="317878" y="111033"/>
                </a:lnTo>
                <a:lnTo>
                  <a:pt x="330853" y="97970"/>
                </a:lnTo>
                <a:lnTo>
                  <a:pt x="337340" y="97970"/>
                </a:lnTo>
                <a:lnTo>
                  <a:pt x="343828" y="91439"/>
                </a:lnTo>
                <a:lnTo>
                  <a:pt x="350315" y="91439"/>
                </a:lnTo>
                <a:lnTo>
                  <a:pt x="356802" y="84908"/>
                </a:lnTo>
                <a:lnTo>
                  <a:pt x="363290" y="84908"/>
                </a:lnTo>
                <a:lnTo>
                  <a:pt x="376264" y="71845"/>
                </a:lnTo>
                <a:lnTo>
                  <a:pt x="382752" y="71845"/>
                </a:lnTo>
                <a:lnTo>
                  <a:pt x="389239" y="65314"/>
                </a:lnTo>
                <a:lnTo>
                  <a:pt x="395726" y="65314"/>
                </a:lnTo>
                <a:lnTo>
                  <a:pt x="402214" y="58782"/>
                </a:lnTo>
                <a:close/>
              </a:path>
            </a:pathLst>
          </a:custGeom>
          <a:solidFill xmlns:a="http://schemas.openxmlformats.org/drawingml/2006/main">
            <a:srgbClr val="82B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text-253 +65">
            <a:extLst xmlns:a="http://schemas.openxmlformats.org/drawingml/2006/main">
              <a:ext uri="{FF2B5EF4-FFF2-40B4-BE49-F238E27FC236}">
                <a16:creationId xmlns:a16="http://schemas.microsoft.com/office/drawing/2014/main" id="{B892CC03-B9CC-49F7-9C5D-9F6DF62E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8984" y="2482893"/>
            <a:ext cx="350016" cy="260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+65</a:t>
            </a:r>
          </a:p>
        </p:txBody>
      </p:sp>
      <p:sp>
        <p:nvSpPr>
          <p:cNvPr id="512" name="text-254 +910">
            <a:extLst xmlns:a="http://schemas.openxmlformats.org/drawingml/2006/main">
              <a:ext uri="{FF2B5EF4-FFF2-40B4-BE49-F238E27FC236}">
                <a16:creationId xmlns:a16="http://schemas.microsoft.com/office/drawing/2014/main" id="{7753ECA9-C727-4A75-9FB3-C038625D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8551" y="2215527"/>
            <a:ext cx="433375" cy="260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+910</a:t>
            </a:r>
          </a:p>
        </p:txBody>
      </p:sp>
      <p:sp>
        <p:nvSpPr>
          <p:cNvPr id="513" name="text-255 +5.4k">
            <a:extLst xmlns:a="http://schemas.openxmlformats.org/drawingml/2006/main">
              <a:ext uri="{FF2B5EF4-FFF2-40B4-BE49-F238E27FC236}">
                <a16:creationId xmlns:a16="http://schemas.microsoft.com/office/drawing/2014/main" id="{4E8045BB-3520-4200-8F7C-6B704435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3679" y="1536872"/>
            <a:ext cx="554609" cy="260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+5.4k</a:t>
            </a:r>
          </a:p>
        </p:txBody>
      </p:sp>
      <p:sp>
        <p:nvSpPr>
          <p:cNvPr id="514" name="text-256 MMVet">
            <a:extLst xmlns:a="http://schemas.openxmlformats.org/drawingml/2006/main">
              <a:ext uri="{FF2B5EF4-FFF2-40B4-BE49-F238E27FC236}">
                <a16:creationId xmlns:a16="http://schemas.microsoft.com/office/drawing/2014/main" id="{434668FE-5045-47EB-B2A1-4A6B54BB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1286" y="2783695"/>
            <a:ext cx="418811" cy="162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MMVet</a:t>
            </a:r>
          </a:p>
        </p:txBody>
      </p:sp>
      <p:sp>
        <p:nvSpPr>
          <p:cNvPr id="515" name="text-257 Convbench">
            <a:extLst xmlns:a="http://schemas.openxmlformats.org/drawingml/2006/main">
              <a:ext uri="{FF2B5EF4-FFF2-40B4-BE49-F238E27FC236}">
                <a16:creationId xmlns:a16="http://schemas.microsoft.com/office/drawing/2014/main" id="{8D20926C-D067-4219-A11A-C978FB1A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4027" y="2154832"/>
            <a:ext cx="587614" cy="162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Convbench</a:t>
            </a:r>
          </a:p>
        </p:txBody>
      </p:sp>
      <p:sp>
        <p:nvSpPr>
          <p:cNvPr id="516" name="text-258 MMDU(Ours)">
            <a:extLst xmlns:a="http://schemas.openxmlformats.org/drawingml/2006/main">
              <a:ext uri="{FF2B5EF4-FFF2-40B4-BE49-F238E27FC236}">
                <a16:creationId xmlns:a16="http://schemas.microsoft.com/office/drawing/2014/main" id="{0F36DD45-631C-47E8-94FD-0BCFB43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9075" y="1281422"/>
            <a:ext cx="892481" cy="19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MMDU(Ours)</a:t>
            </a:r>
          </a:p>
        </p:txBody>
      </p:sp>
      <p:sp>
        <p:nvSpPr>
          <p:cNvPr id="517" name="text-259 NLVR2">
            <a:extLst xmlns:a="http://schemas.openxmlformats.org/drawingml/2006/main">
              <a:ext uri="{FF2B5EF4-FFF2-40B4-BE49-F238E27FC236}">
                <a16:creationId xmlns:a16="http://schemas.microsoft.com/office/drawing/2014/main" id="{328F44CF-4F9F-4F40-B7A4-86C056E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3201" y="2770650"/>
            <a:ext cx="396924" cy="162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NLVR2</a:t>
            </a:r>
          </a:p>
        </p:txBody>
      </p:sp>
      <p:sp>
        <p:nvSpPr>
          <p:cNvPr id="518" name="text-260 Coinstruct">
            <a:extLst xmlns:a="http://schemas.openxmlformats.org/drawingml/2006/main">
              <a:ext uri="{FF2B5EF4-FFF2-40B4-BE49-F238E27FC236}">
                <a16:creationId xmlns:a16="http://schemas.microsoft.com/office/drawing/2014/main" id="{CA28788E-986A-4C6E-8518-F2538634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6230" y="1831679"/>
            <a:ext cx="585587" cy="162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Coinstruct</a:t>
            </a:r>
          </a:p>
        </p:txBody>
      </p:sp>
      <p:sp>
        <p:nvSpPr>
          <p:cNvPr id="519" name="text-261 Dreamsim">
            <a:extLst xmlns:a="http://schemas.openxmlformats.org/drawingml/2006/main">
              <a:ext uri="{FF2B5EF4-FFF2-40B4-BE49-F238E27FC236}">
                <a16:creationId xmlns:a16="http://schemas.microsoft.com/office/drawing/2014/main" id="{3BB262C7-12EF-459A-9443-BC75CE1D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3025" y="2586540"/>
            <a:ext cx="553064" cy="162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Dreamsim</a:t>
            </a:r>
          </a:p>
        </p:txBody>
      </p:sp>
      <p:sp>
        <p:nvSpPr>
          <p:cNvPr id="520" name="text-262 SEEDbench2">
            <a:extLst xmlns:a="http://schemas.openxmlformats.org/drawingml/2006/main">
              <a:ext uri="{FF2B5EF4-FFF2-40B4-BE49-F238E27FC236}">
                <a16:creationId xmlns:a16="http://schemas.microsoft.com/office/drawing/2014/main" id="{3DE28419-0993-46A1-ADDB-85B545FF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2343" y="2938052"/>
            <a:ext cx="717638" cy="161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SEEDbench2</a:t>
            </a:r>
          </a:p>
        </p:txBody>
      </p:sp>
      <p:sp>
        <p:nvSpPr>
          <p:cNvPr id="521" name="text-263 Spot-the-Diff">
            <a:extLst xmlns:a="http://schemas.openxmlformats.org/drawingml/2006/main">
              <a:ext uri="{FF2B5EF4-FFF2-40B4-BE49-F238E27FC236}">
                <a16:creationId xmlns:a16="http://schemas.microsoft.com/office/drawing/2014/main" id="{FC7E5351-DB37-40B1-95BE-7D64A3D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1503" y="2304068"/>
            <a:ext cx="794963" cy="162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Spot-the-Diff</a:t>
            </a:r>
          </a:p>
        </p:txBody>
      </p:sp>
      <p:sp>
        <p:nvSpPr>
          <p:cNvPr id="522" name="text-264 1k">
            <a:extLst xmlns:a="http://schemas.openxmlformats.org/drawingml/2006/main">
              <a:ext uri="{FF2B5EF4-FFF2-40B4-BE49-F238E27FC236}">
                <a16:creationId xmlns:a16="http://schemas.microsoft.com/office/drawing/2014/main" id="{A4BCC4AB-BD31-4F6D-9E83-3C8C9C64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6762" y="2235155"/>
            <a:ext cx="217587" cy="26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4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1k</a:t>
            </a:r>
          </a:p>
        </p:txBody>
      </p:sp>
      <p:sp>
        <p:nvSpPr>
          <p:cNvPr id="523" name="text-265 80^2">
            <a:extLst xmlns:a="http://schemas.openxmlformats.org/drawingml/2006/main">
              <a:ext uri="{FF2B5EF4-FFF2-40B4-BE49-F238E27FC236}">
                <a16:creationId xmlns:a16="http://schemas.microsoft.com/office/drawing/2014/main" id="{B0620975-D523-43CA-A898-4C8623F8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2975" y="1439981"/>
            <a:ext cx="300768" cy="16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80^2</a:t>
            </a:r>
          </a:p>
        </p:txBody>
      </p:sp>
      <p:sp>
        <p:nvSpPr>
          <p:cNvPr id="524" name="text-266 6.4k">
            <a:extLst xmlns:a="http://schemas.openxmlformats.org/drawingml/2006/main">
              <a:ext uri="{FF2B5EF4-FFF2-40B4-BE49-F238E27FC236}">
                <a16:creationId xmlns:a16="http://schemas.microsoft.com/office/drawing/2014/main" id="{49643D7B-117B-4E4E-9B7D-81C6944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77829" y="1310723"/>
            <a:ext cx="407567" cy="260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pPr>
            <a:r>
              <a:rPr sz="146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rPr>
              <a:t>6.4k</a:t>
            </a:r>
          </a:p>
        </p:txBody>
      </p:sp>
      <p:sp>
        <p:nvSpPr>
          <p:cNvPr id="525" name="text-267 25">
            <a:extLst xmlns:a="http://schemas.openxmlformats.org/drawingml/2006/main">
              <a:ext uri="{FF2B5EF4-FFF2-40B4-BE49-F238E27FC236}">
                <a16:creationId xmlns:a16="http://schemas.microsoft.com/office/drawing/2014/main" id="{3886C4F1-D45F-4CB5-A65E-0624152E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1859" y="2793121"/>
            <a:ext cx="260866" cy="260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7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7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defRPr>
            </a:pPr>
            <a:r>
              <a:rPr sz="1467" b="0" i="0">
                <a:solidFill>
                  <a:srgbClr val="2E54A1"/>
                </a:solidFill>
                <a:latin typeface="Comic Sans MS"/>
                <a:ea typeface="Comic Sans MS"/>
                <a:cs typeface="Comic Sans MS"/>
              </a:rPr>
              <a:t>25</a:t>
            </a:r>
          </a:p>
        </p:txBody>
      </p:sp>
      <p:sp>
        <p:nvSpPr>
          <p:cNvPr id="526" name="text-268 90">
            <a:extLst xmlns:a="http://schemas.openxmlformats.org/drawingml/2006/main">
              <a:ext uri="{FF2B5EF4-FFF2-40B4-BE49-F238E27FC236}">
                <a16:creationId xmlns:a16="http://schemas.microsoft.com/office/drawing/2014/main" id="{9450A55E-E8E3-4204-8418-CAAFF242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8096" y="2712046"/>
            <a:ext cx="260865" cy="26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7" b="0" i="0">
                <a:solidFill>
                  <a:srgbClr val="B68C0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7" b="0" i="0">
                <a:solidFill>
                  <a:srgbClr val="B68C02"/>
                </a:solidFill>
                <a:latin typeface="Comic Sans MS"/>
                <a:ea typeface="Comic Sans MS"/>
                <a:cs typeface="Comic Sans MS"/>
              </a:defRPr>
            </a:pPr>
            <a:r>
              <a:rPr sz="1467" b="0" i="0">
                <a:solidFill>
                  <a:srgbClr val="B68C02"/>
                </a:solidFill>
                <a:latin typeface="Comic Sans MS"/>
                <a:ea typeface="Comic Sans MS"/>
                <a:cs typeface="Comic Sans MS"/>
              </a:rPr>
              <a:t>90</a:t>
            </a:r>
          </a:p>
        </p:txBody>
      </p:sp>
      <p:sp>
        <p:nvSpPr>
          <p:cNvPr id="527" name="text-269 We">
            <a:extLst xmlns:a="http://schemas.openxmlformats.org/drawingml/2006/main">
              <a:ext uri="{FF2B5EF4-FFF2-40B4-BE49-F238E27FC236}">
                <a16:creationId xmlns:a16="http://schemas.microsoft.com/office/drawing/2014/main" id="{5B05B0DF-6A07-4543-8DB3-C9C694D8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8528" y="1391236"/>
            <a:ext cx="245998" cy="195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1097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We</a:t>
            </a:r>
          </a:p>
        </p:txBody>
      </p:sp>
      <p:sp>
        <p:nvSpPr>
          <p:cNvPr id="528" name="text-269 have">
            <a:extLst xmlns:a="http://schemas.openxmlformats.org/drawingml/2006/main">
              <a:ext uri="{FF2B5EF4-FFF2-40B4-BE49-F238E27FC236}">
                <a16:creationId xmlns:a16="http://schemas.microsoft.com/office/drawing/2014/main" id="{86E2D806-CB17-405E-AF0F-EBA2B22C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1445" y="1392033"/>
            <a:ext cx="318822" cy="193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1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1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1091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have</a:t>
            </a:r>
          </a:p>
        </p:txBody>
      </p:sp>
      <p:sp>
        <p:nvSpPr>
          <p:cNvPr id="529" name="text-269 the">
            <a:extLst xmlns:a="http://schemas.openxmlformats.org/drawingml/2006/main">
              <a:ext uri="{FF2B5EF4-FFF2-40B4-BE49-F238E27FC236}">
                <a16:creationId xmlns:a16="http://schemas.microsoft.com/office/drawing/2014/main" id="{EE6AEF5E-2AB3-492B-87E0-70969EF0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7329" y="1391348"/>
            <a:ext cx="247135" cy="194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109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30" name="text-269 longest">
            <a:extLst xmlns:a="http://schemas.openxmlformats.org/drawingml/2006/main">
              <a:ext uri="{FF2B5EF4-FFF2-40B4-BE49-F238E27FC236}">
                <a16:creationId xmlns:a16="http://schemas.microsoft.com/office/drawing/2014/main" id="{4642EF1C-445E-4DC3-90E9-AA958857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1403" y="1391304"/>
            <a:ext cx="492458" cy="194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1096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longest</a:t>
            </a:r>
          </a:p>
        </p:txBody>
      </p:sp>
      <p:sp>
        <p:nvSpPr>
          <p:cNvPr id="531" name="text-270 context">
            <a:extLst xmlns:a="http://schemas.openxmlformats.org/drawingml/2006/main">
              <a:ext uri="{FF2B5EF4-FFF2-40B4-BE49-F238E27FC236}">
                <a16:creationId xmlns:a16="http://schemas.microsoft.com/office/drawing/2014/main" id="{018F47F1-4291-4C8B-96EE-8CF649DE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7628" y="1557805"/>
            <a:ext cx="533044" cy="195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9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9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1099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532" name="text-270 length.">
            <a:extLst xmlns:a="http://schemas.openxmlformats.org/drawingml/2006/main">
              <a:ext uri="{FF2B5EF4-FFF2-40B4-BE49-F238E27FC236}">
                <a16:creationId xmlns:a16="http://schemas.microsoft.com/office/drawing/2014/main" id="{E1C2A90F-FF65-495E-986D-4697DF7C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7783" y="1557845"/>
            <a:ext cx="467413" cy="19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8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8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defRPr>
            </a:pPr>
            <a:r>
              <a:rPr sz="1098" b="0" i="0">
                <a:solidFill>
                  <a:srgbClr val="EF949E"/>
                </a:solidFill>
                <a:latin typeface="Comic Sans MS"/>
                <a:ea typeface="Comic Sans MS"/>
                <a:cs typeface="Comic Sans MS"/>
              </a:rPr>
              <a:t>length.</a:t>
            </a:r>
          </a:p>
        </p:txBody>
      </p:sp>
      <p:pic>
        <p:nvPic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193B3C69-030D-43CE-95F0-D9A52A063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7dc4704a948f3"/>
          <a:stretch xmlns:a="http://schemas.openxmlformats.org/drawingml/2006/main"/>
        </p:blipFill>
        <p:spPr>
          <a:xfrm xmlns:a="http://schemas.openxmlformats.org/drawingml/2006/main">
            <a:off x="13338240" y="1439047"/>
            <a:ext cx="294189" cy="294189"/>
          </a:xfrm>
          <a:prstGeom xmlns:a="http://schemas.openxmlformats.org/drawingml/2006/main" prst="rect">
            <a:avLst/>
          </a:prstGeom>
        </p:spPr>
      </p:pic>
      <p:sp>
        <p:nvSpPr>
          <p:cNvPr id="534" name="native-plot-token-length-distribution-area-fill">
            <a:extLst xmlns:a="http://schemas.openxmlformats.org/drawingml/2006/main">
              <a:ext uri="{FF2B5EF4-FFF2-40B4-BE49-F238E27FC236}">
                <a16:creationId xmlns:a16="http://schemas.microsoft.com/office/drawing/2014/main" id="{B282F7D6-DD8C-4E8A-BC30-9320673A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6535" y="4361299"/>
            <a:ext cx="3883615" cy="1213235"/>
          </a:xfrm>
          <a:custGeom xmlns:a="http://schemas.openxmlformats.org/drawingml/2006/main">
            <a:pathLst>
              <a:path w="3315456" h="1035743">
                <a:moveTo>
                  <a:pt x="0" y="951545"/>
                </a:moveTo>
                <a:lnTo>
                  <a:pt x="103608" y="954003"/>
                </a:lnTo>
                <a:lnTo>
                  <a:pt x="207216" y="764662"/>
                </a:lnTo>
                <a:lnTo>
                  <a:pt x="310824" y="954003"/>
                </a:lnTo>
                <a:lnTo>
                  <a:pt x="414432" y="679202"/>
                </a:lnTo>
                <a:lnTo>
                  <a:pt x="518040" y="741832"/>
                </a:lnTo>
                <a:lnTo>
                  <a:pt x="621648" y="744290"/>
                </a:lnTo>
                <a:lnTo>
                  <a:pt x="725256" y="530557"/>
                </a:lnTo>
                <a:lnTo>
                  <a:pt x="828864" y="531027"/>
                </a:lnTo>
                <a:lnTo>
                  <a:pt x="932472" y="0"/>
                </a:lnTo>
                <a:lnTo>
                  <a:pt x="1036080" y="248464"/>
                </a:lnTo>
                <a:lnTo>
                  <a:pt x="1139688" y="873355"/>
                </a:lnTo>
                <a:lnTo>
                  <a:pt x="1243296" y="748757"/>
                </a:lnTo>
                <a:lnTo>
                  <a:pt x="1346904" y="873318"/>
                </a:lnTo>
                <a:lnTo>
                  <a:pt x="1450512" y="740411"/>
                </a:lnTo>
                <a:lnTo>
                  <a:pt x="1554120" y="483925"/>
                </a:lnTo>
                <a:lnTo>
                  <a:pt x="1657728" y="804888"/>
                </a:lnTo>
                <a:lnTo>
                  <a:pt x="1761336" y="736897"/>
                </a:lnTo>
                <a:lnTo>
                  <a:pt x="1864944" y="669807"/>
                </a:lnTo>
                <a:lnTo>
                  <a:pt x="1968552" y="945424"/>
                </a:lnTo>
                <a:lnTo>
                  <a:pt x="2072160" y="808141"/>
                </a:lnTo>
                <a:lnTo>
                  <a:pt x="2175768" y="605424"/>
                </a:lnTo>
                <a:lnTo>
                  <a:pt x="2279376" y="950832"/>
                </a:lnTo>
                <a:lnTo>
                  <a:pt x="2382984" y="948307"/>
                </a:lnTo>
                <a:lnTo>
                  <a:pt x="2486592" y="889450"/>
                </a:lnTo>
                <a:lnTo>
                  <a:pt x="2590200" y="906208"/>
                </a:lnTo>
                <a:lnTo>
                  <a:pt x="2693808" y="935353"/>
                </a:lnTo>
                <a:lnTo>
                  <a:pt x="2797416" y="952515"/>
                </a:lnTo>
                <a:lnTo>
                  <a:pt x="2901024" y="950832"/>
                </a:lnTo>
                <a:lnTo>
                  <a:pt x="3004632" y="948307"/>
                </a:lnTo>
                <a:lnTo>
                  <a:pt x="3108240" y="948307"/>
                </a:lnTo>
                <a:lnTo>
                  <a:pt x="3211848" y="951545"/>
                </a:lnTo>
                <a:lnTo>
                  <a:pt x="3315456" y="950487"/>
                </a:lnTo>
                <a:lnTo>
                  <a:pt x="3315456" y="1035743"/>
                </a:lnTo>
                <a:lnTo>
                  <a:pt x="0" y="1035743"/>
                </a:lnTo>
                <a:close/>
              </a:path>
            </a:pathLst>
          </a:custGeom>
          <a:solidFill xmlns:a="http://schemas.openxmlformats.org/drawingml/2006/main">
            <a:srgbClr val="DC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native-plot-token-length-distribution-curve">
            <a:extLst xmlns:a="http://schemas.openxmlformats.org/drawingml/2006/main">
              <a:ext uri="{FF2B5EF4-FFF2-40B4-BE49-F238E27FC236}">
                <a16:creationId xmlns:a16="http://schemas.microsoft.com/office/drawing/2014/main" id="{472523D0-B3B0-42EE-A923-54DDBC03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6535" y="4361299"/>
            <a:ext cx="3883615" cy="1117487"/>
          </a:xfrm>
          <a:custGeom xmlns:a="http://schemas.openxmlformats.org/drawingml/2006/main">
            <a:pathLst>
              <a:path w="3315456" h="954003">
                <a:moveTo>
                  <a:pt x="0" y="951545"/>
                </a:moveTo>
                <a:lnTo>
                  <a:pt x="103608" y="954003"/>
                </a:lnTo>
                <a:lnTo>
                  <a:pt x="207216" y="764662"/>
                </a:lnTo>
                <a:lnTo>
                  <a:pt x="310824" y="954003"/>
                </a:lnTo>
                <a:lnTo>
                  <a:pt x="414432" y="679202"/>
                </a:lnTo>
                <a:lnTo>
                  <a:pt x="518040" y="741832"/>
                </a:lnTo>
                <a:lnTo>
                  <a:pt x="621648" y="744290"/>
                </a:lnTo>
                <a:lnTo>
                  <a:pt x="725256" y="530557"/>
                </a:lnTo>
                <a:lnTo>
                  <a:pt x="828864" y="531027"/>
                </a:lnTo>
                <a:lnTo>
                  <a:pt x="932472" y="0"/>
                </a:lnTo>
                <a:lnTo>
                  <a:pt x="1036080" y="248464"/>
                </a:lnTo>
                <a:lnTo>
                  <a:pt x="1139688" y="873355"/>
                </a:lnTo>
                <a:lnTo>
                  <a:pt x="1243296" y="748757"/>
                </a:lnTo>
                <a:lnTo>
                  <a:pt x="1346904" y="873318"/>
                </a:lnTo>
                <a:lnTo>
                  <a:pt x="1450512" y="740411"/>
                </a:lnTo>
                <a:lnTo>
                  <a:pt x="1554120" y="483925"/>
                </a:lnTo>
                <a:lnTo>
                  <a:pt x="1657728" y="804888"/>
                </a:lnTo>
                <a:lnTo>
                  <a:pt x="1761336" y="736897"/>
                </a:lnTo>
                <a:lnTo>
                  <a:pt x="1864944" y="669807"/>
                </a:lnTo>
                <a:lnTo>
                  <a:pt x="1968552" y="945424"/>
                </a:lnTo>
                <a:lnTo>
                  <a:pt x="2072160" y="808141"/>
                </a:lnTo>
                <a:lnTo>
                  <a:pt x="2175768" y="605424"/>
                </a:lnTo>
                <a:lnTo>
                  <a:pt x="2279376" y="950832"/>
                </a:lnTo>
                <a:lnTo>
                  <a:pt x="2382984" y="948307"/>
                </a:lnTo>
                <a:lnTo>
                  <a:pt x="2486592" y="889450"/>
                </a:lnTo>
                <a:lnTo>
                  <a:pt x="2590200" y="906208"/>
                </a:lnTo>
                <a:lnTo>
                  <a:pt x="2693808" y="935353"/>
                </a:lnTo>
                <a:lnTo>
                  <a:pt x="2797416" y="952515"/>
                </a:lnTo>
                <a:lnTo>
                  <a:pt x="2901024" y="950832"/>
                </a:lnTo>
                <a:lnTo>
                  <a:pt x="3004632" y="948307"/>
                </a:lnTo>
                <a:lnTo>
                  <a:pt x="3108240" y="948307"/>
                </a:lnTo>
                <a:lnTo>
                  <a:pt x="3211848" y="951545"/>
                </a:lnTo>
                <a:lnTo>
                  <a:pt x="3315456" y="950487"/>
                </a:lnTo>
              </a:path>
            </a:pathLst>
          </a:custGeom>
          <a:noFill xmlns:a="http://schemas.openxmlformats.org/drawingml/2006/main"/>
          <a:ln xmlns:a="http://schemas.openxmlformats.org/drawingml/2006/main" w="9861">
            <a:solidFill>
              <a:srgbClr val="96D1E3"/>
            </a:solidFill>
            <a:prstDash val="solid"/>
          </a:ln>
        </p:spPr>
      </p:sp>
      <p:sp>
        <p:nvSpPr>
          <p:cNvPr id="536" name="native-plot-token-length-distribution-curve-marker-0">
            <a:extLst xmlns:a="http://schemas.openxmlformats.org/drawingml/2006/main">
              <a:ext uri="{FF2B5EF4-FFF2-40B4-BE49-F238E27FC236}">
                <a16:creationId xmlns:a16="http://schemas.microsoft.com/office/drawing/2014/main" id="{547901A3-1A06-4F3B-800A-A9739ABF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055" y="5455423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native-plot-token-length-distribution-curve-marker-1">
            <a:extLst xmlns:a="http://schemas.openxmlformats.org/drawingml/2006/main">
              <a:ext uri="{FF2B5EF4-FFF2-40B4-BE49-F238E27FC236}">
                <a16:creationId xmlns:a16="http://schemas.microsoft.com/office/drawing/2014/main" id="{BD783295-E1A4-4515-85F8-0F227120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418" y="5458301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native-plot-token-length-distribution-curve-marker-2">
            <a:extLst xmlns:a="http://schemas.openxmlformats.org/drawingml/2006/main">
              <a:ext uri="{FF2B5EF4-FFF2-40B4-BE49-F238E27FC236}">
                <a16:creationId xmlns:a16="http://schemas.microsoft.com/office/drawing/2014/main" id="{BCF4478F-773C-4C5E-A401-66EB1A37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781" y="5236514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native-plot-token-length-distribution-curve-marker-3">
            <a:extLst xmlns:a="http://schemas.openxmlformats.org/drawingml/2006/main">
              <a:ext uri="{FF2B5EF4-FFF2-40B4-BE49-F238E27FC236}">
                <a16:creationId xmlns:a16="http://schemas.microsoft.com/office/drawing/2014/main" id="{B00C750E-BB8C-43DD-A2B4-926BF4CF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44" y="5458301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native-plot-token-length-distribution-curve-marker-4">
            <a:extLst xmlns:a="http://schemas.openxmlformats.org/drawingml/2006/main">
              <a:ext uri="{FF2B5EF4-FFF2-40B4-BE49-F238E27FC236}">
                <a16:creationId xmlns:a16="http://schemas.microsoft.com/office/drawing/2014/main" id="{65BCE77B-21F5-4FE3-A40F-863589A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1506" y="5136409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native-plot-token-length-distribution-curve-marker-5">
            <a:extLst xmlns:a="http://schemas.openxmlformats.org/drawingml/2006/main">
              <a:ext uri="{FF2B5EF4-FFF2-40B4-BE49-F238E27FC236}">
                <a16:creationId xmlns:a16="http://schemas.microsoft.com/office/drawing/2014/main" id="{A257D8EB-9DB2-4BF7-9A26-455C2495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2869" y="5209772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native-plot-token-length-distribution-curve-marker-6">
            <a:extLst xmlns:a="http://schemas.openxmlformats.org/drawingml/2006/main">
              <a:ext uri="{FF2B5EF4-FFF2-40B4-BE49-F238E27FC236}">
                <a16:creationId xmlns:a16="http://schemas.microsoft.com/office/drawing/2014/main" id="{14B2516C-540D-4394-9410-29D2D386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232" y="5212651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native-plot-token-length-distribution-curve-marker-7">
            <a:extLst xmlns:a="http://schemas.openxmlformats.org/drawingml/2006/main">
              <a:ext uri="{FF2B5EF4-FFF2-40B4-BE49-F238E27FC236}">
                <a16:creationId xmlns:a16="http://schemas.microsoft.com/office/drawing/2014/main" id="{0EB78FE8-F411-46A4-BDC6-D8955C95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595" y="4962292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native-plot-token-length-distribution-curve-marker-8">
            <a:extLst xmlns:a="http://schemas.openxmlformats.org/drawingml/2006/main">
              <a:ext uri="{FF2B5EF4-FFF2-40B4-BE49-F238E27FC236}">
                <a16:creationId xmlns:a16="http://schemas.microsoft.com/office/drawing/2014/main" id="{C00E7691-080E-43BA-81F2-A70955C5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958" y="4962842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native-plot-token-length-distribution-curve-marker-9">
            <a:extLst xmlns:a="http://schemas.openxmlformats.org/drawingml/2006/main">
              <a:ext uri="{FF2B5EF4-FFF2-40B4-BE49-F238E27FC236}">
                <a16:creationId xmlns:a16="http://schemas.microsoft.com/office/drawing/2014/main" id="{C3E08623-1BF0-44DF-9BEC-51CE3028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8321" y="4340815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native-plot-token-length-distribution-curve-marker-10">
            <a:extLst xmlns:a="http://schemas.openxmlformats.org/drawingml/2006/main">
              <a:ext uri="{FF2B5EF4-FFF2-40B4-BE49-F238E27FC236}">
                <a16:creationId xmlns:a16="http://schemas.microsoft.com/office/drawing/2014/main" id="{688B93D1-7842-4074-8924-ED491DC6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9684" y="4631857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native-plot-token-length-distribution-curve-marker-11">
            <a:extLst xmlns:a="http://schemas.openxmlformats.org/drawingml/2006/main">
              <a:ext uri="{FF2B5EF4-FFF2-40B4-BE49-F238E27FC236}">
                <a16:creationId xmlns:a16="http://schemas.microsoft.com/office/drawing/2014/main" id="{B8BDEC95-7268-4E13-9DD0-E094C4AD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047" y="5363833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native-plot-token-length-distribution-curve-marker-12">
            <a:extLst xmlns:a="http://schemas.openxmlformats.org/drawingml/2006/main">
              <a:ext uri="{FF2B5EF4-FFF2-40B4-BE49-F238E27FC236}">
                <a16:creationId xmlns:a16="http://schemas.microsoft.com/office/drawing/2014/main" id="{0A3A8BF3-ADF5-4F4B-B5F9-412265D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410" y="5217883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native-plot-token-length-distribution-curve-marker-13">
            <a:extLst xmlns:a="http://schemas.openxmlformats.org/drawingml/2006/main">
              <a:ext uri="{FF2B5EF4-FFF2-40B4-BE49-F238E27FC236}">
                <a16:creationId xmlns:a16="http://schemas.microsoft.com/office/drawing/2014/main" id="{FDAD67CA-D460-4D9F-9A94-1735F672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3773" y="5363791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native-plot-token-length-distribution-curve-marker-14">
            <a:extLst xmlns:a="http://schemas.openxmlformats.org/drawingml/2006/main">
              <a:ext uri="{FF2B5EF4-FFF2-40B4-BE49-F238E27FC236}">
                <a16:creationId xmlns:a16="http://schemas.microsoft.com/office/drawing/2014/main" id="{4A15A016-5690-4FA3-8443-1F7A6C1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5136" y="5208108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native-plot-token-length-distribution-curve-marker-15">
            <a:extLst xmlns:a="http://schemas.openxmlformats.org/drawingml/2006/main">
              <a:ext uri="{FF2B5EF4-FFF2-40B4-BE49-F238E27FC236}">
                <a16:creationId xmlns:a16="http://schemas.microsoft.com/office/drawing/2014/main" id="{B5F5FA79-EDB6-4D40-9C4A-6649765B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6499" y="4907668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native-plot-token-length-distribution-curve-marker-16">
            <a:extLst xmlns:a="http://schemas.openxmlformats.org/drawingml/2006/main">
              <a:ext uri="{FF2B5EF4-FFF2-40B4-BE49-F238E27FC236}">
                <a16:creationId xmlns:a16="http://schemas.microsoft.com/office/drawing/2014/main" id="{A28A615E-0B21-4FA4-899A-6C118DA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7862" y="5283633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native-plot-token-length-distribution-curve-marker-17">
            <a:extLst xmlns:a="http://schemas.openxmlformats.org/drawingml/2006/main">
              <a:ext uri="{FF2B5EF4-FFF2-40B4-BE49-F238E27FC236}">
                <a16:creationId xmlns:a16="http://schemas.microsoft.com/office/drawing/2014/main" id="{6DD571FF-D0EF-40A5-B156-760D387C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225" y="5203992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native-plot-token-length-distribution-curve-marker-18">
            <a:extLst xmlns:a="http://schemas.openxmlformats.org/drawingml/2006/main">
              <a:ext uri="{FF2B5EF4-FFF2-40B4-BE49-F238E27FC236}">
                <a16:creationId xmlns:a16="http://schemas.microsoft.com/office/drawing/2014/main" id="{1CD9C0FD-2D59-44D4-B27E-5589CC74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0588" y="5125404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native-plot-token-length-distribution-curve-marker-19">
            <a:extLst xmlns:a="http://schemas.openxmlformats.org/drawingml/2006/main">
              <a:ext uri="{FF2B5EF4-FFF2-40B4-BE49-F238E27FC236}">
                <a16:creationId xmlns:a16="http://schemas.microsoft.com/office/drawing/2014/main" id="{83052803-1005-434C-A2BF-5CC8963C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1951" y="5448253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native-plot-token-length-distribution-curve-marker-20">
            <a:extLst xmlns:a="http://schemas.openxmlformats.org/drawingml/2006/main">
              <a:ext uri="{FF2B5EF4-FFF2-40B4-BE49-F238E27FC236}">
                <a16:creationId xmlns:a16="http://schemas.microsoft.com/office/drawing/2014/main" id="{B719D42E-E5CA-4C69-AF9C-67E4551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3314" y="5287445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native-plot-token-length-distribution-curve-marker-21">
            <a:extLst xmlns:a="http://schemas.openxmlformats.org/drawingml/2006/main">
              <a:ext uri="{FF2B5EF4-FFF2-40B4-BE49-F238E27FC236}">
                <a16:creationId xmlns:a16="http://schemas.microsoft.com/office/drawing/2014/main" id="{F571E9D0-3A9F-45AC-B1E6-3F62FCFE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4677" y="5049988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native-plot-token-length-distribution-curve-marker-22">
            <a:extLst xmlns:a="http://schemas.openxmlformats.org/drawingml/2006/main">
              <a:ext uri="{FF2B5EF4-FFF2-40B4-BE49-F238E27FC236}">
                <a16:creationId xmlns:a16="http://schemas.microsoft.com/office/drawing/2014/main" id="{AC2E1626-2F0F-46C3-AF4F-FC7DB2A4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040" y="5454587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native-plot-token-length-distribution-curve-marker-23">
            <a:extLst xmlns:a="http://schemas.openxmlformats.org/drawingml/2006/main">
              <a:ext uri="{FF2B5EF4-FFF2-40B4-BE49-F238E27FC236}">
                <a16:creationId xmlns:a16="http://schemas.microsoft.com/office/drawing/2014/main" id="{BC4D4AD9-3246-4919-BE4B-E0148CED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403" y="5451630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native-plot-token-length-distribution-curve-marker-24">
            <a:extLst xmlns:a="http://schemas.openxmlformats.org/drawingml/2006/main">
              <a:ext uri="{FF2B5EF4-FFF2-40B4-BE49-F238E27FC236}">
                <a16:creationId xmlns:a16="http://schemas.microsoft.com/office/drawing/2014/main" id="{5101BED4-9923-4A64-AEE2-36AC119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8766" y="5382687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native-plot-token-length-distribution-curve-marker-25">
            <a:extLst xmlns:a="http://schemas.openxmlformats.org/drawingml/2006/main">
              <a:ext uri="{FF2B5EF4-FFF2-40B4-BE49-F238E27FC236}">
                <a16:creationId xmlns:a16="http://schemas.microsoft.com/office/drawing/2014/main" id="{FD6BC43D-0C69-424E-8E7D-8B676E53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0128" y="5402317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native-plot-token-length-distribution-curve-marker-26">
            <a:extLst xmlns:a="http://schemas.openxmlformats.org/drawingml/2006/main">
              <a:ext uri="{FF2B5EF4-FFF2-40B4-BE49-F238E27FC236}">
                <a16:creationId xmlns:a16="http://schemas.microsoft.com/office/drawing/2014/main" id="{4CE1477D-DE77-4BA0-B1D8-D891F420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491" y="5436456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native-plot-token-length-distribution-curve-marker-27">
            <a:extLst xmlns:a="http://schemas.openxmlformats.org/drawingml/2006/main">
              <a:ext uri="{FF2B5EF4-FFF2-40B4-BE49-F238E27FC236}">
                <a16:creationId xmlns:a16="http://schemas.microsoft.com/office/drawing/2014/main" id="{5951327A-60B7-4667-9EEE-F6B964E0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854" y="5456559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native-plot-token-length-distribution-curve-marker-28">
            <a:extLst xmlns:a="http://schemas.openxmlformats.org/drawingml/2006/main">
              <a:ext uri="{FF2B5EF4-FFF2-40B4-BE49-F238E27FC236}">
                <a16:creationId xmlns:a16="http://schemas.microsoft.com/office/drawing/2014/main" id="{C99520EC-2A9B-48C7-9979-C54D323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4217" y="5454587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native-plot-token-length-distribution-curve-marker-29">
            <a:extLst xmlns:a="http://schemas.openxmlformats.org/drawingml/2006/main">
              <a:ext uri="{FF2B5EF4-FFF2-40B4-BE49-F238E27FC236}">
                <a16:creationId xmlns:a16="http://schemas.microsoft.com/office/drawing/2014/main" id="{1EB60794-4FA1-4CAD-A32E-B59A5891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580" y="5451630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native-plot-token-length-distribution-curve-marker-30">
            <a:extLst xmlns:a="http://schemas.openxmlformats.org/drawingml/2006/main">
              <a:ext uri="{FF2B5EF4-FFF2-40B4-BE49-F238E27FC236}">
                <a16:creationId xmlns:a16="http://schemas.microsoft.com/office/drawing/2014/main" id="{F8F7D807-B266-47D4-AF22-C18FB8BF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943" y="5451630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native-plot-token-length-distribution-curve-marker-31">
            <a:extLst xmlns:a="http://schemas.openxmlformats.org/drawingml/2006/main">
              <a:ext uri="{FF2B5EF4-FFF2-40B4-BE49-F238E27FC236}">
                <a16:creationId xmlns:a16="http://schemas.microsoft.com/office/drawing/2014/main" id="{D06417B9-7CDE-401E-8E8A-BBA4FD63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8306" y="5455423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native-plot-token-length-distribution-curve-marker-32">
            <a:extLst xmlns:a="http://schemas.openxmlformats.org/drawingml/2006/main">
              <a:ext uri="{FF2B5EF4-FFF2-40B4-BE49-F238E27FC236}">
                <a16:creationId xmlns:a16="http://schemas.microsoft.com/office/drawing/2014/main" id="{ABDFA995-ED3F-412A-A10B-11550AA5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669" y="5454183"/>
            <a:ext cx="40960" cy="40968"/>
          </a:xfrm>
          <a:custGeom xmlns:a="http://schemas.openxmlformats.org/drawingml/2006/main">
            <a:pathLst>
              <a:path w="34968" h="34974">
                <a:moveTo>
                  <a:pt x="34968" y="17487"/>
                </a:moveTo>
                <a:cubicBezTo>
                  <a:pt x="34968" y="27145"/>
                  <a:pt x="27140" y="34974"/>
                  <a:pt x="17484" y="34974"/>
                </a:cubicBezTo>
                <a:cubicBezTo>
                  <a:pt x="7828" y="34974"/>
                  <a:pt x="0" y="27145"/>
                  <a:pt x="0" y="17487"/>
                </a:cubicBezTo>
                <a:cubicBezTo>
                  <a:pt x="0" y="7829"/>
                  <a:pt x="7828" y="0"/>
                  <a:pt x="17484" y="0"/>
                </a:cubicBezTo>
                <a:cubicBezTo>
                  <a:pt x="27140" y="0"/>
                  <a:pt x="34968" y="7829"/>
                  <a:pt x="34968" y="17487"/>
                </a:cubicBezTo>
                <a:close/>
              </a:path>
            </a:pathLst>
          </a:custGeom>
          <a:solidFill xmlns:a="http://schemas.openxmlformats.org/drawingml/2006/main">
            <a:srgbClr val="9E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native-plot-token-length-distribution-y-axis">
            <a:extLst xmlns:a="http://schemas.openxmlformats.org/drawingml/2006/main">
              <a:ext uri="{FF2B5EF4-FFF2-40B4-BE49-F238E27FC236}">
                <a16:creationId xmlns:a16="http://schemas.microsoft.com/office/drawing/2014/main" id="{F5424A39-5F5C-4047-A808-6F0104F8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9320" y="4292392"/>
            <a:ext cx="191" cy="1282141"/>
          </a:xfrm>
          <a:custGeom xmlns:a="http://schemas.openxmlformats.org/drawingml/2006/main">
            <a:pathLst>
              <a:path w="191" h="1094569">
                <a:moveTo>
                  <a:pt x="0" y="0"/>
                </a:moveTo>
                <a:lnTo>
                  <a:pt x="0" y="1094569"/>
                </a:lnTo>
              </a:path>
            </a:pathLst>
          </a:custGeom>
          <a:noFill xmlns:a="http://schemas.openxmlformats.org/drawingml/2006/main"/>
          <a:ln xmlns:a="http://schemas.openxmlformats.org/drawingml/2006/main" w="6068">
            <a:solidFill>
              <a:srgbClr val="777777"/>
            </a:solidFill>
            <a:prstDash val="solid"/>
          </a:ln>
        </p:spPr>
      </p:sp>
      <p:sp>
        <p:nvSpPr>
          <p:cNvPr id="570" name="native-plot-token-length-distribution-x-axis">
            <a:extLst xmlns:a="http://schemas.openxmlformats.org/drawingml/2006/main">
              <a:ext uri="{FF2B5EF4-FFF2-40B4-BE49-F238E27FC236}">
                <a16:creationId xmlns:a16="http://schemas.microsoft.com/office/drawing/2014/main" id="{FB718BB3-7808-4624-B702-8D7F6A1C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9320" y="5574533"/>
            <a:ext cx="4088415" cy="191"/>
          </a:xfrm>
          <a:custGeom xmlns:a="http://schemas.openxmlformats.org/drawingml/2006/main">
            <a:pathLst>
              <a:path w="3490295" h="191">
                <a:moveTo>
                  <a:pt x="0" y="0"/>
                </a:moveTo>
                <a:lnTo>
                  <a:pt x="3490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68">
            <a:solidFill>
              <a:srgbClr val="777777"/>
            </a:solidFill>
            <a:prstDash val="solid"/>
          </a:ln>
        </p:spPr>
      </p:sp>
      <p:sp>
        <p:nvSpPr>
          <p:cNvPr id="571" name="path-309">
            <a:extLst xmlns:a="http://schemas.openxmlformats.org/drawingml/2006/main">
              <a:ext uri="{FF2B5EF4-FFF2-40B4-BE49-F238E27FC236}">
                <a16:creationId xmlns:a16="http://schemas.microsoft.com/office/drawing/2014/main" id="{17548635-8943-4550-A984-F26C030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630" y="4108750"/>
            <a:ext cx="2037546" cy="138987"/>
          </a:xfrm>
          <a:custGeom xmlns:a="http://schemas.openxmlformats.org/drawingml/2006/main">
            <a:pathLst>
              <a:path w="1739460" h="118654">
                <a:moveTo>
                  <a:pt x="0" y="0"/>
                </a:moveTo>
                <a:lnTo>
                  <a:pt x="0" y="118654"/>
                </a:lnTo>
                <a:lnTo>
                  <a:pt x="1739460" y="118654"/>
                </a:lnTo>
                <a:lnTo>
                  <a:pt x="173946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path-310">
            <a:extLst xmlns:a="http://schemas.openxmlformats.org/drawingml/2006/main">
              <a:ext uri="{FF2B5EF4-FFF2-40B4-BE49-F238E27FC236}">
                <a16:creationId xmlns:a16="http://schemas.microsoft.com/office/drawing/2014/main" id="{E5578527-AA24-4F33-AAF5-B87F86B4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511" y="4097168"/>
            <a:ext cx="2059320" cy="160993"/>
          </a:xfrm>
          <a:custGeom xmlns:a="http://schemas.openxmlformats.org/drawingml/2006/main">
            <a:pathLst>
              <a:path w="1758049" h="137440">
                <a:moveTo>
                  <a:pt x="1758049" y="0"/>
                </a:moveTo>
                <a:lnTo>
                  <a:pt x="1758049" y="137440"/>
                </a:lnTo>
                <a:lnTo>
                  <a:pt x="0" y="137440"/>
                </a:lnTo>
                <a:lnTo>
                  <a:pt x="0" y="0"/>
                </a:lnTo>
                <a:lnTo>
                  <a:pt x="1758049" y="0"/>
                </a:lnTo>
                <a:moveTo>
                  <a:pt x="9887" y="19776"/>
                </a:moveTo>
                <a:lnTo>
                  <a:pt x="19775" y="9888"/>
                </a:lnTo>
                <a:lnTo>
                  <a:pt x="19775" y="127552"/>
                </a:lnTo>
                <a:lnTo>
                  <a:pt x="9887" y="117664"/>
                </a:lnTo>
                <a:lnTo>
                  <a:pt x="1748161" y="117664"/>
                </a:lnTo>
                <a:lnTo>
                  <a:pt x="1738273" y="127552"/>
                </a:lnTo>
                <a:lnTo>
                  <a:pt x="1738273" y="9888"/>
                </a:lnTo>
                <a:lnTo>
                  <a:pt x="1748161" y="19776"/>
                </a:lnTo>
                <a:lnTo>
                  <a:pt x="9887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text-311 MMDU">
            <a:extLst xmlns:a="http://schemas.openxmlformats.org/drawingml/2006/main">
              <a:ext uri="{FF2B5EF4-FFF2-40B4-BE49-F238E27FC236}">
                <a16:creationId xmlns:a16="http://schemas.microsoft.com/office/drawing/2014/main" id="{E6FD7F07-F338-422E-8BEE-0D4DC651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2219" y="3943062"/>
            <a:ext cx="630579" cy="259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</a:t>
            </a:r>
          </a:p>
        </p:txBody>
      </p:sp>
      <p:sp>
        <p:nvSpPr>
          <p:cNvPr id="574" name="text-311 BenchmarkTokens">
            <a:extLst xmlns:a="http://schemas.openxmlformats.org/drawingml/2006/main">
              <a:ext uri="{FF2B5EF4-FFF2-40B4-BE49-F238E27FC236}">
                <a16:creationId xmlns:a16="http://schemas.microsoft.com/office/drawing/2014/main" id="{87400857-23A5-4432-A7E3-BEAFBF04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300" y="3942924"/>
            <a:ext cx="1591639" cy="259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6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BenchmarkTokens</a:t>
            </a:r>
          </a:p>
        </p:txBody>
      </p:sp>
      <p:sp>
        <p:nvSpPr>
          <p:cNvPr id="575" name="text-312 Statistic">
            <a:extLst xmlns:a="http://schemas.openxmlformats.org/drawingml/2006/main">
              <a:ext uri="{FF2B5EF4-FFF2-40B4-BE49-F238E27FC236}">
                <a16:creationId xmlns:a16="http://schemas.microsoft.com/office/drawing/2014/main" id="{7820122B-5324-4156-AE79-A3DAFC6C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0318" y="4165388"/>
            <a:ext cx="807882" cy="259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Statistic</a:t>
            </a:r>
          </a:p>
        </p:txBody>
      </p:sp>
      <p:sp>
        <p:nvSpPr>
          <p:cNvPr id="576" name="path-313">
            <a:extLst xmlns:a="http://schemas.openxmlformats.org/drawingml/2006/main">
              <a:ext uri="{FF2B5EF4-FFF2-40B4-BE49-F238E27FC236}">
                <a16:creationId xmlns:a16="http://schemas.microsoft.com/office/drawing/2014/main" id="{B89AE33C-3548-433C-89A6-C1141562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119" y="4289433"/>
            <a:ext cx="227939" cy="1292576"/>
          </a:xfrm>
          <a:custGeom xmlns:a="http://schemas.openxmlformats.org/drawingml/2006/main">
            <a:pathLst>
              <a:path w="194592" h="1103477">
                <a:moveTo>
                  <a:pt x="0" y="0"/>
                </a:moveTo>
                <a:lnTo>
                  <a:pt x="0" y="1103477"/>
                </a:lnTo>
                <a:lnTo>
                  <a:pt x="194592" y="1103477"/>
                </a:lnTo>
                <a:lnTo>
                  <a:pt x="19459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314">
            <a:extLst xmlns:a="http://schemas.openxmlformats.org/drawingml/2006/main">
              <a:ext uri="{FF2B5EF4-FFF2-40B4-BE49-F238E27FC236}">
                <a16:creationId xmlns:a16="http://schemas.microsoft.com/office/drawing/2014/main" id="{E61F1913-30F2-42D7-95AD-2C079F59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2074" y="4276693"/>
            <a:ext cx="252491" cy="1318057"/>
          </a:xfrm>
          <a:custGeom xmlns:a="http://schemas.openxmlformats.org/drawingml/2006/main">
            <a:pathLst>
              <a:path w="215553" h="1125230">
                <a:moveTo>
                  <a:pt x="215553" y="0"/>
                </a:moveTo>
                <a:lnTo>
                  <a:pt x="215553" y="1125230"/>
                </a:lnTo>
                <a:lnTo>
                  <a:pt x="0" y="1125230"/>
                </a:lnTo>
                <a:lnTo>
                  <a:pt x="0" y="0"/>
                </a:lnTo>
                <a:lnTo>
                  <a:pt x="215553" y="0"/>
                </a:lnTo>
                <a:moveTo>
                  <a:pt x="9888" y="19775"/>
                </a:moveTo>
                <a:lnTo>
                  <a:pt x="19775" y="9888"/>
                </a:lnTo>
                <a:lnTo>
                  <a:pt x="19775" y="1115343"/>
                </a:lnTo>
                <a:lnTo>
                  <a:pt x="9888" y="1105455"/>
                </a:lnTo>
                <a:lnTo>
                  <a:pt x="205666" y="1105455"/>
                </a:lnTo>
                <a:lnTo>
                  <a:pt x="195778" y="1115343"/>
                </a:lnTo>
                <a:lnTo>
                  <a:pt x="195778" y="9888"/>
                </a:lnTo>
                <a:lnTo>
                  <a:pt x="205666" y="19775"/>
                </a:lnTo>
                <a:lnTo>
                  <a:pt x="9888" y="197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text-315 Numbers">
            <a:extLst xmlns:a="http://schemas.openxmlformats.org/drawingml/2006/main">
              <a:ext uri="{FF2B5EF4-FFF2-40B4-BE49-F238E27FC236}">
                <a16:creationId xmlns:a16="http://schemas.microsoft.com/office/drawing/2014/main" id="{E7C01FF4-ACEB-40A9-9AC1-2D27F82D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1574537" y="4843700"/>
            <a:ext cx="718686" cy="22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Numbers</a:t>
            </a:r>
          </a:p>
        </p:txBody>
      </p:sp>
      <p:sp>
        <p:nvSpPr>
          <p:cNvPr id="579" name="text-316 0">
            <a:extLst xmlns:a="http://schemas.openxmlformats.org/drawingml/2006/main">
              <a:ext uri="{FF2B5EF4-FFF2-40B4-BE49-F238E27FC236}">
                <a16:creationId xmlns:a16="http://schemas.microsoft.com/office/drawing/2014/main" id="{EA522DF0-ED01-411E-B100-F061F7CF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839" y="5468408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580" name="text-317 2">
            <a:extLst xmlns:a="http://schemas.openxmlformats.org/drawingml/2006/main">
              <a:ext uri="{FF2B5EF4-FFF2-40B4-BE49-F238E27FC236}">
                <a16:creationId xmlns:a16="http://schemas.microsoft.com/office/drawing/2014/main" id="{1DB9E4BF-4505-4E66-8F64-E3955C38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1681" y="5302783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581" name="text-318 4">
            <a:extLst xmlns:a="http://schemas.openxmlformats.org/drawingml/2006/main">
              <a:ext uri="{FF2B5EF4-FFF2-40B4-BE49-F238E27FC236}">
                <a16:creationId xmlns:a16="http://schemas.microsoft.com/office/drawing/2014/main" id="{CE812F64-C721-4BC1-9EF9-042552D5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839" y="5134840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sp>
        <p:nvSpPr>
          <p:cNvPr id="582" name="text-319 6">
            <a:extLst xmlns:a="http://schemas.openxmlformats.org/drawingml/2006/main">
              <a:ext uri="{FF2B5EF4-FFF2-40B4-BE49-F238E27FC236}">
                <a16:creationId xmlns:a16="http://schemas.microsoft.com/office/drawing/2014/main" id="{4D97F3D4-7E9C-492D-91FB-263B7B7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839" y="4972689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</a:t>
            </a:r>
          </a:p>
        </p:txBody>
      </p:sp>
      <p:sp>
        <p:nvSpPr>
          <p:cNvPr id="583" name="text-320 8">
            <a:extLst xmlns:a="http://schemas.openxmlformats.org/drawingml/2006/main">
              <a:ext uri="{FF2B5EF4-FFF2-40B4-BE49-F238E27FC236}">
                <a16:creationId xmlns:a16="http://schemas.microsoft.com/office/drawing/2014/main" id="{0D4AFB6B-EE40-4338-B14E-A56389E3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1681" y="4812855"/>
            <a:ext cx="109865" cy="1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</a:t>
            </a:r>
          </a:p>
        </p:txBody>
      </p:sp>
      <p:sp>
        <p:nvSpPr>
          <p:cNvPr id="584" name="text-321 10">
            <a:extLst xmlns:a="http://schemas.openxmlformats.org/drawingml/2006/main">
              <a:ext uri="{FF2B5EF4-FFF2-40B4-BE49-F238E27FC236}">
                <a16:creationId xmlns:a16="http://schemas.microsoft.com/office/drawing/2014/main" id="{30AD2A5D-0F47-402B-A408-23D2D392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1567" y="4639103"/>
            <a:ext cx="172414" cy="194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</a:t>
            </a:r>
          </a:p>
        </p:txBody>
      </p:sp>
      <p:sp>
        <p:nvSpPr>
          <p:cNvPr id="585" name="text-322 12">
            <a:extLst xmlns:a="http://schemas.openxmlformats.org/drawingml/2006/main">
              <a:ext uri="{FF2B5EF4-FFF2-40B4-BE49-F238E27FC236}">
                <a16:creationId xmlns:a16="http://schemas.microsoft.com/office/drawing/2014/main" id="{727E33F8-0369-4B19-99FE-AAFC4208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1567" y="4457263"/>
            <a:ext cx="172414" cy="194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12</a:t>
            </a:r>
          </a:p>
        </p:txBody>
      </p:sp>
      <p:sp>
        <p:nvSpPr>
          <p:cNvPr id="586" name="text-323 14">
            <a:extLst xmlns:a="http://schemas.openxmlformats.org/drawingml/2006/main">
              <a:ext uri="{FF2B5EF4-FFF2-40B4-BE49-F238E27FC236}">
                <a16:creationId xmlns:a16="http://schemas.microsoft.com/office/drawing/2014/main" id="{E92A9885-9E3D-466A-BA73-B465F258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1567" y="4304377"/>
            <a:ext cx="172414" cy="194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14</a:t>
            </a:r>
          </a:p>
        </p:txBody>
      </p:sp>
      <p:sp>
        <p:nvSpPr>
          <p:cNvPr id="587" name="path-324">
            <a:extLst xmlns:a="http://schemas.openxmlformats.org/drawingml/2006/main">
              <a:ext uri="{FF2B5EF4-FFF2-40B4-BE49-F238E27FC236}">
                <a16:creationId xmlns:a16="http://schemas.microsoft.com/office/drawing/2014/main" id="{E5ACBC7E-9077-4246-95A7-D9A43A8B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8771" y="5640384"/>
            <a:ext cx="4250214" cy="138987"/>
          </a:xfrm>
          <a:custGeom xmlns:a="http://schemas.openxmlformats.org/drawingml/2006/main">
            <a:pathLst>
              <a:path w="3628423" h="118654">
                <a:moveTo>
                  <a:pt x="0" y="0"/>
                </a:moveTo>
                <a:lnTo>
                  <a:pt x="0" y="118654"/>
                </a:lnTo>
                <a:lnTo>
                  <a:pt x="3628423" y="118654"/>
                </a:lnTo>
                <a:lnTo>
                  <a:pt x="362842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path-325">
            <a:extLst xmlns:a="http://schemas.openxmlformats.org/drawingml/2006/main">
              <a:ext uri="{FF2B5EF4-FFF2-40B4-BE49-F238E27FC236}">
                <a16:creationId xmlns:a16="http://schemas.microsoft.com/office/drawing/2014/main" id="{ECD6B47A-9B49-4FF1-89E5-73B555B0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263" y="5629497"/>
            <a:ext cx="4275000" cy="162151"/>
          </a:xfrm>
          <a:custGeom xmlns:a="http://schemas.openxmlformats.org/drawingml/2006/main">
            <a:pathLst>
              <a:path w="3649583" h="138429">
                <a:moveTo>
                  <a:pt x="3649583" y="0"/>
                </a:moveTo>
                <a:lnTo>
                  <a:pt x="3649583" y="138429"/>
                </a:lnTo>
                <a:lnTo>
                  <a:pt x="0" y="138429"/>
                </a:lnTo>
                <a:lnTo>
                  <a:pt x="0" y="0"/>
                </a:lnTo>
                <a:lnTo>
                  <a:pt x="3649583" y="0"/>
                </a:lnTo>
                <a:moveTo>
                  <a:pt x="9888" y="19776"/>
                </a:moveTo>
                <a:lnTo>
                  <a:pt x="19775" y="9888"/>
                </a:lnTo>
                <a:lnTo>
                  <a:pt x="19775" y="128541"/>
                </a:lnTo>
                <a:lnTo>
                  <a:pt x="9888" y="118653"/>
                </a:lnTo>
                <a:lnTo>
                  <a:pt x="3639695" y="118653"/>
                </a:lnTo>
                <a:lnTo>
                  <a:pt x="3629807" y="128541"/>
                </a:lnTo>
                <a:lnTo>
                  <a:pt x="3629807" y="9888"/>
                </a:lnTo>
                <a:lnTo>
                  <a:pt x="3639695" y="19776"/>
                </a:lnTo>
                <a:lnTo>
                  <a:pt x="9888" y="19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text-326 2k">
            <a:extLst xmlns:a="http://schemas.openxmlformats.org/drawingml/2006/main">
              <a:ext uri="{FF2B5EF4-FFF2-40B4-BE49-F238E27FC236}">
                <a16:creationId xmlns:a16="http://schemas.microsoft.com/office/drawing/2014/main" id="{763888F7-A07E-4F2A-A454-3DF51AF3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0079" y="5623815"/>
            <a:ext cx="184606" cy="19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2k</a:t>
            </a:r>
          </a:p>
        </p:txBody>
      </p:sp>
      <p:sp>
        <p:nvSpPr>
          <p:cNvPr id="590" name="text-327 4k">
            <a:extLst xmlns:a="http://schemas.openxmlformats.org/drawingml/2006/main">
              <a:ext uri="{FF2B5EF4-FFF2-40B4-BE49-F238E27FC236}">
                <a16:creationId xmlns:a16="http://schemas.microsoft.com/office/drawing/2014/main" id="{BD615E04-23EE-4D12-972D-3E9A077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4526" y="5623815"/>
            <a:ext cx="184606" cy="19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4k</a:t>
            </a:r>
          </a:p>
        </p:txBody>
      </p:sp>
      <p:sp>
        <p:nvSpPr>
          <p:cNvPr id="591" name="text-328 6k">
            <a:extLst xmlns:a="http://schemas.openxmlformats.org/drawingml/2006/main">
              <a:ext uri="{FF2B5EF4-FFF2-40B4-BE49-F238E27FC236}">
                <a16:creationId xmlns:a16="http://schemas.microsoft.com/office/drawing/2014/main" id="{ED6961C0-0159-43CC-9BBA-60759A7B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1713" y="5623815"/>
            <a:ext cx="184606" cy="19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6k</a:t>
            </a:r>
          </a:p>
        </p:txBody>
      </p:sp>
      <p:sp>
        <p:nvSpPr>
          <p:cNvPr id="592" name="text-329 8k">
            <a:extLst xmlns:a="http://schemas.openxmlformats.org/drawingml/2006/main">
              <a:ext uri="{FF2B5EF4-FFF2-40B4-BE49-F238E27FC236}">
                <a16:creationId xmlns:a16="http://schemas.microsoft.com/office/drawing/2014/main" id="{4E5520FA-DAE9-44B3-97E9-0851CC69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9440" y="5623815"/>
            <a:ext cx="184606" cy="19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8k</a:t>
            </a:r>
          </a:p>
        </p:txBody>
      </p:sp>
      <p:sp>
        <p:nvSpPr>
          <p:cNvPr id="593" name="text-330 10k">
            <a:extLst xmlns:a="http://schemas.openxmlformats.org/drawingml/2006/main">
              <a:ext uri="{FF2B5EF4-FFF2-40B4-BE49-F238E27FC236}">
                <a16:creationId xmlns:a16="http://schemas.microsoft.com/office/drawing/2014/main" id="{31128505-0B50-4F7C-BB17-453C87A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9873" y="5623746"/>
            <a:ext cx="247164" cy="19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10k</a:t>
            </a:r>
          </a:p>
        </p:txBody>
      </p:sp>
      <p:sp>
        <p:nvSpPr>
          <p:cNvPr id="594" name="text-331 12k">
            <a:extLst xmlns:a="http://schemas.openxmlformats.org/drawingml/2006/main">
              <a:ext uri="{FF2B5EF4-FFF2-40B4-BE49-F238E27FC236}">
                <a16:creationId xmlns:a16="http://schemas.microsoft.com/office/drawing/2014/main" id="{15997D8B-FDCF-4079-94D1-13F287C2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7486" y="5623747"/>
            <a:ext cx="247163" cy="194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12k</a:t>
            </a:r>
          </a:p>
        </p:txBody>
      </p:sp>
      <p:sp>
        <p:nvSpPr>
          <p:cNvPr id="595" name="text-332 14k">
            <a:extLst xmlns:a="http://schemas.openxmlformats.org/drawingml/2006/main">
              <a:ext uri="{FF2B5EF4-FFF2-40B4-BE49-F238E27FC236}">
                <a16:creationId xmlns:a16="http://schemas.microsoft.com/office/drawing/2014/main" id="{804EE147-984F-40E1-852A-FB1FF4C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31933" y="5623746"/>
            <a:ext cx="247164" cy="19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14k</a:t>
            </a:r>
          </a:p>
        </p:txBody>
      </p:sp>
      <p:sp>
        <p:nvSpPr>
          <p:cNvPr id="596" name="text-333 16k">
            <a:extLst xmlns:a="http://schemas.openxmlformats.org/drawingml/2006/main">
              <a:ext uri="{FF2B5EF4-FFF2-40B4-BE49-F238E27FC236}">
                <a16:creationId xmlns:a16="http://schemas.microsoft.com/office/drawing/2014/main" id="{57F4292C-464A-48FE-96EB-DE0FA548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6917" y="5623746"/>
            <a:ext cx="247164" cy="19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16k</a:t>
            </a:r>
          </a:p>
        </p:txBody>
      </p:sp>
      <p:sp>
        <p:nvSpPr>
          <p:cNvPr id="597" name="text-334 18k">
            <a:extLst xmlns:a="http://schemas.openxmlformats.org/drawingml/2006/main">
              <a:ext uri="{FF2B5EF4-FFF2-40B4-BE49-F238E27FC236}">
                <a16:creationId xmlns:a16="http://schemas.microsoft.com/office/drawing/2014/main" id="{573EC941-39F9-4451-9145-2D116744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1789" y="5623746"/>
            <a:ext cx="247164" cy="19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18k</a:t>
            </a:r>
          </a:p>
        </p:txBody>
      </p:sp>
      <p:sp>
        <p:nvSpPr>
          <p:cNvPr id="598" name="text-335 Tokens">
            <a:extLst xmlns:a="http://schemas.openxmlformats.org/drawingml/2006/main">
              <a:ext uri="{FF2B5EF4-FFF2-40B4-BE49-F238E27FC236}">
                <a16:creationId xmlns:a16="http://schemas.microsoft.com/office/drawing/2014/main" id="{DD7A3824-4E6D-4123-9083-A1079DED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9345" y="5799342"/>
            <a:ext cx="646570" cy="2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Tokens</a:t>
            </a:r>
          </a:p>
        </p:txBody>
      </p:sp>
      <p:sp>
        <p:nvSpPr>
          <p:cNvPr id="599" name="text-335 Length">
            <a:extLst xmlns:a="http://schemas.openxmlformats.org/drawingml/2006/main">
              <a:ext uri="{FF2B5EF4-FFF2-40B4-BE49-F238E27FC236}">
                <a16:creationId xmlns:a16="http://schemas.microsoft.com/office/drawing/2014/main" id="{C395BB20-F7FE-47EE-9775-D7AF2E39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7642" y="5799341"/>
            <a:ext cx="627600" cy="26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Length</a:t>
            </a:r>
          </a:p>
        </p:txBody>
      </p:sp>
      <p:sp>
        <p:nvSpPr>
          <p:cNvPr id="600" name="text-336 (a)">
            <a:extLst xmlns:a="http://schemas.openxmlformats.org/drawingml/2006/main">
              <a:ext uri="{FF2B5EF4-FFF2-40B4-BE49-F238E27FC236}">
                <a16:creationId xmlns:a16="http://schemas.microsoft.com/office/drawing/2014/main" id="{3A26B14D-8D26-467E-9342-64E92B0F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6696" y="173254"/>
            <a:ext cx="407773" cy="38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601" name="text-336 Previous">
            <a:extLst xmlns:a="http://schemas.openxmlformats.org/drawingml/2006/main">
              <a:ext uri="{FF2B5EF4-FFF2-40B4-BE49-F238E27FC236}">
                <a16:creationId xmlns:a16="http://schemas.microsoft.com/office/drawing/2014/main" id="{EBC42D5F-DAFF-4155-B10F-DEAC7D9D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5042" y="173098"/>
            <a:ext cx="1125837" cy="3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Previous</a:t>
            </a:r>
          </a:p>
        </p:txBody>
      </p:sp>
      <p:sp>
        <p:nvSpPr>
          <p:cNvPr id="602" name="text-336 Benchmarks">
            <a:extLst xmlns:a="http://schemas.openxmlformats.org/drawingml/2006/main">
              <a:ext uri="{FF2B5EF4-FFF2-40B4-BE49-F238E27FC236}">
                <a16:creationId xmlns:a16="http://schemas.microsoft.com/office/drawing/2014/main" id="{54A4D971-F8AD-46E0-A888-65FAC0B4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1485" y="173154"/>
            <a:ext cx="1618070" cy="389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Benchmarks</a:t>
            </a:r>
          </a:p>
        </p:txBody>
      </p:sp>
      <p:sp>
        <p:nvSpPr>
          <p:cNvPr id="603" name="text-337 (b)">
            <a:extLst xmlns:a="http://schemas.openxmlformats.org/drawingml/2006/main">
              <a:ext uri="{FF2B5EF4-FFF2-40B4-BE49-F238E27FC236}">
                <a16:creationId xmlns:a16="http://schemas.microsoft.com/office/drawing/2014/main" id="{2DFC16BE-8836-48A3-A95D-6C4BFD0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9630" y="173218"/>
            <a:ext cx="418204" cy="389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(b)</a:t>
            </a:r>
          </a:p>
        </p:txBody>
      </p:sp>
      <p:sp>
        <p:nvSpPr>
          <p:cNvPr id="604" name="text-337 Benchmarks">
            <a:extLst xmlns:a="http://schemas.openxmlformats.org/drawingml/2006/main">
              <a:ext uri="{FF2B5EF4-FFF2-40B4-BE49-F238E27FC236}">
                <a16:creationId xmlns:a16="http://schemas.microsoft.com/office/drawing/2014/main" id="{11B68DD8-98B3-4223-BF66-1237B7E7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8400" y="173154"/>
            <a:ext cx="1618072" cy="389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Benchmarks</a:t>
            </a:r>
          </a:p>
        </p:txBody>
      </p:sp>
      <p:sp>
        <p:nvSpPr>
          <p:cNvPr id="605" name="text-337 Comparison">
            <a:extLst xmlns:a="http://schemas.openxmlformats.org/drawingml/2006/main">
              <a:ext uri="{FF2B5EF4-FFF2-40B4-BE49-F238E27FC236}">
                <a16:creationId xmlns:a16="http://schemas.microsoft.com/office/drawing/2014/main" id="{A11C069A-F877-47DB-B13C-2A4ED0E9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7089" y="173528"/>
            <a:ext cx="1522784" cy="388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Comparison</a:t>
            </a:r>
          </a:p>
        </p:txBody>
      </p:sp>
      <p:sp>
        <p:nvSpPr>
          <p:cNvPr id="606" name="text-338 (C)">
            <a:extLst xmlns:a="http://schemas.openxmlformats.org/drawingml/2006/main">
              <a:ext uri="{FF2B5EF4-FFF2-40B4-BE49-F238E27FC236}">
                <a16:creationId xmlns:a16="http://schemas.microsoft.com/office/drawing/2014/main" id="{E4343537-83D6-414A-96B9-38268E44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4428" y="9620911"/>
            <a:ext cx="425140" cy="388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(C)</a:t>
            </a:r>
          </a:p>
        </p:txBody>
      </p:sp>
      <p:sp>
        <p:nvSpPr>
          <p:cNvPr id="607" name="text-338 MMDU(Ours)">
            <a:extLst xmlns:a="http://schemas.openxmlformats.org/drawingml/2006/main">
              <a:ext uri="{FF2B5EF4-FFF2-40B4-BE49-F238E27FC236}">
                <a16:creationId xmlns:a16="http://schemas.microsoft.com/office/drawing/2014/main" id="{425A99FB-F338-45F9-9A40-D358FF4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0146" y="9620484"/>
            <a:ext cx="1786129" cy="389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9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MMDU(Ours)</a:t>
            </a:r>
          </a:p>
        </p:txBody>
      </p:sp>
    </p:spTree>
    <p:extLst>
      <p:ext uri="{BB962C8B-B14F-4D97-AF65-F5344CB8AC3E}">
        <p14:creationId xmlns:p14="http://schemas.microsoft.com/office/powerpoint/2010/main" val="1059189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2026-10-14T12:37:42.3790000Z</dcterms:created>
  <dcterms:modified xsi:type="dcterms:W3CDTF">2026-10-14T12:37:42.3790000Z</dcterms:modified>
</coreProperties>
</file>