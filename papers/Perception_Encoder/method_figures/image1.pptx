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b1f784d6ab4fd0" /><Relationship Type="http://schemas.openxmlformats.org/officeDocument/2006/relationships/extended-properties" Target="/docProps/app.xml" Id="R404138b12dfd4c6d" /><Relationship Type="http://schemas.openxmlformats.org/officeDocument/2006/relationships/officeDocument" Target="/ppt/presentation.xml" Id="R333e021c846d43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1d68f9d39f41b3"/>
  </p:sldMasterIdLst>
  <p:notesMasterIdLst>
    <p:notesMasterId xmlns:r="http://schemas.openxmlformats.org/officeDocument/2006/relationships" r:id="Rbdf67049b85b40a9"/>
  </p:notesMasterIdLst>
  <p:sldIdLst>
    <p:sldId xmlns:r="http://schemas.openxmlformats.org/officeDocument/2006/relationships" id="256" r:id="Raba13666ff9b4656"/>
  </p:sldIdLst>
  <p:sldSz cx="20116800" cy="44100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15e30e641d45dc" /><Relationship Type="http://schemas.openxmlformats.org/officeDocument/2006/relationships/slideMaster" Target="/ppt/slideMasters/slideMaster1.xml" Id="R601d68f9d39f41b3" /><Relationship Type="http://schemas.openxmlformats.org/officeDocument/2006/relationships/notesMaster" Target="/ppt/notesMasters/notesMaster1.xml" Id="Rbdf67049b85b40a9" /><Relationship Type="http://schemas.openxmlformats.org/officeDocument/2006/relationships/presProps" Target="/ppt/presProps.xml" Id="R85a1e4db83a84045" /><Relationship Type="http://schemas.openxmlformats.org/officeDocument/2006/relationships/tableStyles" Target="/ppt/tableStyles.xml" Id="R2d333b14c4bd40a3" /><Relationship Type="http://schemas.openxmlformats.org/officeDocument/2006/relationships/slide" Target="/ppt/slides/slide1.xml" Id="Raba13666ff9b46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bc677dcb9a4a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baa8e5b8da4096" /><Relationship Type="http://schemas.openxmlformats.org/officeDocument/2006/relationships/notesMaster" Target="/ppt/notesMasters/notesMaster1.xml" Id="R418dfd8f74f840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Perception Encoder Family Overview</a:t>
            </a:r>
          </a:p>
          <a:p xmlns:a="http://schemas.openxmlformats.org/drawingml/2006/main">
            <a:r>
              <a:t>Source: https://arxiv.org/abs/2504.13181</a:t>
            </a:r>
          </a:p>
          <a:p xmlns:a="http://schemas.openxmlformats.org/drawingml/2006/main">
            <a:r>
              <a:t>Approved image: image1.png; SHA-256: 6cae77cdb66f1cdac579bdee34351e1cc8a81c0bde526f0719acbe9578aa2b12</a:t>
            </a:r>
          </a:p>
          <a:p xmlns:a="http://schemas.openxmlformats.org/drawingml/2006/main">
            <a:r>
              <a:t>Text and vector paths are native editable PowerPoint objects. Arrow paths are not endpoint-bound connectors; plot paths are not data-bound charts. Photos/screenshots remain independent raster objects (6).</a:t>
            </a:r>
          </a:p>
          <a:p xmlns:a="http://schemas.openxmlformats.org/drawingml/2006/main">
            <a:r>
              <a:t>Font substitution: source PDF families mapped to Arial, Times New Roman (installed Windows fonts); equations may use Cambria Math.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257f8c37914c9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e9dec88e2b44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309f3603cc480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3c45b7b2a4473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270bd9ba5c474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0d59d5ec1941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5D6688-4364-493E-8AFF-33EEE0C072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11680" y="1666028"/>
            <a:ext cx="16093440" cy="637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0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91397B6-98B9-4D2C-B6C4-7C69A4B862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017520" y="2425541"/>
            <a:ext cx="14081760" cy="490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027AC84-191B-497F-9F18-B30460ED96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11680" y="1837531"/>
            <a:ext cx="16093440" cy="735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70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5C9ED4-C3C0-4AE8-B302-68F0AA1EF0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31570" y="343006"/>
            <a:ext cx="17853660" cy="5390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B76D869-C2C4-4E8E-98A6-D47CF106BF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31570" y="1225021"/>
            <a:ext cx="17853660" cy="27440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4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7003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1pPr>
            <a:lvl2pPr marL="343006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2pPr>
            <a:lvl3pPr marL="539009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3pPr>
            <a:lvl4pPr marL="735013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4pPr>
            <a:lvl5pPr marL="931016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5pPr>
            <a:lvl6pPr marL="1127019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6pPr>
            <a:lvl7pPr marL="1323023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7pPr>
            <a:lvl8pPr marL="1519026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8pPr>
            <a:lvl9pPr marL="1715029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A236FD6-DCF3-4D37-9EF7-9BBEDA9587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31570" y="343006"/>
            <a:ext cx="17853660" cy="5390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D3A7C21-53AD-4857-ACD7-82E5B69FED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31570" y="1225021"/>
            <a:ext cx="8298180" cy="27440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7003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1pPr>
            <a:lvl2pPr marL="343006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2pPr>
            <a:lvl3pPr marL="539009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3pPr>
            <a:lvl4pPr marL="735013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4pPr>
            <a:lvl5pPr marL="931016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5pPr>
            <a:lvl6pPr marL="1127019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6pPr>
            <a:lvl7pPr marL="1323023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7pPr>
            <a:lvl8pPr marL="1519026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8pPr>
            <a:lvl9pPr marL="1715029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A2EBF42-64F0-431B-97A7-E566072720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0687050" y="1225021"/>
            <a:ext cx="8298180" cy="27440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7003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1pPr>
            <a:lvl2pPr marL="343006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2pPr>
            <a:lvl3pPr marL="539009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3pPr>
            <a:lvl4pPr marL="735013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4pPr>
            <a:lvl5pPr marL="931016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5pPr>
            <a:lvl6pPr marL="1127019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6pPr>
            <a:lvl7pPr marL="1323023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7pPr>
            <a:lvl8pPr marL="1519026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8pPr>
            <a:lvl9pPr marL="1715029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7998FF-AE85-49AA-8476-6651A6A109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31570" y="343006"/>
            <a:ext cx="17853660" cy="5390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EA93C6-C091-42DE-96B7-C9B095B2ED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31570" y="1225021"/>
            <a:ext cx="8298180" cy="27440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4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7003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1pPr>
            <a:lvl2pPr marL="343006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2pPr>
            <a:lvl3pPr marL="539009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3pPr>
            <a:lvl4pPr marL="735013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4pPr>
            <a:lvl5pPr marL="931016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5pPr>
            <a:lvl6pPr marL="1127019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6pPr>
            <a:lvl7pPr marL="1323023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7pPr>
            <a:lvl8pPr marL="1519026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8pPr>
            <a:lvl9pPr marL="1715029" indent="-147002">
              <a:lnSpc>
                <a:spcPct val="110000"/>
              </a:lnSpc>
              <a:spcBef>
                <a:spcPts val="0"/>
              </a:spcBef>
              <a:spcAft>
                <a:spcPts val="77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53c07474e44946" /><Relationship Type="http://schemas.openxmlformats.org/officeDocument/2006/relationships/slideLayout" Target="/ppt/slideLayouts/slideLayout1.xml" Id="Re9f4944674c9432c" /><Relationship Type="http://schemas.openxmlformats.org/officeDocument/2006/relationships/slideLayout" Target="/ppt/slideLayouts/slideLayout2.xml" Id="R823e22c00a174c65" /><Relationship Type="http://schemas.openxmlformats.org/officeDocument/2006/relationships/slideLayout" Target="/ppt/slideLayouts/slideLayout3.xml" Id="R8256a48f83be41fb" /><Relationship Type="http://schemas.openxmlformats.org/officeDocument/2006/relationships/slideLayout" Target="/ppt/slideLayouts/slideLayout4.xml" Id="R2331cafb457e49a6" /><Relationship Type="http://schemas.openxmlformats.org/officeDocument/2006/relationships/slideLayout" Target="/ppt/slideLayouts/slideLayout5.xml" Id="R49dc433f7faf4bb7" /><Relationship Type="http://schemas.openxmlformats.org/officeDocument/2006/relationships/slideLayout" Target="/ppt/slideLayouts/slideLayout6.xml" Id="Ra23e528afd2b4f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f4944674c9432c"/>
    <p:sldLayoutId xmlns:r="http://schemas.openxmlformats.org/officeDocument/2006/relationships" id="2147483650" r:id="R823e22c00a174c65"/>
    <p:sldLayoutId xmlns:r="http://schemas.openxmlformats.org/officeDocument/2006/relationships" id="2147483651" r:id="R8256a48f83be41fb"/>
    <p:sldLayoutId xmlns:r="http://schemas.openxmlformats.org/officeDocument/2006/relationships" id="2147483652" r:id="R2331cafb457e49a6"/>
    <p:sldLayoutId xmlns:r="http://schemas.openxmlformats.org/officeDocument/2006/relationships" id="2147483653" r:id="R49dc433f7faf4bb7"/>
    <p:sldLayoutId xmlns:r="http://schemas.openxmlformats.org/officeDocument/2006/relationships" id="2147483654" r:id="Ra23e528afd2b4f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fb6f804ce547f0" /><Relationship Type="http://schemas.openxmlformats.org/officeDocument/2006/relationships/image" Target="/ppt/media/image.png" Id="R08d6071fa19f4bd2" /><Relationship Type="http://schemas.openxmlformats.org/officeDocument/2006/relationships/image" Target="/ppt/media/image2.png" Id="Red73e52bc863498c" /><Relationship Type="http://schemas.openxmlformats.org/officeDocument/2006/relationships/image" Target="/ppt/media/image3.png" Id="R783a2fb9db044b14" /><Relationship Type="http://schemas.openxmlformats.org/officeDocument/2006/relationships/image" Target="/ppt/media/image4.png" Id="R8c20bf26aa504085" /><Relationship Type="http://schemas.openxmlformats.org/officeDocument/2006/relationships/image" Target="/ppt/media/image5.png" Id="R83f0c17213f143a1" /><Relationship Type="http://schemas.openxmlformats.org/officeDocument/2006/relationships/image" Target="/ppt/media/image6.png" Id="Rab20b60e1a4144f5" /><Relationship Type="http://schemas.openxmlformats.org/officeDocument/2006/relationships/notesSlide" Target="/ppt/notesSlides/notesSlide1.xml" Id="R779d7e5f51ec40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" name="path-1">
            <a:extLst xmlns:a="http://schemas.openxmlformats.org/drawingml/2006/main">
              <a:ext uri="{FF2B5EF4-FFF2-40B4-BE49-F238E27FC236}">
                <a16:creationId xmlns:a16="http://schemas.microsoft.com/office/drawing/2014/main" id="{07EBFEA7-D678-4C93-B293-226957DF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2" y="0"/>
            <a:ext cx="20025825" cy="4410075"/>
          </a:xfrm>
          <a:custGeom xmlns:a="http://schemas.openxmlformats.org/drawingml/2006/main">
            <a:pathLst>
              <a:path w="20025825" h="4410075">
                <a:moveTo>
                  <a:pt x="0" y="4410075"/>
                </a:moveTo>
                <a:lnTo>
                  <a:pt x="20025825" y="4410075"/>
                </a:lnTo>
                <a:lnTo>
                  <a:pt x="20025825" y="0"/>
                </a:lnTo>
                <a:lnTo>
                  <a:pt x="0" y="0"/>
                </a:lnTo>
                <a:lnTo>
                  <a:pt x="0" y="44100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2E9E8A75-903A-4BF3-9B00-D730917A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8657" y="741874"/>
            <a:ext cx="1407645" cy="1676846"/>
          </a:xfrm>
          <a:custGeom xmlns:a="http://schemas.openxmlformats.org/drawingml/2006/main">
            <a:pathLst>
              <a:path w="1407645" h="1676846">
                <a:moveTo>
                  <a:pt x="0" y="102856"/>
                </a:moveTo>
                <a:lnTo>
                  <a:pt x="0" y="102856"/>
                </a:lnTo>
                <a:cubicBezTo>
                  <a:pt x="0" y="46050"/>
                  <a:pt x="46050" y="0"/>
                  <a:pt x="102858" y="0"/>
                </a:cubicBezTo>
                <a:lnTo>
                  <a:pt x="1304790" y="0"/>
                </a:lnTo>
                <a:cubicBezTo>
                  <a:pt x="1332067" y="0"/>
                  <a:pt x="1358229" y="10836"/>
                  <a:pt x="1377519" y="30126"/>
                </a:cubicBezTo>
                <a:cubicBezTo>
                  <a:pt x="1396807" y="49416"/>
                  <a:pt x="1407645" y="75576"/>
                  <a:pt x="1407645" y="102856"/>
                </a:cubicBezTo>
                <a:lnTo>
                  <a:pt x="1407645" y="1573991"/>
                </a:lnTo>
                <a:cubicBezTo>
                  <a:pt x="1407645" y="1630796"/>
                  <a:pt x="1361595" y="1676846"/>
                  <a:pt x="1304790" y="1676846"/>
                </a:cubicBezTo>
                <a:lnTo>
                  <a:pt x="102858" y="1676846"/>
                </a:lnTo>
                <a:cubicBezTo>
                  <a:pt x="46050" y="1676846"/>
                  <a:pt x="0" y="1630796"/>
                  <a:pt x="0" y="1573991"/>
                </a:cubicBezTo>
                <a:lnTo>
                  <a:pt x="0" y="102856"/>
                </a:lnTo>
              </a:path>
            </a:pathLst>
          </a:custGeom>
          <a:solidFill xmlns:a="http://schemas.openxmlformats.org/drawingml/2006/main">
            <a:srgbClr val="E6EFEC"/>
          </a:solidFill>
          <a:ln xmlns:a="http://schemas.openxmlformats.org/drawingml/2006/main" w="18460">
            <a:solidFill>
              <a:srgbClr val="005853"/>
            </a:solidFill>
            <a:prstDash val="dash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2FC9D-050F-4D19-8513-CC62170B2B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d6071fa19f4bd2"/>
          <a:stretch xmlns:a="http://schemas.openxmlformats.org/drawingml/2006/main"/>
        </p:blipFill>
        <p:spPr>
          <a:xfrm xmlns:a="http://schemas.openxmlformats.org/drawingml/2006/main">
            <a:off x="7440305" y="1461275"/>
            <a:ext cx="523875" cy="523875"/>
          </a:xfrm>
          <a:prstGeom xmlns:a="http://schemas.openxmlformats.org/drawingml/2006/main" prst="rect">
            <a:avLst/>
          </a:prstGeom>
        </p:spPr>
      </p:pic>
      <p:sp>
        <p:nvSpPr>
          <p:cNvPr id="4" name="path-5">
            <a:extLst xmlns:a="http://schemas.openxmlformats.org/drawingml/2006/main">
              <a:ext uri="{FF2B5EF4-FFF2-40B4-BE49-F238E27FC236}">
                <a16:creationId xmlns:a16="http://schemas.microsoft.com/office/drawing/2014/main" id="{976C0D58-5888-4439-AB19-E100FB52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9955" y="2559280"/>
            <a:ext cx="1407645" cy="1676846"/>
          </a:xfrm>
          <a:custGeom xmlns:a="http://schemas.openxmlformats.org/drawingml/2006/main">
            <a:pathLst>
              <a:path w="1407645" h="1676846">
                <a:moveTo>
                  <a:pt x="0" y="102856"/>
                </a:moveTo>
                <a:lnTo>
                  <a:pt x="0" y="102856"/>
                </a:lnTo>
                <a:cubicBezTo>
                  <a:pt x="0" y="46053"/>
                  <a:pt x="46050" y="0"/>
                  <a:pt x="102856" y="0"/>
                </a:cubicBezTo>
                <a:lnTo>
                  <a:pt x="1304787" y="0"/>
                </a:lnTo>
                <a:cubicBezTo>
                  <a:pt x="1332067" y="0"/>
                  <a:pt x="1358229" y="10836"/>
                  <a:pt x="1377517" y="30126"/>
                </a:cubicBezTo>
                <a:cubicBezTo>
                  <a:pt x="1396807" y="49416"/>
                  <a:pt x="1407645" y="75578"/>
                  <a:pt x="1407645" y="102856"/>
                </a:cubicBezTo>
                <a:lnTo>
                  <a:pt x="1407645" y="1573991"/>
                </a:lnTo>
                <a:cubicBezTo>
                  <a:pt x="1407645" y="1630796"/>
                  <a:pt x="1361595" y="1676846"/>
                  <a:pt x="1304787" y="1676846"/>
                </a:cubicBezTo>
                <a:lnTo>
                  <a:pt x="102856" y="1676846"/>
                </a:lnTo>
                <a:cubicBezTo>
                  <a:pt x="46050" y="1676846"/>
                  <a:pt x="0" y="1630796"/>
                  <a:pt x="0" y="1573991"/>
                </a:cubicBezTo>
                <a:lnTo>
                  <a:pt x="0" y="102856"/>
                </a:lnTo>
              </a:path>
            </a:pathLst>
          </a:custGeom>
          <a:solidFill xmlns:a="http://schemas.openxmlformats.org/drawingml/2006/main">
            <a:srgbClr val="E6EFEC"/>
          </a:solidFill>
          <a:ln xmlns:a="http://schemas.openxmlformats.org/drawingml/2006/main" w="18460">
            <a:solidFill>
              <a:srgbClr val="005853"/>
            </a:solidFill>
            <a:prstDash val="dash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06CF1-D579-4198-839A-FF4F99C003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73e52bc863498c"/>
          <a:stretch xmlns:a="http://schemas.openxmlformats.org/drawingml/2006/main"/>
        </p:blipFill>
        <p:spPr>
          <a:xfrm xmlns:a="http://schemas.openxmlformats.org/drawingml/2006/main">
            <a:off x="7449830" y="3271025"/>
            <a:ext cx="523875" cy="523875"/>
          </a:xfrm>
          <a:prstGeom xmlns:a="http://schemas.openxmlformats.org/drawingml/2006/main" prst="rect">
            <a:avLst/>
          </a:prstGeom>
        </p:spPr>
      </p:pic>
      <p:sp>
        <p:nvSpPr>
          <p:cNvPr id="6" name="path-8">
            <a:extLst xmlns:a="http://schemas.openxmlformats.org/drawingml/2006/main">
              <a:ext uri="{FF2B5EF4-FFF2-40B4-BE49-F238E27FC236}">
                <a16:creationId xmlns:a16="http://schemas.microsoft.com/office/drawing/2014/main" id="{0B1C86DD-0DDD-4585-BC68-482F4C02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69" y="2467414"/>
            <a:ext cx="1407644" cy="1676849"/>
          </a:xfrm>
          <a:custGeom xmlns:a="http://schemas.openxmlformats.org/drawingml/2006/main">
            <a:pathLst>
              <a:path w="1407644" h="1676849">
                <a:moveTo>
                  <a:pt x="0" y="102856"/>
                </a:moveTo>
                <a:lnTo>
                  <a:pt x="0" y="102856"/>
                </a:lnTo>
                <a:cubicBezTo>
                  <a:pt x="0" y="46053"/>
                  <a:pt x="46050" y="0"/>
                  <a:pt x="102857" y="0"/>
                </a:cubicBezTo>
                <a:lnTo>
                  <a:pt x="1304788" y="0"/>
                </a:lnTo>
                <a:cubicBezTo>
                  <a:pt x="1332067" y="0"/>
                  <a:pt x="1358228" y="10836"/>
                  <a:pt x="1377518" y="30126"/>
                </a:cubicBezTo>
                <a:cubicBezTo>
                  <a:pt x="1396807" y="49416"/>
                  <a:pt x="1407644" y="75578"/>
                  <a:pt x="1407644" y="102856"/>
                </a:cubicBezTo>
                <a:lnTo>
                  <a:pt x="1407644" y="1573991"/>
                </a:lnTo>
                <a:cubicBezTo>
                  <a:pt x="1407644" y="1630796"/>
                  <a:pt x="1361595" y="1676849"/>
                  <a:pt x="1304788" y="1676849"/>
                </a:cubicBezTo>
                <a:lnTo>
                  <a:pt x="102857" y="1676849"/>
                </a:lnTo>
                <a:cubicBezTo>
                  <a:pt x="46050" y="1676849"/>
                  <a:pt x="0" y="1630796"/>
                  <a:pt x="0" y="1573991"/>
                </a:cubicBezTo>
                <a:lnTo>
                  <a:pt x="0" y="102856"/>
                </a:lnTo>
              </a:path>
            </a:pathLst>
          </a:custGeom>
          <a:solidFill xmlns:a="http://schemas.openxmlformats.org/drawingml/2006/main">
            <a:srgbClr val="E6EFEC"/>
          </a:solidFill>
          <a:ln xmlns:a="http://schemas.openxmlformats.org/drawingml/2006/main" w="18460">
            <a:solidFill>
              <a:srgbClr val="134F5C"/>
            </a:solidFill>
            <a:prstDash val="dash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995AAE-D1E3-4E0F-ADD8-CA026ED253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a2fb9db044b14"/>
          <a:stretch xmlns:a="http://schemas.openxmlformats.org/drawingml/2006/main"/>
        </p:blipFill>
        <p:spPr>
          <a:xfrm xmlns:a="http://schemas.openxmlformats.org/drawingml/2006/main">
            <a:off x="591830" y="2956700"/>
            <a:ext cx="523875" cy="514350"/>
          </a:xfrm>
          <a:prstGeom xmlns:a="http://schemas.openxmlformats.org/drawingml/2006/main" prst="rect">
            <a:avLst/>
          </a:prstGeom>
        </p:spPr>
      </p:pic>
      <p:sp>
        <p:nvSpPr>
          <p:cNvPr id="8" name="path-11">
            <a:extLst xmlns:a="http://schemas.openxmlformats.org/drawingml/2006/main">
              <a:ext uri="{FF2B5EF4-FFF2-40B4-BE49-F238E27FC236}">
                <a16:creationId xmlns:a16="http://schemas.microsoft.com/office/drawing/2014/main" id="{705CAF4C-2C2F-4A85-832B-0BC8ED2A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69" y="622171"/>
            <a:ext cx="1407644" cy="1676846"/>
          </a:xfrm>
          <a:custGeom xmlns:a="http://schemas.openxmlformats.org/drawingml/2006/main">
            <a:pathLst>
              <a:path w="1407644" h="1676846">
                <a:moveTo>
                  <a:pt x="0" y="102856"/>
                </a:moveTo>
                <a:lnTo>
                  <a:pt x="0" y="102856"/>
                </a:lnTo>
                <a:cubicBezTo>
                  <a:pt x="0" y="46050"/>
                  <a:pt x="46050" y="0"/>
                  <a:pt x="102857" y="0"/>
                </a:cubicBezTo>
                <a:lnTo>
                  <a:pt x="1304788" y="0"/>
                </a:lnTo>
                <a:cubicBezTo>
                  <a:pt x="1332067" y="0"/>
                  <a:pt x="1358228" y="10836"/>
                  <a:pt x="1377518" y="30126"/>
                </a:cubicBezTo>
                <a:cubicBezTo>
                  <a:pt x="1396807" y="49416"/>
                  <a:pt x="1407644" y="75578"/>
                  <a:pt x="1407644" y="102856"/>
                </a:cubicBezTo>
                <a:lnTo>
                  <a:pt x="1407644" y="1573991"/>
                </a:lnTo>
                <a:cubicBezTo>
                  <a:pt x="1407644" y="1630796"/>
                  <a:pt x="1361595" y="1676846"/>
                  <a:pt x="1304788" y="1676846"/>
                </a:cubicBezTo>
                <a:lnTo>
                  <a:pt x="102857" y="1676846"/>
                </a:lnTo>
                <a:cubicBezTo>
                  <a:pt x="46050" y="1676846"/>
                  <a:pt x="0" y="1630796"/>
                  <a:pt x="0" y="1573991"/>
                </a:cubicBezTo>
                <a:lnTo>
                  <a:pt x="0" y="102856"/>
                </a:lnTo>
              </a:path>
            </a:pathLst>
          </a:custGeom>
          <a:solidFill xmlns:a="http://schemas.openxmlformats.org/drawingml/2006/main">
            <a:srgbClr val="E6EFEC"/>
          </a:solidFill>
          <a:ln xmlns:a="http://schemas.openxmlformats.org/drawingml/2006/main" w="18460">
            <a:solidFill>
              <a:srgbClr val="005853"/>
            </a:solidFill>
            <a:prstDash val="dash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810D0-7FDA-40DE-A0FF-EB1D202237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20bf26aa504085"/>
          <a:stretch xmlns:a="http://schemas.openxmlformats.org/drawingml/2006/main"/>
        </p:blipFill>
        <p:spPr>
          <a:xfrm xmlns:a="http://schemas.openxmlformats.org/drawingml/2006/main">
            <a:off x="591830" y="1089800"/>
            <a:ext cx="523875" cy="523875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2D6D4-7C94-4C34-86E5-C2FF4AD7CC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f0c17213f143a1"/>
          <a:stretch xmlns:a="http://schemas.openxmlformats.org/drawingml/2006/main"/>
        </p:blipFill>
        <p:spPr>
          <a:xfrm xmlns:a="http://schemas.openxmlformats.org/drawingml/2006/main">
            <a:off x="8859530" y="1832750"/>
            <a:ext cx="485775" cy="457200"/>
          </a:xfrm>
          <a:prstGeom xmlns:a="http://schemas.openxmlformats.org/drawingml/2006/main" prst="rect">
            <a:avLst/>
          </a:prstGeom>
        </p:spPr>
      </p:pic>
      <p:sp>
        <p:nvSpPr>
          <p:cNvPr id="11" name="path-16">
            <a:extLst xmlns:a="http://schemas.openxmlformats.org/drawingml/2006/main">
              <a:ext uri="{FF2B5EF4-FFF2-40B4-BE49-F238E27FC236}">
                <a16:creationId xmlns:a16="http://schemas.microsoft.com/office/drawing/2014/main" id="{E83FE04A-0891-4952-9097-B323F7EC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2113" y="2429205"/>
            <a:ext cx="495962" cy="191"/>
          </a:xfrm>
          <a:custGeom xmlns:a="http://schemas.openxmlformats.org/drawingml/2006/main">
            <a:pathLst>
              <a:path w="495962" h="191">
                <a:moveTo>
                  <a:pt x="0" y="0"/>
                </a:moveTo>
                <a:lnTo>
                  <a:pt x="495962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5381">
            <a:solidFill>
              <a:srgbClr val="5E757C"/>
            </a:solidFill>
            <a:prstDash val="solid"/>
          </a:ln>
        </p:spPr>
      </p:sp>
      <p:sp>
        <p:nvSpPr>
          <p:cNvPr id="12" name="text-18 Image">
            <a:extLst xmlns:a="http://schemas.openxmlformats.org/drawingml/2006/main">
              <a:ext uri="{FF2B5EF4-FFF2-40B4-BE49-F238E27FC236}">
                <a16:creationId xmlns:a16="http://schemas.microsoft.com/office/drawing/2014/main" id="{5D75F3F2-ECED-4C61-931C-45DE00E4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9109" y="1947288"/>
            <a:ext cx="625433" cy="295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4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4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664" b="0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13" name="text-20 Retrieve">
            <a:extLst xmlns:a="http://schemas.openxmlformats.org/drawingml/2006/main">
              <a:ext uri="{FF2B5EF4-FFF2-40B4-BE49-F238E27FC236}">
                <a16:creationId xmlns:a16="http://schemas.microsoft.com/office/drawing/2014/main" id="{3D501B3F-5A0C-4D04-8095-3EAF840C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6690" y="870841"/>
            <a:ext cx="810135" cy="290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5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5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635" b="0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14" name="text-21 Images">
            <a:extLst xmlns:a="http://schemas.openxmlformats.org/drawingml/2006/main">
              <a:ext uri="{FF2B5EF4-FFF2-40B4-BE49-F238E27FC236}">
                <a16:creationId xmlns:a16="http://schemas.microsoft.com/office/drawing/2014/main" id="{1B72C33E-6FF9-48FF-8EDE-C2F0BA7F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2342" y="1089749"/>
            <a:ext cx="697271" cy="282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8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8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588" b="0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Images</a:t>
            </a:r>
          </a:p>
        </p:txBody>
      </p:sp>
      <p:sp>
        <p:nvSpPr>
          <p:cNvPr id="15" name="text-23 Retrieve">
            <a:extLst xmlns:a="http://schemas.openxmlformats.org/drawingml/2006/main">
              <a:ext uri="{FF2B5EF4-FFF2-40B4-BE49-F238E27FC236}">
                <a16:creationId xmlns:a16="http://schemas.microsoft.com/office/drawing/2014/main" id="{D2C47667-7FBE-4FE8-8C95-5F905196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7988" y="2688248"/>
            <a:ext cx="810135" cy="290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5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5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635" b="0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16" name="text-24 Videos">
            <a:extLst xmlns:a="http://schemas.openxmlformats.org/drawingml/2006/main">
              <a:ext uri="{FF2B5EF4-FFF2-40B4-BE49-F238E27FC236}">
                <a16:creationId xmlns:a16="http://schemas.microsoft.com/office/drawing/2014/main" id="{E54FC470-FD20-4706-9CBF-15FE04A8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7824" y="2900594"/>
            <a:ext cx="670062" cy="291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0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0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640" b="0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Videos</a:t>
            </a:r>
          </a:p>
        </p:txBody>
      </p:sp>
      <p:sp>
        <p:nvSpPr>
          <p:cNvPr id="17" name="text-26 Video">
            <a:extLst xmlns:a="http://schemas.openxmlformats.org/drawingml/2006/main">
              <a:ext uri="{FF2B5EF4-FFF2-40B4-BE49-F238E27FC236}">
                <a16:creationId xmlns:a16="http://schemas.microsoft.com/office/drawing/2014/main" id="{AAE6355C-38BC-4648-A83F-43C4A552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6845" y="3774902"/>
            <a:ext cx="582313" cy="299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6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86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686" b="0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Video</a:t>
            </a:r>
          </a:p>
        </p:txBody>
      </p:sp>
      <p:sp>
        <p:nvSpPr>
          <p:cNvPr id="18" name="text-28 Video">
            <a:extLst xmlns:a="http://schemas.openxmlformats.org/drawingml/2006/main">
              <a:ext uri="{FF2B5EF4-FFF2-40B4-BE49-F238E27FC236}">
                <a16:creationId xmlns:a16="http://schemas.microsoft.com/office/drawing/2014/main" id="{35A04386-FAD6-4FFD-85CD-931FDE34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410" y="3606459"/>
            <a:ext cx="582313" cy="299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6" b="0" i="0">
                <a:solidFill>
                  <a:srgbClr val="134F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86" b="0" i="0">
                <a:solidFill>
                  <a:srgbClr val="134F5C"/>
                </a:solidFill>
                <a:latin typeface="Arial"/>
                <a:ea typeface="Arial"/>
                <a:cs typeface="Arial"/>
              </a:defRPr>
            </a:pPr>
            <a:r>
              <a:rPr sz="1686" b="0" i="0">
                <a:solidFill>
                  <a:srgbClr val="134F5C"/>
                </a:solidFill>
                <a:latin typeface="Arial"/>
                <a:ea typeface="Arial"/>
                <a:cs typeface="Arial"/>
              </a:rPr>
              <a:t>Video</a:t>
            </a:r>
          </a:p>
        </p:txBody>
      </p:sp>
      <p:sp>
        <p:nvSpPr>
          <p:cNvPr id="19" name="text-30 Image">
            <a:extLst xmlns:a="http://schemas.openxmlformats.org/drawingml/2006/main">
              <a:ext uri="{FF2B5EF4-FFF2-40B4-BE49-F238E27FC236}">
                <a16:creationId xmlns:a16="http://schemas.microsoft.com/office/drawing/2014/main" id="{DC070183-8E57-4D12-8E08-B29998D0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525" y="1743594"/>
            <a:ext cx="625433" cy="295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4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4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664" b="0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20" name="path-31">
            <a:extLst xmlns:a="http://schemas.openxmlformats.org/drawingml/2006/main">
              <a:ext uri="{FF2B5EF4-FFF2-40B4-BE49-F238E27FC236}">
                <a16:creationId xmlns:a16="http://schemas.microsoft.com/office/drawing/2014/main" id="{50EB53B3-B51E-4113-B3E9-17693A5A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566" y="2491884"/>
            <a:ext cx="592478" cy="1010526"/>
          </a:xfrm>
          <a:custGeom xmlns:a="http://schemas.openxmlformats.org/drawingml/2006/main">
            <a:pathLst>
              <a:path w="592478" h="1010526">
                <a:moveTo>
                  <a:pt x="0" y="1010526"/>
                </a:moveTo>
                <a:cubicBezTo>
                  <a:pt x="148156" y="1010526"/>
                  <a:pt x="222252" y="757894"/>
                  <a:pt x="296311" y="505262"/>
                </a:cubicBezTo>
                <a:cubicBezTo>
                  <a:pt x="370371" y="252632"/>
                  <a:pt x="444395" y="0"/>
                  <a:pt x="592478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8460">
            <a:solidFill>
              <a:srgbClr val="327686"/>
            </a:solidFill>
            <a:prstDash val="solid"/>
          </a:ln>
        </p:spPr>
      </p:sp>
      <p:sp>
        <p:nvSpPr>
          <p:cNvPr id="21" name="path-32">
            <a:extLst xmlns:a="http://schemas.openxmlformats.org/drawingml/2006/main">
              <a:ext uri="{FF2B5EF4-FFF2-40B4-BE49-F238E27FC236}">
                <a16:creationId xmlns:a16="http://schemas.microsoft.com/office/drawing/2014/main" id="{E97DA3C8-1C5D-4114-A17C-E625C5AE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566" y="1636793"/>
            <a:ext cx="592478" cy="855283"/>
          </a:xfrm>
          <a:custGeom xmlns:a="http://schemas.openxmlformats.org/drawingml/2006/main">
            <a:pathLst>
              <a:path w="592478" h="855283">
                <a:moveTo>
                  <a:pt x="0" y="0"/>
                </a:moveTo>
                <a:cubicBezTo>
                  <a:pt x="148156" y="0"/>
                  <a:pt x="222252" y="213820"/>
                  <a:pt x="296311" y="427643"/>
                </a:cubicBezTo>
                <a:cubicBezTo>
                  <a:pt x="370371" y="641463"/>
                  <a:pt x="444395" y="855283"/>
                  <a:pt x="592478" y="855283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8460">
            <a:solidFill>
              <a:srgbClr val="327686"/>
            </a:solidFill>
            <a:prstDash val="solid"/>
          </a:ln>
        </p:spPr>
      </p:sp>
      <p:sp>
        <p:nvSpPr>
          <p:cNvPr id="22" name="path-33">
            <a:extLst xmlns:a="http://schemas.openxmlformats.org/drawingml/2006/main">
              <a:ext uri="{FF2B5EF4-FFF2-40B4-BE49-F238E27FC236}">
                <a16:creationId xmlns:a16="http://schemas.microsoft.com/office/drawing/2014/main" id="{B4A6B631-0680-419A-8928-CD49C5A2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964" y="741897"/>
            <a:ext cx="1384967" cy="1676846"/>
          </a:xfrm>
          <a:custGeom xmlns:a="http://schemas.openxmlformats.org/drawingml/2006/main">
            <a:pathLst>
              <a:path w="1384967" h="1676846">
                <a:moveTo>
                  <a:pt x="0" y="101200"/>
                </a:moveTo>
                <a:lnTo>
                  <a:pt x="0" y="101200"/>
                </a:lnTo>
                <a:cubicBezTo>
                  <a:pt x="0" y="45310"/>
                  <a:pt x="45307" y="0"/>
                  <a:pt x="101199" y="0"/>
                </a:cubicBezTo>
                <a:lnTo>
                  <a:pt x="1283767" y="0"/>
                </a:lnTo>
                <a:cubicBezTo>
                  <a:pt x="1310608" y="0"/>
                  <a:pt x="1336349" y="10664"/>
                  <a:pt x="1355327" y="29642"/>
                </a:cubicBezTo>
                <a:cubicBezTo>
                  <a:pt x="1374306" y="48618"/>
                  <a:pt x="1384967" y="74359"/>
                  <a:pt x="1384967" y="101200"/>
                </a:cubicBezTo>
                <a:lnTo>
                  <a:pt x="1384967" y="1575649"/>
                </a:lnTo>
                <a:cubicBezTo>
                  <a:pt x="1384967" y="1631537"/>
                  <a:pt x="1339657" y="1676846"/>
                  <a:pt x="1283767" y="1676846"/>
                </a:cubicBezTo>
                <a:lnTo>
                  <a:pt x="101199" y="1676846"/>
                </a:lnTo>
                <a:cubicBezTo>
                  <a:pt x="45307" y="1676846"/>
                  <a:pt x="0" y="1631537"/>
                  <a:pt x="0" y="1575649"/>
                </a:cubicBezTo>
                <a:lnTo>
                  <a:pt x="0" y="101200"/>
                </a:lnTo>
              </a:path>
            </a:pathLst>
          </a:custGeom>
          <a:solidFill xmlns:a="http://schemas.openxmlformats.org/drawingml/2006/main">
            <a:srgbClr val="E6EFEC"/>
          </a:solidFill>
          <a:ln xmlns:a="http://schemas.openxmlformats.org/drawingml/2006/main" w="18460">
            <a:solidFill>
              <a:srgbClr val="005853"/>
            </a:solidFill>
            <a:prstDash val="dash"/>
          </a:ln>
        </p:spPr>
      </p:sp>
      <p:sp>
        <p:nvSpPr>
          <p:cNvPr id="23" name="text-35 Classify">
            <a:extLst xmlns:a="http://schemas.openxmlformats.org/drawingml/2006/main">
              <a:ext uri="{FF2B5EF4-FFF2-40B4-BE49-F238E27FC236}">
                <a16:creationId xmlns:a16="http://schemas.microsoft.com/office/drawing/2014/main" id="{344E68C3-C07F-4FBA-A6CD-C30FB7F8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6247" y="873058"/>
            <a:ext cx="755818" cy="287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8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8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618" b="0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Classify</a:t>
            </a:r>
          </a:p>
        </p:txBody>
      </p:sp>
      <p:sp>
        <p:nvSpPr>
          <p:cNvPr id="24" name="text-36 Images">
            <a:extLst xmlns:a="http://schemas.openxmlformats.org/drawingml/2006/main">
              <a:ext uri="{FF2B5EF4-FFF2-40B4-BE49-F238E27FC236}">
                <a16:creationId xmlns:a16="http://schemas.microsoft.com/office/drawing/2014/main" id="{449DC3A5-45A4-4753-8F03-BE984003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5308" y="1089773"/>
            <a:ext cx="697271" cy="282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8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8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588" b="0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Images</a:t>
            </a:r>
          </a:p>
        </p:txBody>
      </p:sp>
      <p:sp>
        <p:nvSpPr>
          <p:cNvPr id="25" name="text-38 #">
            <a:extLst xmlns:a="http://schemas.openxmlformats.org/drawingml/2006/main">
              <a:ext uri="{FF2B5EF4-FFF2-40B4-BE49-F238E27FC236}">
                <a16:creationId xmlns:a16="http://schemas.microsoft.com/office/drawing/2014/main" id="{C3F19A46-073E-413D-AC04-EFC9DF27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9034" y="1450751"/>
            <a:ext cx="308039" cy="5858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95" b="1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95" b="1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3295" b="1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#</a:t>
            </a:r>
          </a:p>
        </p:txBody>
      </p:sp>
      <p:sp>
        <p:nvSpPr>
          <p:cNvPr id="26" name="text-39 Class">
            <a:extLst xmlns:a="http://schemas.openxmlformats.org/drawingml/2006/main">
              <a:ext uri="{FF2B5EF4-FFF2-40B4-BE49-F238E27FC236}">
                <a16:creationId xmlns:a16="http://schemas.microsoft.com/office/drawing/2014/main" id="{8DF44BE8-8497-4165-816F-C2889438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8978" y="1958252"/>
            <a:ext cx="537216" cy="2805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8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8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578" b="0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Class</a:t>
            </a:r>
          </a:p>
        </p:txBody>
      </p:sp>
      <p:sp>
        <p:nvSpPr>
          <p:cNvPr id="27" name="text-39 Idx">
            <a:extLst xmlns:a="http://schemas.openxmlformats.org/drawingml/2006/main">
              <a:ext uri="{FF2B5EF4-FFF2-40B4-BE49-F238E27FC236}">
                <a16:creationId xmlns:a16="http://schemas.microsoft.com/office/drawing/2014/main" id="{720E076E-E11F-4600-A486-3FC3D0D2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4816" y="1943333"/>
            <a:ext cx="326056" cy="3014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6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6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696" b="0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Idx</a:t>
            </a:r>
          </a:p>
        </p:txBody>
      </p:sp>
      <p:sp>
        <p:nvSpPr>
          <p:cNvPr id="28" name="path-40">
            <a:extLst xmlns:a="http://schemas.openxmlformats.org/drawingml/2006/main">
              <a:ext uri="{FF2B5EF4-FFF2-40B4-BE49-F238E27FC236}">
                <a16:creationId xmlns:a16="http://schemas.microsoft.com/office/drawing/2014/main" id="{8ED0D8F5-7D98-4380-BA1F-5D4705A1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086" y="2559306"/>
            <a:ext cx="1384970" cy="1676846"/>
          </a:xfrm>
          <a:custGeom xmlns:a="http://schemas.openxmlformats.org/drawingml/2006/main">
            <a:pathLst>
              <a:path w="1384970" h="1676846">
                <a:moveTo>
                  <a:pt x="0" y="101197"/>
                </a:moveTo>
                <a:lnTo>
                  <a:pt x="0" y="101197"/>
                </a:lnTo>
                <a:cubicBezTo>
                  <a:pt x="0" y="45307"/>
                  <a:pt x="45310" y="0"/>
                  <a:pt x="101201" y="0"/>
                </a:cubicBezTo>
                <a:lnTo>
                  <a:pt x="1283770" y="0"/>
                </a:lnTo>
                <a:cubicBezTo>
                  <a:pt x="1310608" y="0"/>
                  <a:pt x="1336349" y="10661"/>
                  <a:pt x="1355330" y="29640"/>
                </a:cubicBezTo>
                <a:cubicBezTo>
                  <a:pt x="1374308" y="48618"/>
                  <a:pt x="1384970" y="74359"/>
                  <a:pt x="1384970" y="101197"/>
                </a:cubicBezTo>
                <a:lnTo>
                  <a:pt x="1384970" y="1575646"/>
                </a:lnTo>
                <a:cubicBezTo>
                  <a:pt x="1384970" y="1631537"/>
                  <a:pt x="1339660" y="1676846"/>
                  <a:pt x="1283770" y="1676846"/>
                </a:cubicBezTo>
                <a:lnTo>
                  <a:pt x="101201" y="1676846"/>
                </a:lnTo>
                <a:cubicBezTo>
                  <a:pt x="45310" y="1676846"/>
                  <a:pt x="0" y="1631537"/>
                  <a:pt x="0" y="1575646"/>
                </a:cubicBezTo>
                <a:lnTo>
                  <a:pt x="0" y="101197"/>
                </a:lnTo>
              </a:path>
            </a:pathLst>
          </a:custGeom>
          <a:solidFill xmlns:a="http://schemas.openxmlformats.org/drawingml/2006/main">
            <a:srgbClr val="E6EFEC"/>
          </a:solidFill>
          <a:ln xmlns:a="http://schemas.openxmlformats.org/drawingml/2006/main" w="18460">
            <a:solidFill>
              <a:srgbClr val="005853"/>
            </a:solidFill>
            <a:prstDash val="dash"/>
          </a:ln>
        </p:spPr>
      </p:sp>
      <p:sp>
        <p:nvSpPr>
          <p:cNvPr id="29" name="text-42 Classify">
            <a:extLst xmlns:a="http://schemas.openxmlformats.org/drawingml/2006/main">
              <a:ext uri="{FF2B5EF4-FFF2-40B4-BE49-F238E27FC236}">
                <a16:creationId xmlns:a16="http://schemas.microsoft.com/office/drawing/2014/main" id="{25E6539C-71E3-492B-9940-D55FE35D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6372" y="2690467"/>
            <a:ext cx="755818" cy="287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8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8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618" b="0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Classify</a:t>
            </a:r>
          </a:p>
        </p:txBody>
      </p:sp>
      <p:sp>
        <p:nvSpPr>
          <p:cNvPr id="30" name="text-43 Videos">
            <a:extLst xmlns:a="http://schemas.openxmlformats.org/drawingml/2006/main">
              <a:ext uri="{FF2B5EF4-FFF2-40B4-BE49-F238E27FC236}">
                <a16:creationId xmlns:a16="http://schemas.microsoft.com/office/drawing/2014/main" id="{A7545A72-CB4D-4373-AA78-0977C738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9616" y="2900620"/>
            <a:ext cx="670061" cy="291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0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0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640" b="0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Videos</a:t>
            </a:r>
          </a:p>
        </p:txBody>
      </p:sp>
      <p:sp>
        <p:nvSpPr>
          <p:cNvPr id="31" name="text-45 #">
            <a:extLst xmlns:a="http://schemas.openxmlformats.org/drawingml/2006/main">
              <a:ext uri="{FF2B5EF4-FFF2-40B4-BE49-F238E27FC236}">
                <a16:creationId xmlns:a16="http://schemas.microsoft.com/office/drawing/2014/main" id="{E4149579-CCF0-436E-8A07-604D49E4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9157" y="3268160"/>
            <a:ext cx="308039" cy="5858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95" b="1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95" b="1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3295" b="1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#</a:t>
            </a:r>
          </a:p>
        </p:txBody>
      </p:sp>
      <p:sp>
        <p:nvSpPr>
          <p:cNvPr id="32" name="text-46 Class">
            <a:extLst xmlns:a="http://schemas.openxmlformats.org/drawingml/2006/main">
              <a:ext uri="{FF2B5EF4-FFF2-40B4-BE49-F238E27FC236}">
                <a16:creationId xmlns:a16="http://schemas.microsoft.com/office/drawing/2014/main" id="{7027C34D-75A5-4020-AA8B-6D2164BB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9101" y="3775661"/>
            <a:ext cx="537216" cy="2805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8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8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578" b="0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Class</a:t>
            </a:r>
          </a:p>
        </p:txBody>
      </p:sp>
      <p:sp>
        <p:nvSpPr>
          <p:cNvPr id="33" name="text-46 Idx">
            <a:extLst xmlns:a="http://schemas.openxmlformats.org/drawingml/2006/main">
              <a:ext uri="{FF2B5EF4-FFF2-40B4-BE49-F238E27FC236}">
                <a16:creationId xmlns:a16="http://schemas.microsoft.com/office/drawing/2014/main" id="{29A9E286-B0EA-4AC5-872E-34BA8CA0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4939" y="3760743"/>
            <a:ext cx="326056" cy="3014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6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6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696" b="0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Idx</a:t>
            </a:r>
          </a:p>
        </p:txBody>
      </p:sp>
      <p:sp>
        <p:nvSpPr>
          <p:cNvPr id="34" name="path-47">
            <a:extLst xmlns:a="http://schemas.openxmlformats.org/drawingml/2006/main">
              <a:ext uri="{FF2B5EF4-FFF2-40B4-BE49-F238E27FC236}">
                <a16:creationId xmlns:a16="http://schemas.microsoft.com/office/drawing/2014/main" id="{68254775-7380-4B60-99A3-3ED1B368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1190" y="1787867"/>
            <a:ext cx="2679233" cy="1408227"/>
          </a:xfrm>
          <a:custGeom xmlns:a="http://schemas.openxmlformats.org/drawingml/2006/main">
            <a:pathLst>
              <a:path w="2679233" h="1408227">
                <a:moveTo>
                  <a:pt x="0" y="86086"/>
                </a:moveTo>
                <a:lnTo>
                  <a:pt x="0" y="86086"/>
                </a:lnTo>
                <a:cubicBezTo>
                  <a:pt x="0" y="38542"/>
                  <a:pt x="38542" y="0"/>
                  <a:pt x="86085" y="0"/>
                </a:cubicBezTo>
                <a:lnTo>
                  <a:pt x="2593148" y="0"/>
                </a:lnTo>
                <a:cubicBezTo>
                  <a:pt x="2615979" y="0"/>
                  <a:pt x="2637877" y="9071"/>
                  <a:pt x="2654019" y="25214"/>
                </a:cubicBezTo>
                <a:cubicBezTo>
                  <a:pt x="2670164" y="41359"/>
                  <a:pt x="2679233" y="63254"/>
                  <a:pt x="2679233" y="86086"/>
                </a:cubicBezTo>
                <a:lnTo>
                  <a:pt x="2679233" y="1322141"/>
                </a:lnTo>
                <a:cubicBezTo>
                  <a:pt x="2679233" y="1369686"/>
                  <a:pt x="2640693" y="1408227"/>
                  <a:pt x="2593148" y="1408227"/>
                </a:cubicBezTo>
                <a:lnTo>
                  <a:pt x="86085" y="1408227"/>
                </a:lnTo>
                <a:cubicBezTo>
                  <a:pt x="38542" y="1408227"/>
                  <a:pt x="0" y="1369686"/>
                  <a:pt x="0" y="1322141"/>
                </a:cubicBezTo>
                <a:lnTo>
                  <a:pt x="0" y="86086"/>
                </a:lnTo>
              </a:path>
            </a:pathLst>
          </a:custGeom>
          <a:solidFill xmlns:a="http://schemas.openxmlformats.org/drawingml/2006/main">
            <a:srgbClr val="E6EFEC"/>
          </a:solidFill>
          <a:ln xmlns:a="http://schemas.openxmlformats.org/drawingml/2006/main" w="36921">
            <a:solidFill>
              <a:srgbClr val="005853"/>
            </a:solidFill>
            <a:prstDash val="solid"/>
          </a:ln>
        </p:spPr>
      </p:sp>
      <p:sp>
        <p:nvSpPr>
          <p:cNvPr id="35" name="text-48 PE">
            <a:extLst xmlns:a="http://schemas.openxmlformats.org/drawingml/2006/main">
              <a:ext uri="{FF2B5EF4-FFF2-40B4-BE49-F238E27FC236}">
                <a16:creationId xmlns:a16="http://schemas.microsoft.com/office/drawing/2014/main" id="{649F83E1-51E1-4ED0-8CC1-0298FCFE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0005" y="2033835"/>
            <a:ext cx="705501" cy="652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0" b="1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670" b="1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3670" b="1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PE</a:t>
            </a:r>
          </a:p>
        </p:txBody>
      </p:sp>
      <p:sp>
        <p:nvSpPr>
          <p:cNvPr id="36" name="text-49 Core">
            <a:extLst xmlns:a="http://schemas.openxmlformats.org/drawingml/2006/main">
              <a:ext uri="{FF2B5EF4-FFF2-40B4-BE49-F238E27FC236}">
                <a16:creationId xmlns:a16="http://schemas.microsoft.com/office/drawing/2014/main" id="{500ED91C-D63A-4A11-8CE2-9FB709C2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16856" y="2494303"/>
            <a:ext cx="788067" cy="470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43" b="0" i="1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43" b="0" i="1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2643" b="0" i="1">
                <a:solidFill>
                  <a:srgbClr val="005853"/>
                </a:solidFill>
                <a:latin typeface="Arial"/>
                <a:ea typeface="Arial"/>
                <a:cs typeface="Arial"/>
              </a:rPr>
              <a:t>Core</a:t>
            </a:r>
          </a:p>
        </p:txBody>
      </p:sp>
      <p:sp>
        <p:nvSpPr>
          <p:cNvPr id="37" name="path-50">
            <a:extLst xmlns:a="http://schemas.openxmlformats.org/drawingml/2006/main">
              <a:ext uri="{FF2B5EF4-FFF2-40B4-BE49-F238E27FC236}">
                <a16:creationId xmlns:a16="http://schemas.microsoft.com/office/drawing/2014/main" id="{0C8317F6-0FA7-4001-BA20-393A1F5A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106" y="668175"/>
            <a:ext cx="2679232" cy="1408225"/>
          </a:xfrm>
          <a:custGeom xmlns:a="http://schemas.openxmlformats.org/drawingml/2006/main">
            <a:pathLst>
              <a:path w="2679232" h="1408225">
                <a:moveTo>
                  <a:pt x="0" y="86084"/>
                </a:moveTo>
                <a:lnTo>
                  <a:pt x="0" y="86084"/>
                </a:lnTo>
                <a:cubicBezTo>
                  <a:pt x="0" y="38542"/>
                  <a:pt x="38542" y="0"/>
                  <a:pt x="86084" y="0"/>
                </a:cubicBezTo>
                <a:lnTo>
                  <a:pt x="2593148" y="0"/>
                </a:lnTo>
                <a:cubicBezTo>
                  <a:pt x="2615978" y="0"/>
                  <a:pt x="2637875" y="9068"/>
                  <a:pt x="2654018" y="25214"/>
                </a:cubicBezTo>
                <a:cubicBezTo>
                  <a:pt x="2670164" y="41356"/>
                  <a:pt x="2679232" y="63254"/>
                  <a:pt x="2679232" y="86084"/>
                </a:cubicBezTo>
                <a:lnTo>
                  <a:pt x="2679232" y="1322141"/>
                </a:lnTo>
                <a:cubicBezTo>
                  <a:pt x="2679232" y="1369683"/>
                  <a:pt x="2640693" y="1408225"/>
                  <a:pt x="2593148" y="1408225"/>
                </a:cubicBezTo>
                <a:lnTo>
                  <a:pt x="86084" y="1408225"/>
                </a:lnTo>
                <a:cubicBezTo>
                  <a:pt x="38542" y="1408225"/>
                  <a:pt x="0" y="1369683"/>
                  <a:pt x="0" y="1322141"/>
                </a:cubicBezTo>
                <a:lnTo>
                  <a:pt x="0" y="86084"/>
                </a:lnTo>
              </a:path>
            </a:pathLst>
          </a:custGeom>
          <a:solidFill xmlns:a="http://schemas.openxmlformats.org/drawingml/2006/main">
            <a:srgbClr val="E1EAF2"/>
          </a:solidFill>
          <a:ln xmlns:a="http://schemas.openxmlformats.org/drawingml/2006/main" w="36921">
            <a:solidFill>
              <a:srgbClr val="144E74"/>
            </a:solidFill>
            <a:prstDash val="solid"/>
          </a:ln>
        </p:spPr>
      </p:sp>
      <p:sp>
        <p:nvSpPr>
          <p:cNvPr id="38" name="text-51 PE">
            <a:extLst xmlns:a="http://schemas.openxmlformats.org/drawingml/2006/main">
              <a:ext uri="{FF2B5EF4-FFF2-40B4-BE49-F238E27FC236}">
                <a16:creationId xmlns:a16="http://schemas.microsoft.com/office/drawing/2014/main" id="{8C791045-077D-4F17-9AEB-99AB555C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8919" y="914140"/>
            <a:ext cx="705501" cy="652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0" b="1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670" b="1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pPr>
            <a:r>
              <a:rPr sz="3670" b="1" i="0">
                <a:solidFill>
                  <a:srgbClr val="144E74"/>
                </a:solidFill>
                <a:latin typeface="Arial"/>
                <a:ea typeface="Arial"/>
                <a:cs typeface="Arial"/>
              </a:rPr>
              <a:t>PE</a:t>
            </a:r>
          </a:p>
        </p:txBody>
      </p:sp>
      <p:sp>
        <p:nvSpPr>
          <p:cNvPr id="39" name="text-52 Language">
            <a:extLst xmlns:a="http://schemas.openxmlformats.org/drawingml/2006/main">
              <a:ext uri="{FF2B5EF4-FFF2-40B4-BE49-F238E27FC236}">
                <a16:creationId xmlns:a16="http://schemas.microsoft.com/office/drawing/2014/main" id="{E34C0914-8373-463E-AD75-42E0B5C9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81509" y="1369520"/>
            <a:ext cx="1577735" cy="4771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84" b="0" i="1">
                <a:solidFill>
                  <a:srgbClr val="144E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84" b="0" i="1">
                <a:solidFill>
                  <a:srgbClr val="144E74"/>
                </a:solidFill>
                <a:latin typeface="Arial"/>
                <a:ea typeface="Arial"/>
                <a:cs typeface="Arial"/>
              </a:defRPr>
            </a:pPr>
            <a:r>
              <a:rPr sz="2684" b="0" i="1">
                <a:solidFill>
                  <a:srgbClr val="144E74"/>
                </a:solidFill>
                <a:latin typeface="Arial"/>
                <a:ea typeface="Arial"/>
                <a:cs typeface="Arial"/>
              </a:rPr>
              <a:t>Language</a:t>
            </a:r>
          </a:p>
        </p:txBody>
      </p:sp>
      <p:sp>
        <p:nvSpPr>
          <p:cNvPr id="40" name="path-53">
            <a:extLst xmlns:a="http://schemas.openxmlformats.org/drawingml/2006/main">
              <a:ext uri="{FF2B5EF4-FFF2-40B4-BE49-F238E27FC236}">
                <a16:creationId xmlns:a16="http://schemas.microsoft.com/office/drawing/2014/main" id="{60BDDD93-1DF4-4060-8BBB-F9D40079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4095" y="537280"/>
            <a:ext cx="1407645" cy="1676846"/>
          </a:xfrm>
          <a:custGeom xmlns:a="http://schemas.openxmlformats.org/drawingml/2006/main">
            <a:pathLst>
              <a:path w="1407645" h="1676846">
                <a:moveTo>
                  <a:pt x="0" y="102856"/>
                </a:moveTo>
                <a:lnTo>
                  <a:pt x="0" y="102856"/>
                </a:lnTo>
                <a:cubicBezTo>
                  <a:pt x="0" y="46050"/>
                  <a:pt x="46050" y="0"/>
                  <a:pt x="102856" y="0"/>
                </a:cubicBezTo>
                <a:lnTo>
                  <a:pt x="1304790" y="0"/>
                </a:lnTo>
                <a:cubicBezTo>
                  <a:pt x="1332067" y="0"/>
                  <a:pt x="1358229" y="10833"/>
                  <a:pt x="1377519" y="30123"/>
                </a:cubicBezTo>
                <a:cubicBezTo>
                  <a:pt x="1396810" y="49413"/>
                  <a:pt x="1407645" y="75576"/>
                  <a:pt x="1407645" y="102856"/>
                </a:cubicBezTo>
                <a:lnTo>
                  <a:pt x="1407645" y="1573991"/>
                </a:lnTo>
                <a:cubicBezTo>
                  <a:pt x="1407645" y="1630793"/>
                  <a:pt x="1361592" y="1676846"/>
                  <a:pt x="1304790" y="1676846"/>
                </a:cubicBezTo>
                <a:lnTo>
                  <a:pt x="102856" y="1676846"/>
                </a:lnTo>
                <a:cubicBezTo>
                  <a:pt x="46050" y="1676846"/>
                  <a:pt x="0" y="1630793"/>
                  <a:pt x="0" y="1573991"/>
                </a:cubicBezTo>
                <a:lnTo>
                  <a:pt x="0" y="102856"/>
                </a:lnTo>
              </a:path>
            </a:pathLst>
          </a:custGeom>
          <a:solidFill xmlns:a="http://schemas.openxmlformats.org/drawingml/2006/main">
            <a:srgbClr val="E1EAF2"/>
          </a:solidFill>
          <a:ln xmlns:a="http://schemas.openxmlformats.org/drawingml/2006/main" w="18460">
            <a:solidFill>
              <a:srgbClr val="144E74"/>
            </a:solidFill>
            <a:prstDash val="dash"/>
          </a:ln>
        </p:spPr>
      </p:sp>
      <p:sp>
        <p:nvSpPr>
          <p:cNvPr id="41" name="text-55 OCR">
            <a:extLst xmlns:a="http://schemas.openxmlformats.org/drawingml/2006/main">
              <a:ext uri="{FF2B5EF4-FFF2-40B4-BE49-F238E27FC236}">
                <a16:creationId xmlns:a16="http://schemas.microsoft.com/office/drawing/2014/main" id="{4DFD064B-7854-4A39-ACE7-8255EC4A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09378" y="783194"/>
            <a:ext cx="473377" cy="276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3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3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pPr>
            <a:r>
              <a:rPr sz="1553" b="0" i="0">
                <a:solidFill>
                  <a:srgbClr val="144E74"/>
                </a:solidFill>
                <a:latin typeface="Arial"/>
                <a:ea typeface="Arial"/>
                <a:cs typeface="Arial"/>
              </a:rPr>
              <a:t>OCR</a:t>
            </a:r>
          </a:p>
        </p:txBody>
      </p:sp>
      <p:sp>
        <p:nvSpPr>
          <p:cNvPr id="42" name="text-55 Q&amp;A">
            <a:extLst xmlns:a="http://schemas.openxmlformats.org/drawingml/2006/main">
              <a:ext uri="{FF2B5EF4-FFF2-40B4-BE49-F238E27FC236}">
                <a16:creationId xmlns:a16="http://schemas.microsoft.com/office/drawing/2014/main" id="{786AA8DC-0EE4-4884-B5DD-3BCBE7DC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89653" y="773092"/>
            <a:ext cx="474801" cy="290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2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2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pPr>
            <a:r>
              <a:rPr sz="1632" b="0" i="0">
                <a:solidFill>
                  <a:srgbClr val="144E74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  <p:sp>
        <p:nvSpPr>
          <p:cNvPr id="43" name="text-57 T">
            <a:extLst xmlns:a="http://schemas.openxmlformats.org/drawingml/2006/main">
              <a:ext uri="{FF2B5EF4-FFF2-40B4-BE49-F238E27FC236}">
                <a16:creationId xmlns:a16="http://schemas.microsoft.com/office/drawing/2014/main" id="{E1E1BCB2-7296-41B6-9268-B094F94F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8620" y="1246151"/>
            <a:ext cx="354415" cy="585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95" b="1" i="0">
                <a:solidFill>
                  <a:srgbClr val="144E7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95" b="1" i="0">
                <a:solidFill>
                  <a:srgbClr val="144E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95" b="1" i="0">
                <a:solidFill>
                  <a:srgbClr val="144E74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44" name="text-58 Text">
            <a:extLst xmlns:a="http://schemas.openxmlformats.org/drawingml/2006/main">
              <a:ext uri="{FF2B5EF4-FFF2-40B4-BE49-F238E27FC236}">
                <a16:creationId xmlns:a16="http://schemas.microsoft.com/office/drawing/2014/main" id="{BEF37925-F277-47F5-B513-27C84E3A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66031" y="1733397"/>
            <a:ext cx="444373" cy="308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8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8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pPr>
            <a:r>
              <a:rPr sz="1738" b="0" i="0">
                <a:solidFill>
                  <a:srgbClr val="144E74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45" name="path-59">
            <a:extLst xmlns:a="http://schemas.openxmlformats.org/drawingml/2006/main">
              <a:ext uri="{FF2B5EF4-FFF2-40B4-BE49-F238E27FC236}">
                <a16:creationId xmlns:a16="http://schemas.microsoft.com/office/drawing/2014/main" id="{0A5C9C2A-EC48-4CAA-BC49-D90D1EFC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3068" y="537280"/>
            <a:ext cx="1407643" cy="1676846"/>
          </a:xfrm>
          <a:custGeom xmlns:a="http://schemas.openxmlformats.org/drawingml/2006/main">
            <a:pathLst>
              <a:path w="1407643" h="1676846">
                <a:moveTo>
                  <a:pt x="0" y="102856"/>
                </a:moveTo>
                <a:lnTo>
                  <a:pt x="0" y="102856"/>
                </a:lnTo>
                <a:cubicBezTo>
                  <a:pt x="0" y="46050"/>
                  <a:pt x="46050" y="0"/>
                  <a:pt x="102856" y="0"/>
                </a:cubicBezTo>
                <a:lnTo>
                  <a:pt x="1304787" y="0"/>
                </a:lnTo>
                <a:cubicBezTo>
                  <a:pt x="1332067" y="0"/>
                  <a:pt x="1358229" y="10833"/>
                  <a:pt x="1377519" y="30123"/>
                </a:cubicBezTo>
                <a:cubicBezTo>
                  <a:pt x="1396810" y="49413"/>
                  <a:pt x="1407643" y="75576"/>
                  <a:pt x="1407643" y="102856"/>
                </a:cubicBezTo>
                <a:lnTo>
                  <a:pt x="1407643" y="1573991"/>
                </a:lnTo>
                <a:cubicBezTo>
                  <a:pt x="1407643" y="1630793"/>
                  <a:pt x="1361592" y="1676846"/>
                  <a:pt x="1304787" y="1676846"/>
                </a:cubicBezTo>
                <a:lnTo>
                  <a:pt x="102856" y="1676846"/>
                </a:lnTo>
                <a:cubicBezTo>
                  <a:pt x="46050" y="1676846"/>
                  <a:pt x="0" y="1630793"/>
                  <a:pt x="0" y="1573991"/>
                </a:cubicBezTo>
                <a:lnTo>
                  <a:pt x="0" y="102856"/>
                </a:lnTo>
              </a:path>
            </a:pathLst>
          </a:custGeom>
          <a:solidFill xmlns:a="http://schemas.openxmlformats.org/drawingml/2006/main">
            <a:srgbClr val="E1EAF2"/>
          </a:solidFill>
          <a:ln xmlns:a="http://schemas.openxmlformats.org/drawingml/2006/main" w="18460">
            <a:solidFill>
              <a:srgbClr val="144E74"/>
            </a:solidFill>
            <a:prstDash val="dash"/>
          </a:ln>
        </p:spPr>
      </p:sp>
      <p:sp>
        <p:nvSpPr>
          <p:cNvPr id="46" name="text-61 Captioning">
            <a:extLst xmlns:a="http://schemas.openxmlformats.org/drawingml/2006/main">
              <a:ext uri="{FF2B5EF4-FFF2-40B4-BE49-F238E27FC236}">
                <a16:creationId xmlns:a16="http://schemas.microsoft.com/office/drawing/2014/main" id="{D70A24B0-6483-4BB8-B513-B2FE6EEC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47226" y="771013"/>
            <a:ext cx="1038059" cy="2930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8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8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pPr>
            <a:r>
              <a:rPr sz="1648" b="0" i="0">
                <a:solidFill>
                  <a:srgbClr val="144E74"/>
                </a:solidFill>
                <a:latin typeface="Arial"/>
                <a:ea typeface="Arial"/>
                <a:cs typeface="Arial"/>
              </a:rPr>
              <a:t>Captioning</a:t>
            </a:r>
          </a:p>
        </p:txBody>
      </p:sp>
      <p:sp>
        <p:nvSpPr>
          <p:cNvPr id="47" name="text-63 T">
            <a:extLst xmlns:a="http://schemas.openxmlformats.org/drawingml/2006/main">
              <a:ext uri="{FF2B5EF4-FFF2-40B4-BE49-F238E27FC236}">
                <a16:creationId xmlns:a16="http://schemas.microsoft.com/office/drawing/2014/main" id="{15AB2A81-AB08-4DFC-97B8-A78D0DFF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7591" y="1246151"/>
            <a:ext cx="354415" cy="585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95" b="1" i="0">
                <a:solidFill>
                  <a:srgbClr val="144E7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95" b="1" i="0">
                <a:solidFill>
                  <a:srgbClr val="144E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95" b="1" i="0">
                <a:solidFill>
                  <a:srgbClr val="144E74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48" name="text-64 Text">
            <a:extLst xmlns:a="http://schemas.openxmlformats.org/drawingml/2006/main">
              <a:ext uri="{FF2B5EF4-FFF2-40B4-BE49-F238E27FC236}">
                <a16:creationId xmlns:a16="http://schemas.microsoft.com/office/drawing/2014/main" id="{038D6433-18A8-45C7-9B01-0D6CB517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45001" y="1733397"/>
            <a:ext cx="444373" cy="308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8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8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pPr>
            <a:r>
              <a:rPr sz="1738" b="0" i="0">
                <a:solidFill>
                  <a:srgbClr val="144E74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49" name="path-65">
            <a:extLst xmlns:a="http://schemas.openxmlformats.org/drawingml/2006/main">
              <a:ext uri="{FF2B5EF4-FFF2-40B4-BE49-F238E27FC236}">
                <a16:creationId xmlns:a16="http://schemas.microsoft.com/office/drawing/2014/main" id="{AEAF20D9-B50C-4CA8-9DD1-CE3D5D99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2041" y="537280"/>
            <a:ext cx="1407643" cy="1676846"/>
          </a:xfrm>
          <a:custGeom xmlns:a="http://schemas.openxmlformats.org/drawingml/2006/main">
            <a:pathLst>
              <a:path w="1407643" h="1676846">
                <a:moveTo>
                  <a:pt x="0" y="102856"/>
                </a:moveTo>
                <a:lnTo>
                  <a:pt x="0" y="102856"/>
                </a:lnTo>
                <a:cubicBezTo>
                  <a:pt x="0" y="46050"/>
                  <a:pt x="46050" y="0"/>
                  <a:pt x="102856" y="0"/>
                </a:cubicBezTo>
                <a:lnTo>
                  <a:pt x="1304787" y="0"/>
                </a:lnTo>
                <a:cubicBezTo>
                  <a:pt x="1332067" y="0"/>
                  <a:pt x="1358226" y="10833"/>
                  <a:pt x="1377517" y="30123"/>
                </a:cubicBezTo>
                <a:cubicBezTo>
                  <a:pt x="1396807" y="49413"/>
                  <a:pt x="1407643" y="75576"/>
                  <a:pt x="1407643" y="102856"/>
                </a:cubicBezTo>
                <a:lnTo>
                  <a:pt x="1407643" y="1573991"/>
                </a:lnTo>
                <a:cubicBezTo>
                  <a:pt x="1407643" y="1630793"/>
                  <a:pt x="1361592" y="1676846"/>
                  <a:pt x="1304787" y="1676846"/>
                </a:cubicBezTo>
                <a:lnTo>
                  <a:pt x="102856" y="1676846"/>
                </a:lnTo>
                <a:cubicBezTo>
                  <a:pt x="46050" y="1676846"/>
                  <a:pt x="0" y="1630793"/>
                  <a:pt x="0" y="1573991"/>
                </a:cubicBezTo>
                <a:lnTo>
                  <a:pt x="0" y="102856"/>
                </a:lnTo>
              </a:path>
            </a:pathLst>
          </a:custGeom>
          <a:solidFill xmlns:a="http://schemas.openxmlformats.org/drawingml/2006/main">
            <a:srgbClr val="E1EAF2"/>
          </a:solidFill>
          <a:ln xmlns:a="http://schemas.openxmlformats.org/drawingml/2006/main" w="18460">
            <a:solidFill>
              <a:srgbClr val="144E74"/>
            </a:solidFill>
            <a:prstDash val="dash"/>
          </a:ln>
        </p:spPr>
      </p:sp>
      <p:sp>
        <p:nvSpPr>
          <p:cNvPr id="50" name="text-67 Video">
            <a:extLst xmlns:a="http://schemas.openxmlformats.org/drawingml/2006/main">
              <a:ext uri="{FF2B5EF4-FFF2-40B4-BE49-F238E27FC236}">
                <a16:creationId xmlns:a16="http://schemas.microsoft.com/office/drawing/2014/main" id="{DEE455CF-B748-4337-929A-CECC3648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19547" y="770178"/>
            <a:ext cx="571341" cy="2942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5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5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pPr>
            <a:r>
              <a:rPr sz="1655" b="0" i="0">
                <a:solidFill>
                  <a:srgbClr val="144E74"/>
                </a:solidFill>
                <a:latin typeface="Arial"/>
                <a:ea typeface="Arial"/>
                <a:cs typeface="Arial"/>
              </a:rPr>
              <a:t>Video</a:t>
            </a:r>
          </a:p>
        </p:txBody>
      </p:sp>
      <p:sp>
        <p:nvSpPr>
          <p:cNvPr id="51" name="text-67 Q&amp;A">
            <a:extLst xmlns:a="http://schemas.openxmlformats.org/drawingml/2006/main">
              <a:ext uri="{FF2B5EF4-FFF2-40B4-BE49-F238E27FC236}">
                <a16:creationId xmlns:a16="http://schemas.microsoft.com/office/drawing/2014/main" id="{DA637FF5-6BC9-4F79-BA8A-B1E82FC0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95443" y="773092"/>
            <a:ext cx="474801" cy="290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2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2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pPr>
            <a:r>
              <a:rPr sz="1632" b="0" i="0">
                <a:solidFill>
                  <a:srgbClr val="144E74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  <p:sp>
        <p:nvSpPr>
          <p:cNvPr id="52" name="text-69 T">
            <a:extLst xmlns:a="http://schemas.openxmlformats.org/drawingml/2006/main">
              <a:ext uri="{FF2B5EF4-FFF2-40B4-BE49-F238E27FC236}">
                <a16:creationId xmlns:a16="http://schemas.microsoft.com/office/drawing/2014/main" id="{6D18E022-533C-432C-851D-1BBFCA59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86564" y="1246151"/>
            <a:ext cx="354415" cy="585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95" b="1" i="0">
                <a:solidFill>
                  <a:srgbClr val="144E7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95" b="1" i="0">
                <a:solidFill>
                  <a:srgbClr val="144E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95" b="1" i="0">
                <a:solidFill>
                  <a:srgbClr val="144E74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53" name="text-70 Text">
            <a:extLst xmlns:a="http://schemas.openxmlformats.org/drawingml/2006/main">
              <a:ext uri="{FF2B5EF4-FFF2-40B4-BE49-F238E27FC236}">
                <a16:creationId xmlns:a16="http://schemas.microsoft.com/office/drawing/2014/main" id="{B5E5B4AB-18EF-40F0-A3E7-93162B4E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3974" y="1733397"/>
            <a:ext cx="444373" cy="308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8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8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pPr>
            <a:r>
              <a:rPr sz="1738" b="0" i="0">
                <a:solidFill>
                  <a:srgbClr val="144E74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54" name="path-71">
            <a:extLst xmlns:a="http://schemas.openxmlformats.org/drawingml/2006/main">
              <a:ext uri="{FF2B5EF4-FFF2-40B4-BE49-F238E27FC236}">
                <a16:creationId xmlns:a16="http://schemas.microsoft.com/office/drawing/2014/main" id="{5AEDFFFC-9FD6-490C-BDC0-90ECABC3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9500" y="530450"/>
            <a:ext cx="1407644" cy="1676846"/>
          </a:xfrm>
          <a:custGeom xmlns:a="http://schemas.openxmlformats.org/drawingml/2006/main">
            <a:pathLst>
              <a:path w="1407644" h="1676846">
                <a:moveTo>
                  <a:pt x="0" y="102856"/>
                </a:moveTo>
                <a:lnTo>
                  <a:pt x="0" y="102856"/>
                </a:lnTo>
                <a:cubicBezTo>
                  <a:pt x="0" y="46053"/>
                  <a:pt x="46053" y="0"/>
                  <a:pt x="102858" y="0"/>
                </a:cubicBezTo>
                <a:lnTo>
                  <a:pt x="1304788" y="0"/>
                </a:lnTo>
                <a:cubicBezTo>
                  <a:pt x="1332068" y="0"/>
                  <a:pt x="1358230" y="10836"/>
                  <a:pt x="1377521" y="30126"/>
                </a:cubicBezTo>
                <a:cubicBezTo>
                  <a:pt x="1396806" y="49416"/>
                  <a:pt x="1407644" y="75578"/>
                  <a:pt x="1407644" y="102856"/>
                </a:cubicBezTo>
                <a:lnTo>
                  <a:pt x="1407644" y="1573991"/>
                </a:lnTo>
                <a:cubicBezTo>
                  <a:pt x="1407644" y="1630796"/>
                  <a:pt x="1361594" y="1676846"/>
                  <a:pt x="1304788" y="1676846"/>
                </a:cubicBezTo>
                <a:lnTo>
                  <a:pt x="102858" y="1676846"/>
                </a:lnTo>
                <a:cubicBezTo>
                  <a:pt x="46053" y="1676846"/>
                  <a:pt x="0" y="1630796"/>
                  <a:pt x="0" y="1573991"/>
                </a:cubicBezTo>
                <a:lnTo>
                  <a:pt x="0" y="102856"/>
                </a:lnTo>
              </a:path>
            </a:pathLst>
          </a:custGeom>
          <a:solidFill xmlns:a="http://schemas.openxmlformats.org/drawingml/2006/main">
            <a:srgbClr val="E1EAF2"/>
          </a:solidFill>
          <a:ln xmlns:a="http://schemas.openxmlformats.org/drawingml/2006/main" w="18460">
            <a:solidFill>
              <a:srgbClr val="144E74"/>
            </a:solidFill>
            <a:prstDash val="dash"/>
          </a:ln>
        </p:spPr>
      </p:sp>
      <p:sp>
        <p:nvSpPr>
          <p:cNvPr id="55" name="text-73 Grounding">
            <a:extLst xmlns:a="http://schemas.openxmlformats.org/drawingml/2006/main">
              <a:ext uri="{FF2B5EF4-FFF2-40B4-BE49-F238E27FC236}">
                <a16:creationId xmlns:a16="http://schemas.microsoft.com/office/drawing/2014/main" id="{D06342BF-083C-470B-9961-E6518631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10798" y="766548"/>
            <a:ext cx="1003330" cy="289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0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0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pPr>
            <a:r>
              <a:rPr sz="1630" b="0" i="0">
                <a:solidFill>
                  <a:srgbClr val="144E74"/>
                </a:solidFill>
                <a:latin typeface="Arial"/>
                <a:ea typeface="Arial"/>
                <a:cs typeface="Arial"/>
              </a:rPr>
              <a:t>Grounding</a:t>
            </a:r>
          </a:p>
        </p:txBody>
      </p:sp>
      <p:sp>
        <p:nvSpPr>
          <p:cNvPr id="56" name="text-75 Box">
            <a:extLst xmlns:a="http://schemas.openxmlformats.org/drawingml/2006/main">
              <a:ext uri="{FF2B5EF4-FFF2-40B4-BE49-F238E27FC236}">
                <a16:creationId xmlns:a16="http://schemas.microsoft.com/office/drawing/2014/main" id="{09EDB33B-8FC0-420B-98FE-3D9586FB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06895" y="1734368"/>
            <a:ext cx="400384" cy="294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7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7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pPr>
            <a:r>
              <a:rPr sz="1657" b="0" i="0">
                <a:solidFill>
                  <a:srgbClr val="144E74"/>
                </a:solidFill>
                <a:latin typeface="Arial"/>
                <a:ea typeface="Arial"/>
                <a:cs typeface="Arial"/>
              </a:rPr>
              <a:t>Box</a:t>
            </a:r>
          </a:p>
        </p:txBody>
      </p:sp>
      <p:sp>
        <p:nvSpPr>
          <p:cNvPr id="57" name="path-76">
            <a:extLst xmlns:a="http://schemas.openxmlformats.org/drawingml/2006/main">
              <a:ext uri="{FF2B5EF4-FFF2-40B4-BE49-F238E27FC236}">
                <a16:creationId xmlns:a16="http://schemas.microsoft.com/office/drawing/2014/main" id="{FE3A3406-E50F-405C-B762-7B4001B0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112" y="1243814"/>
            <a:ext cx="276182" cy="276180"/>
          </a:xfrm>
          <a:custGeom xmlns:a="http://schemas.openxmlformats.org/drawingml/2006/main">
            <a:pathLst>
              <a:path w="276182" h="276180">
                <a:moveTo>
                  <a:pt x="0" y="0"/>
                </a:moveTo>
                <a:lnTo>
                  <a:pt x="0" y="276180"/>
                </a:lnTo>
                <a:lnTo>
                  <a:pt x="276182" y="276180"/>
                </a:lnTo>
                <a:lnTo>
                  <a:pt x="276182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6921">
            <a:solidFill>
              <a:srgbClr val="2C4978"/>
            </a:solidFill>
            <a:prstDash val="solid"/>
          </a:ln>
        </p:spPr>
      </p:sp>
      <p:sp>
        <p:nvSpPr>
          <p:cNvPr id="58" name="path-77">
            <a:extLst xmlns:a="http://schemas.openxmlformats.org/drawingml/2006/main">
              <a:ext uri="{FF2B5EF4-FFF2-40B4-BE49-F238E27FC236}">
                <a16:creationId xmlns:a16="http://schemas.microsoft.com/office/drawing/2014/main" id="{DD14FD24-D2FF-4B70-B1A1-D55DFD54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23796" y="1375997"/>
            <a:ext cx="276182" cy="276180"/>
          </a:xfrm>
          <a:custGeom xmlns:a="http://schemas.openxmlformats.org/drawingml/2006/main">
            <a:pathLst>
              <a:path w="276182" h="276180">
                <a:moveTo>
                  <a:pt x="0" y="0"/>
                </a:moveTo>
                <a:lnTo>
                  <a:pt x="0" y="276180"/>
                </a:lnTo>
                <a:lnTo>
                  <a:pt x="276182" y="276180"/>
                </a:lnTo>
                <a:lnTo>
                  <a:pt x="276182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6921">
            <a:solidFill>
              <a:srgbClr val="2C4978"/>
            </a:solidFill>
            <a:prstDash val="solid"/>
          </a:ln>
        </p:spPr>
      </p:sp>
      <p:sp>
        <p:nvSpPr>
          <p:cNvPr id="59" name="path-78">
            <a:extLst xmlns:a="http://schemas.openxmlformats.org/drawingml/2006/main">
              <a:ext uri="{FF2B5EF4-FFF2-40B4-BE49-F238E27FC236}">
                <a16:creationId xmlns:a16="http://schemas.microsoft.com/office/drawing/2014/main" id="{E3EC1B71-704E-4541-9A4D-95856DCC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127" y="2844279"/>
            <a:ext cx="2679234" cy="1408225"/>
          </a:xfrm>
          <a:custGeom xmlns:a="http://schemas.openxmlformats.org/drawingml/2006/main">
            <a:pathLst>
              <a:path w="2679234" h="1408225">
                <a:moveTo>
                  <a:pt x="0" y="86086"/>
                </a:moveTo>
                <a:lnTo>
                  <a:pt x="0" y="86086"/>
                </a:lnTo>
                <a:cubicBezTo>
                  <a:pt x="0" y="38542"/>
                  <a:pt x="38542" y="0"/>
                  <a:pt x="86084" y="0"/>
                </a:cubicBezTo>
                <a:lnTo>
                  <a:pt x="2593148" y="0"/>
                </a:lnTo>
                <a:cubicBezTo>
                  <a:pt x="2615978" y="0"/>
                  <a:pt x="2637875" y="9071"/>
                  <a:pt x="2654021" y="25214"/>
                </a:cubicBezTo>
                <a:cubicBezTo>
                  <a:pt x="2670164" y="41356"/>
                  <a:pt x="2679234" y="63256"/>
                  <a:pt x="2679234" y="86086"/>
                </a:cubicBezTo>
                <a:lnTo>
                  <a:pt x="2679234" y="1322141"/>
                </a:lnTo>
                <a:cubicBezTo>
                  <a:pt x="2679234" y="1369686"/>
                  <a:pt x="2640693" y="1408225"/>
                  <a:pt x="2593148" y="1408225"/>
                </a:cubicBezTo>
                <a:lnTo>
                  <a:pt x="86084" y="1408225"/>
                </a:lnTo>
                <a:cubicBezTo>
                  <a:pt x="38542" y="1408225"/>
                  <a:pt x="0" y="1369686"/>
                  <a:pt x="0" y="1322141"/>
                </a:cubicBezTo>
                <a:lnTo>
                  <a:pt x="0" y="86086"/>
                </a:lnTo>
              </a:path>
            </a:pathLst>
          </a:custGeom>
          <a:solidFill xmlns:a="http://schemas.openxmlformats.org/drawingml/2006/main">
            <a:srgbClr val="E2E4F6"/>
          </a:solidFill>
          <a:ln xmlns:a="http://schemas.openxmlformats.org/drawingml/2006/main" w="36921">
            <a:solidFill>
              <a:srgbClr val="4F3A7B"/>
            </a:solidFill>
            <a:prstDash val="solid"/>
          </a:ln>
        </p:spPr>
      </p:sp>
      <p:sp>
        <p:nvSpPr>
          <p:cNvPr id="60" name="text-79 PE">
            <a:extLst xmlns:a="http://schemas.openxmlformats.org/drawingml/2006/main">
              <a:ext uri="{FF2B5EF4-FFF2-40B4-BE49-F238E27FC236}">
                <a16:creationId xmlns:a16="http://schemas.microsoft.com/office/drawing/2014/main" id="{6D1AAF82-2A75-42D2-91E1-92E777D9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8940" y="3090247"/>
            <a:ext cx="705501" cy="652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0" b="1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670" b="1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pPr>
            <a:r>
              <a:rPr sz="3670" b="1" i="0">
                <a:solidFill>
                  <a:srgbClr val="4F3A7B"/>
                </a:solidFill>
                <a:latin typeface="Arial"/>
                <a:ea typeface="Arial"/>
                <a:cs typeface="Arial"/>
              </a:rPr>
              <a:t>PE</a:t>
            </a:r>
          </a:p>
        </p:txBody>
      </p:sp>
      <p:sp>
        <p:nvSpPr>
          <p:cNvPr id="61" name="text-80 Spatial">
            <a:extLst xmlns:a="http://schemas.openxmlformats.org/drawingml/2006/main">
              <a:ext uri="{FF2B5EF4-FFF2-40B4-BE49-F238E27FC236}">
                <a16:creationId xmlns:a16="http://schemas.microsoft.com/office/drawing/2014/main" id="{8416182E-756A-4333-8A20-8846F08A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07849" y="3538487"/>
            <a:ext cx="1126567" cy="487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40" b="0" i="1">
                <a:solidFill>
                  <a:srgbClr val="4F3A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40" b="0" i="1">
                <a:solidFill>
                  <a:srgbClr val="4F3A7B"/>
                </a:solidFill>
                <a:latin typeface="Arial"/>
                <a:ea typeface="Arial"/>
                <a:cs typeface="Arial"/>
              </a:defRPr>
            </a:pPr>
            <a:r>
              <a:rPr sz="2740" b="0" i="1">
                <a:solidFill>
                  <a:srgbClr val="4F3A7B"/>
                </a:solidFill>
                <a:latin typeface="Arial"/>
                <a:ea typeface="Arial"/>
                <a:cs typeface="Arial"/>
              </a:rPr>
              <a:t>Spatial</a:t>
            </a:r>
          </a:p>
        </p:txBody>
      </p:sp>
      <p:sp>
        <p:nvSpPr>
          <p:cNvPr id="62" name="path-81">
            <a:extLst xmlns:a="http://schemas.openxmlformats.org/drawingml/2006/main">
              <a:ext uri="{FF2B5EF4-FFF2-40B4-BE49-F238E27FC236}">
                <a16:creationId xmlns:a16="http://schemas.microsoft.com/office/drawing/2014/main" id="{ACD9836C-1406-45CE-9E7D-2F2FA7FE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9358" y="2658149"/>
            <a:ext cx="1407645" cy="1676846"/>
          </a:xfrm>
          <a:custGeom xmlns:a="http://schemas.openxmlformats.org/drawingml/2006/main">
            <a:pathLst>
              <a:path w="1407645" h="1676846">
                <a:moveTo>
                  <a:pt x="0" y="102856"/>
                </a:moveTo>
                <a:lnTo>
                  <a:pt x="0" y="102856"/>
                </a:lnTo>
                <a:cubicBezTo>
                  <a:pt x="0" y="46050"/>
                  <a:pt x="46048" y="0"/>
                  <a:pt x="102856" y="0"/>
                </a:cubicBezTo>
                <a:lnTo>
                  <a:pt x="1304784" y="0"/>
                </a:lnTo>
                <a:cubicBezTo>
                  <a:pt x="1332067" y="0"/>
                  <a:pt x="1358229" y="10836"/>
                  <a:pt x="1377517" y="30126"/>
                </a:cubicBezTo>
                <a:cubicBezTo>
                  <a:pt x="1396807" y="49416"/>
                  <a:pt x="1407645" y="75576"/>
                  <a:pt x="1407645" y="102856"/>
                </a:cubicBezTo>
                <a:lnTo>
                  <a:pt x="1407645" y="1573991"/>
                </a:lnTo>
                <a:cubicBezTo>
                  <a:pt x="1407645" y="1630796"/>
                  <a:pt x="1361592" y="1676846"/>
                  <a:pt x="1304784" y="1676846"/>
                </a:cubicBezTo>
                <a:lnTo>
                  <a:pt x="102856" y="1676846"/>
                </a:lnTo>
                <a:cubicBezTo>
                  <a:pt x="46048" y="1676846"/>
                  <a:pt x="0" y="1630796"/>
                  <a:pt x="0" y="1573991"/>
                </a:cubicBezTo>
                <a:lnTo>
                  <a:pt x="0" y="102856"/>
                </a:lnTo>
              </a:path>
            </a:pathLst>
          </a:custGeom>
          <a:solidFill xmlns:a="http://schemas.openxmlformats.org/drawingml/2006/main">
            <a:srgbClr val="E2E4F6"/>
          </a:solidFill>
          <a:ln xmlns:a="http://schemas.openxmlformats.org/drawingml/2006/main" w="18460">
            <a:solidFill>
              <a:srgbClr val="4F3A7B"/>
            </a:solidFill>
            <a:prstDash val="dash"/>
          </a:ln>
        </p:spPr>
      </p:sp>
      <p:sp>
        <p:nvSpPr>
          <p:cNvPr id="63" name="text-83 Detect">
            <a:extLst xmlns:a="http://schemas.openxmlformats.org/drawingml/2006/main">
              <a:ext uri="{FF2B5EF4-FFF2-40B4-BE49-F238E27FC236}">
                <a16:creationId xmlns:a16="http://schemas.microsoft.com/office/drawing/2014/main" id="{2E358819-BCFA-49E8-9573-B122B9CF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52596" y="2879127"/>
            <a:ext cx="681530" cy="310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9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9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pPr>
            <a:r>
              <a:rPr sz="1749" b="0" i="0">
                <a:solidFill>
                  <a:srgbClr val="4F3A7B"/>
                </a:solidFill>
                <a:latin typeface="Arial"/>
                <a:ea typeface="Arial"/>
                <a:cs typeface="Arial"/>
              </a:rPr>
              <a:t>Detect</a:t>
            </a:r>
          </a:p>
        </p:txBody>
      </p:sp>
      <p:sp>
        <p:nvSpPr>
          <p:cNvPr id="64" name="text-85 Box">
            <a:extLst xmlns:a="http://schemas.openxmlformats.org/drawingml/2006/main">
              <a:ext uri="{FF2B5EF4-FFF2-40B4-BE49-F238E27FC236}">
                <a16:creationId xmlns:a16="http://schemas.microsoft.com/office/drawing/2014/main" id="{782DF5E9-DC3C-4B5E-A0CC-40A55A5F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92039" y="3864536"/>
            <a:ext cx="400385" cy="2945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7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7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pPr>
            <a:r>
              <a:rPr sz="1657" b="0" i="0">
                <a:solidFill>
                  <a:srgbClr val="4F3A7B"/>
                </a:solidFill>
                <a:latin typeface="Arial"/>
                <a:ea typeface="Arial"/>
                <a:cs typeface="Arial"/>
              </a:rPr>
              <a:t>Box</a:t>
            </a:r>
          </a:p>
        </p:txBody>
      </p:sp>
      <p:sp>
        <p:nvSpPr>
          <p:cNvPr id="65" name="path-86">
            <a:extLst xmlns:a="http://schemas.openxmlformats.org/drawingml/2006/main">
              <a:ext uri="{FF2B5EF4-FFF2-40B4-BE49-F238E27FC236}">
                <a16:creationId xmlns:a16="http://schemas.microsoft.com/office/drawing/2014/main" id="{BDF4F8F9-F381-483B-87A3-891E716B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1257" y="3373985"/>
            <a:ext cx="276180" cy="276180"/>
          </a:xfrm>
          <a:custGeom xmlns:a="http://schemas.openxmlformats.org/drawingml/2006/main">
            <a:pathLst>
              <a:path w="276180" h="276180">
                <a:moveTo>
                  <a:pt x="0" y="0"/>
                </a:moveTo>
                <a:lnTo>
                  <a:pt x="0" y="276180"/>
                </a:lnTo>
                <a:lnTo>
                  <a:pt x="276180" y="276180"/>
                </a:lnTo>
                <a:lnTo>
                  <a:pt x="27618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6921">
            <a:solidFill>
              <a:srgbClr val="4F3A7B"/>
            </a:solidFill>
            <a:prstDash val="solid"/>
          </a:ln>
        </p:spPr>
      </p:sp>
      <p:sp>
        <p:nvSpPr>
          <p:cNvPr id="66" name="path-87">
            <a:extLst xmlns:a="http://schemas.openxmlformats.org/drawingml/2006/main">
              <a:ext uri="{FF2B5EF4-FFF2-40B4-BE49-F238E27FC236}">
                <a16:creationId xmlns:a16="http://schemas.microsoft.com/office/drawing/2014/main" id="{BDE46A9C-53E1-4551-821B-3EDE5AD4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8942" y="3506165"/>
            <a:ext cx="276180" cy="276180"/>
          </a:xfrm>
          <a:custGeom xmlns:a="http://schemas.openxmlformats.org/drawingml/2006/main">
            <a:pathLst>
              <a:path w="276180" h="276180">
                <a:moveTo>
                  <a:pt x="0" y="0"/>
                </a:moveTo>
                <a:lnTo>
                  <a:pt x="0" y="276180"/>
                </a:lnTo>
                <a:lnTo>
                  <a:pt x="276180" y="276180"/>
                </a:lnTo>
                <a:lnTo>
                  <a:pt x="27618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6921">
            <a:solidFill>
              <a:srgbClr val="4F3A7B"/>
            </a:solidFill>
            <a:prstDash val="solid"/>
          </a:ln>
        </p:spPr>
      </p:sp>
      <p:sp>
        <p:nvSpPr>
          <p:cNvPr id="67" name="path-88">
            <a:extLst xmlns:a="http://schemas.openxmlformats.org/drawingml/2006/main">
              <a:ext uri="{FF2B5EF4-FFF2-40B4-BE49-F238E27FC236}">
                <a16:creationId xmlns:a16="http://schemas.microsoft.com/office/drawing/2014/main" id="{F93F0E04-3627-468D-9B8A-CD70D275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4034" y="2658149"/>
            <a:ext cx="1407646" cy="1676846"/>
          </a:xfrm>
          <a:custGeom xmlns:a="http://schemas.openxmlformats.org/drawingml/2006/main">
            <a:pathLst>
              <a:path w="1407646" h="1676846">
                <a:moveTo>
                  <a:pt x="0" y="102856"/>
                </a:moveTo>
                <a:lnTo>
                  <a:pt x="0" y="102856"/>
                </a:lnTo>
                <a:cubicBezTo>
                  <a:pt x="0" y="46050"/>
                  <a:pt x="46050" y="0"/>
                  <a:pt x="102856" y="0"/>
                </a:cubicBezTo>
                <a:lnTo>
                  <a:pt x="1304786" y="0"/>
                </a:lnTo>
                <a:cubicBezTo>
                  <a:pt x="1332071" y="0"/>
                  <a:pt x="1358228" y="10836"/>
                  <a:pt x="1377518" y="30126"/>
                </a:cubicBezTo>
                <a:cubicBezTo>
                  <a:pt x="1396808" y="49416"/>
                  <a:pt x="1407646" y="75576"/>
                  <a:pt x="1407646" y="102856"/>
                </a:cubicBezTo>
                <a:lnTo>
                  <a:pt x="1407646" y="1573991"/>
                </a:lnTo>
                <a:cubicBezTo>
                  <a:pt x="1407646" y="1630796"/>
                  <a:pt x="1361596" y="1676846"/>
                  <a:pt x="1304786" y="1676846"/>
                </a:cubicBezTo>
                <a:lnTo>
                  <a:pt x="102856" y="1676846"/>
                </a:lnTo>
                <a:cubicBezTo>
                  <a:pt x="46050" y="1676846"/>
                  <a:pt x="0" y="1630796"/>
                  <a:pt x="0" y="1573991"/>
                </a:cubicBezTo>
                <a:lnTo>
                  <a:pt x="0" y="102856"/>
                </a:lnTo>
              </a:path>
            </a:pathLst>
          </a:custGeom>
          <a:solidFill xmlns:a="http://schemas.openxmlformats.org/drawingml/2006/main">
            <a:srgbClr val="E2E4F6"/>
          </a:solidFill>
          <a:ln xmlns:a="http://schemas.openxmlformats.org/drawingml/2006/main" w="18460">
            <a:solidFill>
              <a:srgbClr val="4F3A7B"/>
            </a:solidFill>
            <a:prstDash val="dash"/>
          </a:ln>
        </p:spPr>
      </p:sp>
      <p:sp>
        <p:nvSpPr>
          <p:cNvPr id="68" name="text-90 Estimate">
            <a:extLst xmlns:a="http://schemas.openxmlformats.org/drawingml/2006/main">
              <a:ext uri="{FF2B5EF4-FFF2-40B4-BE49-F238E27FC236}">
                <a16:creationId xmlns:a16="http://schemas.microsoft.com/office/drawing/2014/main" id="{B5173E3A-1222-4019-A308-9D331D7F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66009" y="2777608"/>
            <a:ext cx="883416" cy="304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0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0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pPr>
            <a:r>
              <a:rPr sz="1710" b="0" i="0">
                <a:solidFill>
                  <a:srgbClr val="4F3A7B"/>
                </a:solidFill>
                <a:latin typeface="Arial"/>
                <a:ea typeface="Arial"/>
                <a:cs typeface="Arial"/>
              </a:rPr>
              <a:t>Estimate</a:t>
            </a:r>
          </a:p>
        </p:txBody>
      </p:sp>
      <p:sp>
        <p:nvSpPr>
          <p:cNvPr id="69" name="text-91 Depth">
            <a:extLst xmlns:a="http://schemas.openxmlformats.org/drawingml/2006/main">
              <a:ext uri="{FF2B5EF4-FFF2-40B4-BE49-F238E27FC236}">
                <a16:creationId xmlns:a16="http://schemas.microsoft.com/office/drawing/2014/main" id="{7E2D2F77-953C-473B-8DDC-4BC05A99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98057" y="2990117"/>
            <a:ext cx="619398" cy="304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3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3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pPr>
            <a:r>
              <a:rPr sz="1713" b="0" i="0">
                <a:solidFill>
                  <a:srgbClr val="4F3A7B"/>
                </a:solidFill>
                <a:latin typeface="Arial"/>
                <a:ea typeface="Arial"/>
                <a:cs typeface="Arial"/>
              </a:rPr>
              <a:t>Depth</a:t>
            </a:r>
          </a:p>
        </p:txBody>
      </p:sp>
      <p:sp>
        <p:nvSpPr>
          <p:cNvPr id="70" name="text-93 Depth">
            <a:extLst xmlns:a="http://schemas.openxmlformats.org/drawingml/2006/main">
              <a:ext uri="{FF2B5EF4-FFF2-40B4-BE49-F238E27FC236}">
                <a16:creationId xmlns:a16="http://schemas.microsoft.com/office/drawing/2014/main" id="{9551FA7C-32BA-4DDB-A0F6-F0C88345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62992" y="3854530"/>
            <a:ext cx="627748" cy="308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5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5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pPr>
            <a:r>
              <a:rPr sz="1735" b="0" i="0">
                <a:solidFill>
                  <a:srgbClr val="4F3A7B"/>
                </a:solidFill>
                <a:latin typeface="Arial"/>
                <a:ea typeface="Arial"/>
                <a:cs typeface="Arial"/>
              </a:rPr>
              <a:t>Depth</a:t>
            </a:r>
          </a:p>
        </p:txBody>
      </p:sp>
      <p:sp>
        <p:nvSpPr>
          <p:cNvPr id="71" name="text-93 Map">
            <a:extLst xmlns:a="http://schemas.openxmlformats.org/drawingml/2006/main">
              <a:ext uri="{FF2B5EF4-FFF2-40B4-BE49-F238E27FC236}">
                <a16:creationId xmlns:a16="http://schemas.microsoft.com/office/drawing/2014/main" id="{6BB51F5F-CF9E-4D8C-BA2E-F5946D90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95668" y="3860257"/>
            <a:ext cx="456192" cy="300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0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0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pPr>
            <a:r>
              <a:rPr sz="1690" b="0" i="0">
                <a:solidFill>
                  <a:srgbClr val="4F3A7B"/>
                </a:solidFill>
                <a:latin typeface="Arial"/>
                <a:ea typeface="Arial"/>
                <a:cs typeface="Arial"/>
              </a:rPr>
              <a:t>Map</a:t>
            </a:r>
          </a:p>
        </p:txBody>
      </p:sp>
      <p:pic>
        <p:nvPic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E2D5689-9475-4E16-8D0D-62965BCBEC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0b60e1a4144f5"/>
          <a:stretch xmlns:a="http://schemas.openxmlformats.org/drawingml/2006/main"/>
        </p:blipFill>
        <p:spPr>
          <a:xfrm xmlns:a="http://schemas.openxmlformats.org/drawingml/2006/main">
            <a:off x="19060805" y="3385325"/>
            <a:ext cx="485775" cy="495300"/>
          </a:xfrm>
          <a:prstGeom xmlns:a="http://schemas.openxmlformats.org/drawingml/2006/main" prst="rect">
            <a:avLst/>
          </a:prstGeom>
        </p:spPr>
      </p:pic>
      <p:sp>
        <p:nvSpPr>
          <p:cNvPr id="73" name="path-96">
            <a:extLst xmlns:a="http://schemas.openxmlformats.org/drawingml/2006/main">
              <a:ext uri="{FF2B5EF4-FFF2-40B4-BE49-F238E27FC236}">
                <a16:creationId xmlns:a16="http://schemas.microsoft.com/office/drawing/2014/main" id="{1D544983-01AA-4260-AACB-1A10F4BF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2476" y="2658149"/>
            <a:ext cx="1407645" cy="1676846"/>
          </a:xfrm>
          <a:custGeom xmlns:a="http://schemas.openxmlformats.org/drawingml/2006/main">
            <a:pathLst>
              <a:path w="1407645" h="1676846">
                <a:moveTo>
                  <a:pt x="0" y="102856"/>
                </a:moveTo>
                <a:lnTo>
                  <a:pt x="0" y="102856"/>
                </a:lnTo>
                <a:cubicBezTo>
                  <a:pt x="0" y="46050"/>
                  <a:pt x="46048" y="0"/>
                  <a:pt x="102856" y="0"/>
                </a:cubicBezTo>
                <a:lnTo>
                  <a:pt x="1304784" y="0"/>
                </a:lnTo>
                <a:cubicBezTo>
                  <a:pt x="1332067" y="0"/>
                  <a:pt x="1358229" y="10836"/>
                  <a:pt x="1377517" y="30126"/>
                </a:cubicBezTo>
                <a:cubicBezTo>
                  <a:pt x="1396807" y="49416"/>
                  <a:pt x="1407645" y="75576"/>
                  <a:pt x="1407645" y="102856"/>
                </a:cubicBezTo>
                <a:lnTo>
                  <a:pt x="1407645" y="1573991"/>
                </a:lnTo>
                <a:cubicBezTo>
                  <a:pt x="1407645" y="1630796"/>
                  <a:pt x="1361592" y="1676846"/>
                  <a:pt x="1304784" y="1676846"/>
                </a:cubicBezTo>
                <a:lnTo>
                  <a:pt x="102856" y="1676846"/>
                </a:lnTo>
                <a:cubicBezTo>
                  <a:pt x="46048" y="1676846"/>
                  <a:pt x="0" y="1630796"/>
                  <a:pt x="0" y="1573991"/>
                </a:cubicBezTo>
                <a:lnTo>
                  <a:pt x="0" y="102856"/>
                </a:lnTo>
              </a:path>
            </a:pathLst>
          </a:custGeom>
          <a:solidFill xmlns:a="http://schemas.openxmlformats.org/drawingml/2006/main">
            <a:srgbClr val="E2E4F6"/>
          </a:solidFill>
          <a:ln xmlns:a="http://schemas.openxmlformats.org/drawingml/2006/main" w="18460">
            <a:solidFill>
              <a:srgbClr val="4F3A7B"/>
            </a:solidFill>
            <a:prstDash val="dash"/>
          </a:ln>
        </p:spPr>
      </p:sp>
      <p:sp>
        <p:nvSpPr>
          <p:cNvPr id="74" name="text-98 Track">
            <a:extLst xmlns:a="http://schemas.openxmlformats.org/drawingml/2006/main">
              <a:ext uri="{FF2B5EF4-FFF2-40B4-BE49-F238E27FC236}">
                <a16:creationId xmlns:a16="http://schemas.microsoft.com/office/drawing/2014/main" id="{686B3B64-CB21-48DF-995E-7F0BE031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63932" y="2895979"/>
            <a:ext cx="542162" cy="287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pPr>
            <a:r>
              <a:rPr sz="1616" b="0" i="0">
                <a:solidFill>
                  <a:srgbClr val="4F3A7B"/>
                </a:solidFill>
                <a:latin typeface="Arial"/>
                <a:ea typeface="Arial"/>
                <a:cs typeface="Arial"/>
              </a:rPr>
              <a:t>Track</a:t>
            </a:r>
          </a:p>
        </p:txBody>
      </p:sp>
      <p:sp>
        <p:nvSpPr>
          <p:cNvPr id="75" name="text-100 Masklet">
            <a:extLst xmlns:a="http://schemas.openxmlformats.org/drawingml/2006/main">
              <a:ext uri="{FF2B5EF4-FFF2-40B4-BE49-F238E27FC236}">
                <a16:creationId xmlns:a16="http://schemas.microsoft.com/office/drawing/2014/main" id="{A1332EFD-99CB-4BD9-A0CE-8093ADB4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41876" y="3857447"/>
            <a:ext cx="788394" cy="3044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2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2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pPr>
            <a:r>
              <a:rPr sz="1712" b="0" i="0">
                <a:solidFill>
                  <a:srgbClr val="4F3A7B"/>
                </a:solidFill>
                <a:latin typeface="Arial"/>
                <a:ea typeface="Arial"/>
                <a:cs typeface="Arial"/>
              </a:rPr>
              <a:t>Masklet</a:t>
            </a:r>
          </a:p>
        </p:txBody>
      </p:sp>
      <p:sp>
        <p:nvSpPr>
          <p:cNvPr id="76" name="path-101">
            <a:extLst xmlns:a="http://schemas.openxmlformats.org/drawingml/2006/main">
              <a:ext uri="{FF2B5EF4-FFF2-40B4-BE49-F238E27FC236}">
                <a16:creationId xmlns:a16="http://schemas.microsoft.com/office/drawing/2014/main" id="{66CDA552-B677-4B75-8007-5C570B71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0918" y="2658149"/>
            <a:ext cx="1407643" cy="1676846"/>
          </a:xfrm>
          <a:custGeom xmlns:a="http://schemas.openxmlformats.org/drawingml/2006/main">
            <a:pathLst>
              <a:path w="1407643" h="1676846">
                <a:moveTo>
                  <a:pt x="0" y="102856"/>
                </a:moveTo>
                <a:lnTo>
                  <a:pt x="0" y="102856"/>
                </a:lnTo>
                <a:cubicBezTo>
                  <a:pt x="0" y="46050"/>
                  <a:pt x="46048" y="0"/>
                  <a:pt x="102856" y="0"/>
                </a:cubicBezTo>
                <a:lnTo>
                  <a:pt x="1304784" y="0"/>
                </a:lnTo>
                <a:cubicBezTo>
                  <a:pt x="1332067" y="0"/>
                  <a:pt x="1358226" y="10836"/>
                  <a:pt x="1377514" y="30126"/>
                </a:cubicBezTo>
                <a:cubicBezTo>
                  <a:pt x="1396804" y="49416"/>
                  <a:pt x="1407643" y="75576"/>
                  <a:pt x="1407643" y="102856"/>
                </a:cubicBezTo>
                <a:lnTo>
                  <a:pt x="1407643" y="1573991"/>
                </a:lnTo>
                <a:cubicBezTo>
                  <a:pt x="1407643" y="1630796"/>
                  <a:pt x="1361592" y="1676846"/>
                  <a:pt x="1304784" y="1676846"/>
                </a:cubicBezTo>
                <a:lnTo>
                  <a:pt x="102856" y="1676846"/>
                </a:lnTo>
                <a:cubicBezTo>
                  <a:pt x="46048" y="1676846"/>
                  <a:pt x="0" y="1630796"/>
                  <a:pt x="0" y="1573991"/>
                </a:cubicBezTo>
                <a:lnTo>
                  <a:pt x="0" y="102856"/>
                </a:lnTo>
              </a:path>
            </a:pathLst>
          </a:custGeom>
          <a:solidFill xmlns:a="http://schemas.openxmlformats.org/drawingml/2006/main">
            <a:srgbClr val="E2E4F6"/>
          </a:solidFill>
          <a:ln xmlns:a="http://schemas.openxmlformats.org/drawingml/2006/main" w="18460">
            <a:solidFill>
              <a:srgbClr val="4F3A7B"/>
            </a:solidFill>
            <a:prstDash val="dash"/>
          </a:ln>
        </p:spPr>
      </p:sp>
      <p:sp>
        <p:nvSpPr>
          <p:cNvPr id="77" name="text-103 Segment">
            <a:extLst xmlns:a="http://schemas.openxmlformats.org/drawingml/2006/main">
              <a:ext uri="{FF2B5EF4-FFF2-40B4-BE49-F238E27FC236}">
                <a16:creationId xmlns:a16="http://schemas.microsoft.com/office/drawing/2014/main" id="{09D4E880-7B21-4DB0-944E-9376F726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25355" y="2891365"/>
            <a:ext cx="877272" cy="293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2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2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pPr>
            <a:r>
              <a:rPr sz="1652" b="0" i="0">
                <a:solidFill>
                  <a:srgbClr val="4F3A7B"/>
                </a:solidFill>
                <a:latin typeface="Arial"/>
                <a:ea typeface="Arial"/>
                <a:cs typeface="Arial"/>
              </a:rPr>
              <a:t>Segment</a:t>
            </a:r>
          </a:p>
        </p:txBody>
      </p:sp>
      <p:sp>
        <p:nvSpPr>
          <p:cNvPr id="78" name="text-105 Mask">
            <a:extLst xmlns:a="http://schemas.openxmlformats.org/drawingml/2006/main">
              <a:ext uri="{FF2B5EF4-FFF2-40B4-BE49-F238E27FC236}">
                <a16:creationId xmlns:a16="http://schemas.microsoft.com/office/drawing/2014/main" id="{ED40B5CC-A80A-4754-8AB8-AB9259E6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92675" y="3863810"/>
            <a:ext cx="542390" cy="295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2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2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pPr>
            <a:r>
              <a:rPr sz="1662" b="0" i="0">
                <a:solidFill>
                  <a:srgbClr val="4F3A7B"/>
                </a:solidFill>
                <a:latin typeface="Arial"/>
                <a:ea typeface="Arial"/>
                <a:cs typeface="Arial"/>
              </a:rPr>
              <a:t>Mask</a:t>
            </a:r>
          </a:p>
        </p:txBody>
      </p:sp>
      <p:sp>
        <p:nvSpPr>
          <p:cNvPr id="79" name="path-106">
            <a:extLst xmlns:a="http://schemas.openxmlformats.org/drawingml/2006/main">
              <a:ext uri="{FF2B5EF4-FFF2-40B4-BE49-F238E27FC236}">
                <a16:creationId xmlns:a16="http://schemas.microsoft.com/office/drawing/2014/main" id="{C28FCA1D-7307-4FBE-9298-8B543B36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3616" y="3576525"/>
            <a:ext cx="257420" cy="266350"/>
          </a:xfrm>
          <a:custGeom xmlns:a="http://schemas.openxmlformats.org/drawingml/2006/main">
            <a:pathLst>
              <a:path w="257420" h="266350">
                <a:moveTo>
                  <a:pt x="155352" y="249170"/>
                </a:moveTo>
                <a:lnTo>
                  <a:pt x="155352" y="249170"/>
                </a:lnTo>
                <a:cubicBezTo>
                  <a:pt x="91287" y="266350"/>
                  <a:pt x="25429" y="228344"/>
                  <a:pt x="8249" y="164282"/>
                </a:cubicBezTo>
                <a:cubicBezTo>
                  <a:pt x="0" y="133517"/>
                  <a:pt x="4309" y="100735"/>
                  <a:pt x="20229" y="73151"/>
                </a:cubicBezTo>
                <a:cubicBezTo>
                  <a:pt x="36148" y="45564"/>
                  <a:pt x="62375" y="25429"/>
                  <a:pt x="93138" y="17180"/>
                </a:cubicBezTo>
                <a:cubicBezTo>
                  <a:pt x="157202" y="0"/>
                  <a:pt x="223060" y="38004"/>
                  <a:pt x="240240" y="102068"/>
                </a:cubicBezTo>
                <a:cubicBezTo>
                  <a:pt x="257420" y="166132"/>
                  <a:pt x="219416" y="231990"/>
                  <a:pt x="155352" y="249170"/>
                </a:cubicBezTo>
              </a:path>
            </a:pathLst>
          </a:custGeom>
          <a:solidFill xmlns:a="http://schemas.openxmlformats.org/drawingml/2006/main">
            <a:srgbClr val="4F3A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ath-107">
            <a:extLst xmlns:a="http://schemas.openxmlformats.org/drawingml/2006/main">
              <a:ext uri="{FF2B5EF4-FFF2-40B4-BE49-F238E27FC236}">
                <a16:creationId xmlns:a16="http://schemas.microsoft.com/office/drawing/2014/main" id="{00D29C03-4655-480D-A654-EC8032B9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9671" y="3538305"/>
            <a:ext cx="257422" cy="266350"/>
          </a:xfrm>
          <a:custGeom xmlns:a="http://schemas.openxmlformats.org/drawingml/2006/main">
            <a:pathLst>
              <a:path w="257422" h="266350">
                <a:moveTo>
                  <a:pt x="155354" y="249170"/>
                </a:moveTo>
                <a:lnTo>
                  <a:pt x="155354" y="249170"/>
                </a:lnTo>
                <a:cubicBezTo>
                  <a:pt x="91290" y="266350"/>
                  <a:pt x="25429" y="228344"/>
                  <a:pt x="8252" y="164279"/>
                </a:cubicBezTo>
                <a:cubicBezTo>
                  <a:pt x="0" y="133517"/>
                  <a:pt x="4309" y="100735"/>
                  <a:pt x="20229" y="73151"/>
                </a:cubicBezTo>
                <a:cubicBezTo>
                  <a:pt x="36148" y="45562"/>
                  <a:pt x="62375" y="25427"/>
                  <a:pt x="93140" y="17177"/>
                </a:cubicBezTo>
                <a:cubicBezTo>
                  <a:pt x="157199" y="0"/>
                  <a:pt x="223060" y="38004"/>
                  <a:pt x="240242" y="102068"/>
                </a:cubicBezTo>
                <a:cubicBezTo>
                  <a:pt x="257422" y="166130"/>
                  <a:pt x="219413" y="231990"/>
                  <a:pt x="155354" y="249170"/>
                </a:cubicBezTo>
              </a:path>
            </a:pathLst>
          </a:custGeom>
          <a:solidFill xmlns:a="http://schemas.openxmlformats.org/drawingml/2006/main">
            <a:srgbClr val="4F3A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ath-108">
            <a:extLst xmlns:a="http://schemas.openxmlformats.org/drawingml/2006/main">
              <a:ext uri="{FF2B5EF4-FFF2-40B4-BE49-F238E27FC236}">
                <a16:creationId xmlns:a16="http://schemas.microsoft.com/office/drawing/2014/main" id="{CF2BC7B2-19A6-4F5C-9CAB-BD176D04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3977" y="3465895"/>
            <a:ext cx="257420" cy="266350"/>
          </a:xfrm>
          <a:custGeom xmlns:a="http://schemas.openxmlformats.org/drawingml/2006/main">
            <a:pathLst>
              <a:path w="257420" h="266350">
                <a:moveTo>
                  <a:pt x="155352" y="249170"/>
                </a:moveTo>
                <a:lnTo>
                  <a:pt x="155352" y="249170"/>
                </a:lnTo>
                <a:cubicBezTo>
                  <a:pt x="91290" y="266350"/>
                  <a:pt x="25427" y="228344"/>
                  <a:pt x="8249" y="164282"/>
                </a:cubicBezTo>
                <a:cubicBezTo>
                  <a:pt x="0" y="133517"/>
                  <a:pt x="4309" y="100735"/>
                  <a:pt x="20229" y="73148"/>
                </a:cubicBezTo>
                <a:cubicBezTo>
                  <a:pt x="36148" y="45564"/>
                  <a:pt x="62375" y="25429"/>
                  <a:pt x="93138" y="17180"/>
                </a:cubicBezTo>
                <a:cubicBezTo>
                  <a:pt x="157199" y="0"/>
                  <a:pt x="223060" y="38004"/>
                  <a:pt x="240240" y="102068"/>
                </a:cubicBezTo>
                <a:cubicBezTo>
                  <a:pt x="257420" y="166132"/>
                  <a:pt x="219413" y="231990"/>
                  <a:pt x="155352" y="249170"/>
                </a:cubicBezTo>
              </a:path>
            </a:pathLst>
          </a:custGeom>
          <a:solidFill xmlns:a="http://schemas.openxmlformats.org/drawingml/2006/main">
            <a:srgbClr val="4F3A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ath-109">
            <a:extLst xmlns:a="http://schemas.openxmlformats.org/drawingml/2006/main">
              <a:ext uri="{FF2B5EF4-FFF2-40B4-BE49-F238E27FC236}">
                <a16:creationId xmlns:a16="http://schemas.microsoft.com/office/drawing/2014/main" id="{9E7FB6AA-4E59-4586-8DB2-BFE0B9F9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2108" y="3400934"/>
            <a:ext cx="257420" cy="266350"/>
          </a:xfrm>
          <a:custGeom xmlns:a="http://schemas.openxmlformats.org/drawingml/2006/main">
            <a:pathLst>
              <a:path w="257420" h="266350">
                <a:moveTo>
                  <a:pt x="155352" y="249173"/>
                </a:moveTo>
                <a:lnTo>
                  <a:pt x="155352" y="249173"/>
                </a:lnTo>
                <a:cubicBezTo>
                  <a:pt x="91287" y="266350"/>
                  <a:pt x="25429" y="228344"/>
                  <a:pt x="8249" y="164282"/>
                </a:cubicBezTo>
                <a:cubicBezTo>
                  <a:pt x="0" y="133519"/>
                  <a:pt x="4309" y="100737"/>
                  <a:pt x="20229" y="73148"/>
                </a:cubicBezTo>
                <a:cubicBezTo>
                  <a:pt x="36148" y="45562"/>
                  <a:pt x="62372" y="25429"/>
                  <a:pt x="93138" y="17180"/>
                </a:cubicBezTo>
                <a:cubicBezTo>
                  <a:pt x="157202" y="0"/>
                  <a:pt x="223060" y="38006"/>
                  <a:pt x="240240" y="102071"/>
                </a:cubicBezTo>
                <a:cubicBezTo>
                  <a:pt x="257420" y="166130"/>
                  <a:pt x="219413" y="231993"/>
                  <a:pt x="155352" y="249173"/>
                </a:cubicBezTo>
              </a:path>
            </a:pathLst>
          </a:custGeom>
          <a:solidFill xmlns:a="http://schemas.openxmlformats.org/drawingml/2006/main">
            <a:srgbClr val="4F3A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ath-110">
            <a:extLst xmlns:a="http://schemas.openxmlformats.org/drawingml/2006/main">
              <a:ext uri="{FF2B5EF4-FFF2-40B4-BE49-F238E27FC236}">
                <a16:creationId xmlns:a16="http://schemas.microsoft.com/office/drawing/2014/main" id="{6D1CAB3F-6467-4D10-9B5F-9217A4F9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8772" y="3400945"/>
            <a:ext cx="257420" cy="266350"/>
          </a:xfrm>
          <a:custGeom xmlns:a="http://schemas.openxmlformats.org/drawingml/2006/main">
            <a:pathLst>
              <a:path w="257420" h="266350">
                <a:moveTo>
                  <a:pt x="155349" y="249170"/>
                </a:moveTo>
                <a:lnTo>
                  <a:pt x="155349" y="249170"/>
                </a:lnTo>
                <a:cubicBezTo>
                  <a:pt x="91287" y="266350"/>
                  <a:pt x="25427" y="228344"/>
                  <a:pt x="8247" y="164282"/>
                </a:cubicBezTo>
                <a:cubicBezTo>
                  <a:pt x="0" y="133517"/>
                  <a:pt x="4309" y="100735"/>
                  <a:pt x="20229" y="73148"/>
                </a:cubicBezTo>
                <a:cubicBezTo>
                  <a:pt x="36148" y="45564"/>
                  <a:pt x="62372" y="25429"/>
                  <a:pt x="93138" y="17180"/>
                </a:cubicBezTo>
                <a:cubicBezTo>
                  <a:pt x="157199" y="0"/>
                  <a:pt x="223060" y="38004"/>
                  <a:pt x="240240" y="102068"/>
                </a:cubicBezTo>
                <a:cubicBezTo>
                  <a:pt x="257420" y="166132"/>
                  <a:pt x="219413" y="231990"/>
                  <a:pt x="155349" y="249170"/>
                </a:cubicBezTo>
              </a:path>
            </a:pathLst>
          </a:custGeom>
          <a:solidFill xmlns:a="http://schemas.openxmlformats.org/drawingml/2006/main">
            <a:srgbClr val="4F3A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ath-111">
            <a:extLst xmlns:a="http://schemas.openxmlformats.org/drawingml/2006/main">
              <a:ext uri="{FF2B5EF4-FFF2-40B4-BE49-F238E27FC236}">
                <a16:creationId xmlns:a16="http://schemas.microsoft.com/office/drawing/2014/main" id="{3F7A6482-4466-4A0B-8E51-81C6D8DA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0343" y="3545250"/>
            <a:ext cx="257422" cy="266350"/>
          </a:xfrm>
          <a:custGeom xmlns:a="http://schemas.openxmlformats.org/drawingml/2006/main">
            <a:pathLst>
              <a:path w="257422" h="266350">
                <a:moveTo>
                  <a:pt x="155354" y="249173"/>
                </a:moveTo>
                <a:lnTo>
                  <a:pt x="155354" y="249173"/>
                </a:lnTo>
                <a:cubicBezTo>
                  <a:pt x="91290" y="266350"/>
                  <a:pt x="25429" y="228346"/>
                  <a:pt x="8252" y="164282"/>
                </a:cubicBezTo>
                <a:cubicBezTo>
                  <a:pt x="0" y="133519"/>
                  <a:pt x="4309" y="100737"/>
                  <a:pt x="20229" y="73151"/>
                </a:cubicBezTo>
                <a:cubicBezTo>
                  <a:pt x="36148" y="45564"/>
                  <a:pt x="62375" y="25429"/>
                  <a:pt x="93140" y="17180"/>
                </a:cubicBezTo>
                <a:cubicBezTo>
                  <a:pt x="157202" y="0"/>
                  <a:pt x="223062" y="38006"/>
                  <a:pt x="240242" y="102071"/>
                </a:cubicBezTo>
                <a:cubicBezTo>
                  <a:pt x="257422" y="166132"/>
                  <a:pt x="219416" y="231993"/>
                  <a:pt x="155354" y="249173"/>
                </a:cubicBezTo>
              </a:path>
            </a:pathLst>
          </a:custGeom>
          <a:solidFill xmlns:a="http://schemas.openxmlformats.org/drawingml/2006/main">
            <a:srgbClr val="4F3A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ath-112">
            <a:extLst xmlns:a="http://schemas.openxmlformats.org/drawingml/2006/main">
              <a:ext uri="{FF2B5EF4-FFF2-40B4-BE49-F238E27FC236}">
                <a16:creationId xmlns:a16="http://schemas.microsoft.com/office/drawing/2014/main" id="{2A9AE090-06B0-4B2A-AB24-AD41A800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39466" y="3372170"/>
            <a:ext cx="257420" cy="266350"/>
          </a:xfrm>
          <a:custGeom xmlns:a="http://schemas.openxmlformats.org/drawingml/2006/main">
            <a:pathLst>
              <a:path w="257420" h="266350">
                <a:moveTo>
                  <a:pt x="155352" y="249170"/>
                </a:moveTo>
                <a:lnTo>
                  <a:pt x="155352" y="249170"/>
                </a:lnTo>
                <a:cubicBezTo>
                  <a:pt x="91292" y="266350"/>
                  <a:pt x="25429" y="228344"/>
                  <a:pt x="8249" y="164282"/>
                </a:cubicBezTo>
                <a:cubicBezTo>
                  <a:pt x="0" y="133517"/>
                  <a:pt x="4309" y="100735"/>
                  <a:pt x="20231" y="73151"/>
                </a:cubicBezTo>
                <a:cubicBezTo>
                  <a:pt x="36150" y="45562"/>
                  <a:pt x="62378" y="25432"/>
                  <a:pt x="93140" y="17180"/>
                </a:cubicBezTo>
                <a:cubicBezTo>
                  <a:pt x="157202" y="0"/>
                  <a:pt x="223062" y="38004"/>
                  <a:pt x="240242" y="102068"/>
                </a:cubicBezTo>
                <a:cubicBezTo>
                  <a:pt x="257420" y="166130"/>
                  <a:pt x="219416" y="231990"/>
                  <a:pt x="155352" y="249170"/>
                </a:cubicBezTo>
              </a:path>
            </a:pathLst>
          </a:custGeom>
          <a:solidFill xmlns:a="http://schemas.openxmlformats.org/drawingml/2006/main">
            <a:srgbClr val="4F3A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ath-114">
            <a:extLst xmlns:a="http://schemas.openxmlformats.org/drawingml/2006/main">
              <a:ext uri="{FF2B5EF4-FFF2-40B4-BE49-F238E27FC236}">
                <a16:creationId xmlns:a16="http://schemas.microsoft.com/office/drawing/2014/main" id="{02B4390E-D23E-4AB5-951C-D0CEE878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9338" y="1372286"/>
            <a:ext cx="252640" cy="1510"/>
          </a:xfrm>
          <a:custGeom xmlns:a="http://schemas.openxmlformats.org/drawingml/2006/main">
            <a:pathLst>
              <a:path w="252640" h="1510">
                <a:moveTo>
                  <a:pt x="0" y="0"/>
                </a:moveTo>
                <a:lnTo>
                  <a:pt x="252640" y="1510"/>
                </a:lnTo>
              </a:path>
            </a:pathLst>
          </a:custGeom>
          <a:noFill xmlns:a="http://schemas.openxmlformats.org/drawingml/2006/main"/>
          <a:ln xmlns:a="http://schemas.openxmlformats.org/drawingml/2006/main" w="55381">
            <a:solidFill>
              <a:srgbClr val="144E74"/>
            </a:solidFill>
            <a:prstDash val="solid"/>
          </a:ln>
        </p:spPr>
      </p:sp>
      <p:sp>
        <p:nvSpPr>
          <p:cNvPr id="87" name="path-115">
            <a:extLst xmlns:a="http://schemas.openxmlformats.org/drawingml/2006/main">
              <a:ext uri="{FF2B5EF4-FFF2-40B4-BE49-F238E27FC236}">
                <a16:creationId xmlns:a16="http://schemas.microsoft.com/office/drawing/2014/main" id="{D2D82C7A-DDD6-4F20-A746-D196709B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1432" y="1282319"/>
            <a:ext cx="251865" cy="182948"/>
          </a:xfrm>
          <a:custGeom xmlns:a="http://schemas.openxmlformats.org/drawingml/2006/main">
            <a:pathLst>
              <a:path w="251865" h="182948">
                <a:moveTo>
                  <a:pt x="0" y="182948"/>
                </a:moveTo>
                <a:lnTo>
                  <a:pt x="251865" y="92974"/>
                </a:lnTo>
                <a:lnTo>
                  <a:pt x="1089" y="0"/>
                </a:lnTo>
                <a:lnTo>
                  <a:pt x="0" y="182948"/>
                </a:lnTo>
              </a:path>
            </a:pathLst>
          </a:custGeom>
          <a:solidFill xmlns:a="http://schemas.openxmlformats.org/drawingml/2006/main">
            <a:srgbClr val="144E74"/>
          </a:solidFill>
          <a:ln xmlns:a="http://schemas.openxmlformats.org/drawingml/2006/main" w="55381">
            <a:solidFill>
              <a:srgbClr val="144E74"/>
            </a:solidFill>
            <a:prstDash val="solid"/>
          </a:ln>
        </p:spPr>
      </p:sp>
      <p:sp>
        <p:nvSpPr>
          <p:cNvPr id="88" name="path-117">
            <a:extLst xmlns:a="http://schemas.openxmlformats.org/drawingml/2006/main">
              <a:ext uri="{FF2B5EF4-FFF2-40B4-BE49-F238E27FC236}">
                <a16:creationId xmlns:a16="http://schemas.microsoft.com/office/drawing/2014/main" id="{A1DA3390-A681-45AB-985B-3CF01907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4331" y="3549481"/>
            <a:ext cx="252752" cy="6784"/>
          </a:xfrm>
          <a:custGeom xmlns:a="http://schemas.openxmlformats.org/drawingml/2006/main">
            <a:pathLst>
              <a:path w="252752" h="6784">
                <a:moveTo>
                  <a:pt x="0" y="6784"/>
                </a:moveTo>
                <a:lnTo>
                  <a:pt x="252752" y="0"/>
                </a:lnTo>
              </a:path>
            </a:pathLst>
          </a:custGeom>
          <a:noFill xmlns:a="http://schemas.openxmlformats.org/drawingml/2006/main"/>
          <a:ln xmlns:a="http://schemas.openxmlformats.org/drawingml/2006/main" w="55381">
            <a:solidFill>
              <a:srgbClr val="4F3A7B"/>
            </a:solidFill>
            <a:prstDash val="solid"/>
          </a:ln>
        </p:spPr>
      </p:sp>
      <p:sp>
        <p:nvSpPr>
          <p:cNvPr id="89" name="path-118">
            <a:extLst xmlns:a="http://schemas.openxmlformats.org/drawingml/2006/main">
              <a:ext uri="{FF2B5EF4-FFF2-40B4-BE49-F238E27FC236}">
                <a16:creationId xmlns:a16="http://schemas.microsoft.com/office/drawing/2014/main" id="{23C79C55-A741-4B47-9044-08AA893C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4626" y="3458041"/>
            <a:ext cx="253690" cy="182883"/>
          </a:xfrm>
          <a:custGeom xmlns:a="http://schemas.openxmlformats.org/drawingml/2006/main">
            <a:pathLst>
              <a:path w="253690" h="182883">
                <a:moveTo>
                  <a:pt x="4910" y="182883"/>
                </a:moveTo>
                <a:lnTo>
                  <a:pt x="253690" y="84696"/>
                </a:lnTo>
                <a:lnTo>
                  <a:pt x="0" y="0"/>
                </a:lnTo>
                <a:lnTo>
                  <a:pt x="4910" y="182883"/>
                </a:lnTo>
              </a:path>
            </a:pathLst>
          </a:custGeom>
          <a:solidFill xmlns:a="http://schemas.openxmlformats.org/drawingml/2006/main">
            <a:srgbClr val="4F3A7B"/>
          </a:solidFill>
          <a:ln xmlns:a="http://schemas.openxmlformats.org/drawingml/2006/main" w="55381">
            <a:solidFill>
              <a:srgbClr val="4F3A7B"/>
            </a:solidFill>
            <a:prstDash val="solid"/>
          </a:ln>
        </p:spPr>
      </p:sp>
      <p:sp>
        <p:nvSpPr>
          <p:cNvPr id="90" name="path-120">
            <a:extLst xmlns:a="http://schemas.openxmlformats.org/drawingml/2006/main">
              <a:ext uri="{FF2B5EF4-FFF2-40B4-BE49-F238E27FC236}">
                <a16:creationId xmlns:a16="http://schemas.microsoft.com/office/drawing/2014/main" id="{1B0779D3-7BC0-4888-997B-DFD5991B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0565" y="2490257"/>
            <a:ext cx="252637" cy="1507"/>
          </a:xfrm>
          <a:custGeom xmlns:a="http://schemas.openxmlformats.org/drawingml/2006/main">
            <a:pathLst>
              <a:path w="252637" h="1507">
                <a:moveTo>
                  <a:pt x="0" y="0"/>
                </a:moveTo>
                <a:lnTo>
                  <a:pt x="252637" y="1507"/>
                </a:lnTo>
              </a:path>
            </a:pathLst>
          </a:custGeom>
          <a:noFill xmlns:a="http://schemas.openxmlformats.org/drawingml/2006/main"/>
          <a:ln xmlns:a="http://schemas.openxmlformats.org/drawingml/2006/main" w="55381">
            <a:solidFill>
              <a:srgbClr val="005853"/>
            </a:solidFill>
            <a:prstDash val="solid"/>
          </a:ln>
        </p:spPr>
      </p:sp>
      <p:sp>
        <p:nvSpPr>
          <p:cNvPr id="91" name="path-121">
            <a:extLst xmlns:a="http://schemas.openxmlformats.org/drawingml/2006/main">
              <a:ext uri="{FF2B5EF4-FFF2-40B4-BE49-F238E27FC236}">
                <a16:creationId xmlns:a16="http://schemas.microsoft.com/office/drawing/2014/main" id="{E7FB8A51-4F36-4EA4-9978-AF43D54B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658" y="2400290"/>
            <a:ext cx="251865" cy="182948"/>
          </a:xfrm>
          <a:custGeom xmlns:a="http://schemas.openxmlformats.org/drawingml/2006/main">
            <a:pathLst>
              <a:path w="251865" h="182948">
                <a:moveTo>
                  <a:pt x="0" y="182948"/>
                </a:moveTo>
                <a:lnTo>
                  <a:pt x="251865" y="92974"/>
                </a:lnTo>
                <a:lnTo>
                  <a:pt x="1090" y="0"/>
                </a:lnTo>
                <a:lnTo>
                  <a:pt x="0" y="182948"/>
                </a:lnTo>
              </a:path>
            </a:pathLst>
          </a:custGeom>
          <a:solidFill xmlns:a="http://schemas.openxmlformats.org/drawingml/2006/main">
            <a:srgbClr val="005853"/>
          </a:solidFill>
          <a:ln xmlns:a="http://schemas.openxmlformats.org/drawingml/2006/main" w="55381">
            <a:solidFill>
              <a:srgbClr val="005853"/>
            </a:solidFill>
            <a:prstDash val="solid"/>
          </a:ln>
        </p:spPr>
      </p:sp>
      <p:sp>
        <p:nvSpPr>
          <p:cNvPr id="92" name="path-123">
            <a:extLst xmlns:a="http://schemas.openxmlformats.org/drawingml/2006/main">
              <a:ext uri="{FF2B5EF4-FFF2-40B4-BE49-F238E27FC236}">
                <a16:creationId xmlns:a16="http://schemas.microsoft.com/office/drawing/2014/main" id="{6A38BC90-B445-489E-80D3-042DEC1A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8075" y="2146507"/>
            <a:ext cx="513082" cy="282698"/>
          </a:xfrm>
          <a:custGeom xmlns:a="http://schemas.openxmlformats.org/drawingml/2006/main">
            <a:pathLst>
              <a:path w="513082" h="282698">
                <a:moveTo>
                  <a:pt x="0" y="282698"/>
                </a:moveTo>
                <a:lnTo>
                  <a:pt x="5130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55381">
            <a:solidFill>
              <a:srgbClr val="5E757C"/>
            </a:solidFill>
            <a:prstDash val="solid"/>
          </a:ln>
        </p:spPr>
      </p:sp>
      <p:sp>
        <p:nvSpPr>
          <p:cNvPr id="93" name="path-124">
            <a:extLst xmlns:a="http://schemas.openxmlformats.org/drawingml/2006/main">
              <a:ext uri="{FF2B5EF4-FFF2-40B4-BE49-F238E27FC236}">
                <a16:creationId xmlns:a16="http://schemas.microsoft.com/office/drawing/2014/main" id="{EF2CEBB5-71DC-46A7-BE45-F1C7CA50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015" y="2025224"/>
            <a:ext cx="264271" cy="201402"/>
          </a:xfrm>
          <a:custGeom xmlns:a="http://schemas.openxmlformats.org/drawingml/2006/main">
            <a:pathLst>
              <a:path w="264271" h="201402">
                <a:moveTo>
                  <a:pt x="88288" y="201402"/>
                </a:moveTo>
                <a:lnTo>
                  <a:pt x="264271" y="0"/>
                </a:lnTo>
                <a:lnTo>
                  <a:pt x="0" y="41164"/>
                </a:lnTo>
                <a:lnTo>
                  <a:pt x="88288" y="201402"/>
                </a:lnTo>
              </a:path>
            </a:pathLst>
          </a:custGeom>
          <a:solidFill xmlns:a="http://schemas.openxmlformats.org/drawingml/2006/main">
            <a:srgbClr val="5E757C"/>
          </a:solidFill>
          <a:ln xmlns:a="http://schemas.openxmlformats.org/drawingml/2006/main" w="55381">
            <a:solidFill>
              <a:srgbClr val="5E757C"/>
            </a:solidFill>
            <a:prstDash val="solid"/>
          </a:ln>
        </p:spPr>
      </p:sp>
      <p:sp>
        <p:nvSpPr>
          <p:cNvPr id="94" name="path-125">
            <a:extLst xmlns:a="http://schemas.openxmlformats.org/drawingml/2006/main">
              <a:ext uri="{FF2B5EF4-FFF2-40B4-BE49-F238E27FC236}">
                <a16:creationId xmlns:a16="http://schemas.microsoft.com/office/drawing/2014/main" id="{7D4007BA-04FB-4564-969F-455A5210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9440" y="3409618"/>
            <a:ext cx="347480" cy="332026"/>
          </a:xfrm>
          <a:custGeom xmlns:a="http://schemas.openxmlformats.org/drawingml/2006/main">
            <a:pathLst>
              <a:path w="347480" h="332026">
                <a:moveTo>
                  <a:pt x="61816" y="270215"/>
                </a:moveTo>
                <a:lnTo>
                  <a:pt x="61816" y="270215"/>
                </a:lnTo>
                <a:cubicBezTo>
                  <a:pt x="0" y="208399"/>
                  <a:pt x="0" y="108176"/>
                  <a:pt x="61816" y="46362"/>
                </a:cubicBezTo>
                <a:cubicBezTo>
                  <a:pt x="91500" y="16676"/>
                  <a:pt x="131760" y="0"/>
                  <a:pt x="173740" y="0"/>
                </a:cubicBezTo>
                <a:cubicBezTo>
                  <a:pt x="215720" y="0"/>
                  <a:pt x="255980" y="16676"/>
                  <a:pt x="285666" y="46362"/>
                </a:cubicBezTo>
                <a:cubicBezTo>
                  <a:pt x="347480" y="108176"/>
                  <a:pt x="347480" y="208399"/>
                  <a:pt x="285666" y="270215"/>
                </a:cubicBezTo>
                <a:cubicBezTo>
                  <a:pt x="223850" y="332026"/>
                  <a:pt x="123630" y="332026"/>
                  <a:pt x="61816" y="270215"/>
                </a:cubicBezTo>
              </a:path>
            </a:pathLst>
          </a:custGeom>
          <a:solidFill xmlns:a="http://schemas.openxmlformats.org/drawingml/2006/main">
            <a:srgbClr val="A28C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ath-126">
            <a:extLst xmlns:a="http://schemas.openxmlformats.org/drawingml/2006/main">
              <a:ext uri="{FF2B5EF4-FFF2-40B4-BE49-F238E27FC236}">
                <a16:creationId xmlns:a16="http://schemas.microsoft.com/office/drawing/2014/main" id="{F4AD4457-365C-47B8-9DEB-1C4B8E00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4683" y="3409618"/>
            <a:ext cx="347480" cy="332026"/>
          </a:xfrm>
          <a:custGeom xmlns:a="http://schemas.openxmlformats.org/drawingml/2006/main">
            <a:pathLst>
              <a:path w="347480" h="332026">
                <a:moveTo>
                  <a:pt x="61816" y="270215"/>
                </a:moveTo>
                <a:lnTo>
                  <a:pt x="61816" y="270215"/>
                </a:lnTo>
                <a:cubicBezTo>
                  <a:pt x="0" y="208399"/>
                  <a:pt x="0" y="108176"/>
                  <a:pt x="61816" y="46362"/>
                </a:cubicBezTo>
                <a:cubicBezTo>
                  <a:pt x="91500" y="16676"/>
                  <a:pt x="131760" y="0"/>
                  <a:pt x="173743" y="0"/>
                </a:cubicBezTo>
                <a:cubicBezTo>
                  <a:pt x="215723" y="0"/>
                  <a:pt x="255985" y="16676"/>
                  <a:pt x="285666" y="46362"/>
                </a:cubicBezTo>
                <a:cubicBezTo>
                  <a:pt x="347480" y="108176"/>
                  <a:pt x="347480" y="208399"/>
                  <a:pt x="285666" y="270215"/>
                </a:cubicBezTo>
                <a:cubicBezTo>
                  <a:pt x="223850" y="332026"/>
                  <a:pt x="123630" y="332026"/>
                  <a:pt x="61816" y="270215"/>
                </a:cubicBezTo>
              </a:path>
            </a:pathLst>
          </a:custGeom>
          <a:solidFill xmlns:a="http://schemas.openxmlformats.org/drawingml/2006/main">
            <a:srgbClr val="836C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ath-127">
            <a:extLst xmlns:a="http://schemas.openxmlformats.org/drawingml/2006/main">
              <a:ext uri="{FF2B5EF4-FFF2-40B4-BE49-F238E27FC236}">
                <a16:creationId xmlns:a16="http://schemas.microsoft.com/office/drawing/2014/main" id="{270097D9-BC16-42E9-AF93-6537D355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19928" y="3409618"/>
            <a:ext cx="347482" cy="332026"/>
          </a:xfrm>
          <a:custGeom xmlns:a="http://schemas.openxmlformats.org/drawingml/2006/main">
            <a:pathLst>
              <a:path w="347482" h="332026">
                <a:moveTo>
                  <a:pt x="61814" y="270215"/>
                </a:moveTo>
                <a:lnTo>
                  <a:pt x="61814" y="270215"/>
                </a:lnTo>
                <a:cubicBezTo>
                  <a:pt x="0" y="208399"/>
                  <a:pt x="0" y="108176"/>
                  <a:pt x="61814" y="46362"/>
                </a:cubicBezTo>
                <a:cubicBezTo>
                  <a:pt x="91500" y="16676"/>
                  <a:pt x="131762" y="0"/>
                  <a:pt x="173740" y="0"/>
                </a:cubicBezTo>
                <a:cubicBezTo>
                  <a:pt x="215720" y="0"/>
                  <a:pt x="255982" y="16676"/>
                  <a:pt x="285666" y="46362"/>
                </a:cubicBezTo>
                <a:cubicBezTo>
                  <a:pt x="347482" y="108176"/>
                  <a:pt x="347482" y="208399"/>
                  <a:pt x="285666" y="270215"/>
                </a:cubicBezTo>
                <a:cubicBezTo>
                  <a:pt x="223853" y="332026"/>
                  <a:pt x="123630" y="332026"/>
                  <a:pt x="61814" y="270215"/>
                </a:cubicBezTo>
              </a:path>
            </a:pathLst>
          </a:custGeom>
          <a:solidFill xmlns:a="http://schemas.openxmlformats.org/drawingml/2006/main">
            <a:srgbClr val="6C54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ath-128">
            <a:extLst xmlns:a="http://schemas.openxmlformats.org/drawingml/2006/main">
              <a:ext uri="{FF2B5EF4-FFF2-40B4-BE49-F238E27FC236}">
                <a16:creationId xmlns:a16="http://schemas.microsoft.com/office/drawing/2014/main" id="{A789D40C-347D-4967-8FC9-413FB869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5173" y="3409618"/>
            <a:ext cx="347480" cy="332026"/>
          </a:xfrm>
          <a:custGeom xmlns:a="http://schemas.openxmlformats.org/drawingml/2006/main">
            <a:pathLst>
              <a:path w="347480" h="332026">
                <a:moveTo>
                  <a:pt x="61816" y="270215"/>
                </a:moveTo>
                <a:lnTo>
                  <a:pt x="61816" y="270215"/>
                </a:lnTo>
                <a:cubicBezTo>
                  <a:pt x="0" y="208399"/>
                  <a:pt x="0" y="108176"/>
                  <a:pt x="61816" y="46362"/>
                </a:cubicBezTo>
                <a:cubicBezTo>
                  <a:pt x="91500" y="16676"/>
                  <a:pt x="131760" y="0"/>
                  <a:pt x="173740" y="0"/>
                </a:cubicBezTo>
                <a:cubicBezTo>
                  <a:pt x="215720" y="0"/>
                  <a:pt x="255980" y="16676"/>
                  <a:pt x="285666" y="46362"/>
                </a:cubicBezTo>
                <a:cubicBezTo>
                  <a:pt x="347480" y="108176"/>
                  <a:pt x="347480" y="208399"/>
                  <a:pt x="285666" y="270215"/>
                </a:cubicBezTo>
                <a:cubicBezTo>
                  <a:pt x="223850" y="332026"/>
                  <a:pt x="123630" y="332026"/>
                  <a:pt x="61816" y="270215"/>
                </a:cubicBezTo>
              </a:path>
            </a:pathLst>
          </a:custGeom>
          <a:solidFill xmlns:a="http://schemas.openxmlformats.org/drawingml/2006/main">
            <a:srgbClr val="4F3A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text-130 Alignment">
            <a:extLst xmlns:a="http://schemas.openxmlformats.org/drawingml/2006/main">
              <a:ext uri="{FF2B5EF4-FFF2-40B4-BE49-F238E27FC236}">
                <a16:creationId xmlns:a16="http://schemas.microsoft.com/office/drawing/2014/main" id="{4F608964-DDBC-4ADA-8B46-2548B86F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9660" y="3085866"/>
            <a:ext cx="1159562" cy="320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2" b="1" i="1">
                <a:solidFill>
                  <a:srgbClr val="5E75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2" b="1" i="1">
                <a:solidFill>
                  <a:srgbClr val="5E757C"/>
                </a:solidFill>
                <a:latin typeface="Arial"/>
                <a:ea typeface="Arial"/>
                <a:cs typeface="Arial"/>
              </a:defRPr>
            </a:pPr>
            <a:r>
              <a:rPr sz="1802" b="1" i="1">
                <a:solidFill>
                  <a:srgbClr val="5E757C"/>
                </a:solidFill>
                <a:latin typeface="Arial"/>
                <a:ea typeface="Arial"/>
                <a:cs typeface="Arial"/>
              </a:rPr>
              <a:t>Alignment</a:t>
            </a:r>
          </a:p>
        </p:txBody>
      </p:sp>
      <p:sp>
        <p:nvSpPr>
          <p:cNvPr id="99" name="text-131 Tuning">
            <a:extLst xmlns:a="http://schemas.openxmlformats.org/drawingml/2006/main">
              <a:ext uri="{FF2B5EF4-FFF2-40B4-BE49-F238E27FC236}">
                <a16:creationId xmlns:a16="http://schemas.microsoft.com/office/drawing/2014/main" id="{32A0F72A-F8B3-4A9D-8CF7-702F77D0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3440" y="3352529"/>
            <a:ext cx="770634" cy="308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7" b="1" i="1">
                <a:solidFill>
                  <a:srgbClr val="5E75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7" b="1" i="1">
                <a:solidFill>
                  <a:srgbClr val="5E757C"/>
                </a:solidFill>
                <a:latin typeface="Arial"/>
                <a:ea typeface="Arial"/>
                <a:cs typeface="Arial"/>
              </a:defRPr>
            </a:pPr>
            <a:r>
              <a:rPr sz="1737" b="1" i="1">
                <a:solidFill>
                  <a:srgbClr val="5E757C"/>
                </a:solidFill>
                <a:latin typeface="Arial"/>
                <a:ea typeface="Arial"/>
                <a:cs typeface="Arial"/>
              </a:rPr>
              <a:t>Tuning</a:t>
            </a:r>
          </a:p>
        </p:txBody>
      </p:sp>
      <p:sp>
        <p:nvSpPr>
          <p:cNvPr id="100" name="text-133 Large-Scale">
            <a:extLst xmlns:a="http://schemas.openxmlformats.org/drawingml/2006/main">
              <a:ext uri="{FF2B5EF4-FFF2-40B4-BE49-F238E27FC236}">
                <a16:creationId xmlns:a16="http://schemas.microsoft.com/office/drawing/2014/main" id="{0B5A81EA-B069-4233-81AF-86EACAC9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567" y="1128957"/>
            <a:ext cx="1332739" cy="31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5" b="1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5" b="1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795" b="1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Large-Scale</a:t>
            </a:r>
          </a:p>
        </p:txBody>
      </p:sp>
      <p:sp>
        <p:nvSpPr>
          <p:cNvPr id="101" name="text-134 Contrastive">
            <a:extLst xmlns:a="http://schemas.openxmlformats.org/drawingml/2006/main">
              <a:ext uri="{FF2B5EF4-FFF2-40B4-BE49-F238E27FC236}">
                <a16:creationId xmlns:a16="http://schemas.microsoft.com/office/drawing/2014/main" id="{EDDD0234-0A43-474C-B914-779DBDE5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3903" y="1371759"/>
            <a:ext cx="1275299" cy="34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18" b="0" i="1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18" b="0" i="1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918" b="0" i="1">
                <a:solidFill>
                  <a:srgbClr val="005853"/>
                </a:solidFill>
                <a:latin typeface="Arial"/>
                <a:ea typeface="Arial"/>
                <a:cs typeface="Arial"/>
              </a:rPr>
              <a:t>Contrastive</a:t>
            </a:r>
          </a:p>
        </p:txBody>
      </p:sp>
      <p:sp>
        <p:nvSpPr>
          <p:cNvPr id="102" name="text-134 Pretraining">
            <a:extLst xmlns:a="http://schemas.openxmlformats.org/drawingml/2006/main">
              <a:ext uri="{FF2B5EF4-FFF2-40B4-BE49-F238E27FC236}">
                <a16:creationId xmlns:a16="http://schemas.microsoft.com/office/drawing/2014/main" id="{1589E300-6DA3-4267-88A5-AB298A1E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5647" y="1371669"/>
            <a:ext cx="1221817" cy="341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19" b="0" i="1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19" b="0" i="1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919" b="0" i="1">
                <a:solidFill>
                  <a:srgbClr val="005853"/>
                </a:solidFill>
                <a:latin typeface="Arial"/>
                <a:ea typeface="Arial"/>
                <a:cs typeface="Arial"/>
              </a:rPr>
              <a:t>Pretraining</a:t>
            </a:r>
          </a:p>
        </p:txBody>
      </p:sp>
      <p:sp>
        <p:nvSpPr>
          <p:cNvPr id="103" name="path-136">
            <a:extLst xmlns:a="http://schemas.openxmlformats.org/drawingml/2006/main">
              <a:ext uri="{FF2B5EF4-FFF2-40B4-BE49-F238E27FC236}">
                <a16:creationId xmlns:a16="http://schemas.microsoft.com/office/drawing/2014/main" id="{751CF985-9157-4720-8AD0-21F2D7BF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8075" y="2429205"/>
            <a:ext cx="513082" cy="282695"/>
          </a:xfrm>
          <a:custGeom xmlns:a="http://schemas.openxmlformats.org/drawingml/2006/main">
            <a:pathLst>
              <a:path w="513082" h="282695">
                <a:moveTo>
                  <a:pt x="0" y="0"/>
                </a:moveTo>
                <a:lnTo>
                  <a:pt x="513082" y="282695"/>
                </a:lnTo>
              </a:path>
            </a:pathLst>
          </a:custGeom>
          <a:noFill xmlns:a="http://schemas.openxmlformats.org/drawingml/2006/main"/>
          <a:ln xmlns:a="http://schemas.openxmlformats.org/drawingml/2006/main" w="55381">
            <a:solidFill>
              <a:srgbClr val="5E757C"/>
            </a:solidFill>
            <a:prstDash val="solid"/>
          </a:ln>
        </p:spPr>
      </p:sp>
      <p:sp>
        <p:nvSpPr>
          <p:cNvPr id="104" name="path-137">
            <a:extLst xmlns:a="http://schemas.openxmlformats.org/drawingml/2006/main">
              <a:ext uri="{FF2B5EF4-FFF2-40B4-BE49-F238E27FC236}">
                <a16:creationId xmlns:a16="http://schemas.microsoft.com/office/drawing/2014/main" id="{1DD6DE29-1AB0-466F-9D55-30E2C587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015" y="2631781"/>
            <a:ext cx="264271" cy="201402"/>
          </a:xfrm>
          <a:custGeom xmlns:a="http://schemas.openxmlformats.org/drawingml/2006/main">
            <a:pathLst>
              <a:path w="264271" h="201402">
                <a:moveTo>
                  <a:pt x="0" y="160238"/>
                </a:moveTo>
                <a:lnTo>
                  <a:pt x="264271" y="201402"/>
                </a:lnTo>
                <a:lnTo>
                  <a:pt x="88288" y="0"/>
                </a:lnTo>
                <a:lnTo>
                  <a:pt x="0" y="160238"/>
                </a:lnTo>
              </a:path>
            </a:pathLst>
          </a:custGeom>
          <a:solidFill xmlns:a="http://schemas.openxmlformats.org/drawingml/2006/main">
            <a:srgbClr val="5E757C"/>
          </a:solidFill>
          <a:ln xmlns:a="http://schemas.openxmlformats.org/drawingml/2006/main" w="55381">
            <a:solidFill>
              <a:srgbClr val="5E757C"/>
            </a:solidFill>
            <a:prstDash val="solid"/>
          </a:ln>
        </p:spPr>
      </p:sp>
      <p:sp>
        <p:nvSpPr>
          <p:cNvPr id="105" name="text-142 State-of-the-Art">
            <a:extLst xmlns:a="http://schemas.openxmlformats.org/drawingml/2006/main">
              <a:ext uri="{FF2B5EF4-FFF2-40B4-BE49-F238E27FC236}">
                <a16:creationId xmlns:a16="http://schemas.microsoft.com/office/drawing/2014/main" id="{26F2EBF4-C807-4EE3-AAD5-E63BCDCD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5765" y="12842"/>
            <a:ext cx="1857140" cy="346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7" b="1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7" b="1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pPr>
            <a:r>
              <a:rPr sz="1947" b="1" i="0">
                <a:solidFill>
                  <a:srgbClr val="144E74"/>
                </a:solidFill>
                <a:latin typeface="Arial"/>
                <a:ea typeface="Arial"/>
                <a:cs typeface="Arial"/>
              </a:rPr>
              <a:t>State-of-the-Art</a:t>
            </a:r>
          </a:p>
        </p:txBody>
      </p:sp>
      <p:sp>
        <p:nvSpPr>
          <p:cNvPr id="106" name="text-143 Language">
            <a:extLst xmlns:a="http://schemas.openxmlformats.org/drawingml/2006/main">
              <a:ext uri="{FF2B5EF4-FFF2-40B4-BE49-F238E27FC236}">
                <a16:creationId xmlns:a16="http://schemas.microsoft.com/office/drawing/2014/main" id="{75FBF2CD-DBA9-4428-BEC6-FCEE383C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5765" y="282533"/>
            <a:ext cx="1092295" cy="330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9" b="0" i="1">
                <a:solidFill>
                  <a:srgbClr val="144E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9" b="0" i="1">
                <a:solidFill>
                  <a:srgbClr val="144E74"/>
                </a:solidFill>
                <a:latin typeface="Arial"/>
                <a:ea typeface="Arial"/>
                <a:cs typeface="Arial"/>
              </a:defRPr>
            </a:pPr>
            <a:r>
              <a:rPr sz="1859" b="0" i="1">
                <a:solidFill>
                  <a:srgbClr val="144E74"/>
                </a:solidFill>
                <a:latin typeface="Arial"/>
                <a:ea typeface="Arial"/>
                <a:cs typeface="Arial"/>
              </a:rPr>
              <a:t>Language</a:t>
            </a:r>
          </a:p>
        </p:txBody>
      </p:sp>
      <p:sp>
        <p:nvSpPr>
          <p:cNvPr id="107" name="text-143 Encoder">
            <a:extLst xmlns:a="http://schemas.openxmlformats.org/drawingml/2006/main">
              <a:ext uri="{FF2B5EF4-FFF2-40B4-BE49-F238E27FC236}">
                <a16:creationId xmlns:a16="http://schemas.microsoft.com/office/drawing/2014/main" id="{6752A530-C4E1-42C1-BE25-505661CE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85858" y="279974"/>
            <a:ext cx="931375" cy="334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9" b="0" i="1">
                <a:solidFill>
                  <a:srgbClr val="144E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9" b="0" i="1">
                <a:solidFill>
                  <a:srgbClr val="144E74"/>
                </a:solidFill>
                <a:latin typeface="Arial"/>
                <a:ea typeface="Arial"/>
                <a:cs typeface="Arial"/>
              </a:defRPr>
            </a:pPr>
            <a:r>
              <a:rPr sz="1879" b="0" i="1">
                <a:solidFill>
                  <a:srgbClr val="144E74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108" name="text-145 State-of-the-Art">
            <a:extLst xmlns:a="http://schemas.openxmlformats.org/drawingml/2006/main">
              <a:ext uri="{FF2B5EF4-FFF2-40B4-BE49-F238E27FC236}">
                <a16:creationId xmlns:a16="http://schemas.microsoft.com/office/drawing/2014/main" id="{C7C1E206-61CA-4591-8E39-B0D5FFB9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5765" y="2207664"/>
            <a:ext cx="1857140" cy="346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7" b="1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7" b="1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pPr>
            <a:r>
              <a:rPr sz="1947" b="1" i="0">
                <a:solidFill>
                  <a:srgbClr val="4F3A7B"/>
                </a:solidFill>
                <a:latin typeface="Arial"/>
                <a:ea typeface="Arial"/>
                <a:cs typeface="Arial"/>
              </a:rPr>
              <a:t>State-of-the-Art</a:t>
            </a:r>
          </a:p>
        </p:txBody>
      </p:sp>
      <p:sp>
        <p:nvSpPr>
          <p:cNvPr id="109" name="text-146 Spatial">
            <a:extLst xmlns:a="http://schemas.openxmlformats.org/drawingml/2006/main">
              <a:ext uri="{FF2B5EF4-FFF2-40B4-BE49-F238E27FC236}">
                <a16:creationId xmlns:a16="http://schemas.microsoft.com/office/drawing/2014/main" id="{648C194A-F8D2-46BE-BAC8-EE16E0A2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5765" y="2472422"/>
            <a:ext cx="779946" cy="337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97" b="0" i="1">
                <a:solidFill>
                  <a:srgbClr val="4F3A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97" b="0" i="1">
                <a:solidFill>
                  <a:srgbClr val="4F3A7B"/>
                </a:solidFill>
                <a:latin typeface="Arial"/>
                <a:ea typeface="Arial"/>
                <a:cs typeface="Arial"/>
              </a:defRPr>
            </a:pPr>
            <a:r>
              <a:rPr sz="1897" b="0" i="1">
                <a:solidFill>
                  <a:srgbClr val="4F3A7B"/>
                </a:solidFill>
                <a:latin typeface="Arial"/>
                <a:ea typeface="Arial"/>
                <a:cs typeface="Arial"/>
              </a:rPr>
              <a:t>Spatial</a:t>
            </a:r>
          </a:p>
        </p:txBody>
      </p:sp>
      <p:sp>
        <p:nvSpPr>
          <p:cNvPr id="110" name="text-146 Encoder">
            <a:extLst xmlns:a="http://schemas.openxmlformats.org/drawingml/2006/main">
              <a:ext uri="{FF2B5EF4-FFF2-40B4-BE49-F238E27FC236}">
                <a16:creationId xmlns:a16="http://schemas.microsoft.com/office/drawing/2014/main" id="{192DE16D-2BA7-4603-A388-3A9774E7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2622" y="2474797"/>
            <a:ext cx="931374" cy="33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9" b="0" i="1">
                <a:solidFill>
                  <a:srgbClr val="4F3A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9" b="0" i="1">
                <a:solidFill>
                  <a:srgbClr val="4F3A7B"/>
                </a:solidFill>
                <a:latin typeface="Arial"/>
                <a:ea typeface="Arial"/>
                <a:cs typeface="Arial"/>
              </a:defRPr>
            </a:pPr>
            <a:r>
              <a:rPr sz="1879" b="0" i="1">
                <a:solidFill>
                  <a:srgbClr val="4F3A7B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111" name="text-147 §">
            <a:extLst xmlns:a="http://schemas.openxmlformats.org/drawingml/2006/main">
              <a:ext uri="{FF2B5EF4-FFF2-40B4-BE49-F238E27FC236}">
                <a16:creationId xmlns:a16="http://schemas.microsoft.com/office/drawing/2014/main" id="{77D0CD25-6166-442B-AC4D-F6E64CD2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1277" y="1834905"/>
            <a:ext cx="185090" cy="352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1" b="1" i="0">
                <a:solidFill>
                  <a:srgbClr val="0059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1" b="1" i="0">
                <a:solidFill>
                  <a:srgbClr val="005953"/>
                </a:solidFill>
                <a:latin typeface="Arial"/>
                <a:ea typeface="Arial"/>
                <a:cs typeface="Arial"/>
              </a:defRPr>
            </a:pPr>
            <a:r>
              <a:rPr sz="1981" b="1" i="0">
                <a:solidFill>
                  <a:srgbClr val="005953"/>
                </a:solidFill>
                <a:latin typeface="Arial"/>
                <a:ea typeface="Arial"/>
                <a:cs typeface="Arial"/>
              </a:rPr>
              <a:t>§</a:t>
            </a:r>
          </a:p>
        </p:txBody>
      </p:sp>
      <p:sp>
        <p:nvSpPr>
          <p:cNvPr id="112" name="text-148 2">
            <a:extLst xmlns:a="http://schemas.openxmlformats.org/drawingml/2006/main">
              <a:ext uri="{FF2B5EF4-FFF2-40B4-BE49-F238E27FC236}">
                <a16:creationId xmlns:a16="http://schemas.microsoft.com/office/drawing/2014/main" id="{DE2A455D-863F-4363-AAAF-6B78673F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1090" y="1788594"/>
            <a:ext cx="219167" cy="416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45" b="1" i="0">
                <a:solidFill>
                  <a:srgbClr val="0071B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45" b="1" i="0">
                <a:solidFill>
                  <a:srgbClr val="0071BC"/>
                </a:solidFill>
                <a:latin typeface="Arial"/>
                <a:ea typeface="Arial"/>
                <a:cs typeface="Arial"/>
              </a:defRPr>
            </a:pPr>
            <a:r>
              <a:rPr sz="2345" b="1" i="0">
                <a:solidFill>
                  <a:srgbClr val="0071B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3" name="text-149 §">
            <a:extLst xmlns:a="http://schemas.openxmlformats.org/drawingml/2006/main">
              <a:ext uri="{FF2B5EF4-FFF2-40B4-BE49-F238E27FC236}">
                <a16:creationId xmlns:a16="http://schemas.microsoft.com/office/drawing/2014/main" id="{17689A7D-8B78-42C5-AD2D-5C7BAC82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7536" y="1784826"/>
            <a:ext cx="185090" cy="352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1" b="1" i="0">
                <a:solidFill>
                  <a:srgbClr val="5E75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1" b="1" i="0">
                <a:solidFill>
                  <a:srgbClr val="5E757C"/>
                </a:solidFill>
                <a:latin typeface="Arial"/>
                <a:ea typeface="Arial"/>
                <a:cs typeface="Arial"/>
              </a:defRPr>
            </a:pPr>
            <a:r>
              <a:rPr sz="1981" b="1" i="0">
                <a:solidFill>
                  <a:srgbClr val="5E757C"/>
                </a:solidFill>
                <a:latin typeface="Arial"/>
                <a:ea typeface="Arial"/>
                <a:cs typeface="Arial"/>
              </a:rPr>
              <a:t>§</a:t>
            </a:r>
          </a:p>
        </p:txBody>
      </p:sp>
      <p:sp>
        <p:nvSpPr>
          <p:cNvPr id="114" name="text-150 3">
            <a:extLst xmlns:a="http://schemas.openxmlformats.org/drawingml/2006/main">
              <a:ext uri="{FF2B5EF4-FFF2-40B4-BE49-F238E27FC236}">
                <a16:creationId xmlns:a16="http://schemas.microsoft.com/office/drawing/2014/main" id="{D455BBE0-91B8-4A14-8440-0BF3B89B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7349" y="1740631"/>
            <a:ext cx="217610" cy="414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9" b="1" i="0">
                <a:solidFill>
                  <a:srgbClr val="0071B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9" b="1" i="0">
                <a:solidFill>
                  <a:srgbClr val="0071BC"/>
                </a:solidFill>
                <a:latin typeface="Arial"/>
                <a:ea typeface="Arial"/>
                <a:cs typeface="Arial"/>
              </a:defRPr>
            </a:pPr>
            <a:r>
              <a:rPr sz="2329" b="1" i="0">
                <a:solidFill>
                  <a:srgbClr val="0071B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5" name="text-151 §">
            <a:extLst xmlns:a="http://schemas.openxmlformats.org/drawingml/2006/main">
              <a:ext uri="{FF2B5EF4-FFF2-40B4-BE49-F238E27FC236}">
                <a16:creationId xmlns:a16="http://schemas.microsoft.com/office/drawing/2014/main" id="{47167EFA-849A-4979-A82C-BC0E6590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72029" y="713477"/>
            <a:ext cx="185090" cy="352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1" b="1" i="0">
                <a:solidFill>
                  <a:srgbClr val="124E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1" b="1" i="0">
                <a:solidFill>
                  <a:srgbClr val="124E74"/>
                </a:solidFill>
                <a:latin typeface="Arial"/>
                <a:ea typeface="Arial"/>
                <a:cs typeface="Arial"/>
              </a:defRPr>
            </a:pPr>
            <a:r>
              <a:rPr sz="1981" b="1" i="0">
                <a:solidFill>
                  <a:srgbClr val="124E74"/>
                </a:solidFill>
                <a:latin typeface="Arial"/>
                <a:ea typeface="Arial"/>
                <a:cs typeface="Arial"/>
              </a:rPr>
              <a:t>§</a:t>
            </a:r>
          </a:p>
        </p:txBody>
      </p:sp>
      <p:sp>
        <p:nvSpPr>
          <p:cNvPr id="116" name="text-152 4">
            <a:extLst xmlns:a="http://schemas.openxmlformats.org/drawingml/2006/main">
              <a:ext uri="{FF2B5EF4-FFF2-40B4-BE49-F238E27FC236}">
                <a16:creationId xmlns:a16="http://schemas.microsoft.com/office/drawing/2014/main" id="{B6492BB9-CC94-437D-BC42-7389D07C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11842" y="644833"/>
            <a:ext cx="235600" cy="4482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21" b="1" i="0">
                <a:solidFill>
                  <a:srgbClr val="0071B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21" b="1" i="0">
                <a:solidFill>
                  <a:srgbClr val="0071BC"/>
                </a:solidFill>
                <a:latin typeface="Arial"/>
                <a:ea typeface="Arial"/>
                <a:cs typeface="Arial"/>
              </a:defRPr>
            </a:pPr>
            <a:r>
              <a:rPr sz="2521" b="1" i="0">
                <a:solidFill>
                  <a:srgbClr val="0071B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7" name="text-153 §">
            <a:extLst xmlns:a="http://schemas.openxmlformats.org/drawingml/2006/main">
              <a:ext uri="{FF2B5EF4-FFF2-40B4-BE49-F238E27FC236}">
                <a16:creationId xmlns:a16="http://schemas.microsoft.com/office/drawing/2014/main" id="{6CF425E5-6CEB-4983-AAA6-08295506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72029" y="2886239"/>
            <a:ext cx="185090" cy="352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1" b="1" i="0">
                <a:solidFill>
                  <a:srgbClr val="493E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1" b="1" i="0">
                <a:solidFill>
                  <a:srgbClr val="493E7B"/>
                </a:solidFill>
                <a:latin typeface="Arial"/>
                <a:ea typeface="Arial"/>
                <a:cs typeface="Arial"/>
              </a:defRPr>
            </a:pPr>
            <a:r>
              <a:rPr sz="1981" b="1" i="0">
                <a:solidFill>
                  <a:srgbClr val="493E7B"/>
                </a:solidFill>
                <a:latin typeface="Arial"/>
                <a:ea typeface="Arial"/>
                <a:cs typeface="Arial"/>
              </a:rPr>
              <a:t>§</a:t>
            </a:r>
          </a:p>
        </p:txBody>
      </p:sp>
      <p:sp>
        <p:nvSpPr>
          <p:cNvPr id="118" name="text-154 5">
            <a:extLst xmlns:a="http://schemas.openxmlformats.org/drawingml/2006/main">
              <a:ext uri="{FF2B5EF4-FFF2-40B4-BE49-F238E27FC236}">
                <a16:creationId xmlns:a16="http://schemas.microsoft.com/office/drawing/2014/main" id="{CDAF6511-C255-4544-BFE6-CE9425F1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11842" y="2830760"/>
            <a:ext cx="225913" cy="4298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17" b="1" i="0">
                <a:solidFill>
                  <a:srgbClr val="0071B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17" b="1" i="0">
                <a:solidFill>
                  <a:srgbClr val="0071BC"/>
                </a:solidFill>
                <a:latin typeface="Arial"/>
                <a:ea typeface="Arial"/>
                <a:cs typeface="Arial"/>
              </a:defRPr>
            </a:pPr>
            <a:r>
              <a:rPr sz="2417" b="1" i="0">
                <a:solidFill>
                  <a:srgbClr val="0071B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42920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2026-10-14T12:17:58.9860000Z</dcterms:created>
  <dcterms:modified xsi:type="dcterms:W3CDTF">2026-10-14T12:17:58.9860000Z</dcterms:modified>
</coreProperties>
</file>