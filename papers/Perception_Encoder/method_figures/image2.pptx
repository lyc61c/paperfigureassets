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e2ed50925e4aa5" /><Relationship Type="http://schemas.openxmlformats.org/officeDocument/2006/relationships/extended-properties" Target="/docProps/app.xml" Id="R69e0fff2de094a93" /><Relationship Type="http://schemas.openxmlformats.org/officeDocument/2006/relationships/officeDocument" Target="/ppt/presentation.xml" Id="Rf7bc9b9e88d84d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c3d6c00244dc8"/>
  </p:sldMasterIdLst>
  <p:notesMasterIdLst>
    <p:notesMasterId xmlns:r="http://schemas.openxmlformats.org/officeDocument/2006/relationships" r:id="R75048d6a6fa4466c"/>
  </p:notesMasterIdLst>
  <p:sldIdLst>
    <p:sldId xmlns:r="http://schemas.openxmlformats.org/officeDocument/2006/relationships" id="256" r:id="Rce4aa7315b6c4f82"/>
  </p:sldIdLst>
  <p:sldSz cx="18707100" cy="714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aabb40b4124c80" /><Relationship Type="http://schemas.openxmlformats.org/officeDocument/2006/relationships/slideMaster" Target="/ppt/slideMasters/slideMaster1.xml" Id="R65fc3d6c00244dc8" /><Relationship Type="http://schemas.openxmlformats.org/officeDocument/2006/relationships/notesMaster" Target="/ppt/notesMasters/notesMaster1.xml" Id="R75048d6a6fa4466c" /><Relationship Type="http://schemas.openxmlformats.org/officeDocument/2006/relationships/presProps" Target="/ppt/presProps.xml" Id="R9d1b249dba0c44eb" /><Relationship Type="http://schemas.openxmlformats.org/officeDocument/2006/relationships/tableStyles" Target="/ppt/tableStyles.xml" Id="Ref67c2c5762040c0" /><Relationship Type="http://schemas.openxmlformats.org/officeDocument/2006/relationships/slide" Target="/ppt/slides/slide1.xml" Id="Rce4aa7315b6c4f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147d51a8c49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40c78092fe413d" /><Relationship Type="http://schemas.openxmlformats.org/officeDocument/2006/relationships/notesMaster" Target="/ppt/notesMasters/notesMaster1.xml" Id="R2eef4cf2ca1241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Figarium editable reconstruction — not author-provided PowerPoint.</a:t>
            </a:r>
          </a:p>
          <a:p xmlns:a="http://schemas.openxmlformats.org/drawingml/2006/main">
            <a:r>
              <a:t>Video Caption Alignment Pipeline</a:t>
            </a:r>
          </a:p>
          <a:p xmlns:a="http://schemas.openxmlformats.org/drawingml/2006/main">
            <a:r>
              <a:t>Source: https://arxiv.org/abs/2504.13181</a:t>
            </a:r>
          </a:p>
          <a:p xmlns:a="http://schemas.openxmlformats.org/drawingml/2006/main">
            <a:r>
              <a:t>Approved image: image2.png; SHA-256: e7368d1c0d2403ca41f353749699292992b5297aa10472354515ee9490b88f0b</a:t>
            </a:r>
          </a:p>
          <a:p xmlns:a="http://schemas.openxmlformats.org/drawingml/2006/main">
            <a:r>
              <a:t>Text and vector paths are native editable PowerPoint objects. Arrow paths are not endpoint-bound connectors; plot paths are not data-bound charts. Photos/screenshots remain independent raster objects (4).</a:t>
            </a:r>
          </a:p>
          <a:p xmlns:a="http://schemas.openxmlformats.org/drawingml/2006/main">
            <a:r>
              <a:t>Font substitution: source PDF families mapped to Arial, Times New Roman (installed Windows fonts); equations may use Cambria Math.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047ebffee4c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953fb7e28a4f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dc8c35e11c4d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fb35edc1847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7ac4f55dd48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294c3b079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1424C5-61FB-4C9F-8576-BCE188A420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2698750"/>
            <a:ext cx="14965680" cy="103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CCB77F-272A-48C9-9CC5-B4D39631D4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806065" y="3929063"/>
            <a:ext cx="13094970" cy="7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22ADF5-7D9B-4343-9E3A-BC3BC83591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70710" y="2976563"/>
            <a:ext cx="1496568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A7260A-ED85-4C99-8CFC-501AFEDCF6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555625"/>
            <a:ext cx="16602551" cy="87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33DDDC-1FD7-4857-9DB2-9157B89FBC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1984375"/>
            <a:ext cx="16602551" cy="444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1pPr>
            <a:lvl2pPr marL="55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2pPr>
            <a:lvl3pPr marL="87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3pPr>
            <a:lvl4pPr marL="119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4pPr>
            <a:lvl5pPr marL="150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5pPr>
            <a:lvl6pPr marL="182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6pPr>
            <a:lvl7pPr marL="214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7pPr>
            <a:lvl8pPr marL="246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8pPr>
            <a:lvl9pPr marL="277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3EA18D-1A3D-4F29-B6D8-DDBD2C87A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555625"/>
            <a:ext cx="16602551" cy="87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9FE74F-65FB-42EF-9696-B54D5FFF4D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1984375"/>
            <a:ext cx="7716679" cy="444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1pPr>
            <a:lvl2pPr marL="55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2pPr>
            <a:lvl3pPr marL="87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3pPr>
            <a:lvl4pPr marL="119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4pPr>
            <a:lvl5pPr marL="150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5pPr>
            <a:lvl6pPr marL="182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6pPr>
            <a:lvl7pPr marL="214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7pPr>
            <a:lvl8pPr marL="246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8pPr>
            <a:lvl9pPr marL="277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5DF9A8-3537-4272-8647-CD82F72C92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938147" y="1984375"/>
            <a:ext cx="7716679" cy="444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1pPr>
            <a:lvl2pPr marL="55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2pPr>
            <a:lvl3pPr marL="87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3pPr>
            <a:lvl4pPr marL="119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4pPr>
            <a:lvl5pPr marL="150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5pPr>
            <a:lvl6pPr marL="182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6pPr>
            <a:lvl7pPr marL="214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7pPr>
            <a:lvl8pPr marL="246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8pPr>
            <a:lvl9pPr marL="277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EAF333-E148-4405-8435-8A458A063E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52274" y="555625"/>
            <a:ext cx="16602551" cy="87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DF3EE2-DB81-472D-8CF6-A0E2004818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2274" y="1984375"/>
            <a:ext cx="7716679" cy="444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1pPr>
            <a:lvl2pPr marL="55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2pPr>
            <a:lvl3pPr marL="87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3pPr>
            <a:lvl4pPr marL="119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4pPr>
            <a:lvl5pPr marL="150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5pPr>
            <a:lvl6pPr marL="1825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6pPr>
            <a:lvl7pPr marL="2143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7pPr>
            <a:lvl8pPr marL="24606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8pPr>
            <a:lvl9pPr marL="2778125" indent="-238125">
              <a:lnSpc>
                <a:spcPct val="110000"/>
              </a:lnSpc>
              <a:spcBef>
                <a:spcPts val="0"/>
              </a:spcBef>
              <a:spcAft>
                <a:spcPts val="125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98c2c35a4439d" /><Relationship Type="http://schemas.openxmlformats.org/officeDocument/2006/relationships/slideLayout" Target="/ppt/slideLayouts/slideLayout1.xml" Id="R3fdf848a5c444260" /><Relationship Type="http://schemas.openxmlformats.org/officeDocument/2006/relationships/slideLayout" Target="/ppt/slideLayouts/slideLayout2.xml" Id="Rdfa8f966f8b64881" /><Relationship Type="http://schemas.openxmlformats.org/officeDocument/2006/relationships/slideLayout" Target="/ppt/slideLayouts/slideLayout3.xml" Id="R686767062a0142fb" /><Relationship Type="http://schemas.openxmlformats.org/officeDocument/2006/relationships/slideLayout" Target="/ppt/slideLayouts/slideLayout4.xml" Id="R6c77db2c0bf14ae2" /><Relationship Type="http://schemas.openxmlformats.org/officeDocument/2006/relationships/slideLayout" Target="/ppt/slideLayouts/slideLayout5.xml" Id="R39750e9757304d9a" /><Relationship Type="http://schemas.openxmlformats.org/officeDocument/2006/relationships/slideLayout" Target="/ppt/slideLayouts/slideLayout6.xml" Id="R7d3f188814514e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df848a5c444260"/>
    <p:sldLayoutId xmlns:r="http://schemas.openxmlformats.org/officeDocument/2006/relationships" id="2147483650" r:id="Rdfa8f966f8b64881"/>
    <p:sldLayoutId xmlns:r="http://schemas.openxmlformats.org/officeDocument/2006/relationships" id="2147483651" r:id="R686767062a0142fb"/>
    <p:sldLayoutId xmlns:r="http://schemas.openxmlformats.org/officeDocument/2006/relationships" id="2147483652" r:id="R6c77db2c0bf14ae2"/>
    <p:sldLayoutId xmlns:r="http://schemas.openxmlformats.org/officeDocument/2006/relationships" id="2147483653" r:id="R39750e9757304d9a"/>
    <p:sldLayoutId xmlns:r="http://schemas.openxmlformats.org/officeDocument/2006/relationships" id="2147483654" r:id="R7d3f188814514e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8be974f9347ac" /><Relationship Type="http://schemas.openxmlformats.org/officeDocument/2006/relationships/image" Target="/ppt/media/image.png" Id="Rf796f931e5df4edf" /><Relationship Type="http://schemas.openxmlformats.org/officeDocument/2006/relationships/image" Target="/ppt/media/image2.png" Id="R780ef1f1605a48e9" /><Relationship Type="http://schemas.openxmlformats.org/officeDocument/2006/relationships/image" Target="/ppt/media/image3.png" Id="R161d9bfa30b34069" /><Relationship Type="http://schemas.openxmlformats.org/officeDocument/2006/relationships/image" Target="/ppt/media/image4.png" Id="Rfdf9f730ac814059" /><Relationship Type="http://schemas.openxmlformats.org/officeDocument/2006/relationships/notesSlide" Target="/ppt/notesSlides/notesSlide1.xml" Id="R08ac096a54574f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path-1">
            <a:extLst xmlns:a="http://schemas.openxmlformats.org/drawingml/2006/main">
              <a:ext uri="{FF2B5EF4-FFF2-40B4-BE49-F238E27FC236}">
                <a16:creationId xmlns:a16="http://schemas.microsoft.com/office/drawing/2014/main" id="{E1D80A47-EAFC-49E5-896B-E138C2CD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23" y="83595"/>
            <a:ext cx="18401540" cy="6989735"/>
          </a:xfrm>
          <a:custGeom xmlns:a="http://schemas.openxmlformats.org/drawingml/2006/main">
            <a:pathLst>
              <a:path w="18401540" h="6989735">
                <a:moveTo>
                  <a:pt x="18401540" y="6989735"/>
                </a:moveTo>
                <a:lnTo>
                  <a:pt x="18401540" y="0"/>
                </a:lnTo>
                <a:lnTo>
                  <a:pt x="0" y="0"/>
                </a:lnTo>
                <a:lnTo>
                  <a:pt x="0" y="6989735"/>
                </a:lnTo>
                <a:lnTo>
                  <a:pt x="18401540" y="69897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-2">
            <a:extLst xmlns:a="http://schemas.openxmlformats.org/drawingml/2006/main">
              <a:ext uri="{FF2B5EF4-FFF2-40B4-BE49-F238E27FC236}">
                <a16:creationId xmlns:a16="http://schemas.microsoft.com/office/drawing/2014/main" id="{C975F8D2-A233-48B1-B588-5B046001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878" y="2801983"/>
            <a:ext cx="1611811" cy="1920227"/>
          </a:xfrm>
          <a:custGeom xmlns:a="http://schemas.openxmlformats.org/drawingml/2006/main">
            <a:pathLst>
              <a:path w="1611811" h="1920227">
                <a:moveTo>
                  <a:pt x="0" y="117775"/>
                </a:moveTo>
                <a:lnTo>
                  <a:pt x="0" y="117775"/>
                </a:lnTo>
                <a:cubicBezTo>
                  <a:pt x="0" y="52729"/>
                  <a:pt x="52729" y="0"/>
                  <a:pt x="117775" y="0"/>
                </a:cubicBezTo>
                <a:lnTo>
                  <a:pt x="1494035" y="0"/>
                </a:lnTo>
                <a:cubicBezTo>
                  <a:pt x="1525271" y="0"/>
                  <a:pt x="1555229" y="12408"/>
                  <a:pt x="1577315" y="34496"/>
                </a:cubicBezTo>
                <a:cubicBezTo>
                  <a:pt x="1599402" y="56583"/>
                  <a:pt x="1611811" y="86539"/>
                  <a:pt x="1611811" y="117775"/>
                </a:cubicBezTo>
                <a:lnTo>
                  <a:pt x="1611811" y="1802452"/>
                </a:lnTo>
                <a:cubicBezTo>
                  <a:pt x="1611811" y="1867497"/>
                  <a:pt x="1559081" y="1920227"/>
                  <a:pt x="1494035" y="1920227"/>
                </a:cubicBezTo>
                <a:lnTo>
                  <a:pt x="117775" y="1920227"/>
                </a:lnTo>
                <a:cubicBezTo>
                  <a:pt x="52729" y="1920227"/>
                  <a:pt x="0" y="1867497"/>
                  <a:pt x="0" y="1802452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718">
            <a:solidFill>
              <a:srgbClr val="03536A"/>
            </a:solidFill>
            <a:prstDash val="dash"/>
          </a:ln>
        </p:spPr>
      </p:sp>
      <p:sp>
        <p:nvSpPr>
          <p:cNvPr id="3" name="text-4 Video">
            <a:extLst xmlns:a="http://schemas.openxmlformats.org/drawingml/2006/main">
              <a:ext uri="{FF2B5EF4-FFF2-40B4-BE49-F238E27FC236}">
                <a16:creationId xmlns:a16="http://schemas.microsoft.com/office/drawing/2014/main" id="{241B8B93-97BA-4A7E-A7ED-621A42C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416" y="3939112"/>
            <a:ext cx="761677" cy="39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206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4" name="text-5 Frames">
            <a:extLst xmlns:a="http://schemas.openxmlformats.org/drawingml/2006/main">
              <a:ext uri="{FF2B5EF4-FFF2-40B4-BE49-F238E27FC236}">
                <a16:creationId xmlns:a16="http://schemas.microsoft.com/office/drawing/2014/main" id="{B68CB3BB-D0C6-4289-A2FF-DE6B4482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069" y="4257920"/>
            <a:ext cx="964813" cy="37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29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02F62-BA03-4D7C-BFCF-AE9535151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6f931e5df4edf"/>
          <a:stretch xmlns:a="http://schemas.openxmlformats.org/drawingml/2006/main"/>
        </p:blipFill>
        <p:spPr>
          <a:xfrm xmlns:a="http://schemas.openxmlformats.org/drawingml/2006/main">
            <a:off x="1351633" y="3146787"/>
            <a:ext cx="752475" cy="752475"/>
          </a:xfrm>
          <a:prstGeom xmlns:a="http://schemas.openxmlformats.org/drawingml/2006/main" prst="rect">
            <a:avLst/>
          </a:prstGeom>
        </p:spPr>
      </p:pic>
      <p:sp>
        <p:nvSpPr>
          <p:cNvPr id="6" name="path-8">
            <a:extLst xmlns:a="http://schemas.openxmlformats.org/drawingml/2006/main">
              <a:ext uri="{FF2B5EF4-FFF2-40B4-BE49-F238E27FC236}">
                <a16:creationId xmlns:a16="http://schemas.microsoft.com/office/drawing/2014/main" id="{4D7AF99D-D477-46FB-ADEA-B78592B4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17" y="2920857"/>
            <a:ext cx="1611812" cy="1920227"/>
          </a:xfrm>
          <a:custGeom xmlns:a="http://schemas.openxmlformats.org/drawingml/2006/main">
            <a:pathLst>
              <a:path w="1611812" h="1920227">
                <a:moveTo>
                  <a:pt x="0" y="117776"/>
                </a:moveTo>
                <a:lnTo>
                  <a:pt x="0" y="117776"/>
                </a:lnTo>
                <a:cubicBezTo>
                  <a:pt x="0" y="52730"/>
                  <a:pt x="52730" y="0"/>
                  <a:pt x="117775" y="0"/>
                </a:cubicBezTo>
                <a:lnTo>
                  <a:pt x="1494036" y="0"/>
                </a:lnTo>
                <a:cubicBezTo>
                  <a:pt x="1525272" y="0"/>
                  <a:pt x="1555228" y="12409"/>
                  <a:pt x="1577316" y="34496"/>
                </a:cubicBezTo>
                <a:cubicBezTo>
                  <a:pt x="1599403" y="56583"/>
                  <a:pt x="1611812" y="86540"/>
                  <a:pt x="1611812" y="117776"/>
                </a:cubicBezTo>
                <a:lnTo>
                  <a:pt x="1611812" y="1802452"/>
                </a:lnTo>
                <a:cubicBezTo>
                  <a:pt x="1611812" y="1867497"/>
                  <a:pt x="1559080" y="1920227"/>
                  <a:pt x="1494036" y="1920227"/>
                </a:cubicBezTo>
                <a:lnTo>
                  <a:pt x="117775" y="1920227"/>
                </a:lnTo>
                <a:cubicBezTo>
                  <a:pt x="52730" y="1920227"/>
                  <a:pt x="0" y="1867497"/>
                  <a:pt x="0" y="1802452"/>
                </a:cubicBezTo>
                <a:lnTo>
                  <a:pt x="0" y="117776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718">
            <a:solidFill>
              <a:srgbClr val="03536A"/>
            </a:solidFill>
            <a:prstDash val="dash"/>
          </a:ln>
        </p:spPr>
      </p:sp>
      <p:sp>
        <p:nvSpPr>
          <p:cNvPr id="7" name="text-10 Video">
            <a:extLst xmlns:a="http://schemas.openxmlformats.org/drawingml/2006/main">
              <a:ext uri="{FF2B5EF4-FFF2-40B4-BE49-F238E27FC236}">
                <a16:creationId xmlns:a16="http://schemas.microsoft.com/office/drawing/2014/main" id="{CB47B85B-E2F0-4D31-8E86-D32F159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4455" y="4057985"/>
            <a:ext cx="761678" cy="392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206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8" name="text-11 Frames">
            <a:extLst xmlns:a="http://schemas.openxmlformats.org/drawingml/2006/main">
              <a:ext uri="{FF2B5EF4-FFF2-40B4-BE49-F238E27FC236}">
                <a16:creationId xmlns:a16="http://schemas.microsoft.com/office/drawing/2014/main" id="{3C24CD52-4A14-4CEB-BF1E-9371B491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107" y="4376793"/>
            <a:ext cx="964812" cy="37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29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DBA8E-01AA-4FED-B48A-08807CE6A5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0ef1f1605a48e9"/>
          <a:stretch xmlns:a="http://schemas.openxmlformats.org/drawingml/2006/main"/>
        </p:blipFill>
        <p:spPr>
          <a:xfrm xmlns:a="http://schemas.openxmlformats.org/drawingml/2006/main">
            <a:off x="1170658" y="3270612"/>
            <a:ext cx="752475" cy="752475"/>
          </a:xfrm>
          <a:prstGeom xmlns:a="http://schemas.openxmlformats.org/drawingml/2006/main" prst="rect">
            <a:avLst/>
          </a:prstGeom>
        </p:spPr>
      </p:pic>
      <p:sp>
        <p:nvSpPr>
          <p:cNvPr id="10" name="path-14">
            <a:extLst xmlns:a="http://schemas.openxmlformats.org/drawingml/2006/main">
              <a:ext uri="{FF2B5EF4-FFF2-40B4-BE49-F238E27FC236}">
                <a16:creationId xmlns:a16="http://schemas.microsoft.com/office/drawing/2014/main" id="{DB97823E-4638-4062-891D-1BD6C027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955" y="3039730"/>
            <a:ext cx="1611811" cy="1920226"/>
          </a:xfrm>
          <a:custGeom xmlns:a="http://schemas.openxmlformats.org/drawingml/2006/main">
            <a:pathLst>
              <a:path w="1611811" h="1920226">
                <a:moveTo>
                  <a:pt x="0" y="117775"/>
                </a:moveTo>
                <a:lnTo>
                  <a:pt x="0" y="117775"/>
                </a:lnTo>
                <a:cubicBezTo>
                  <a:pt x="0" y="52730"/>
                  <a:pt x="52730" y="0"/>
                  <a:pt x="117775" y="0"/>
                </a:cubicBezTo>
                <a:lnTo>
                  <a:pt x="1494035" y="0"/>
                </a:lnTo>
                <a:cubicBezTo>
                  <a:pt x="1525271" y="0"/>
                  <a:pt x="1555229" y="12408"/>
                  <a:pt x="1577315" y="34495"/>
                </a:cubicBezTo>
                <a:cubicBezTo>
                  <a:pt x="1599402" y="56583"/>
                  <a:pt x="1611811" y="86538"/>
                  <a:pt x="1611811" y="117775"/>
                </a:cubicBezTo>
                <a:lnTo>
                  <a:pt x="1611811" y="1802451"/>
                </a:lnTo>
                <a:cubicBezTo>
                  <a:pt x="1611811" y="1867497"/>
                  <a:pt x="1559081" y="1920226"/>
                  <a:pt x="1494035" y="1920226"/>
                </a:cubicBezTo>
                <a:lnTo>
                  <a:pt x="117775" y="1920226"/>
                </a:lnTo>
                <a:cubicBezTo>
                  <a:pt x="52730" y="1920226"/>
                  <a:pt x="0" y="1867497"/>
                  <a:pt x="0" y="1802451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718">
            <a:solidFill>
              <a:srgbClr val="03536A"/>
            </a:solidFill>
            <a:prstDash val="dash"/>
          </a:ln>
        </p:spPr>
      </p:sp>
      <p:sp>
        <p:nvSpPr>
          <p:cNvPr id="11" name="text-16 Video">
            <a:extLst xmlns:a="http://schemas.openxmlformats.org/drawingml/2006/main">
              <a:ext uri="{FF2B5EF4-FFF2-40B4-BE49-F238E27FC236}">
                <a16:creationId xmlns:a16="http://schemas.microsoft.com/office/drawing/2014/main" id="{335ADBA1-2B1B-46E8-B362-05ADDD44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0494" y="4176859"/>
            <a:ext cx="761677" cy="39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206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2" name="text-17 Frames">
            <a:extLst xmlns:a="http://schemas.openxmlformats.org/drawingml/2006/main">
              <a:ext uri="{FF2B5EF4-FFF2-40B4-BE49-F238E27FC236}">
                <a16:creationId xmlns:a16="http://schemas.microsoft.com/office/drawing/2014/main" id="{90BF76A2-8993-40CD-A322-3ECBB275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146" y="4495667"/>
            <a:ext cx="964813" cy="37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29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3E588-2FA8-4EE4-BEB4-424F9AD7D0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d9bfa30b34069"/>
          <a:stretch xmlns:a="http://schemas.openxmlformats.org/drawingml/2006/main"/>
        </p:blipFill>
        <p:spPr>
          <a:xfrm xmlns:a="http://schemas.openxmlformats.org/drawingml/2006/main">
            <a:off x="999208" y="3384912"/>
            <a:ext cx="752475" cy="752475"/>
          </a:xfrm>
          <a:prstGeom xmlns:a="http://schemas.openxmlformats.org/drawingml/2006/main" prst="rect">
            <a:avLst/>
          </a:prstGeom>
        </p:spPr>
      </p:pic>
      <p:sp>
        <p:nvSpPr>
          <p:cNvPr id="14" name="path-20">
            <a:extLst xmlns:a="http://schemas.openxmlformats.org/drawingml/2006/main">
              <a:ext uri="{FF2B5EF4-FFF2-40B4-BE49-F238E27FC236}">
                <a16:creationId xmlns:a16="http://schemas.microsoft.com/office/drawing/2014/main" id="{9B26B485-E7EA-4BC0-AABE-869D9503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95" y="3158604"/>
            <a:ext cx="1611811" cy="1920226"/>
          </a:xfrm>
          <a:custGeom xmlns:a="http://schemas.openxmlformats.org/drawingml/2006/main">
            <a:pathLst>
              <a:path w="1611811" h="1920226">
                <a:moveTo>
                  <a:pt x="0" y="117775"/>
                </a:moveTo>
                <a:lnTo>
                  <a:pt x="0" y="117775"/>
                </a:lnTo>
                <a:cubicBezTo>
                  <a:pt x="0" y="52729"/>
                  <a:pt x="52729" y="0"/>
                  <a:pt x="117775" y="0"/>
                </a:cubicBezTo>
                <a:lnTo>
                  <a:pt x="1494035" y="0"/>
                </a:lnTo>
                <a:cubicBezTo>
                  <a:pt x="1525271" y="0"/>
                  <a:pt x="1555227" y="12408"/>
                  <a:pt x="1577315" y="34494"/>
                </a:cubicBezTo>
                <a:cubicBezTo>
                  <a:pt x="1599402" y="56582"/>
                  <a:pt x="1611811" y="86538"/>
                  <a:pt x="1611811" y="117775"/>
                </a:cubicBezTo>
                <a:lnTo>
                  <a:pt x="1611811" y="1802451"/>
                </a:lnTo>
                <a:cubicBezTo>
                  <a:pt x="1611811" y="1867496"/>
                  <a:pt x="1559081" y="1920226"/>
                  <a:pt x="1494035" y="1920226"/>
                </a:cubicBezTo>
                <a:lnTo>
                  <a:pt x="117775" y="1920226"/>
                </a:lnTo>
                <a:cubicBezTo>
                  <a:pt x="52729" y="1920226"/>
                  <a:pt x="0" y="1867496"/>
                  <a:pt x="0" y="1802451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718">
            <a:solidFill>
              <a:srgbClr val="03536A"/>
            </a:solidFill>
            <a:prstDash val="dash"/>
          </a:ln>
        </p:spPr>
      </p:sp>
      <p:sp>
        <p:nvSpPr>
          <p:cNvPr id="15" name="text-22 Video">
            <a:extLst xmlns:a="http://schemas.openxmlformats.org/drawingml/2006/main">
              <a:ext uri="{FF2B5EF4-FFF2-40B4-BE49-F238E27FC236}">
                <a16:creationId xmlns:a16="http://schemas.microsoft.com/office/drawing/2014/main" id="{BDFD029D-128B-4384-B79F-BD831BD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6532" y="4263840"/>
            <a:ext cx="761676" cy="3922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06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206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16" name="text-23 Frames">
            <a:extLst xmlns:a="http://schemas.openxmlformats.org/drawingml/2006/main">
              <a:ext uri="{FF2B5EF4-FFF2-40B4-BE49-F238E27FC236}">
                <a16:creationId xmlns:a16="http://schemas.microsoft.com/office/drawing/2014/main" id="{6C02A61B-1CC9-4EC8-B8F0-E9F786B1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85" y="4582648"/>
            <a:ext cx="964812" cy="3785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29" b="0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129" b="0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Frames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B923B-D0CC-4384-95D3-DFD05E04C7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9f730ac814059"/>
          <a:stretch xmlns:a="http://schemas.openxmlformats.org/drawingml/2006/main"/>
        </p:blipFill>
        <p:spPr>
          <a:xfrm xmlns:a="http://schemas.openxmlformats.org/drawingml/2006/main">
            <a:off x="827758" y="3508737"/>
            <a:ext cx="752475" cy="752475"/>
          </a:xfrm>
          <a:prstGeom xmlns:a="http://schemas.openxmlformats.org/drawingml/2006/main" prst="rect">
            <a:avLst/>
          </a:prstGeom>
        </p:spPr>
      </p:pic>
      <p:sp>
        <p:nvSpPr>
          <p:cNvPr id="18" name="path-26">
            <a:extLst xmlns:a="http://schemas.openxmlformats.org/drawingml/2006/main">
              <a:ext uri="{FF2B5EF4-FFF2-40B4-BE49-F238E27FC236}">
                <a16:creationId xmlns:a16="http://schemas.microsoft.com/office/drawing/2014/main" id="{69288979-9756-435E-BB2B-19006204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8941" y="722783"/>
            <a:ext cx="2086371" cy="5518720"/>
          </a:xfrm>
          <a:custGeom xmlns:a="http://schemas.openxmlformats.org/drawingml/2006/main">
            <a:pathLst>
              <a:path w="2086371" h="5518720">
                <a:moveTo>
                  <a:pt x="0" y="133256"/>
                </a:moveTo>
                <a:lnTo>
                  <a:pt x="0" y="133256"/>
                </a:lnTo>
                <a:cubicBezTo>
                  <a:pt x="0" y="59661"/>
                  <a:pt x="59661" y="0"/>
                  <a:pt x="133259" y="0"/>
                </a:cubicBezTo>
                <a:lnTo>
                  <a:pt x="1953112" y="0"/>
                </a:lnTo>
                <a:cubicBezTo>
                  <a:pt x="1988456" y="0"/>
                  <a:pt x="2022349" y="14040"/>
                  <a:pt x="2047338" y="39030"/>
                </a:cubicBezTo>
                <a:cubicBezTo>
                  <a:pt x="2072331" y="64021"/>
                  <a:pt x="2086371" y="97915"/>
                  <a:pt x="2086371" y="133256"/>
                </a:cubicBezTo>
                <a:lnTo>
                  <a:pt x="2086371" y="5385464"/>
                </a:lnTo>
                <a:cubicBezTo>
                  <a:pt x="2086371" y="5459060"/>
                  <a:pt x="2026710" y="5518720"/>
                  <a:pt x="1953112" y="5518720"/>
                </a:cubicBezTo>
                <a:lnTo>
                  <a:pt x="133259" y="5518720"/>
                </a:lnTo>
                <a:cubicBezTo>
                  <a:pt x="59661" y="5518720"/>
                  <a:pt x="0" y="5459060"/>
                  <a:pt x="0" y="5385464"/>
                </a:cubicBezTo>
                <a:lnTo>
                  <a:pt x="0" y="133256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29718">
            <a:solidFill>
              <a:srgbClr val="4F3A7B"/>
            </a:solidFill>
            <a:prstDash val="solid"/>
          </a:ln>
        </p:spPr>
      </p:sp>
      <p:sp>
        <p:nvSpPr>
          <p:cNvPr id="19" name="text-27 LLM">
            <a:extLst xmlns:a="http://schemas.openxmlformats.org/drawingml/2006/main">
              <a:ext uri="{FF2B5EF4-FFF2-40B4-BE49-F238E27FC236}">
                <a16:creationId xmlns:a16="http://schemas.microsoft.com/office/drawing/2014/main" id="{788C9B06-96CC-4049-B64E-67F75407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46142" y="3103744"/>
            <a:ext cx="1253275" cy="7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416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416" b="1" i="0">
                <a:solidFill>
                  <a:srgbClr val="4F3A7B"/>
                </a:solidFill>
                <a:latin typeface="Arial"/>
                <a:ea typeface="Arial"/>
                <a:cs typeface="Arial"/>
              </a:defRPr>
            </a:pPr>
            <a:r>
              <a:rPr sz="4416" b="1" i="0">
                <a:solidFill>
                  <a:srgbClr val="4F3A7B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20" name="path-28">
            <a:extLst xmlns:a="http://schemas.openxmlformats.org/drawingml/2006/main">
              <a:ext uri="{FF2B5EF4-FFF2-40B4-BE49-F238E27FC236}">
                <a16:creationId xmlns:a16="http://schemas.microsoft.com/office/drawing/2014/main" id="{45DB9070-2E79-45AB-9D53-2EE6DBBA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408" y="5379168"/>
            <a:ext cx="4623892" cy="1665163"/>
          </a:xfrm>
          <a:custGeom xmlns:a="http://schemas.openxmlformats.org/drawingml/2006/main">
            <a:pathLst>
              <a:path w="4623892" h="1665163">
                <a:moveTo>
                  <a:pt x="0" y="63709"/>
                </a:moveTo>
                <a:lnTo>
                  <a:pt x="0" y="63709"/>
                </a:lnTo>
                <a:cubicBezTo>
                  <a:pt x="0" y="28523"/>
                  <a:pt x="28524" y="0"/>
                  <a:pt x="63710" y="0"/>
                </a:cubicBezTo>
                <a:lnTo>
                  <a:pt x="4560185" y="0"/>
                </a:lnTo>
                <a:cubicBezTo>
                  <a:pt x="4577084" y="0"/>
                  <a:pt x="4593288" y="6713"/>
                  <a:pt x="4605233" y="18660"/>
                </a:cubicBezTo>
                <a:cubicBezTo>
                  <a:pt x="4617182" y="30608"/>
                  <a:pt x="4623892" y="46813"/>
                  <a:pt x="4623892" y="63709"/>
                </a:cubicBezTo>
                <a:lnTo>
                  <a:pt x="4623892" y="1601454"/>
                </a:lnTo>
                <a:cubicBezTo>
                  <a:pt x="4623892" y="1636640"/>
                  <a:pt x="4595371" y="1665163"/>
                  <a:pt x="4560185" y="1665163"/>
                </a:cubicBezTo>
                <a:lnTo>
                  <a:pt x="63710" y="1665163"/>
                </a:lnTo>
                <a:cubicBezTo>
                  <a:pt x="28524" y="1665163"/>
                  <a:pt x="0" y="1636640"/>
                  <a:pt x="0" y="1601454"/>
                </a:cubicBezTo>
                <a:lnTo>
                  <a:pt x="0" y="63709"/>
                </a:lnTo>
              </a:path>
            </a:pathLst>
          </a:custGeom>
          <a:solidFill xmlns:a="http://schemas.openxmlformats.org/drawingml/2006/main">
            <a:srgbClr val="F6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-29">
            <a:extLst xmlns:a="http://schemas.openxmlformats.org/drawingml/2006/main">
              <a:ext uri="{FF2B5EF4-FFF2-40B4-BE49-F238E27FC236}">
                <a16:creationId xmlns:a16="http://schemas.microsoft.com/office/drawing/2014/main" id="{67A073D6-7435-4903-9E5D-E01C04A0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48" y="5647178"/>
            <a:ext cx="3776805" cy="559734"/>
          </a:xfrm>
          <a:custGeom xmlns:a="http://schemas.openxmlformats.org/drawingml/2006/main">
            <a:pathLst>
              <a:path w="3776805" h="559734">
                <a:moveTo>
                  <a:pt x="0" y="93290"/>
                </a:moveTo>
                <a:lnTo>
                  <a:pt x="0" y="93290"/>
                </a:lnTo>
                <a:cubicBezTo>
                  <a:pt x="0" y="41767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8"/>
                  <a:pt x="3749478" y="27323"/>
                </a:cubicBezTo>
                <a:cubicBezTo>
                  <a:pt x="3766976" y="44818"/>
                  <a:pt x="3776805" y="68548"/>
                  <a:pt x="3776805" y="93290"/>
                </a:cubicBezTo>
                <a:lnTo>
                  <a:pt x="3776805" y="466443"/>
                </a:lnTo>
                <a:cubicBezTo>
                  <a:pt x="3776805" y="517966"/>
                  <a:pt x="3735038" y="559734"/>
                  <a:pt x="3683512" y="559734"/>
                </a:cubicBezTo>
                <a:lnTo>
                  <a:pt x="93291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0 Title">
            <a:extLst xmlns:a="http://schemas.openxmlformats.org/drawingml/2006/main">
              <a:ext uri="{FF2B5EF4-FFF2-40B4-BE49-F238E27FC236}">
                <a16:creationId xmlns:a16="http://schemas.microsoft.com/office/drawing/2014/main" id="{36C3C8AD-A3FB-41AF-92B6-41BC0CFC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8994" y="5693064"/>
            <a:ext cx="692590" cy="477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85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85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2685" b="0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23" name="path-31">
            <a:extLst xmlns:a="http://schemas.openxmlformats.org/drawingml/2006/main">
              <a:ext uri="{FF2B5EF4-FFF2-40B4-BE49-F238E27FC236}">
                <a16:creationId xmlns:a16="http://schemas.microsoft.com/office/drawing/2014/main" id="{E6659362-CD0B-4718-8E61-77242FC1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954" y="5647178"/>
            <a:ext cx="423544" cy="559734"/>
          </a:xfrm>
          <a:custGeom xmlns:a="http://schemas.openxmlformats.org/drawingml/2006/main">
            <a:pathLst>
              <a:path w="423544" h="559734">
                <a:moveTo>
                  <a:pt x="423544" y="70592"/>
                </a:moveTo>
                <a:lnTo>
                  <a:pt x="423544" y="70592"/>
                </a:lnTo>
                <a:cubicBezTo>
                  <a:pt x="423544" y="31604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6"/>
                  <a:pt x="20676" y="20675"/>
                </a:cubicBezTo>
                <a:cubicBezTo>
                  <a:pt x="7437" y="33914"/>
                  <a:pt x="0" y="51869"/>
                  <a:pt x="0" y="70592"/>
                </a:cubicBezTo>
                <a:lnTo>
                  <a:pt x="0" y="489142"/>
                </a:lnTo>
                <a:cubicBezTo>
                  <a:pt x="0" y="528129"/>
                  <a:pt x="31605" y="559734"/>
                  <a:pt x="70592" y="559734"/>
                </a:cubicBezTo>
                <a:lnTo>
                  <a:pt x="352951" y="559734"/>
                </a:lnTo>
                <a:cubicBezTo>
                  <a:pt x="391940" y="559734"/>
                  <a:pt x="423544" y="528129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32 +">
            <a:extLst xmlns:a="http://schemas.openxmlformats.org/drawingml/2006/main">
              <a:ext uri="{FF2B5EF4-FFF2-40B4-BE49-F238E27FC236}">
                <a16:creationId xmlns:a16="http://schemas.microsoft.com/office/drawing/2014/main" id="{2C6C95B4-E812-4992-B32A-1CD2455A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2175" y="5659449"/>
            <a:ext cx="310247" cy="5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7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7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3197" b="1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5" name="path-33">
            <a:extLst xmlns:a="http://schemas.openxmlformats.org/drawingml/2006/main">
              <a:ext uri="{FF2B5EF4-FFF2-40B4-BE49-F238E27FC236}">
                <a16:creationId xmlns:a16="http://schemas.microsoft.com/office/drawing/2014/main" id="{B9D793DE-9484-43B0-8463-1487A5EB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48" y="6286465"/>
            <a:ext cx="3776805" cy="559735"/>
          </a:xfrm>
          <a:custGeom xmlns:a="http://schemas.openxmlformats.org/drawingml/2006/main">
            <a:pathLst>
              <a:path w="3776805" h="559735">
                <a:moveTo>
                  <a:pt x="0" y="93292"/>
                </a:moveTo>
                <a:lnTo>
                  <a:pt x="0" y="93292"/>
                </a:lnTo>
                <a:cubicBezTo>
                  <a:pt x="0" y="41769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20"/>
                  <a:pt x="3776805" y="68549"/>
                  <a:pt x="3776805" y="93292"/>
                </a:cubicBezTo>
                <a:lnTo>
                  <a:pt x="3776805" y="466444"/>
                </a:lnTo>
                <a:cubicBezTo>
                  <a:pt x="3776805" y="517967"/>
                  <a:pt x="3735038" y="559735"/>
                  <a:pt x="3683512" y="559735"/>
                </a:cubicBezTo>
                <a:lnTo>
                  <a:pt x="93291" y="559735"/>
                </a:lnTo>
                <a:cubicBezTo>
                  <a:pt x="41767" y="559735"/>
                  <a:pt x="0" y="517967"/>
                  <a:pt x="0" y="466444"/>
                </a:cubicBezTo>
                <a:lnTo>
                  <a:pt x="0" y="93292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34 Description">
            <a:extLst xmlns:a="http://schemas.openxmlformats.org/drawingml/2006/main">
              <a:ext uri="{FF2B5EF4-FFF2-40B4-BE49-F238E27FC236}">
                <a16:creationId xmlns:a16="http://schemas.microsoft.com/office/drawing/2014/main" id="{AB8B3821-3C2A-4B24-A464-E32FCBB7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8994" y="6344303"/>
            <a:ext cx="1704281" cy="460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91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91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2591" b="0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27" name="path-35">
            <a:extLst xmlns:a="http://schemas.openxmlformats.org/drawingml/2006/main">
              <a:ext uri="{FF2B5EF4-FFF2-40B4-BE49-F238E27FC236}">
                <a16:creationId xmlns:a16="http://schemas.microsoft.com/office/drawing/2014/main" id="{3B9916C5-DBEB-4287-BAF7-2C045682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954" y="6286465"/>
            <a:ext cx="423544" cy="559735"/>
          </a:xfrm>
          <a:custGeom xmlns:a="http://schemas.openxmlformats.org/drawingml/2006/main">
            <a:pathLst>
              <a:path w="423544" h="559735">
                <a:moveTo>
                  <a:pt x="423544" y="70592"/>
                </a:moveTo>
                <a:lnTo>
                  <a:pt x="423544" y="70592"/>
                </a:lnTo>
                <a:cubicBezTo>
                  <a:pt x="423544" y="31605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8"/>
                  <a:pt x="20676" y="20677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5"/>
                  <a:pt x="70592" y="559735"/>
                </a:cubicBezTo>
                <a:lnTo>
                  <a:pt x="352951" y="559735"/>
                </a:lnTo>
                <a:cubicBezTo>
                  <a:pt x="391940" y="559735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36 +">
            <a:extLst xmlns:a="http://schemas.openxmlformats.org/drawingml/2006/main">
              <a:ext uri="{FF2B5EF4-FFF2-40B4-BE49-F238E27FC236}">
                <a16:creationId xmlns:a16="http://schemas.microsoft.com/office/drawing/2014/main" id="{E6BEBDAA-9F47-4E17-B695-E8803029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2175" y="6298737"/>
            <a:ext cx="310247" cy="5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7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7" b="1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3197" b="1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9" name="path-37">
            <a:extLst xmlns:a="http://schemas.openxmlformats.org/drawingml/2006/main">
              <a:ext uri="{FF2B5EF4-FFF2-40B4-BE49-F238E27FC236}">
                <a16:creationId xmlns:a16="http://schemas.microsoft.com/office/drawing/2014/main" id="{34A32C22-BC10-40D6-856F-FD62AE96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390" y="4950187"/>
            <a:ext cx="4623892" cy="559734"/>
          </a:xfrm>
          <a:custGeom xmlns:a="http://schemas.openxmlformats.org/drawingml/2006/main">
            <a:pathLst>
              <a:path w="4623892" h="559734">
                <a:moveTo>
                  <a:pt x="0" y="93290"/>
                </a:moveTo>
                <a:lnTo>
                  <a:pt x="0" y="93290"/>
                </a:lnTo>
                <a:cubicBezTo>
                  <a:pt x="0" y="41767"/>
                  <a:pt x="41767" y="0"/>
                  <a:pt x="93289" y="0"/>
                </a:cubicBezTo>
                <a:lnTo>
                  <a:pt x="4530603" y="0"/>
                </a:lnTo>
                <a:cubicBezTo>
                  <a:pt x="4555342" y="0"/>
                  <a:pt x="4579072" y="9828"/>
                  <a:pt x="4596569" y="27323"/>
                </a:cubicBezTo>
                <a:cubicBezTo>
                  <a:pt x="4614063" y="44818"/>
                  <a:pt x="4623892" y="68548"/>
                  <a:pt x="4623892" y="93290"/>
                </a:cubicBezTo>
                <a:lnTo>
                  <a:pt x="4623892" y="466443"/>
                </a:lnTo>
                <a:cubicBezTo>
                  <a:pt x="4623892" y="517966"/>
                  <a:pt x="4582125" y="559734"/>
                  <a:pt x="4530603" y="559734"/>
                </a:cubicBezTo>
                <a:lnTo>
                  <a:pt x="93289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2E4F6"/>
          </a:solidFill>
          <a:ln xmlns:a="http://schemas.openxmlformats.org/drawingml/2006/main" w="14859">
            <a:solidFill>
              <a:srgbClr val="66629B"/>
            </a:solidFill>
            <a:prstDash val="solid"/>
          </a:ln>
        </p:spPr>
      </p:sp>
      <p:sp>
        <p:nvSpPr>
          <p:cNvPr id="30" name="text-38 Metadata">
            <a:extLst xmlns:a="http://schemas.openxmlformats.org/drawingml/2006/main">
              <a:ext uri="{FF2B5EF4-FFF2-40B4-BE49-F238E27FC236}">
                <a16:creationId xmlns:a16="http://schemas.microsoft.com/office/drawing/2014/main" id="{034AAE0F-20FD-4C2B-9F9C-9B00F5FA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69199" y="4977477"/>
            <a:ext cx="1632366" cy="5254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55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55" b="0" i="0">
                <a:solidFill>
                  <a:srgbClr val="66629B"/>
                </a:solidFill>
                <a:latin typeface="Arial"/>
                <a:ea typeface="Arial"/>
                <a:cs typeface="Arial"/>
              </a:defRPr>
            </a:pPr>
            <a:r>
              <a:rPr sz="2955" b="0" i="0">
                <a:solidFill>
                  <a:srgbClr val="66629B"/>
                </a:solidFill>
                <a:latin typeface="Arial"/>
                <a:ea typeface="Arial"/>
                <a:cs typeface="Arial"/>
              </a:rPr>
              <a:t>Metadata</a:t>
            </a:r>
          </a:p>
        </p:txBody>
      </p:sp>
      <p:sp>
        <p:nvSpPr>
          <p:cNvPr id="31" name="path-39">
            <a:extLst xmlns:a="http://schemas.openxmlformats.org/drawingml/2006/main">
              <a:ext uri="{FF2B5EF4-FFF2-40B4-BE49-F238E27FC236}">
                <a16:creationId xmlns:a16="http://schemas.microsoft.com/office/drawing/2014/main" id="{DB8E7A0B-2FE0-430B-8AB1-D2B94724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390" y="1699921"/>
            <a:ext cx="4623892" cy="2951242"/>
          </a:xfrm>
          <a:custGeom xmlns:a="http://schemas.openxmlformats.org/drawingml/2006/main">
            <a:pathLst>
              <a:path w="4623892" h="2951242">
                <a:moveTo>
                  <a:pt x="0" y="112915"/>
                </a:moveTo>
                <a:lnTo>
                  <a:pt x="0" y="112915"/>
                </a:lnTo>
                <a:cubicBezTo>
                  <a:pt x="0" y="50554"/>
                  <a:pt x="50552" y="0"/>
                  <a:pt x="112914" y="0"/>
                </a:cubicBezTo>
                <a:lnTo>
                  <a:pt x="4510978" y="0"/>
                </a:lnTo>
                <a:cubicBezTo>
                  <a:pt x="4540924" y="0"/>
                  <a:pt x="4569647" y="11897"/>
                  <a:pt x="4590822" y="33072"/>
                </a:cubicBezTo>
                <a:cubicBezTo>
                  <a:pt x="4611998" y="54248"/>
                  <a:pt x="4623892" y="82969"/>
                  <a:pt x="4623892" y="112915"/>
                </a:cubicBezTo>
                <a:lnTo>
                  <a:pt x="4623892" y="2838327"/>
                </a:lnTo>
                <a:cubicBezTo>
                  <a:pt x="4623892" y="2900689"/>
                  <a:pt x="4573339" y="2951242"/>
                  <a:pt x="4510978" y="2951242"/>
                </a:cubicBezTo>
                <a:lnTo>
                  <a:pt x="112914" y="2951242"/>
                </a:lnTo>
                <a:cubicBezTo>
                  <a:pt x="50552" y="2951242"/>
                  <a:pt x="0" y="2900689"/>
                  <a:pt x="0" y="2838327"/>
                </a:cubicBezTo>
                <a:lnTo>
                  <a:pt x="0" y="112915"/>
                </a:lnTo>
              </a:path>
            </a:pathLst>
          </a:custGeom>
          <a:solidFill xmlns:a="http://schemas.openxmlformats.org/drawingml/2006/main">
            <a:srgbClr val="F7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-40">
            <a:extLst xmlns:a="http://schemas.openxmlformats.org/drawingml/2006/main">
              <a:ext uri="{FF2B5EF4-FFF2-40B4-BE49-F238E27FC236}">
                <a16:creationId xmlns:a16="http://schemas.microsoft.com/office/drawing/2014/main" id="{F9F58602-946D-4FCA-ABA1-035507E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48" y="1967941"/>
            <a:ext cx="3776805" cy="559735"/>
          </a:xfrm>
          <a:custGeom xmlns:a="http://schemas.openxmlformats.org/drawingml/2006/main">
            <a:pathLst>
              <a:path w="3776805" h="559735">
                <a:moveTo>
                  <a:pt x="0" y="93291"/>
                </a:moveTo>
                <a:lnTo>
                  <a:pt x="0" y="93291"/>
                </a:lnTo>
                <a:cubicBezTo>
                  <a:pt x="0" y="41768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20"/>
                  <a:pt x="3776805" y="68549"/>
                  <a:pt x="3776805" y="93291"/>
                </a:cubicBezTo>
                <a:lnTo>
                  <a:pt x="3776805" y="466444"/>
                </a:lnTo>
                <a:cubicBezTo>
                  <a:pt x="3776805" y="517967"/>
                  <a:pt x="3735038" y="559735"/>
                  <a:pt x="3683512" y="559735"/>
                </a:cubicBezTo>
                <a:lnTo>
                  <a:pt x="93291" y="559735"/>
                </a:lnTo>
                <a:cubicBezTo>
                  <a:pt x="41767" y="559735"/>
                  <a:pt x="0" y="517967"/>
                  <a:pt x="0" y="466444"/>
                </a:cubicBezTo>
                <a:lnTo>
                  <a:pt x="0" y="93291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41 Frame">
            <a:extLst xmlns:a="http://schemas.openxmlformats.org/drawingml/2006/main">
              <a:ext uri="{FF2B5EF4-FFF2-40B4-BE49-F238E27FC236}">
                <a16:creationId xmlns:a16="http://schemas.microsoft.com/office/drawing/2014/main" id="{F4FC63E5-72CD-47AE-889C-0C505FD3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8994" y="2041261"/>
            <a:ext cx="961953" cy="438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9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9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469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34" name="text-41 1">
            <a:extLst xmlns:a="http://schemas.openxmlformats.org/drawingml/2006/main">
              <a:ext uri="{FF2B5EF4-FFF2-40B4-BE49-F238E27FC236}">
                <a16:creationId xmlns:a16="http://schemas.microsoft.com/office/drawing/2014/main" id="{9B9FC243-B7AE-4F86-8611-53BB04D6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1973" y="2108693"/>
            <a:ext cx="181151" cy="344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1938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text-41 caption">
            <a:extLst xmlns:a="http://schemas.openxmlformats.org/drawingml/2006/main">
              <a:ext uri="{FF2B5EF4-FFF2-40B4-BE49-F238E27FC236}">
                <a16:creationId xmlns:a16="http://schemas.microsoft.com/office/drawing/2014/main" id="{CD1EB1A1-19C8-4237-9E37-0C39BCA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6137" y="2023669"/>
            <a:ext cx="1126938" cy="4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07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07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607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36" name="path-42">
            <a:extLst xmlns:a="http://schemas.openxmlformats.org/drawingml/2006/main">
              <a:ext uri="{FF2B5EF4-FFF2-40B4-BE49-F238E27FC236}">
                <a16:creationId xmlns:a16="http://schemas.microsoft.com/office/drawing/2014/main" id="{B508FA5D-18B0-41F8-83BF-8434FC9B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954" y="1967941"/>
            <a:ext cx="423544" cy="559735"/>
          </a:xfrm>
          <a:custGeom xmlns:a="http://schemas.openxmlformats.org/drawingml/2006/main">
            <a:pathLst>
              <a:path w="423544" h="559735">
                <a:moveTo>
                  <a:pt x="423544" y="70592"/>
                </a:moveTo>
                <a:lnTo>
                  <a:pt x="423544" y="70592"/>
                </a:lnTo>
                <a:cubicBezTo>
                  <a:pt x="423544" y="31605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8"/>
                  <a:pt x="20676" y="20677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5"/>
                  <a:pt x="70592" y="559735"/>
                </a:cubicBezTo>
                <a:lnTo>
                  <a:pt x="352951" y="559735"/>
                </a:lnTo>
                <a:cubicBezTo>
                  <a:pt x="391940" y="559735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43 +">
            <a:extLst xmlns:a="http://schemas.openxmlformats.org/drawingml/2006/main">
              <a:ext uri="{FF2B5EF4-FFF2-40B4-BE49-F238E27FC236}">
                <a16:creationId xmlns:a16="http://schemas.microsoft.com/office/drawing/2014/main" id="{9478FF10-81AC-4B9A-9D8B-4688A070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2175" y="1980213"/>
            <a:ext cx="310247" cy="5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97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8" name="path-44">
            <a:extLst xmlns:a="http://schemas.openxmlformats.org/drawingml/2006/main">
              <a:ext uri="{FF2B5EF4-FFF2-40B4-BE49-F238E27FC236}">
                <a16:creationId xmlns:a16="http://schemas.microsoft.com/office/drawing/2014/main" id="{FA1667FB-7648-4AD4-A740-5CA20CD0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48" y="2607229"/>
            <a:ext cx="3776805" cy="559735"/>
          </a:xfrm>
          <a:custGeom xmlns:a="http://schemas.openxmlformats.org/drawingml/2006/main">
            <a:pathLst>
              <a:path w="3776805" h="559735">
                <a:moveTo>
                  <a:pt x="0" y="93291"/>
                </a:moveTo>
                <a:lnTo>
                  <a:pt x="0" y="93291"/>
                </a:lnTo>
                <a:cubicBezTo>
                  <a:pt x="0" y="41768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20"/>
                  <a:pt x="3776805" y="68549"/>
                  <a:pt x="3776805" y="93291"/>
                </a:cubicBezTo>
                <a:lnTo>
                  <a:pt x="3776805" y="466443"/>
                </a:lnTo>
                <a:cubicBezTo>
                  <a:pt x="3776805" y="517966"/>
                  <a:pt x="3735038" y="559735"/>
                  <a:pt x="3683512" y="559735"/>
                </a:cubicBezTo>
                <a:lnTo>
                  <a:pt x="93291" y="559735"/>
                </a:lnTo>
                <a:cubicBezTo>
                  <a:pt x="41767" y="559735"/>
                  <a:pt x="0" y="517966"/>
                  <a:pt x="0" y="466443"/>
                </a:cubicBezTo>
                <a:lnTo>
                  <a:pt x="0" y="93291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-45 Frame">
            <a:extLst xmlns:a="http://schemas.openxmlformats.org/drawingml/2006/main">
              <a:ext uri="{FF2B5EF4-FFF2-40B4-BE49-F238E27FC236}">
                <a16:creationId xmlns:a16="http://schemas.microsoft.com/office/drawing/2014/main" id="{CE626CDF-8F71-4463-8D5D-A2B833CF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8994" y="2680550"/>
            <a:ext cx="961953" cy="438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9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9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469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40" name="text-45 2">
            <a:extLst xmlns:a="http://schemas.openxmlformats.org/drawingml/2006/main">
              <a:ext uri="{FF2B5EF4-FFF2-40B4-BE49-F238E27FC236}">
                <a16:creationId xmlns:a16="http://schemas.microsoft.com/office/drawing/2014/main" id="{134755D0-D008-47F6-ABF0-5956D23B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1973" y="2659000"/>
            <a:ext cx="246649" cy="469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3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38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638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1" name="text-45 caption">
            <a:extLst xmlns:a="http://schemas.openxmlformats.org/drawingml/2006/main">
              <a:ext uri="{FF2B5EF4-FFF2-40B4-BE49-F238E27FC236}">
                <a16:creationId xmlns:a16="http://schemas.microsoft.com/office/drawing/2014/main" id="{16F8A7E0-E8C7-436E-888A-25BF4214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95767" y="2662958"/>
            <a:ext cx="1126936" cy="463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07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07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607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42" name="path-46">
            <a:extLst xmlns:a="http://schemas.openxmlformats.org/drawingml/2006/main">
              <a:ext uri="{FF2B5EF4-FFF2-40B4-BE49-F238E27FC236}">
                <a16:creationId xmlns:a16="http://schemas.microsoft.com/office/drawing/2014/main" id="{31B0AD33-1D13-4DF1-B8C8-C47B9C3E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954" y="2607229"/>
            <a:ext cx="423544" cy="559735"/>
          </a:xfrm>
          <a:custGeom xmlns:a="http://schemas.openxmlformats.org/drawingml/2006/main">
            <a:pathLst>
              <a:path w="423544" h="559735">
                <a:moveTo>
                  <a:pt x="423544" y="70592"/>
                </a:moveTo>
                <a:lnTo>
                  <a:pt x="423544" y="70592"/>
                </a:lnTo>
                <a:cubicBezTo>
                  <a:pt x="423544" y="31606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8"/>
                  <a:pt x="20676" y="20677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5"/>
                  <a:pt x="70592" y="559735"/>
                </a:cubicBezTo>
                <a:lnTo>
                  <a:pt x="352951" y="559735"/>
                </a:lnTo>
                <a:cubicBezTo>
                  <a:pt x="391940" y="559735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47 +">
            <a:extLst xmlns:a="http://schemas.openxmlformats.org/drawingml/2006/main">
              <a:ext uri="{FF2B5EF4-FFF2-40B4-BE49-F238E27FC236}">
                <a16:creationId xmlns:a16="http://schemas.microsoft.com/office/drawing/2014/main" id="{4C0D4851-E455-452C-BFEC-2AFAFD57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2175" y="2619501"/>
            <a:ext cx="310247" cy="5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97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4" name="path-48">
            <a:extLst xmlns:a="http://schemas.openxmlformats.org/drawingml/2006/main">
              <a:ext uri="{FF2B5EF4-FFF2-40B4-BE49-F238E27FC236}">
                <a16:creationId xmlns:a16="http://schemas.microsoft.com/office/drawing/2014/main" id="{EA066BA3-94D1-4F5D-8DD7-F562C552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48" y="3246530"/>
            <a:ext cx="3776805" cy="559734"/>
          </a:xfrm>
          <a:custGeom xmlns:a="http://schemas.openxmlformats.org/drawingml/2006/main">
            <a:pathLst>
              <a:path w="3776805" h="559734">
                <a:moveTo>
                  <a:pt x="0" y="93290"/>
                </a:moveTo>
                <a:lnTo>
                  <a:pt x="0" y="93290"/>
                </a:lnTo>
                <a:cubicBezTo>
                  <a:pt x="0" y="41768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5" y="9829"/>
                  <a:pt x="3749478" y="27325"/>
                </a:cubicBezTo>
                <a:cubicBezTo>
                  <a:pt x="3766976" y="44819"/>
                  <a:pt x="3776805" y="68548"/>
                  <a:pt x="3776805" y="93290"/>
                </a:cubicBezTo>
                <a:lnTo>
                  <a:pt x="3776805" y="466443"/>
                </a:lnTo>
                <a:cubicBezTo>
                  <a:pt x="3776805" y="517966"/>
                  <a:pt x="3735038" y="559734"/>
                  <a:pt x="3683512" y="559734"/>
                </a:cubicBezTo>
                <a:lnTo>
                  <a:pt x="93291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49 …">
            <a:extLst xmlns:a="http://schemas.openxmlformats.org/drawingml/2006/main">
              <a:ext uri="{FF2B5EF4-FFF2-40B4-BE49-F238E27FC236}">
                <a16:creationId xmlns:a16="http://schemas.microsoft.com/office/drawing/2014/main" id="{A90594BB-8CCE-41C7-8668-C6EF6195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8994" y="3336101"/>
            <a:ext cx="350694" cy="4161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341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41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341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46" name="path-50">
            <a:extLst xmlns:a="http://schemas.openxmlformats.org/drawingml/2006/main">
              <a:ext uri="{FF2B5EF4-FFF2-40B4-BE49-F238E27FC236}">
                <a16:creationId xmlns:a16="http://schemas.microsoft.com/office/drawing/2014/main" id="{4B3A2236-A6A7-414C-BA5C-FEDB477A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954" y="3246530"/>
            <a:ext cx="423544" cy="559734"/>
          </a:xfrm>
          <a:custGeom xmlns:a="http://schemas.openxmlformats.org/drawingml/2006/main">
            <a:pathLst>
              <a:path w="423544" h="559734">
                <a:moveTo>
                  <a:pt x="423544" y="70592"/>
                </a:moveTo>
                <a:lnTo>
                  <a:pt x="423544" y="70592"/>
                </a:lnTo>
                <a:cubicBezTo>
                  <a:pt x="423544" y="31604"/>
                  <a:pt x="391940" y="0"/>
                  <a:pt x="352951" y="0"/>
                </a:cubicBezTo>
                <a:lnTo>
                  <a:pt x="70592" y="0"/>
                </a:lnTo>
                <a:cubicBezTo>
                  <a:pt x="51870" y="0"/>
                  <a:pt x="33915" y="7437"/>
                  <a:pt x="20676" y="20676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4"/>
                  <a:pt x="70592" y="559734"/>
                </a:cubicBezTo>
                <a:lnTo>
                  <a:pt x="352951" y="559734"/>
                </a:lnTo>
                <a:cubicBezTo>
                  <a:pt x="391940" y="559734"/>
                  <a:pt x="423544" y="528130"/>
                  <a:pt x="423544" y="489142"/>
                </a:cubicBezTo>
                <a:lnTo>
                  <a:pt x="423544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-51 +">
            <a:extLst xmlns:a="http://schemas.openxmlformats.org/drawingml/2006/main">
              <a:ext uri="{FF2B5EF4-FFF2-40B4-BE49-F238E27FC236}">
                <a16:creationId xmlns:a16="http://schemas.microsoft.com/office/drawing/2014/main" id="{601B58FB-955B-4F54-AA88-D84D328F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2175" y="3258802"/>
            <a:ext cx="310247" cy="5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97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48" name="path-52">
            <a:extLst xmlns:a="http://schemas.openxmlformats.org/drawingml/2006/main">
              <a:ext uri="{FF2B5EF4-FFF2-40B4-BE49-F238E27FC236}">
                <a16:creationId xmlns:a16="http://schemas.microsoft.com/office/drawing/2014/main" id="{9995AE23-9393-42D4-9C6F-DF29FCDA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390" y="1270950"/>
            <a:ext cx="4623892" cy="559735"/>
          </a:xfrm>
          <a:custGeom xmlns:a="http://schemas.openxmlformats.org/drawingml/2006/main">
            <a:pathLst>
              <a:path w="4623892" h="559735">
                <a:moveTo>
                  <a:pt x="0" y="93291"/>
                </a:moveTo>
                <a:lnTo>
                  <a:pt x="0" y="93291"/>
                </a:lnTo>
                <a:cubicBezTo>
                  <a:pt x="0" y="41768"/>
                  <a:pt x="41767" y="0"/>
                  <a:pt x="93289" y="0"/>
                </a:cubicBezTo>
                <a:lnTo>
                  <a:pt x="4530603" y="0"/>
                </a:lnTo>
                <a:cubicBezTo>
                  <a:pt x="4555342" y="0"/>
                  <a:pt x="4579072" y="9829"/>
                  <a:pt x="4596569" y="27325"/>
                </a:cubicBezTo>
                <a:cubicBezTo>
                  <a:pt x="4614063" y="44819"/>
                  <a:pt x="4623892" y="68549"/>
                  <a:pt x="4623892" y="93291"/>
                </a:cubicBezTo>
                <a:lnTo>
                  <a:pt x="4623892" y="466444"/>
                </a:lnTo>
                <a:cubicBezTo>
                  <a:pt x="4623892" y="517967"/>
                  <a:pt x="4582125" y="559735"/>
                  <a:pt x="4530603" y="559735"/>
                </a:cubicBezTo>
                <a:lnTo>
                  <a:pt x="93289" y="559735"/>
                </a:lnTo>
                <a:cubicBezTo>
                  <a:pt x="41767" y="559735"/>
                  <a:pt x="0" y="517967"/>
                  <a:pt x="0" y="466444"/>
                </a:cubicBezTo>
                <a:lnTo>
                  <a:pt x="0" y="93291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14859">
            <a:solidFill>
              <a:srgbClr val="3B7190"/>
            </a:solidFill>
            <a:prstDash val="solid"/>
          </a:ln>
        </p:spPr>
      </p:sp>
      <p:sp>
        <p:nvSpPr>
          <p:cNvPr id="49" name="text-53 Frame">
            <a:extLst xmlns:a="http://schemas.openxmlformats.org/drawingml/2006/main">
              <a:ext uri="{FF2B5EF4-FFF2-40B4-BE49-F238E27FC236}">
                <a16:creationId xmlns:a16="http://schemas.microsoft.com/office/drawing/2014/main" id="{5DE7C7E3-4E64-4EB1-8DC5-E690102E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9790" y="1318455"/>
            <a:ext cx="1089836" cy="497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96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96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796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50" name="text-53 Captions">
            <a:extLst xmlns:a="http://schemas.openxmlformats.org/drawingml/2006/main">
              <a:ext uri="{FF2B5EF4-FFF2-40B4-BE49-F238E27FC236}">
                <a16:creationId xmlns:a16="http://schemas.microsoft.com/office/drawing/2014/main" id="{DFBB28DF-27A9-4EBF-8EC0-20A4B529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82163" y="1308481"/>
            <a:ext cx="1506578" cy="5111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75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75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875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Captions</a:t>
            </a:r>
          </a:p>
        </p:txBody>
      </p:sp>
      <p:sp>
        <p:nvSpPr>
          <p:cNvPr id="51" name="path-54">
            <a:extLst xmlns:a="http://schemas.openxmlformats.org/drawingml/2006/main">
              <a:ext uri="{FF2B5EF4-FFF2-40B4-BE49-F238E27FC236}">
                <a16:creationId xmlns:a16="http://schemas.microsoft.com/office/drawing/2014/main" id="{5B879785-B0D8-422F-ACC3-BE88EF52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637" y="3907041"/>
            <a:ext cx="3776801" cy="559734"/>
          </a:xfrm>
          <a:custGeom xmlns:a="http://schemas.openxmlformats.org/drawingml/2006/main">
            <a:pathLst>
              <a:path w="3776801" h="559734">
                <a:moveTo>
                  <a:pt x="0" y="93290"/>
                </a:moveTo>
                <a:lnTo>
                  <a:pt x="0" y="93290"/>
                </a:lnTo>
                <a:cubicBezTo>
                  <a:pt x="0" y="41767"/>
                  <a:pt x="41767" y="0"/>
                  <a:pt x="93291" y="0"/>
                </a:cubicBezTo>
                <a:lnTo>
                  <a:pt x="3683512" y="0"/>
                </a:lnTo>
                <a:cubicBezTo>
                  <a:pt x="3708255" y="0"/>
                  <a:pt x="3731981" y="9828"/>
                  <a:pt x="3749478" y="27324"/>
                </a:cubicBezTo>
                <a:cubicBezTo>
                  <a:pt x="3766972" y="44818"/>
                  <a:pt x="3776801" y="68548"/>
                  <a:pt x="3776801" y="93290"/>
                </a:cubicBezTo>
                <a:lnTo>
                  <a:pt x="3776801" y="466443"/>
                </a:lnTo>
                <a:cubicBezTo>
                  <a:pt x="3776801" y="517966"/>
                  <a:pt x="3735034" y="559734"/>
                  <a:pt x="3683512" y="559734"/>
                </a:cubicBezTo>
                <a:lnTo>
                  <a:pt x="93291" y="559734"/>
                </a:lnTo>
                <a:cubicBezTo>
                  <a:pt x="41767" y="559734"/>
                  <a:pt x="0" y="517966"/>
                  <a:pt x="0" y="466443"/>
                </a:cubicBezTo>
                <a:lnTo>
                  <a:pt x="0" y="93290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ext-55 Frame">
            <a:extLst xmlns:a="http://schemas.openxmlformats.org/drawingml/2006/main">
              <a:ext uri="{FF2B5EF4-FFF2-40B4-BE49-F238E27FC236}">
                <a16:creationId xmlns:a16="http://schemas.microsoft.com/office/drawing/2014/main" id="{21A7C983-5C0F-42AE-8EF2-C51EE42A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68882" y="3980360"/>
            <a:ext cx="961953" cy="438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69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69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469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53" name="text-56 n">
            <a:extLst xmlns:a="http://schemas.openxmlformats.org/drawingml/2006/main">
              <a:ext uri="{FF2B5EF4-FFF2-40B4-BE49-F238E27FC236}">
                <a16:creationId xmlns:a16="http://schemas.microsoft.com/office/drawing/2014/main" id="{8D2DFE9D-EA11-416C-A181-56164F60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2306" y="3973506"/>
            <a:ext cx="235832" cy="448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23" b="0" i="1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23" b="0" i="1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523" b="0" i="1">
                <a:solidFill>
                  <a:srgbClr val="3B7190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54" name="text-57 caption">
            <a:extLst xmlns:a="http://schemas.openxmlformats.org/drawingml/2006/main">
              <a:ext uri="{FF2B5EF4-FFF2-40B4-BE49-F238E27FC236}">
                <a16:creationId xmlns:a16="http://schemas.microsoft.com/office/drawing/2014/main" id="{5CE355DC-6EAF-4C9E-903D-43BDAF12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928" y="3962769"/>
            <a:ext cx="1126936" cy="463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07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07" b="0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2607" b="0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55" name="path-58">
            <a:extLst xmlns:a="http://schemas.openxmlformats.org/drawingml/2006/main">
              <a:ext uri="{FF2B5EF4-FFF2-40B4-BE49-F238E27FC236}">
                <a16:creationId xmlns:a16="http://schemas.microsoft.com/office/drawing/2014/main" id="{49B8C3FC-CB3E-4B5D-9D63-F272BEA6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842" y="3907041"/>
            <a:ext cx="423545" cy="559734"/>
          </a:xfrm>
          <a:custGeom xmlns:a="http://schemas.openxmlformats.org/drawingml/2006/main">
            <a:pathLst>
              <a:path w="423545" h="559734">
                <a:moveTo>
                  <a:pt x="423545" y="70592"/>
                </a:moveTo>
                <a:lnTo>
                  <a:pt x="423545" y="70592"/>
                </a:lnTo>
                <a:cubicBezTo>
                  <a:pt x="423545" y="31604"/>
                  <a:pt x="391938" y="0"/>
                  <a:pt x="352953" y="0"/>
                </a:cubicBezTo>
                <a:lnTo>
                  <a:pt x="70592" y="0"/>
                </a:lnTo>
                <a:cubicBezTo>
                  <a:pt x="51870" y="0"/>
                  <a:pt x="33915" y="7437"/>
                  <a:pt x="20676" y="20675"/>
                </a:cubicBezTo>
                <a:cubicBezTo>
                  <a:pt x="7437" y="33915"/>
                  <a:pt x="0" y="51870"/>
                  <a:pt x="0" y="70592"/>
                </a:cubicBezTo>
                <a:lnTo>
                  <a:pt x="0" y="489142"/>
                </a:lnTo>
                <a:cubicBezTo>
                  <a:pt x="0" y="528130"/>
                  <a:pt x="31605" y="559734"/>
                  <a:pt x="70592" y="559734"/>
                </a:cubicBezTo>
                <a:lnTo>
                  <a:pt x="352953" y="559734"/>
                </a:lnTo>
                <a:cubicBezTo>
                  <a:pt x="391938" y="559734"/>
                  <a:pt x="423545" y="528130"/>
                  <a:pt x="423545" y="489142"/>
                </a:cubicBezTo>
                <a:lnTo>
                  <a:pt x="423545" y="70592"/>
                </a:lnTo>
              </a:path>
            </a:pathLst>
          </a:custGeom>
          <a:solidFill xmlns:a="http://schemas.openxmlformats.org/drawingml/2006/main">
            <a:srgbClr val="E1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ext-59 +">
            <a:extLst xmlns:a="http://schemas.openxmlformats.org/drawingml/2006/main">
              <a:ext uri="{FF2B5EF4-FFF2-40B4-BE49-F238E27FC236}">
                <a16:creationId xmlns:a16="http://schemas.microsoft.com/office/drawing/2014/main" id="{2A2240FB-9FCF-430D-B959-4A3E6D4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2061" y="3919313"/>
            <a:ext cx="310247" cy="568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97" b="1" i="0">
                <a:solidFill>
                  <a:srgbClr val="3B7190"/>
                </a:solidFill>
                <a:latin typeface="Arial"/>
                <a:ea typeface="Arial"/>
                <a:cs typeface="Arial"/>
              </a:defRPr>
            </a:pPr>
            <a:r>
              <a:rPr sz="3197" b="1" i="0">
                <a:solidFill>
                  <a:srgbClr val="3B719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7" name="path-60">
            <a:extLst xmlns:a="http://schemas.openxmlformats.org/drawingml/2006/main">
              <a:ext uri="{FF2B5EF4-FFF2-40B4-BE49-F238E27FC236}">
                <a16:creationId xmlns:a16="http://schemas.microsoft.com/office/drawing/2014/main" id="{16DDA9ED-1494-4C1F-82DC-E3A65DCB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346" y="412119"/>
            <a:ext cx="4624362" cy="560202"/>
          </a:xfrm>
          <a:custGeom xmlns:a="http://schemas.openxmlformats.org/drawingml/2006/main">
            <a:pathLst>
              <a:path w="4624362" h="560202">
                <a:moveTo>
                  <a:pt x="0" y="93369"/>
                </a:moveTo>
                <a:lnTo>
                  <a:pt x="0" y="93369"/>
                </a:lnTo>
                <a:cubicBezTo>
                  <a:pt x="0" y="41802"/>
                  <a:pt x="41802" y="0"/>
                  <a:pt x="93368" y="0"/>
                </a:cubicBezTo>
                <a:lnTo>
                  <a:pt x="4530992" y="0"/>
                </a:lnTo>
                <a:cubicBezTo>
                  <a:pt x="4555754" y="0"/>
                  <a:pt x="4579505" y="9836"/>
                  <a:pt x="4597014" y="27347"/>
                </a:cubicBezTo>
                <a:cubicBezTo>
                  <a:pt x="4614522" y="44857"/>
                  <a:pt x="4624362" y="68606"/>
                  <a:pt x="4624362" y="93369"/>
                </a:cubicBezTo>
                <a:lnTo>
                  <a:pt x="4624362" y="466833"/>
                </a:lnTo>
                <a:cubicBezTo>
                  <a:pt x="4624362" y="518399"/>
                  <a:pt x="4582559" y="560202"/>
                  <a:pt x="4530992" y="560202"/>
                </a:cubicBezTo>
                <a:lnTo>
                  <a:pt x="93368" y="560202"/>
                </a:lnTo>
                <a:cubicBezTo>
                  <a:pt x="41802" y="560202"/>
                  <a:pt x="0" y="518399"/>
                  <a:pt x="0" y="466833"/>
                </a:cubicBezTo>
                <a:lnTo>
                  <a:pt x="0" y="93369"/>
                </a:lnTo>
              </a:path>
            </a:pathLst>
          </a:custGeom>
          <a:solidFill xmlns:a="http://schemas.openxmlformats.org/drawingml/2006/main">
            <a:srgbClr val="E0ECEE"/>
          </a:solidFill>
          <a:ln xmlns:a="http://schemas.openxmlformats.org/drawingml/2006/main" w="14859">
            <a:solidFill>
              <a:srgbClr val="2E7B6E"/>
            </a:solidFill>
            <a:prstDash val="solid"/>
          </a:ln>
        </p:spPr>
      </p:sp>
      <p:sp>
        <p:nvSpPr>
          <p:cNvPr id="58" name="text-61 Video">
            <a:extLst xmlns:a="http://schemas.openxmlformats.org/drawingml/2006/main">
              <a:ext uri="{FF2B5EF4-FFF2-40B4-BE49-F238E27FC236}">
                <a16:creationId xmlns:a16="http://schemas.microsoft.com/office/drawing/2014/main" id="{FAD88A72-918A-44E0-B139-9F96844F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3795" y="448715"/>
            <a:ext cx="996019" cy="5127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84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84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pPr>
            <a:r>
              <a:rPr sz="2884" b="0" i="0">
                <a:solidFill>
                  <a:srgbClr val="006E6C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59" name="text-61 Caption">
            <a:extLst xmlns:a="http://schemas.openxmlformats.org/drawingml/2006/main">
              <a:ext uri="{FF2B5EF4-FFF2-40B4-BE49-F238E27FC236}">
                <a16:creationId xmlns:a16="http://schemas.microsoft.com/office/drawing/2014/main" id="{2690E16B-701B-42E7-8B11-1A4DBE65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20178" y="446712"/>
            <a:ext cx="1335546" cy="51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00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00" b="0" i="0">
                <a:solidFill>
                  <a:srgbClr val="006E6C"/>
                </a:solidFill>
                <a:latin typeface="Arial"/>
                <a:ea typeface="Arial"/>
                <a:cs typeface="Arial"/>
              </a:defRPr>
            </a:pPr>
            <a:r>
              <a:rPr sz="2900" b="0" i="0">
                <a:solidFill>
                  <a:srgbClr val="006E6C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60" name="path-62">
            <a:extLst xmlns:a="http://schemas.openxmlformats.org/drawingml/2006/main">
              <a:ext uri="{FF2B5EF4-FFF2-40B4-BE49-F238E27FC236}">
                <a16:creationId xmlns:a16="http://schemas.microsoft.com/office/drawing/2014/main" id="{A237C234-3532-4F25-8B99-1817678B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708" y="692220"/>
            <a:ext cx="1115255" cy="2789779"/>
          </a:xfrm>
          <a:custGeom xmlns:a="http://schemas.openxmlformats.org/drawingml/2006/main">
            <a:pathLst>
              <a:path w="1115255" h="2789779">
                <a:moveTo>
                  <a:pt x="0" y="0"/>
                </a:moveTo>
                <a:cubicBezTo>
                  <a:pt x="278809" y="0"/>
                  <a:pt x="418208" y="697445"/>
                  <a:pt x="557615" y="1394890"/>
                </a:cubicBezTo>
                <a:cubicBezTo>
                  <a:pt x="697025" y="2092335"/>
                  <a:pt x="836435" y="2789779"/>
                  <a:pt x="1115255" y="278977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61" name="path-63">
            <a:extLst xmlns:a="http://schemas.openxmlformats.org/drawingml/2006/main">
              <a:ext uri="{FF2B5EF4-FFF2-40B4-BE49-F238E27FC236}">
                <a16:creationId xmlns:a16="http://schemas.microsoft.com/office/drawing/2014/main" id="{C09E4577-2B6B-438D-8D87-1646A263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281" y="1550817"/>
            <a:ext cx="1115725" cy="1931458"/>
          </a:xfrm>
          <a:custGeom xmlns:a="http://schemas.openxmlformats.org/drawingml/2006/main">
            <a:pathLst>
              <a:path w="1115725" h="1931458">
                <a:moveTo>
                  <a:pt x="0" y="0"/>
                </a:moveTo>
                <a:cubicBezTo>
                  <a:pt x="278916" y="0"/>
                  <a:pt x="418363" y="482865"/>
                  <a:pt x="557828" y="965729"/>
                </a:cubicBezTo>
                <a:cubicBezTo>
                  <a:pt x="697293" y="1448594"/>
                  <a:pt x="836777" y="1931458"/>
                  <a:pt x="1115725" y="1931458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62" name="path-64">
            <a:extLst xmlns:a="http://schemas.openxmlformats.org/drawingml/2006/main">
              <a:ext uri="{FF2B5EF4-FFF2-40B4-BE49-F238E27FC236}">
                <a16:creationId xmlns:a16="http://schemas.microsoft.com/office/drawing/2014/main" id="{21E90817-1E0A-4BD4-B786-5D4C98C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3281" y="3482053"/>
            <a:ext cx="1115725" cy="1748000"/>
          </a:xfrm>
          <a:custGeom xmlns:a="http://schemas.openxmlformats.org/drawingml/2006/main">
            <a:pathLst>
              <a:path w="1115725" h="1748000">
                <a:moveTo>
                  <a:pt x="0" y="1748000"/>
                </a:moveTo>
                <a:cubicBezTo>
                  <a:pt x="278916" y="1748000"/>
                  <a:pt x="418363" y="1311000"/>
                  <a:pt x="557828" y="874000"/>
                </a:cubicBezTo>
                <a:cubicBezTo>
                  <a:pt x="697293" y="437000"/>
                  <a:pt x="836777" y="0"/>
                  <a:pt x="1115725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63" name="path-66">
            <a:extLst xmlns:a="http://schemas.openxmlformats.org/drawingml/2006/main">
              <a:ext uri="{FF2B5EF4-FFF2-40B4-BE49-F238E27FC236}">
                <a16:creationId xmlns:a16="http://schemas.microsoft.com/office/drawing/2014/main" id="{110CC555-FFEB-4B5A-9DD8-548B5C9E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5312" y="3482144"/>
            <a:ext cx="537270" cy="829"/>
          </a:xfrm>
          <a:custGeom xmlns:a="http://schemas.openxmlformats.org/drawingml/2006/main">
            <a:pathLst>
              <a:path w="537270" h="829">
                <a:moveTo>
                  <a:pt x="0" y="0"/>
                </a:moveTo>
                <a:cubicBezTo>
                  <a:pt x="178899" y="0"/>
                  <a:pt x="268348" y="233"/>
                  <a:pt x="357798" y="468"/>
                </a:cubicBezTo>
                <a:cubicBezTo>
                  <a:pt x="402519" y="584"/>
                  <a:pt x="447243" y="702"/>
                  <a:pt x="503146" y="789"/>
                </a:cubicBezTo>
                <a:lnTo>
                  <a:pt x="537270" y="829"/>
                </a:lnTo>
              </a:path>
            </a:pathLst>
          </a:custGeom>
          <a:noFill xmlns:a="http://schemas.openxmlformats.org/drawingml/2006/main"/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64" name="path-67">
            <a:extLst xmlns:a="http://schemas.openxmlformats.org/drawingml/2006/main">
              <a:ext uri="{FF2B5EF4-FFF2-40B4-BE49-F238E27FC236}">
                <a16:creationId xmlns:a16="http://schemas.microsoft.com/office/drawing/2014/main" id="{0DF5D305-6DB5-4D82-856F-A946FC2E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552" y="3433885"/>
            <a:ext cx="134894" cy="98174"/>
          </a:xfrm>
          <a:custGeom xmlns:a="http://schemas.openxmlformats.org/drawingml/2006/main">
            <a:pathLst>
              <a:path w="134894" h="98174">
                <a:moveTo>
                  <a:pt x="0" y="98174"/>
                </a:moveTo>
                <a:lnTo>
                  <a:pt x="134894" y="49167"/>
                </a:lnTo>
                <a:lnTo>
                  <a:pt x="59" y="0"/>
                </a:lnTo>
                <a:lnTo>
                  <a:pt x="0" y="98174"/>
                </a:lnTo>
              </a:path>
            </a:pathLst>
          </a:custGeom>
          <a:solidFill xmlns:a="http://schemas.openxmlformats.org/drawingml/2006/main">
            <a:srgbClr val="134F5C"/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65" name="path-68">
            <a:extLst xmlns:a="http://schemas.openxmlformats.org/drawingml/2006/main">
              <a:ext uri="{FF2B5EF4-FFF2-40B4-BE49-F238E27FC236}">
                <a16:creationId xmlns:a16="http://schemas.microsoft.com/office/drawing/2014/main" id="{5C9B7691-AB35-40EA-92F8-1E48D97B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984" y="242072"/>
            <a:ext cx="3669630" cy="933203"/>
          </a:xfrm>
          <a:custGeom xmlns:a="http://schemas.openxmlformats.org/drawingml/2006/main">
            <a:pathLst>
              <a:path w="3669630" h="933203">
                <a:moveTo>
                  <a:pt x="0" y="155537"/>
                </a:moveTo>
                <a:lnTo>
                  <a:pt x="0" y="155537"/>
                </a:lnTo>
                <a:cubicBezTo>
                  <a:pt x="0" y="69637"/>
                  <a:pt x="69637" y="0"/>
                  <a:pt x="155537" y="0"/>
                </a:cubicBezTo>
                <a:lnTo>
                  <a:pt x="3514095" y="0"/>
                </a:lnTo>
                <a:cubicBezTo>
                  <a:pt x="3555344" y="0"/>
                  <a:pt x="3594906" y="16387"/>
                  <a:pt x="3624075" y="45556"/>
                </a:cubicBezTo>
                <a:cubicBezTo>
                  <a:pt x="3653244" y="74725"/>
                  <a:pt x="3669630" y="114286"/>
                  <a:pt x="3669630" y="155537"/>
                </a:cubicBezTo>
                <a:lnTo>
                  <a:pt x="3669630" y="777666"/>
                </a:lnTo>
                <a:cubicBezTo>
                  <a:pt x="3669630" y="863567"/>
                  <a:pt x="3599995" y="933203"/>
                  <a:pt x="3514095" y="933203"/>
                </a:cubicBezTo>
                <a:lnTo>
                  <a:pt x="155537" y="933203"/>
                </a:lnTo>
                <a:cubicBezTo>
                  <a:pt x="69637" y="933203"/>
                  <a:pt x="0" y="863567"/>
                  <a:pt x="0" y="777666"/>
                </a:cubicBezTo>
                <a:lnTo>
                  <a:pt x="0" y="155537"/>
                </a:lnTo>
              </a:path>
            </a:pathLst>
          </a:custGeom>
          <a:solidFill xmlns:a="http://schemas.openxmlformats.org/drawingml/2006/main">
            <a:srgbClr val="E6EFEC"/>
          </a:solidFill>
          <a:ln xmlns:a="http://schemas.openxmlformats.org/drawingml/2006/main" w="29718">
            <a:solidFill>
              <a:srgbClr val="005853"/>
            </a:solidFill>
            <a:prstDash val="solid"/>
          </a:ln>
        </p:spPr>
      </p:sp>
      <p:sp>
        <p:nvSpPr>
          <p:cNvPr id="66" name="text-69 Video">
            <a:extLst xmlns:a="http://schemas.openxmlformats.org/drawingml/2006/main">
              <a:ext uri="{FF2B5EF4-FFF2-40B4-BE49-F238E27FC236}">
                <a16:creationId xmlns:a16="http://schemas.microsoft.com/office/drawing/2014/main" id="{8811EECA-676E-43C4-BEBC-BA3BDF6A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8048" y="467715"/>
            <a:ext cx="1061006" cy="514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97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97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897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Video</a:t>
            </a:r>
          </a:p>
        </p:txBody>
      </p:sp>
      <p:sp>
        <p:nvSpPr>
          <p:cNvPr id="67" name="text-69 Captioner">
            <a:extLst xmlns:a="http://schemas.openxmlformats.org/drawingml/2006/main">
              <a:ext uri="{FF2B5EF4-FFF2-40B4-BE49-F238E27FC236}">
                <a16:creationId xmlns:a16="http://schemas.microsoft.com/office/drawing/2014/main" id="{E8667C29-0068-48E3-B5C8-5E7A12BE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9692" y="467726"/>
            <a:ext cx="1782802" cy="51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96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96" b="1" i="0">
                <a:solidFill>
                  <a:srgbClr val="005853"/>
                </a:solidFill>
                <a:latin typeface="Arial"/>
                <a:ea typeface="Arial"/>
                <a:cs typeface="Arial"/>
              </a:defRPr>
            </a:pPr>
            <a:r>
              <a:rPr sz="2896" b="1" i="0">
                <a:solidFill>
                  <a:srgbClr val="005853"/>
                </a:solidFill>
                <a:latin typeface="Arial"/>
                <a:ea typeface="Arial"/>
                <a:cs typeface="Arial"/>
              </a:rPr>
              <a:t>Captioner</a:t>
            </a:r>
          </a:p>
        </p:txBody>
      </p:sp>
      <p:sp>
        <p:nvSpPr>
          <p:cNvPr id="68" name="path-70">
            <a:extLst xmlns:a="http://schemas.openxmlformats.org/drawingml/2006/main">
              <a:ext uri="{FF2B5EF4-FFF2-40B4-BE49-F238E27FC236}">
                <a16:creationId xmlns:a16="http://schemas.microsoft.com/office/drawing/2014/main" id="{45914C61-3F0D-4BD9-A033-0DDED22A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054" y="1459696"/>
            <a:ext cx="3669632" cy="933203"/>
          </a:xfrm>
          <a:custGeom xmlns:a="http://schemas.openxmlformats.org/drawingml/2006/main">
            <a:pathLst>
              <a:path w="3669632" h="933203">
                <a:moveTo>
                  <a:pt x="0" y="155537"/>
                </a:moveTo>
                <a:lnTo>
                  <a:pt x="0" y="155537"/>
                </a:lnTo>
                <a:cubicBezTo>
                  <a:pt x="0" y="69636"/>
                  <a:pt x="69637" y="0"/>
                  <a:pt x="155537" y="0"/>
                </a:cubicBezTo>
                <a:lnTo>
                  <a:pt x="3514095" y="0"/>
                </a:lnTo>
                <a:cubicBezTo>
                  <a:pt x="3555344" y="0"/>
                  <a:pt x="3594906" y="16387"/>
                  <a:pt x="3624075" y="45555"/>
                </a:cubicBezTo>
                <a:cubicBezTo>
                  <a:pt x="3653244" y="74724"/>
                  <a:pt x="3669632" y="114286"/>
                  <a:pt x="3669632" y="155537"/>
                </a:cubicBezTo>
                <a:lnTo>
                  <a:pt x="3669632" y="777666"/>
                </a:lnTo>
                <a:cubicBezTo>
                  <a:pt x="3669632" y="863566"/>
                  <a:pt x="3599995" y="933203"/>
                  <a:pt x="3514095" y="933203"/>
                </a:cubicBezTo>
                <a:lnTo>
                  <a:pt x="155537" y="933203"/>
                </a:lnTo>
                <a:cubicBezTo>
                  <a:pt x="69637" y="933203"/>
                  <a:pt x="0" y="863566"/>
                  <a:pt x="0" y="777666"/>
                </a:cubicBezTo>
                <a:lnTo>
                  <a:pt x="0" y="155537"/>
                </a:lnTo>
              </a:path>
            </a:pathLst>
          </a:custGeom>
          <a:solidFill xmlns:a="http://schemas.openxmlformats.org/drawingml/2006/main">
            <a:srgbClr val="E6EDEF"/>
          </a:solidFill>
          <a:ln xmlns:a="http://schemas.openxmlformats.org/drawingml/2006/main" w="29718">
            <a:solidFill>
              <a:srgbClr val="03536A"/>
            </a:solidFill>
            <a:prstDash val="solid"/>
          </a:ln>
        </p:spPr>
      </p:sp>
      <p:sp>
        <p:nvSpPr>
          <p:cNvPr id="69" name="text-71 Image">
            <a:extLst xmlns:a="http://schemas.openxmlformats.org/drawingml/2006/main">
              <a:ext uri="{FF2B5EF4-FFF2-40B4-BE49-F238E27FC236}">
                <a16:creationId xmlns:a16="http://schemas.microsoft.com/office/drawing/2014/main" id="{2E8636E6-95AD-44B1-8E1C-3235F079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9693" y="1682498"/>
            <a:ext cx="1138011" cy="518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919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919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919" b="1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70" name="text-71 Captioner">
            <a:extLst xmlns:a="http://schemas.openxmlformats.org/drawingml/2006/main">
              <a:ext uri="{FF2B5EF4-FFF2-40B4-BE49-F238E27FC236}">
                <a16:creationId xmlns:a16="http://schemas.microsoft.com/office/drawing/2014/main" id="{3292BF1A-5259-44F2-B26C-A4F62D08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8008" y="1685349"/>
            <a:ext cx="1782804" cy="514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896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96" b="1" i="0">
                <a:solidFill>
                  <a:srgbClr val="03536A"/>
                </a:solidFill>
                <a:latin typeface="Arial"/>
                <a:ea typeface="Arial"/>
                <a:cs typeface="Arial"/>
              </a:defRPr>
            </a:pPr>
            <a:r>
              <a:rPr sz="2896" b="1" i="0">
                <a:solidFill>
                  <a:srgbClr val="03536A"/>
                </a:solidFill>
                <a:latin typeface="Arial"/>
                <a:ea typeface="Arial"/>
                <a:cs typeface="Arial"/>
              </a:rPr>
              <a:t>Captioner</a:t>
            </a:r>
          </a:p>
        </p:txBody>
      </p:sp>
      <p:sp>
        <p:nvSpPr>
          <p:cNvPr id="71" name="path-72">
            <a:extLst xmlns:a="http://schemas.openxmlformats.org/drawingml/2006/main">
              <a:ext uri="{FF2B5EF4-FFF2-40B4-BE49-F238E27FC236}">
                <a16:creationId xmlns:a16="http://schemas.microsoft.com/office/drawing/2014/main" id="{A194E734-0DBF-4ECD-AAFA-A7BB4FCD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728" y="708829"/>
            <a:ext cx="902313" cy="3172141"/>
          </a:xfrm>
          <a:custGeom xmlns:a="http://schemas.openxmlformats.org/drawingml/2006/main">
            <a:pathLst>
              <a:path w="902313" h="3172141">
                <a:moveTo>
                  <a:pt x="0" y="3172141"/>
                </a:moveTo>
                <a:cubicBezTo>
                  <a:pt x="225564" y="3172141"/>
                  <a:pt x="338340" y="2379106"/>
                  <a:pt x="451129" y="1586071"/>
                </a:cubicBezTo>
                <a:cubicBezTo>
                  <a:pt x="563918" y="793035"/>
                  <a:pt x="676722" y="0"/>
                  <a:pt x="902313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2" name="path-73">
            <a:extLst xmlns:a="http://schemas.openxmlformats.org/drawingml/2006/main">
              <a:ext uri="{FF2B5EF4-FFF2-40B4-BE49-F238E27FC236}">
                <a16:creationId xmlns:a16="http://schemas.microsoft.com/office/drawing/2014/main" id="{9940B9D5-9A0F-44A1-B753-50AF2D69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728" y="1926111"/>
            <a:ext cx="902313" cy="1954859"/>
          </a:xfrm>
          <a:custGeom xmlns:a="http://schemas.openxmlformats.org/drawingml/2006/main">
            <a:pathLst>
              <a:path w="902313" h="1954859">
                <a:moveTo>
                  <a:pt x="0" y="1954859"/>
                </a:moveTo>
                <a:cubicBezTo>
                  <a:pt x="225582" y="1954859"/>
                  <a:pt x="338377" y="1466145"/>
                  <a:pt x="451166" y="977430"/>
                </a:cubicBezTo>
                <a:cubicBezTo>
                  <a:pt x="563955" y="488714"/>
                  <a:pt x="676740" y="0"/>
                  <a:pt x="902313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3" name="path-74">
            <a:extLst xmlns:a="http://schemas.openxmlformats.org/drawingml/2006/main">
              <a:ext uri="{FF2B5EF4-FFF2-40B4-BE49-F238E27FC236}">
                <a16:creationId xmlns:a16="http://schemas.microsoft.com/office/drawing/2014/main" id="{CCB1267E-17CF-4E00-8B24-E1216DB6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86" y="1926297"/>
            <a:ext cx="1691370" cy="321520"/>
          </a:xfrm>
          <a:custGeom xmlns:a="http://schemas.openxmlformats.org/drawingml/2006/main">
            <a:pathLst>
              <a:path w="1691370" h="321520">
                <a:moveTo>
                  <a:pt x="0" y="0"/>
                </a:moveTo>
                <a:cubicBezTo>
                  <a:pt x="422816" y="0"/>
                  <a:pt x="634211" y="80380"/>
                  <a:pt x="845634" y="160760"/>
                </a:cubicBezTo>
                <a:cubicBezTo>
                  <a:pt x="1057055" y="241140"/>
                  <a:pt x="1268503" y="321520"/>
                  <a:pt x="1691370" y="32152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4" name="path-75">
            <a:extLst xmlns:a="http://schemas.openxmlformats.org/drawingml/2006/main">
              <a:ext uri="{FF2B5EF4-FFF2-40B4-BE49-F238E27FC236}">
                <a16:creationId xmlns:a16="http://schemas.microsoft.com/office/drawing/2014/main" id="{6916C360-1AEB-4926-B276-74930158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86" y="1926297"/>
            <a:ext cx="1691370" cy="960816"/>
          </a:xfrm>
          <a:custGeom xmlns:a="http://schemas.openxmlformats.org/drawingml/2006/main">
            <a:pathLst>
              <a:path w="1691370" h="960816">
                <a:moveTo>
                  <a:pt x="0" y="0"/>
                </a:moveTo>
                <a:cubicBezTo>
                  <a:pt x="422816" y="0"/>
                  <a:pt x="634211" y="240204"/>
                  <a:pt x="845634" y="480407"/>
                </a:cubicBezTo>
                <a:cubicBezTo>
                  <a:pt x="1057055" y="720612"/>
                  <a:pt x="1268503" y="960816"/>
                  <a:pt x="1691370" y="960816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5" name="path-76">
            <a:extLst xmlns:a="http://schemas.openxmlformats.org/drawingml/2006/main">
              <a:ext uri="{FF2B5EF4-FFF2-40B4-BE49-F238E27FC236}">
                <a16:creationId xmlns:a16="http://schemas.microsoft.com/office/drawing/2014/main" id="{63354E7F-65D9-4DE7-844B-8920073A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86" y="1926297"/>
            <a:ext cx="1691370" cy="1600110"/>
          </a:xfrm>
          <a:custGeom xmlns:a="http://schemas.openxmlformats.org/drawingml/2006/main">
            <a:pathLst>
              <a:path w="1691370" h="1600110">
                <a:moveTo>
                  <a:pt x="0" y="0"/>
                </a:moveTo>
                <a:cubicBezTo>
                  <a:pt x="422816" y="0"/>
                  <a:pt x="634211" y="400028"/>
                  <a:pt x="845634" y="800056"/>
                </a:cubicBezTo>
                <a:cubicBezTo>
                  <a:pt x="1057055" y="1200083"/>
                  <a:pt x="1268503" y="1600110"/>
                  <a:pt x="1691370" y="160011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6" name="path-77">
            <a:extLst xmlns:a="http://schemas.openxmlformats.org/drawingml/2006/main">
              <a:ext uri="{FF2B5EF4-FFF2-40B4-BE49-F238E27FC236}">
                <a16:creationId xmlns:a16="http://schemas.microsoft.com/office/drawing/2014/main" id="{0B1413C4-4C34-4EAF-BCD3-3BF79A5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86" y="1926297"/>
            <a:ext cx="1691370" cy="2260467"/>
          </a:xfrm>
          <a:custGeom xmlns:a="http://schemas.openxmlformats.org/drawingml/2006/main">
            <a:pathLst>
              <a:path w="1691370" h="2260467">
                <a:moveTo>
                  <a:pt x="0" y="0"/>
                </a:moveTo>
                <a:cubicBezTo>
                  <a:pt x="422790" y="0"/>
                  <a:pt x="634161" y="565117"/>
                  <a:pt x="845584" y="1130234"/>
                </a:cubicBezTo>
                <a:cubicBezTo>
                  <a:pt x="1057005" y="1695350"/>
                  <a:pt x="1268477" y="2260467"/>
                  <a:pt x="1691370" y="2260467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7" name="path-78">
            <a:extLst xmlns:a="http://schemas.openxmlformats.org/drawingml/2006/main">
              <a:ext uri="{FF2B5EF4-FFF2-40B4-BE49-F238E27FC236}">
                <a16:creationId xmlns:a16="http://schemas.microsoft.com/office/drawing/2014/main" id="{8314CD44-EC67-4E05-9394-A30C33E0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7614" y="692293"/>
            <a:ext cx="1511658" cy="16380"/>
          </a:xfrm>
          <a:custGeom xmlns:a="http://schemas.openxmlformats.org/drawingml/2006/main">
            <a:pathLst>
              <a:path w="1511658" h="16380">
                <a:moveTo>
                  <a:pt x="0" y="16380"/>
                </a:moveTo>
                <a:cubicBezTo>
                  <a:pt x="377930" y="16380"/>
                  <a:pt x="566902" y="12285"/>
                  <a:pt x="755861" y="8190"/>
                </a:cubicBezTo>
                <a:cubicBezTo>
                  <a:pt x="944817" y="4095"/>
                  <a:pt x="1133758" y="0"/>
                  <a:pt x="1511658" y="0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8" name="path-79">
            <a:extLst xmlns:a="http://schemas.openxmlformats.org/drawingml/2006/main">
              <a:ext uri="{FF2B5EF4-FFF2-40B4-BE49-F238E27FC236}">
                <a16:creationId xmlns:a16="http://schemas.microsoft.com/office/drawing/2014/main" id="{E16BEABE-4863-4B09-B39C-C0196FD7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728" y="3880971"/>
            <a:ext cx="6263317" cy="2046119"/>
          </a:xfrm>
          <a:custGeom xmlns:a="http://schemas.openxmlformats.org/drawingml/2006/main">
            <a:pathLst>
              <a:path w="6263317" h="2046119">
                <a:moveTo>
                  <a:pt x="0" y="0"/>
                </a:moveTo>
                <a:cubicBezTo>
                  <a:pt x="1565798" y="0"/>
                  <a:pt x="2348681" y="511530"/>
                  <a:pt x="3131596" y="1023060"/>
                </a:cubicBezTo>
                <a:cubicBezTo>
                  <a:pt x="3914510" y="1534590"/>
                  <a:pt x="4697455" y="2046119"/>
                  <a:pt x="6263317" y="2046119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79" name="path-80">
            <a:extLst xmlns:a="http://schemas.openxmlformats.org/drawingml/2006/main">
              <a:ext uri="{FF2B5EF4-FFF2-40B4-BE49-F238E27FC236}">
                <a16:creationId xmlns:a16="http://schemas.microsoft.com/office/drawing/2014/main" id="{CBE7BB05-5E3B-4044-84A3-16A471D9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728" y="3880971"/>
            <a:ext cx="6263317" cy="2685415"/>
          </a:xfrm>
          <a:custGeom xmlns:a="http://schemas.openxmlformats.org/drawingml/2006/main">
            <a:pathLst>
              <a:path w="6263317" h="2685415">
                <a:moveTo>
                  <a:pt x="0" y="0"/>
                </a:moveTo>
                <a:cubicBezTo>
                  <a:pt x="1565798" y="0"/>
                  <a:pt x="2348681" y="671354"/>
                  <a:pt x="3131596" y="1342707"/>
                </a:cubicBezTo>
                <a:cubicBezTo>
                  <a:pt x="3914510" y="2014061"/>
                  <a:pt x="4697455" y="2685415"/>
                  <a:pt x="6263317" y="2685415"/>
                </a:cubicBez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9718">
            <a:solidFill>
              <a:srgbClr val="134F5C"/>
            </a:solidFill>
            <a:prstDash val="solid"/>
          </a:ln>
        </p:spPr>
      </p:sp>
      <p:sp>
        <p:nvSpPr>
          <p:cNvPr id="80" name="path-81">
            <a:extLst xmlns:a="http://schemas.openxmlformats.org/drawingml/2006/main">
              <a:ext uri="{FF2B5EF4-FFF2-40B4-BE49-F238E27FC236}">
                <a16:creationId xmlns:a16="http://schemas.microsoft.com/office/drawing/2014/main" id="{AB50EE28-97B0-492E-9855-8D58DED7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0907" y="2522030"/>
            <a:ext cx="1611809" cy="1920227"/>
          </a:xfrm>
          <a:custGeom xmlns:a="http://schemas.openxmlformats.org/drawingml/2006/main">
            <a:pathLst>
              <a:path w="1611809" h="1920227">
                <a:moveTo>
                  <a:pt x="0" y="117775"/>
                </a:moveTo>
                <a:lnTo>
                  <a:pt x="0" y="117775"/>
                </a:lnTo>
                <a:cubicBezTo>
                  <a:pt x="0" y="52729"/>
                  <a:pt x="52728" y="0"/>
                  <a:pt x="117775" y="0"/>
                </a:cubicBezTo>
                <a:lnTo>
                  <a:pt x="1494037" y="0"/>
                </a:lnTo>
                <a:cubicBezTo>
                  <a:pt x="1525270" y="0"/>
                  <a:pt x="1555227" y="12408"/>
                  <a:pt x="1577314" y="34496"/>
                </a:cubicBezTo>
                <a:cubicBezTo>
                  <a:pt x="1599404" y="56583"/>
                  <a:pt x="1611809" y="86539"/>
                  <a:pt x="1611809" y="117775"/>
                </a:cubicBezTo>
                <a:lnTo>
                  <a:pt x="1611809" y="1802452"/>
                </a:lnTo>
                <a:cubicBezTo>
                  <a:pt x="1611809" y="1867497"/>
                  <a:pt x="1559081" y="1920227"/>
                  <a:pt x="1494037" y="1920227"/>
                </a:cubicBezTo>
                <a:lnTo>
                  <a:pt x="117775" y="1920227"/>
                </a:lnTo>
                <a:cubicBezTo>
                  <a:pt x="52728" y="1920227"/>
                  <a:pt x="0" y="1867497"/>
                  <a:pt x="0" y="1802452"/>
                </a:cubicBezTo>
                <a:lnTo>
                  <a:pt x="0" y="117775"/>
                </a:lnTo>
              </a:path>
            </a:pathLst>
          </a:custGeom>
          <a:solidFill xmlns:a="http://schemas.openxmlformats.org/drawingml/2006/main">
            <a:srgbClr val="E5E1F6"/>
          </a:solidFill>
          <a:ln xmlns:a="http://schemas.openxmlformats.org/drawingml/2006/main" w="29718">
            <a:solidFill>
              <a:srgbClr val="5A3477"/>
            </a:solidFill>
            <a:prstDash val="dash"/>
          </a:ln>
        </p:spPr>
      </p:sp>
      <p:sp>
        <p:nvSpPr>
          <p:cNvPr id="81" name="path-82">
            <a:extLst xmlns:a="http://schemas.openxmlformats.org/drawingml/2006/main">
              <a:ext uri="{FF2B5EF4-FFF2-40B4-BE49-F238E27FC236}">
                <a16:creationId xmlns:a16="http://schemas.microsoft.com/office/drawing/2014/main" id="{746A0D96-3CD7-40D3-8418-31CE12F1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8908" y="2742800"/>
            <a:ext cx="1586066" cy="1575306"/>
          </a:xfrm>
          <a:custGeom xmlns:a="http://schemas.openxmlformats.org/drawingml/2006/main">
            <a:pathLst>
              <a:path w="1586066" h="1575306">
                <a:moveTo>
                  <a:pt x="0" y="0"/>
                </a:moveTo>
                <a:lnTo>
                  <a:pt x="0" y="1575306"/>
                </a:lnTo>
                <a:lnTo>
                  <a:pt x="1586066" y="1575306"/>
                </a:lnTo>
                <a:lnTo>
                  <a:pt x="1586066" y="0"/>
                </a:lnTo>
                <a:close/>
              </a:path>
            </a:pathLst>
          </a:custGeom>
          <a:solidFill xmlns:a="http://schemas.openxmlformats.org/drawingml/2006/main">
            <a:srgbClr val="E5E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ext-83 Aligned">
            <a:extLst xmlns:a="http://schemas.openxmlformats.org/drawingml/2006/main">
              <a:ext uri="{FF2B5EF4-FFF2-40B4-BE49-F238E27FC236}">
                <a16:creationId xmlns:a16="http://schemas.microsoft.com/office/drawing/2014/main" id="{FE451DD7-00B6-4B23-B3CB-50862B35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22354" y="2708412"/>
            <a:ext cx="989882" cy="3943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pPr>
            <a:r>
              <a:rPr sz="2218" b="0" i="0">
                <a:solidFill>
                  <a:srgbClr val="5A3477"/>
                </a:solidFill>
                <a:latin typeface="Arial"/>
                <a:ea typeface="Arial"/>
                <a:cs typeface="Arial"/>
              </a:rPr>
              <a:t>Aligned</a:t>
            </a:r>
          </a:p>
        </p:txBody>
      </p:sp>
      <p:sp>
        <p:nvSpPr>
          <p:cNvPr id="83" name="text-84 Caption">
            <a:extLst xmlns:a="http://schemas.openxmlformats.org/drawingml/2006/main">
              <a:ext uri="{FF2B5EF4-FFF2-40B4-BE49-F238E27FC236}">
                <a16:creationId xmlns:a16="http://schemas.microsoft.com/office/drawing/2014/main" id="{5DC70CAF-5069-47CD-91D0-DC7CAC0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06646" y="3017431"/>
            <a:ext cx="1021318" cy="39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18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18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pPr>
            <a:r>
              <a:rPr sz="2218" b="0" i="0">
                <a:solidFill>
                  <a:srgbClr val="5A3477"/>
                </a:solidFill>
                <a:latin typeface="Arial"/>
                <a:ea typeface="Arial"/>
                <a:cs typeface="Arial"/>
              </a:rPr>
              <a:t>Caption</a:t>
            </a:r>
          </a:p>
        </p:txBody>
      </p:sp>
      <p:sp>
        <p:nvSpPr>
          <p:cNvPr id="84" name="text-85 T">
            <a:extLst xmlns:a="http://schemas.openxmlformats.org/drawingml/2006/main">
              <a:ext uri="{FF2B5EF4-FFF2-40B4-BE49-F238E27FC236}">
                <a16:creationId xmlns:a16="http://schemas.microsoft.com/office/drawing/2014/main" id="{CC47067F-6471-4336-AB36-0365D18A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0200" y="3479159"/>
            <a:ext cx="436307" cy="721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056" b="1" i="0">
                <a:solidFill>
                  <a:srgbClr val="5A347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6" b="1" i="0">
                <a:solidFill>
                  <a:srgbClr val="5A347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6" b="1" i="0">
                <a:solidFill>
                  <a:srgbClr val="5A3477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5" name="text-86 Text">
            <a:extLst xmlns:a="http://schemas.openxmlformats.org/drawingml/2006/main">
              <a:ext uri="{FF2B5EF4-FFF2-40B4-BE49-F238E27FC236}">
                <a16:creationId xmlns:a16="http://schemas.microsoft.com/office/drawing/2014/main" id="{C48E8B20-2422-4498-B3B2-FE77A217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68237" y="4016308"/>
            <a:ext cx="491821" cy="341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23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23" b="0" i="0">
                <a:solidFill>
                  <a:srgbClr val="5A3477"/>
                </a:solidFill>
                <a:latin typeface="Arial"/>
                <a:ea typeface="Arial"/>
                <a:cs typeface="Arial"/>
              </a:defRPr>
            </a:pPr>
            <a:r>
              <a:rPr sz="1923" b="0" i="0">
                <a:solidFill>
                  <a:srgbClr val="5A3477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06870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2026-10-14T12:18:03.1240000Z</dcterms:created>
  <dcterms:modified xsi:type="dcterms:W3CDTF">2026-10-14T12:18:03.1240000Z</dcterms:modified>
</coreProperties>
</file>