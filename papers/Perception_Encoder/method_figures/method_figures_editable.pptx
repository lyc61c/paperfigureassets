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e559a3210048c3" /><Relationship Type="http://schemas.openxmlformats.org/officeDocument/2006/relationships/extended-properties" Target="/docProps/app.xml" Id="Rda939d72923b4128" /><Relationship Type="http://schemas.openxmlformats.org/officeDocument/2006/relationships/officeDocument" Target="/ppt/presentation.xml" Id="Rcfa75851760b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44042dfb3a45c8"/>
  </p:sldMasterIdLst>
  <p:notesMasterIdLst>
    <p:notesMasterId xmlns:r="http://schemas.openxmlformats.org/officeDocument/2006/relationships" r:id="Rff79c2a3c6724562"/>
  </p:notesMasterIdLst>
  <p:sldIdLst>
    <p:sldId xmlns:r="http://schemas.openxmlformats.org/officeDocument/2006/relationships" id="256" r:id="R5e4b8e9507b8427a"/>
    <p:sldId xmlns:r="http://schemas.openxmlformats.org/officeDocument/2006/relationships" id="257" r:id="Rd0d9c9dde7a4459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c271ef67c46a5" /><Relationship Type="http://schemas.openxmlformats.org/officeDocument/2006/relationships/slideMaster" Target="/ppt/slideMasters/slideMaster1.xml" Id="Rdd44042dfb3a45c8" /><Relationship Type="http://schemas.openxmlformats.org/officeDocument/2006/relationships/notesMaster" Target="/ppt/notesMasters/notesMaster1.xml" Id="Rff79c2a3c6724562" /><Relationship Type="http://schemas.openxmlformats.org/officeDocument/2006/relationships/presProps" Target="/ppt/presProps.xml" Id="R0c7afaa605f64382" /><Relationship Type="http://schemas.openxmlformats.org/officeDocument/2006/relationships/tableStyles" Target="/ppt/tableStyles.xml" Id="R918c14cb8d854580" /><Relationship Type="http://schemas.openxmlformats.org/officeDocument/2006/relationships/slide" Target="/ppt/slides/slide1.xml" Id="R5e4b8e9507b8427a" /><Relationship Type="http://schemas.openxmlformats.org/officeDocument/2006/relationships/slide" Target="/ppt/slides/slide2.xml" Id="Rd0d9c9dde7a445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450775e16445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09189fd9046d6" /><Relationship Type="http://schemas.openxmlformats.org/officeDocument/2006/relationships/notesMaster" Target="/ppt/notesMasters/notesMaster1.xml" Id="R6a28fcea04e6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e0cfaef174d1d" /><Relationship Type="http://schemas.openxmlformats.org/officeDocument/2006/relationships/notesMaster" Target="/ppt/notesMasters/notesMaster1.xml" Id="Rf2a2e5d9b75b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Perception Encoder Family Overview</a:t>
            </a:r>
          </a:p>
          <a:p xmlns:a="http://schemas.openxmlformats.org/drawingml/2006/main">
            <a:r>
              <a:t>Source: https://arxiv.org/abs/2504.13181</a:t>
            </a:r>
          </a:p>
          <a:p xmlns:a="http://schemas.openxmlformats.org/drawingml/2006/main">
            <a:r>
              <a:t>Approved image: image1.png; SHA-256: 6cae77cdb66f1cdac579bdee34351e1cc8a81c0bde526f0719acbe9578aa2b12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(6), whose internal pixels are not editable.</a:t>
            </a:r>
          </a:p>
          <a:p xmlns:a="http://schemas.openxmlformats.org/drawingml/2006/main">
            <a:r>
              <a:t>Font substitution: source PDF families mapped to Arial,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Video Caption Alignment Pipeline</a:t>
            </a:r>
          </a:p>
          <a:p xmlns:a="http://schemas.openxmlformats.org/drawingml/2006/main">
            <a:r>
              <a:t>Source: https://arxiv.org/abs/2504.13181</a:t>
            </a:r>
          </a:p>
          <a:p xmlns:a="http://schemas.openxmlformats.org/drawingml/2006/main">
            <a:r>
              <a:t>Approved image: image2.png; SHA-256: e7368d1c0d2403ca41f353749699292992b5297aa10472354515ee9490b88f0b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(4), whose internal pixels are not editable.</a:t>
            </a:r>
          </a:p>
          <a:p xmlns:a="http://schemas.openxmlformats.org/drawingml/2006/main">
            <a:r>
              <a:t>Font substitution: source PDF families mapped to Arial,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bbd8b4bdd4a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a09c2dbbe48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a9ca23bcf49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81daece6a49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82f0ecfa347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168f1e7434d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A090FF-AD25-434D-8A24-C4F708160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2711C5-2210-4461-BCB1-DE5A1AF21D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5500AE-E63F-486A-901E-CACFC8F23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499D83-F6CF-4ABA-8EAF-BB2BC5D9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955AF6-1E2B-4659-9A00-D035F5284C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83A58B-9503-478E-84BE-76FD3B451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F02930-EB1D-4191-A5ED-2D2B9EC240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66529E-5BCE-456D-81E0-9FD6E453F0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77A5BA-21D7-483F-87E5-B370B3844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6EAB57-6ABF-4E3D-BE6E-CFC4C0A460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80a524d8cf4f96" /><Relationship Type="http://schemas.openxmlformats.org/officeDocument/2006/relationships/slideLayout" Target="/ppt/slideLayouts/slideLayout1.xml" Id="R7367f5ef3709472f" /><Relationship Type="http://schemas.openxmlformats.org/officeDocument/2006/relationships/slideLayout" Target="/ppt/slideLayouts/slideLayout2.xml" Id="Rbcca2d0e15e9479c" /><Relationship Type="http://schemas.openxmlformats.org/officeDocument/2006/relationships/slideLayout" Target="/ppt/slideLayouts/slideLayout3.xml" Id="Ra94464c0e98c4d53" /><Relationship Type="http://schemas.openxmlformats.org/officeDocument/2006/relationships/slideLayout" Target="/ppt/slideLayouts/slideLayout4.xml" Id="R74d4c298be89472c" /><Relationship Type="http://schemas.openxmlformats.org/officeDocument/2006/relationships/slideLayout" Target="/ppt/slideLayouts/slideLayout5.xml" Id="R1c50619793124768" /><Relationship Type="http://schemas.openxmlformats.org/officeDocument/2006/relationships/slideLayout" Target="/ppt/slideLayouts/slideLayout6.xml" Id="R76fc804b74d543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7f5ef3709472f"/>
    <p:sldLayoutId xmlns:r="http://schemas.openxmlformats.org/officeDocument/2006/relationships" id="2147483650" r:id="Rbcca2d0e15e9479c"/>
    <p:sldLayoutId xmlns:r="http://schemas.openxmlformats.org/officeDocument/2006/relationships" id="2147483651" r:id="Ra94464c0e98c4d53"/>
    <p:sldLayoutId xmlns:r="http://schemas.openxmlformats.org/officeDocument/2006/relationships" id="2147483652" r:id="R74d4c298be89472c"/>
    <p:sldLayoutId xmlns:r="http://schemas.openxmlformats.org/officeDocument/2006/relationships" id="2147483653" r:id="R1c50619793124768"/>
    <p:sldLayoutId xmlns:r="http://schemas.openxmlformats.org/officeDocument/2006/relationships" id="2147483654" r:id="R76fc804b74d543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538794f1e4dd6" /><Relationship Type="http://schemas.openxmlformats.org/officeDocument/2006/relationships/image" Target="/ppt/media/image.png" Id="R4d9bc9bc76114241" /><Relationship Type="http://schemas.openxmlformats.org/officeDocument/2006/relationships/image" Target="/ppt/media/image2.png" Id="R415edb58435f4791" /><Relationship Type="http://schemas.openxmlformats.org/officeDocument/2006/relationships/image" Target="/ppt/media/image3.png" Id="R6093ad92966f4280" /><Relationship Type="http://schemas.openxmlformats.org/officeDocument/2006/relationships/image" Target="/ppt/media/image4.png" Id="R33e8e0c929f74182" /><Relationship Type="http://schemas.openxmlformats.org/officeDocument/2006/relationships/image" Target="/ppt/media/image5.png" Id="R4781671cb57b426d" /><Relationship Type="http://schemas.openxmlformats.org/officeDocument/2006/relationships/image" Target="/ppt/media/image6.png" Id="R7d7fd4c1870c4be3" /><Relationship Type="http://schemas.openxmlformats.org/officeDocument/2006/relationships/notesSlide" Target="/ppt/notesSlides/notesSlide1.xml" Id="R994586eb389249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58c9369f84734" /><Relationship Type="http://schemas.openxmlformats.org/officeDocument/2006/relationships/image" Target="/ppt/media/image7.png" Id="Ra0f9fe6d9b7d48b2" /><Relationship Type="http://schemas.openxmlformats.org/officeDocument/2006/relationships/image" Target="/ppt/media/image8.png" Id="R1415b178e95440c2" /><Relationship Type="http://schemas.openxmlformats.org/officeDocument/2006/relationships/image" Target="/ppt/media/image9.png" Id="Rf101f265780d4d94" /><Relationship Type="http://schemas.openxmlformats.org/officeDocument/2006/relationships/image" Target="/ppt/media/image10.png" Id="R19f683c261464284" /><Relationship Type="http://schemas.openxmlformats.org/officeDocument/2006/relationships/notesSlide" Target="/ppt/notesSlides/notesSlide2.xml" Id="Rc8324584f6db4d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path-1">
            <a:extLst xmlns:a="http://schemas.openxmlformats.org/drawingml/2006/main">
              <a:ext uri="{FF2B5EF4-FFF2-40B4-BE49-F238E27FC236}">
                <a16:creationId xmlns:a16="http://schemas.microsoft.com/office/drawing/2014/main" id="{7205980E-E2D7-47D6-A64B-BBE6678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6" y="3138920"/>
            <a:ext cx="18205296" cy="4009159"/>
          </a:xfrm>
          <a:custGeom xmlns:a="http://schemas.openxmlformats.org/drawingml/2006/main">
            <a:pathLst>
              <a:path w="20025825" h="4410075">
                <a:moveTo>
                  <a:pt x="0" y="4410075"/>
                </a:moveTo>
                <a:lnTo>
                  <a:pt x="20025825" y="4410075"/>
                </a:lnTo>
                <a:lnTo>
                  <a:pt x="20025825" y="0"/>
                </a:lnTo>
                <a:lnTo>
                  <a:pt x="0" y="0"/>
                </a:lnTo>
                <a:lnTo>
                  <a:pt x="0" y="44100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754D617B-B51F-4E21-AC4E-B5008CB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16" y="3813351"/>
            <a:ext cx="1279677" cy="152440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8" y="0"/>
                </a:cubicBezTo>
                <a:lnTo>
                  <a:pt x="1304790" y="0"/>
                </a:lnTo>
                <a:cubicBezTo>
                  <a:pt x="1332067" y="0"/>
                  <a:pt x="1358229" y="10836"/>
                  <a:pt x="1377519" y="30126"/>
                </a:cubicBezTo>
                <a:cubicBezTo>
                  <a:pt x="1396807" y="49416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5" y="1676846"/>
                  <a:pt x="1304790" y="1676846"/>
                </a:cubicBezTo>
                <a:lnTo>
                  <a:pt x="102858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6782">
            <a:solidFill>
              <a:srgbClr val="005853"/>
            </a:solidFill>
            <a:prstDash val="dash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EBC67-8F1F-48DC-A0B0-B36BDF8D7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bc9bc76114241"/>
          <a:stretch xmlns:a="http://schemas.openxmlformats.org/drawingml/2006/main"/>
        </p:blipFill>
        <p:spPr>
          <a:xfrm xmlns:a="http://schemas.openxmlformats.org/drawingml/2006/main">
            <a:off x="6763914" y="4467352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th-5">
            <a:extLst xmlns:a="http://schemas.openxmlformats.org/drawingml/2006/main">
              <a:ext uri="{FF2B5EF4-FFF2-40B4-BE49-F238E27FC236}">
                <a16:creationId xmlns:a16="http://schemas.microsoft.com/office/drawing/2014/main" id="{0894A88B-F254-41C7-8F38-51353F8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687" y="5465539"/>
            <a:ext cx="1279677" cy="152440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3"/>
                  <a:pt x="46050" y="0"/>
                  <a:pt x="102856" y="0"/>
                </a:cubicBezTo>
                <a:lnTo>
                  <a:pt x="1304787" y="0"/>
                </a:lnTo>
                <a:cubicBezTo>
                  <a:pt x="1332067" y="0"/>
                  <a:pt x="1358229" y="10836"/>
                  <a:pt x="1377517" y="30126"/>
                </a:cubicBezTo>
                <a:cubicBezTo>
                  <a:pt x="1396807" y="49416"/>
                  <a:pt x="1407645" y="75578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5" y="1676846"/>
                  <a:pt x="1304787" y="1676846"/>
                </a:cubicBezTo>
                <a:lnTo>
                  <a:pt x="102856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6782">
            <a:solidFill>
              <a:srgbClr val="005853"/>
            </a:solidFill>
            <a:prstDash val="dash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B140C-8966-4203-B192-98AAE4887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edb58435f4791"/>
          <a:stretch xmlns:a="http://schemas.openxmlformats.org/drawingml/2006/main"/>
        </p:blipFill>
        <p:spPr>
          <a:xfrm xmlns:a="http://schemas.openxmlformats.org/drawingml/2006/main">
            <a:off x="6772573" y="6112579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6" name="path-8">
            <a:extLst xmlns:a="http://schemas.openxmlformats.org/drawingml/2006/main">
              <a:ext uri="{FF2B5EF4-FFF2-40B4-BE49-F238E27FC236}">
                <a16:creationId xmlns:a16="http://schemas.microsoft.com/office/drawing/2014/main" id="{254BFE38-CE6F-4EEF-B1D9-2957714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5" y="5382024"/>
            <a:ext cx="1279676" cy="1524408"/>
          </a:xfrm>
          <a:custGeom xmlns:a="http://schemas.openxmlformats.org/drawingml/2006/main">
            <a:pathLst>
              <a:path w="1407644" h="1676849">
                <a:moveTo>
                  <a:pt x="0" y="102856"/>
                </a:moveTo>
                <a:lnTo>
                  <a:pt x="0" y="102856"/>
                </a:lnTo>
                <a:cubicBezTo>
                  <a:pt x="0" y="46053"/>
                  <a:pt x="46050" y="0"/>
                  <a:pt x="102857" y="0"/>
                </a:cubicBezTo>
                <a:lnTo>
                  <a:pt x="1304788" y="0"/>
                </a:lnTo>
                <a:cubicBezTo>
                  <a:pt x="1332067" y="0"/>
                  <a:pt x="1358228" y="10836"/>
                  <a:pt x="1377518" y="30126"/>
                </a:cubicBezTo>
                <a:cubicBezTo>
                  <a:pt x="1396807" y="49416"/>
                  <a:pt x="1407644" y="75578"/>
                  <a:pt x="1407644" y="102856"/>
                </a:cubicBezTo>
                <a:lnTo>
                  <a:pt x="1407644" y="1573991"/>
                </a:lnTo>
                <a:cubicBezTo>
                  <a:pt x="1407644" y="1630796"/>
                  <a:pt x="1361595" y="1676849"/>
                  <a:pt x="1304788" y="1676849"/>
                </a:cubicBezTo>
                <a:lnTo>
                  <a:pt x="102857" y="1676849"/>
                </a:lnTo>
                <a:cubicBezTo>
                  <a:pt x="46050" y="1676849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6782">
            <a:solidFill>
              <a:srgbClr val="134F5C"/>
            </a:solidFill>
            <a:prstDash val="dash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3CF48-D2B8-4BD2-9251-F3B6C7882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3ad92966f4280"/>
          <a:stretch xmlns:a="http://schemas.openxmlformats.org/drawingml/2006/main"/>
        </p:blipFill>
        <p:spPr>
          <a:xfrm xmlns:a="http://schemas.openxmlformats.org/drawingml/2006/main">
            <a:off x="538028" y="5826829"/>
            <a:ext cx="476250" cy="467591"/>
          </a:xfrm>
          <a:prstGeom xmlns:a="http://schemas.openxmlformats.org/drawingml/2006/main" prst="rect">
            <a:avLst/>
          </a:prstGeom>
        </p:spPr>
      </p:pic>
      <p:sp>
        <p:nvSpPr>
          <p:cNvPr id="8" name="path-11">
            <a:extLst xmlns:a="http://schemas.openxmlformats.org/drawingml/2006/main">
              <a:ext uri="{FF2B5EF4-FFF2-40B4-BE49-F238E27FC236}">
                <a16:creationId xmlns:a16="http://schemas.microsoft.com/office/drawing/2014/main" id="{DFBA42B1-7ECC-4511-9064-1DAC851E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5" y="3704531"/>
            <a:ext cx="1279676" cy="1524406"/>
          </a:xfrm>
          <a:custGeom xmlns:a="http://schemas.openxmlformats.org/drawingml/2006/main">
            <a:pathLst>
              <a:path w="1407644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7" y="0"/>
                </a:cubicBezTo>
                <a:lnTo>
                  <a:pt x="1304788" y="0"/>
                </a:lnTo>
                <a:cubicBezTo>
                  <a:pt x="1332067" y="0"/>
                  <a:pt x="1358228" y="10836"/>
                  <a:pt x="1377518" y="30126"/>
                </a:cubicBezTo>
                <a:cubicBezTo>
                  <a:pt x="1396807" y="49416"/>
                  <a:pt x="1407644" y="75578"/>
                  <a:pt x="1407644" y="102856"/>
                </a:cubicBezTo>
                <a:lnTo>
                  <a:pt x="1407644" y="1573991"/>
                </a:lnTo>
                <a:cubicBezTo>
                  <a:pt x="1407644" y="1630796"/>
                  <a:pt x="1361595" y="1676846"/>
                  <a:pt x="1304788" y="1676846"/>
                </a:cubicBezTo>
                <a:lnTo>
                  <a:pt x="102857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6782">
            <a:solidFill>
              <a:srgbClr val="005853"/>
            </a:solidFill>
            <a:prstDash val="dash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8BF86-E875-4C16-8BEB-660D2A598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8e0c929f74182"/>
          <a:stretch xmlns:a="http://schemas.openxmlformats.org/drawingml/2006/main"/>
        </p:blipFill>
        <p:spPr>
          <a:xfrm xmlns:a="http://schemas.openxmlformats.org/drawingml/2006/main">
            <a:off x="538028" y="4129648"/>
            <a:ext cx="476250" cy="4762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1EC0F-DE1C-46DC-895F-A2712C2A9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1671cb57b426d"/>
          <a:stretch xmlns:a="http://schemas.openxmlformats.org/drawingml/2006/main"/>
        </p:blipFill>
        <p:spPr>
          <a:xfrm xmlns:a="http://schemas.openxmlformats.org/drawingml/2006/main">
            <a:off x="8054119" y="4805057"/>
            <a:ext cx="441614" cy="415636"/>
          </a:xfrm>
          <a:prstGeom xmlns:a="http://schemas.openxmlformats.org/drawingml/2006/main" prst="rect">
            <a:avLst/>
          </a:prstGeom>
        </p:spPr>
      </p:pic>
      <p:sp>
        <p:nvSpPr>
          <p:cNvPr id="11" name="path-16">
            <a:extLst xmlns:a="http://schemas.openxmlformats.org/drawingml/2006/main">
              <a:ext uri="{FF2B5EF4-FFF2-40B4-BE49-F238E27FC236}">
                <a16:creationId xmlns:a16="http://schemas.microsoft.com/office/drawing/2014/main" id="{5C7A710D-6819-4AF5-A0D5-7DA64D96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375" y="5347289"/>
            <a:ext cx="450875" cy="191"/>
          </a:xfrm>
          <a:custGeom xmlns:a="http://schemas.openxmlformats.org/drawingml/2006/main">
            <a:pathLst>
              <a:path w="495962" h="191">
                <a:moveTo>
                  <a:pt x="0" y="0"/>
                </a:moveTo>
                <a:lnTo>
                  <a:pt x="49596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0347">
            <a:solidFill>
              <a:srgbClr val="5E757C"/>
            </a:solidFill>
            <a:prstDash val="solid"/>
          </a:ln>
        </p:spPr>
      </p:sp>
      <p:sp>
        <p:nvSpPr>
          <p:cNvPr id="12" name="text-18 Image">
            <a:extLst xmlns:a="http://schemas.openxmlformats.org/drawingml/2006/main">
              <a:ext uri="{FF2B5EF4-FFF2-40B4-BE49-F238E27FC236}">
                <a16:creationId xmlns:a16="http://schemas.microsoft.com/office/drawing/2014/main" id="{4794195D-B15B-45AD-85A2-A80A431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5554" y="4909082"/>
            <a:ext cx="568593" cy="269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14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3" name="text-20 Retrieve">
            <a:extLst xmlns:a="http://schemas.openxmlformats.org/drawingml/2006/main">
              <a:ext uri="{FF2B5EF4-FFF2-40B4-BE49-F238E27FC236}">
                <a16:creationId xmlns:a16="http://schemas.microsoft.com/office/drawing/2014/main" id="{9995065B-497F-4F14-A11A-8E11D013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1536" y="3930655"/>
            <a:ext cx="736475" cy="26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86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4" name="text-21 Images">
            <a:extLst xmlns:a="http://schemas.openxmlformats.org/drawingml/2006/main">
              <a:ext uri="{FF2B5EF4-FFF2-40B4-BE49-F238E27FC236}">
                <a16:creationId xmlns:a16="http://schemas.microsoft.com/office/drawing/2014/main" id="{DDCC0139-9578-4F76-B912-64A582B6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2129" y="4129653"/>
            <a:ext cx="633873" cy="25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43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15" name="text-23 Retrieve">
            <a:extLst xmlns:a="http://schemas.openxmlformats.org/drawingml/2006/main">
              <a:ext uri="{FF2B5EF4-FFF2-40B4-BE49-F238E27FC236}">
                <a16:creationId xmlns:a16="http://schemas.microsoft.com/office/drawing/2014/main" id="{16FD0132-5D60-48B7-B63A-A32A9AFB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1807" y="5582843"/>
            <a:ext cx="736475" cy="26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86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text-24 Videos">
            <a:extLst xmlns:a="http://schemas.openxmlformats.org/drawingml/2006/main">
              <a:ext uri="{FF2B5EF4-FFF2-40B4-BE49-F238E27FC236}">
                <a16:creationId xmlns:a16="http://schemas.microsoft.com/office/drawing/2014/main" id="{4BDE5A99-C519-4124-8F7D-D526B4D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5294" y="5775878"/>
            <a:ext cx="609137" cy="264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90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Videos</a:t>
            </a:r>
          </a:p>
        </p:txBody>
      </p:sp>
      <p:sp>
        <p:nvSpPr>
          <p:cNvPr id="17" name="text-26 Video">
            <a:extLst xmlns:a="http://schemas.openxmlformats.org/drawingml/2006/main">
              <a:ext uri="{FF2B5EF4-FFF2-40B4-BE49-F238E27FC236}">
                <a16:creationId xmlns:a16="http://schemas.microsoft.com/office/drawing/2014/main" id="{72973B06-38C4-4A41-832E-F9D7A806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0768" y="6570538"/>
            <a:ext cx="529395" cy="27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34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8" name="text-28 Video">
            <a:extLst xmlns:a="http://schemas.openxmlformats.org/drawingml/2006/main">
              <a:ext uri="{FF2B5EF4-FFF2-40B4-BE49-F238E27FC236}">
                <a16:creationId xmlns:a16="http://schemas.microsoft.com/office/drawing/2014/main" id="{A84E3DD2-ABAB-499E-A336-A120EB96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282" y="6417408"/>
            <a:ext cx="529395" cy="27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4" b="0" i="0">
                <a:solidFill>
                  <a:srgbClr val="134F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4" b="0" i="0">
                <a:solidFill>
                  <a:srgbClr val="134F5C"/>
                </a:solidFill>
                <a:latin typeface="Arial"/>
                <a:ea typeface="Arial"/>
                <a:cs typeface="Arial"/>
              </a:defRPr>
            </a:pPr>
            <a:r>
              <a:rPr sz="1534" b="0" i="0">
                <a:solidFill>
                  <a:srgbClr val="134F5C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9" name="text-30 Image">
            <a:extLst xmlns:a="http://schemas.openxmlformats.org/drawingml/2006/main">
              <a:ext uri="{FF2B5EF4-FFF2-40B4-BE49-F238E27FC236}">
                <a16:creationId xmlns:a16="http://schemas.microsoft.com/office/drawing/2014/main" id="{D9DD6444-02FD-4DC7-A230-4E1768B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387" y="4723905"/>
            <a:ext cx="568593" cy="269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14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20" name="path-31">
            <a:extLst xmlns:a="http://schemas.openxmlformats.org/drawingml/2006/main">
              <a:ext uri="{FF2B5EF4-FFF2-40B4-BE49-F238E27FC236}">
                <a16:creationId xmlns:a16="http://schemas.microsoft.com/office/drawing/2014/main" id="{2C82554E-46B2-4EC1-8510-2BE3E55C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88" y="5404270"/>
            <a:ext cx="538617" cy="918660"/>
          </a:xfrm>
          <a:custGeom xmlns:a="http://schemas.openxmlformats.org/drawingml/2006/main">
            <a:pathLst>
              <a:path w="592478" h="1010526">
                <a:moveTo>
                  <a:pt x="0" y="1010526"/>
                </a:moveTo>
                <a:cubicBezTo>
                  <a:pt x="148156" y="1010526"/>
                  <a:pt x="222252" y="757894"/>
                  <a:pt x="296311" y="505262"/>
                </a:cubicBezTo>
                <a:cubicBezTo>
                  <a:pt x="370371" y="252632"/>
                  <a:pt x="444395" y="0"/>
                  <a:pt x="592478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6782">
            <a:solidFill>
              <a:srgbClr val="327686"/>
            </a:solidFill>
            <a:prstDash val="solid"/>
          </a:ln>
        </p:spPr>
      </p:sp>
      <p:sp>
        <p:nvSpPr>
          <p:cNvPr id="21" name="path-32">
            <a:extLst xmlns:a="http://schemas.openxmlformats.org/drawingml/2006/main">
              <a:ext uri="{FF2B5EF4-FFF2-40B4-BE49-F238E27FC236}">
                <a16:creationId xmlns:a16="http://schemas.microsoft.com/office/drawing/2014/main" id="{42E85734-302A-4DBD-B64B-A24F9640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88" y="4626914"/>
            <a:ext cx="538617" cy="777530"/>
          </a:xfrm>
          <a:custGeom xmlns:a="http://schemas.openxmlformats.org/drawingml/2006/main">
            <a:pathLst>
              <a:path w="592478" h="855283">
                <a:moveTo>
                  <a:pt x="0" y="0"/>
                </a:moveTo>
                <a:cubicBezTo>
                  <a:pt x="148156" y="0"/>
                  <a:pt x="222252" y="213820"/>
                  <a:pt x="296311" y="427643"/>
                </a:cubicBezTo>
                <a:cubicBezTo>
                  <a:pt x="370371" y="641463"/>
                  <a:pt x="444395" y="855283"/>
                  <a:pt x="592478" y="855283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6782">
            <a:solidFill>
              <a:srgbClr val="327686"/>
            </a:solidFill>
            <a:prstDash val="solid"/>
          </a:ln>
        </p:spPr>
      </p:sp>
      <p:sp>
        <p:nvSpPr>
          <p:cNvPr id="22" name="path-33">
            <a:extLst xmlns:a="http://schemas.openxmlformats.org/drawingml/2006/main">
              <a:ext uri="{FF2B5EF4-FFF2-40B4-BE49-F238E27FC236}">
                <a16:creationId xmlns:a16="http://schemas.microsoft.com/office/drawing/2014/main" id="{8F8887D0-3917-4B0B-8B87-8A690EED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422" y="3813373"/>
            <a:ext cx="1259061" cy="1524406"/>
          </a:xfrm>
          <a:custGeom xmlns:a="http://schemas.openxmlformats.org/drawingml/2006/main">
            <a:pathLst>
              <a:path w="1384967" h="1676846">
                <a:moveTo>
                  <a:pt x="0" y="101200"/>
                </a:moveTo>
                <a:lnTo>
                  <a:pt x="0" y="101200"/>
                </a:lnTo>
                <a:cubicBezTo>
                  <a:pt x="0" y="45310"/>
                  <a:pt x="45307" y="0"/>
                  <a:pt x="101199" y="0"/>
                </a:cubicBezTo>
                <a:lnTo>
                  <a:pt x="1283767" y="0"/>
                </a:lnTo>
                <a:cubicBezTo>
                  <a:pt x="1310608" y="0"/>
                  <a:pt x="1336349" y="10664"/>
                  <a:pt x="1355327" y="29642"/>
                </a:cubicBezTo>
                <a:cubicBezTo>
                  <a:pt x="1374306" y="48618"/>
                  <a:pt x="1384967" y="74359"/>
                  <a:pt x="1384967" y="101200"/>
                </a:cubicBezTo>
                <a:lnTo>
                  <a:pt x="1384967" y="1575649"/>
                </a:lnTo>
                <a:cubicBezTo>
                  <a:pt x="1384967" y="1631537"/>
                  <a:pt x="1339657" y="1676846"/>
                  <a:pt x="1283767" y="1676846"/>
                </a:cubicBezTo>
                <a:lnTo>
                  <a:pt x="101199" y="1676846"/>
                </a:lnTo>
                <a:cubicBezTo>
                  <a:pt x="45307" y="1676846"/>
                  <a:pt x="0" y="1631537"/>
                  <a:pt x="0" y="1575649"/>
                </a:cubicBezTo>
                <a:lnTo>
                  <a:pt x="0" y="101200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6782">
            <a:solidFill>
              <a:srgbClr val="005853"/>
            </a:solidFill>
            <a:prstDash val="dash"/>
          </a:ln>
        </p:spPr>
      </p:sp>
      <p:sp>
        <p:nvSpPr>
          <p:cNvPr id="23" name="text-35 Classify">
            <a:extLst xmlns:a="http://schemas.openxmlformats.org/drawingml/2006/main">
              <a:ext uri="{FF2B5EF4-FFF2-40B4-BE49-F238E27FC236}">
                <a16:creationId xmlns:a16="http://schemas.microsoft.com/office/drawing/2014/main" id="{D1B94A67-2BE0-44FA-87AB-5EC86C1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406" y="3932648"/>
            <a:ext cx="687101" cy="261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70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24" name="text-36 Images">
            <a:extLst xmlns:a="http://schemas.openxmlformats.org/drawingml/2006/main">
              <a:ext uri="{FF2B5EF4-FFF2-40B4-BE49-F238E27FC236}">
                <a16:creationId xmlns:a16="http://schemas.microsoft.com/office/drawing/2014/main" id="{C7B70E64-DEE1-4140-8BB9-B09190D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4825" y="4129674"/>
            <a:ext cx="633873" cy="25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43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25" name="text-38 #">
            <a:extLst xmlns:a="http://schemas.openxmlformats.org/drawingml/2006/main">
              <a:ext uri="{FF2B5EF4-FFF2-40B4-BE49-F238E27FC236}">
                <a16:creationId xmlns:a16="http://schemas.microsoft.com/office/drawing/2014/main" id="{5EDB9532-B9AF-460D-93D6-243CE12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122" y="4457629"/>
            <a:ext cx="280063" cy="5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97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97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997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26" name="text-39 Class">
            <a:extLst xmlns:a="http://schemas.openxmlformats.org/drawingml/2006/main">
              <a:ext uri="{FF2B5EF4-FFF2-40B4-BE49-F238E27FC236}">
                <a16:creationId xmlns:a16="http://schemas.microsoft.com/office/drawing/2014/main" id="{E3B91AF9-9405-4596-928F-42922E84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343" y="4919029"/>
            <a:ext cx="488399" cy="255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36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27" name="text-39 Idx">
            <a:extLst xmlns:a="http://schemas.openxmlformats.org/drawingml/2006/main">
              <a:ext uri="{FF2B5EF4-FFF2-40B4-BE49-F238E27FC236}">
                <a16:creationId xmlns:a16="http://schemas.microsoft.com/office/drawing/2014/main" id="{9D176518-6AB6-4A9A-A41D-B31C910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560" y="4905409"/>
            <a:ext cx="296446" cy="27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43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Idx</a:t>
            </a:r>
          </a:p>
        </p:txBody>
      </p:sp>
      <p:sp>
        <p:nvSpPr>
          <p:cNvPr id="28" name="path-40">
            <a:extLst xmlns:a="http://schemas.openxmlformats.org/drawingml/2006/main">
              <a:ext uri="{FF2B5EF4-FFF2-40B4-BE49-F238E27FC236}">
                <a16:creationId xmlns:a16="http://schemas.microsoft.com/office/drawing/2014/main" id="{ABDC0241-5961-4DFE-8A3B-1863AE97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533" y="5465563"/>
            <a:ext cx="1259063" cy="1524406"/>
          </a:xfrm>
          <a:custGeom xmlns:a="http://schemas.openxmlformats.org/drawingml/2006/main">
            <a:pathLst>
              <a:path w="1384970" h="1676846">
                <a:moveTo>
                  <a:pt x="0" y="101197"/>
                </a:moveTo>
                <a:lnTo>
                  <a:pt x="0" y="101197"/>
                </a:lnTo>
                <a:cubicBezTo>
                  <a:pt x="0" y="45307"/>
                  <a:pt x="45310" y="0"/>
                  <a:pt x="101201" y="0"/>
                </a:cubicBezTo>
                <a:lnTo>
                  <a:pt x="1283770" y="0"/>
                </a:lnTo>
                <a:cubicBezTo>
                  <a:pt x="1310608" y="0"/>
                  <a:pt x="1336349" y="10661"/>
                  <a:pt x="1355330" y="29640"/>
                </a:cubicBezTo>
                <a:cubicBezTo>
                  <a:pt x="1374308" y="48618"/>
                  <a:pt x="1384970" y="74359"/>
                  <a:pt x="1384970" y="101197"/>
                </a:cubicBezTo>
                <a:lnTo>
                  <a:pt x="1384970" y="1575646"/>
                </a:lnTo>
                <a:cubicBezTo>
                  <a:pt x="1384970" y="1631537"/>
                  <a:pt x="1339660" y="1676846"/>
                  <a:pt x="1283770" y="1676846"/>
                </a:cubicBezTo>
                <a:lnTo>
                  <a:pt x="101201" y="1676846"/>
                </a:lnTo>
                <a:cubicBezTo>
                  <a:pt x="45310" y="1676846"/>
                  <a:pt x="0" y="1631537"/>
                  <a:pt x="0" y="1575646"/>
                </a:cubicBezTo>
                <a:lnTo>
                  <a:pt x="0" y="101197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16782">
            <a:solidFill>
              <a:srgbClr val="005853"/>
            </a:solidFill>
            <a:prstDash val="dash"/>
          </a:ln>
        </p:spPr>
      </p:sp>
      <p:sp>
        <p:nvSpPr>
          <p:cNvPr id="29" name="text-42 Classify">
            <a:extLst xmlns:a="http://schemas.openxmlformats.org/drawingml/2006/main">
              <a:ext uri="{FF2B5EF4-FFF2-40B4-BE49-F238E27FC236}">
                <a16:creationId xmlns:a16="http://schemas.microsoft.com/office/drawing/2014/main" id="{681901C4-A919-4FCC-B00B-D7B32C4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520" y="5584838"/>
            <a:ext cx="687101" cy="261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70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30" name="text-43 Videos">
            <a:extLst xmlns:a="http://schemas.openxmlformats.org/drawingml/2006/main">
              <a:ext uri="{FF2B5EF4-FFF2-40B4-BE49-F238E27FC236}">
                <a16:creationId xmlns:a16="http://schemas.microsoft.com/office/drawing/2014/main" id="{62E65C31-1926-4C03-990F-17B0D80F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7833" y="5775902"/>
            <a:ext cx="609136" cy="26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0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90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Videos</a:t>
            </a:r>
          </a:p>
        </p:txBody>
      </p:sp>
      <p:sp>
        <p:nvSpPr>
          <p:cNvPr id="31" name="text-45 #">
            <a:extLst xmlns:a="http://schemas.openxmlformats.org/drawingml/2006/main">
              <a:ext uri="{FF2B5EF4-FFF2-40B4-BE49-F238E27FC236}">
                <a16:creationId xmlns:a16="http://schemas.microsoft.com/office/drawing/2014/main" id="{583AF4DF-0823-4799-A3B9-717E204E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234" y="6109819"/>
            <a:ext cx="280063" cy="5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97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97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997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32" name="text-46 Class">
            <a:extLst xmlns:a="http://schemas.openxmlformats.org/drawingml/2006/main">
              <a:ext uri="{FF2B5EF4-FFF2-40B4-BE49-F238E27FC236}">
                <a16:creationId xmlns:a16="http://schemas.microsoft.com/office/drawing/2014/main" id="{3FD2A12E-6B5F-4D49-BEBB-BA7637D0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456" y="6571220"/>
            <a:ext cx="488399" cy="255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436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33" name="text-46 Idx">
            <a:extLst xmlns:a="http://schemas.openxmlformats.org/drawingml/2006/main">
              <a:ext uri="{FF2B5EF4-FFF2-40B4-BE49-F238E27FC236}">
                <a16:creationId xmlns:a16="http://schemas.microsoft.com/office/drawing/2014/main" id="{AE40FF2A-96C7-407B-A12F-7691A60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72" y="6557600"/>
            <a:ext cx="296446" cy="27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0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543" b="0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Idx</a:t>
            </a:r>
          </a:p>
        </p:txBody>
      </p:sp>
      <p:sp>
        <p:nvSpPr>
          <p:cNvPr id="34" name="path-47">
            <a:extLst xmlns:a="http://schemas.openxmlformats.org/drawingml/2006/main">
              <a:ext uri="{FF2B5EF4-FFF2-40B4-BE49-F238E27FC236}">
                <a16:creationId xmlns:a16="http://schemas.microsoft.com/office/drawing/2014/main" id="{68EA4984-E655-4511-A04F-9F534075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537" y="4764254"/>
            <a:ext cx="2435666" cy="1280207"/>
          </a:xfrm>
          <a:custGeom xmlns:a="http://schemas.openxmlformats.org/drawingml/2006/main">
            <a:pathLst>
              <a:path w="2679233" h="1408227">
                <a:moveTo>
                  <a:pt x="0" y="86086"/>
                </a:moveTo>
                <a:lnTo>
                  <a:pt x="0" y="86086"/>
                </a:lnTo>
                <a:cubicBezTo>
                  <a:pt x="0" y="38542"/>
                  <a:pt x="38542" y="0"/>
                  <a:pt x="86085" y="0"/>
                </a:cubicBezTo>
                <a:lnTo>
                  <a:pt x="2593148" y="0"/>
                </a:lnTo>
                <a:cubicBezTo>
                  <a:pt x="2615979" y="0"/>
                  <a:pt x="2637877" y="9071"/>
                  <a:pt x="2654019" y="25214"/>
                </a:cubicBezTo>
                <a:cubicBezTo>
                  <a:pt x="2670164" y="41359"/>
                  <a:pt x="2679233" y="63254"/>
                  <a:pt x="2679233" y="86086"/>
                </a:cubicBezTo>
                <a:lnTo>
                  <a:pt x="2679233" y="1322141"/>
                </a:lnTo>
                <a:cubicBezTo>
                  <a:pt x="2679233" y="1369686"/>
                  <a:pt x="2640693" y="1408227"/>
                  <a:pt x="2593148" y="1408227"/>
                </a:cubicBezTo>
                <a:lnTo>
                  <a:pt x="86085" y="1408227"/>
                </a:lnTo>
                <a:cubicBezTo>
                  <a:pt x="38542" y="1408227"/>
                  <a:pt x="0" y="1369686"/>
                  <a:pt x="0" y="1322141"/>
                </a:cubicBezTo>
                <a:lnTo>
                  <a:pt x="0" y="86086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33564">
            <a:solidFill>
              <a:srgbClr val="005853"/>
            </a:solidFill>
            <a:prstDash val="solid"/>
          </a:ln>
        </p:spPr>
      </p:sp>
      <p:sp>
        <p:nvSpPr>
          <p:cNvPr id="35" name="text-48 PE">
            <a:extLst xmlns:a="http://schemas.openxmlformats.org/drawingml/2006/main">
              <a:ext uri="{FF2B5EF4-FFF2-40B4-BE49-F238E27FC236}">
                <a16:creationId xmlns:a16="http://schemas.microsoft.com/office/drawing/2014/main" id="{12EF0604-36F1-4D3B-A47D-AA6AE155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1823" y="4987929"/>
            <a:ext cx="641352" cy="59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36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36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3336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36" name="text-49 Core">
            <a:extLst xmlns:a="http://schemas.openxmlformats.org/drawingml/2006/main">
              <a:ext uri="{FF2B5EF4-FFF2-40B4-BE49-F238E27FC236}">
                <a16:creationId xmlns:a16="http://schemas.microsoft.com/office/drawing/2014/main" id="{D98E1EBA-C476-46DF-A525-B0322107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3506" y="5406418"/>
            <a:ext cx="716433" cy="427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4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4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404" b="0" i="1">
                <a:solidFill>
                  <a:srgbClr val="005853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37" name="path-50">
            <a:extLst xmlns:a="http://schemas.openxmlformats.org/drawingml/2006/main">
              <a:ext uri="{FF2B5EF4-FFF2-40B4-BE49-F238E27FC236}">
                <a16:creationId xmlns:a16="http://schemas.microsoft.com/office/drawing/2014/main" id="{423759BF-3699-4776-B173-6339C0CC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460" y="3746352"/>
            <a:ext cx="2435665" cy="1280204"/>
          </a:xfrm>
          <a:custGeom xmlns:a="http://schemas.openxmlformats.org/drawingml/2006/main">
            <a:pathLst>
              <a:path w="2679232" h="1408225">
                <a:moveTo>
                  <a:pt x="0" y="86084"/>
                </a:moveTo>
                <a:lnTo>
                  <a:pt x="0" y="86084"/>
                </a:lnTo>
                <a:cubicBezTo>
                  <a:pt x="0" y="38542"/>
                  <a:pt x="38542" y="0"/>
                  <a:pt x="86084" y="0"/>
                </a:cubicBezTo>
                <a:lnTo>
                  <a:pt x="2593148" y="0"/>
                </a:lnTo>
                <a:cubicBezTo>
                  <a:pt x="2615978" y="0"/>
                  <a:pt x="2637875" y="9068"/>
                  <a:pt x="2654018" y="25214"/>
                </a:cubicBezTo>
                <a:cubicBezTo>
                  <a:pt x="2670164" y="41356"/>
                  <a:pt x="2679232" y="63254"/>
                  <a:pt x="2679232" y="86084"/>
                </a:cubicBezTo>
                <a:lnTo>
                  <a:pt x="2679232" y="1322141"/>
                </a:lnTo>
                <a:cubicBezTo>
                  <a:pt x="2679232" y="1369683"/>
                  <a:pt x="2640693" y="1408225"/>
                  <a:pt x="2593148" y="1408225"/>
                </a:cubicBezTo>
                <a:lnTo>
                  <a:pt x="86084" y="1408225"/>
                </a:lnTo>
                <a:cubicBezTo>
                  <a:pt x="38542" y="1408225"/>
                  <a:pt x="0" y="1369683"/>
                  <a:pt x="0" y="1322141"/>
                </a:cubicBezTo>
                <a:lnTo>
                  <a:pt x="0" y="86084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33564">
            <a:solidFill>
              <a:srgbClr val="144E74"/>
            </a:solidFill>
            <a:prstDash val="solid"/>
          </a:ln>
        </p:spPr>
      </p:sp>
      <p:sp>
        <p:nvSpPr>
          <p:cNvPr id="38" name="text-51 PE">
            <a:extLst xmlns:a="http://schemas.openxmlformats.org/drawingml/2006/main">
              <a:ext uri="{FF2B5EF4-FFF2-40B4-BE49-F238E27FC236}">
                <a16:creationId xmlns:a16="http://schemas.microsoft.com/office/drawing/2014/main" id="{76BAE876-A591-407D-A537-608B4B4A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1744" y="3970026"/>
            <a:ext cx="641352" cy="59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36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36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3336" b="1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39" name="text-52 Language">
            <a:extLst xmlns:a="http://schemas.openxmlformats.org/drawingml/2006/main">
              <a:ext uri="{FF2B5EF4-FFF2-40B4-BE49-F238E27FC236}">
                <a16:creationId xmlns:a16="http://schemas.microsoft.com/office/drawing/2014/main" id="{B4A73C25-FCC6-4A5D-AE46-426290CB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5008" y="4383843"/>
            <a:ext cx="1434322" cy="433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0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0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2440" b="0" i="1">
                <a:solidFill>
                  <a:srgbClr val="144E74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40" name="path-53">
            <a:extLst xmlns:a="http://schemas.openxmlformats.org/drawingml/2006/main">
              <a:ext uri="{FF2B5EF4-FFF2-40B4-BE49-F238E27FC236}">
                <a16:creationId xmlns:a16="http://schemas.microsoft.com/office/drawing/2014/main" id="{CD23FC69-D37D-448F-8AD2-A9813FF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722" y="3627357"/>
            <a:ext cx="1279677" cy="152440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90" y="0"/>
                </a:lnTo>
                <a:cubicBezTo>
                  <a:pt x="1332067" y="0"/>
                  <a:pt x="1358229" y="10833"/>
                  <a:pt x="1377519" y="30123"/>
                </a:cubicBezTo>
                <a:cubicBezTo>
                  <a:pt x="1396810" y="49413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3"/>
                  <a:pt x="1361592" y="1676846"/>
                  <a:pt x="1304790" y="1676846"/>
                </a:cubicBezTo>
                <a:lnTo>
                  <a:pt x="102856" y="1676846"/>
                </a:lnTo>
                <a:cubicBezTo>
                  <a:pt x="46050" y="1676846"/>
                  <a:pt x="0" y="1630793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6782">
            <a:solidFill>
              <a:srgbClr val="144E74"/>
            </a:solidFill>
            <a:prstDash val="dash"/>
          </a:ln>
        </p:spPr>
      </p:sp>
      <p:sp>
        <p:nvSpPr>
          <p:cNvPr id="41" name="text-55 OCR">
            <a:extLst xmlns:a="http://schemas.openxmlformats.org/drawingml/2006/main">
              <a:ext uri="{FF2B5EF4-FFF2-40B4-BE49-F238E27FC236}">
                <a16:creationId xmlns:a16="http://schemas.microsoft.com/office/drawing/2014/main" id="{A76EB5A3-80D6-484F-A8A6-D77E606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6707" y="3850954"/>
            <a:ext cx="430336" cy="25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411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OCR</a:t>
            </a:r>
          </a:p>
        </p:txBody>
      </p:sp>
      <p:sp>
        <p:nvSpPr>
          <p:cNvPr id="42" name="text-55 Q&amp;A">
            <a:extLst xmlns:a="http://schemas.openxmlformats.org/drawingml/2006/main">
              <a:ext uri="{FF2B5EF4-FFF2-40B4-BE49-F238E27FC236}">
                <a16:creationId xmlns:a16="http://schemas.microsoft.com/office/drawing/2014/main" id="{5CD1C894-7197-4CE6-B5E7-7A6851FD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3321" y="3841788"/>
            <a:ext cx="431627" cy="26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483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43" name="text-57 T">
            <a:extLst xmlns:a="http://schemas.openxmlformats.org/drawingml/2006/main">
              <a:ext uri="{FF2B5EF4-FFF2-40B4-BE49-F238E27FC236}">
                <a16:creationId xmlns:a16="http://schemas.microsoft.com/office/drawing/2014/main" id="{6B08A07C-45E7-4DD3-A6C7-0FA44B69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6927" y="4271694"/>
            <a:ext cx="322211" cy="53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4" name="text-58 Text">
            <a:extLst xmlns:a="http://schemas.openxmlformats.org/drawingml/2006/main">
              <a:ext uri="{FF2B5EF4-FFF2-40B4-BE49-F238E27FC236}">
                <a16:creationId xmlns:a16="http://schemas.microsoft.com/office/drawing/2014/main" id="{E20A10B8-AC29-4550-91AE-D4F78F6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0028" y="4714598"/>
            <a:ext cx="404000" cy="28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581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5" name="path-59">
            <a:extLst xmlns:a="http://schemas.openxmlformats.org/drawingml/2006/main">
              <a:ext uri="{FF2B5EF4-FFF2-40B4-BE49-F238E27FC236}">
                <a16:creationId xmlns:a16="http://schemas.microsoft.com/office/drawing/2014/main" id="{6F1521A6-C503-495C-BD46-75B4C0AA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152" y="3627357"/>
            <a:ext cx="1279675" cy="1524406"/>
          </a:xfrm>
          <a:custGeom xmlns:a="http://schemas.openxmlformats.org/drawingml/2006/main">
            <a:pathLst>
              <a:path w="1407643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87" y="0"/>
                </a:lnTo>
                <a:cubicBezTo>
                  <a:pt x="1332067" y="0"/>
                  <a:pt x="1358229" y="10833"/>
                  <a:pt x="1377519" y="30123"/>
                </a:cubicBezTo>
                <a:cubicBezTo>
                  <a:pt x="1396810" y="49413"/>
                  <a:pt x="1407643" y="75576"/>
                  <a:pt x="1407643" y="102856"/>
                </a:cubicBezTo>
                <a:lnTo>
                  <a:pt x="1407643" y="1573991"/>
                </a:lnTo>
                <a:cubicBezTo>
                  <a:pt x="1407643" y="1630793"/>
                  <a:pt x="1361592" y="1676846"/>
                  <a:pt x="1304787" y="1676846"/>
                </a:cubicBezTo>
                <a:lnTo>
                  <a:pt x="102856" y="1676846"/>
                </a:lnTo>
                <a:cubicBezTo>
                  <a:pt x="46050" y="1676846"/>
                  <a:pt x="0" y="1630793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6782">
            <a:solidFill>
              <a:srgbClr val="144E74"/>
            </a:solidFill>
            <a:prstDash val="dash"/>
          </a:ln>
        </p:spPr>
      </p:sp>
      <p:sp>
        <p:nvSpPr>
          <p:cNvPr id="46" name="text-61 Captioning">
            <a:extLst xmlns:a="http://schemas.openxmlformats.org/drawingml/2006/main">
              <a:ext uri="{FF2B5EF4-FFF2-40B4-BE49-F238E27FC236}">
                <a16:creationId xmlns:a16="http://schemas.microsoft.com/office/drawing/2014/main" id="{6238F088-CCF6-4AAE-A761-DF725CE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4751" y="3839909"/>
            <a:ext cx="943678" cy="26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8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498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Captioning</a:t>
            </a:r>
          </a:p>
        </p:txBody>
      </p:sp>
      <p:sp>
        <p:nvSpPr>
          <p:cNvPr id="47" name="text-63 T">
            <a:extLst xmlns:a="http://schemas.openxmlformats.org/drawingml/2006/main">
              <a:ext uri="{FF2B5EF4-FFF2-40B4-BE49-F238E27FC236}">
                <a16:creationId xmlns:a16="http://schemas.microsoft.com/office/drawing/2014/main" id="{4315C5AF-1C5F-4D91-8F31-239E0FCE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2355" y="4271694"/>
            <a:ext cx="322211" cy="53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8" name="text-64 Text">
            <a:extLst xmlns:a="http://schemas.openxmlformats.org/drawingml/2006/main">
              <a:ext uri="{FF2B5EF4-FFF2-40B4-BE49-F238E27FC236}">
                <a16:creationId xmlns:a16="http://schemas.microsoft.com/office/drawing/2014/main" id="{E7530DAD-55BD-42F8-8E69-B2162B95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95456" y="4714598"/>
            <a:ext cx="404000" cy="28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581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9" name="path-65">
            <a:extLst xmlns:a="http://schemas.openxmlformats.org/drawingml/2006/main">
              <a:ext uri="{FF2B5EF4-FFF2-40B4-BE49-F238E27FC236}">
                <a16:creationId xmlns:a16="http://schemas.microsoft.com/office/drawing/2014/main" id="{3E56D260-24A4-4A60-A3F6-AED85C7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583" y="3627357"/>
            <a:ext cx="1279675" cy="1524406"/>
          </a:xfrm>
          <a:custGeom xmlns:a="http://schemas.openxmlformats.org/drawingml/2006/main">
            <a:pathLst>
              <a:path w="1407643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87" y="0"/>
                </a:lnTo>
                <a:cubicBezTo>
                  <a:pt x="1332067" y="0"/>
                  <a:pt x="1358226" y="10833"/>
                  <a:pt x="1377517" y="30123"/>
                </a:cubicBezTo>
                <a:cubicBezTo>
                  <a:pt x="1396807" y="49413"/>
                  <a:pt x="1407643" y="75576"/>
                  <a:pt x="1407643" y="102856"/>
                </a:cubicBezTo>
                <a:lnTo>
                  <a:pt x="1407643" y="1573991"/>
                </a:lnTo>
                <a:cubicBezTo>
                  <a:pt x="1407643" y="1630793"/>
                  <a:pt x="1361592" y="1676846"/>
                  <a:pt x="1304787" y="1676846"/>
                </a:cubicBezTo>
                <a:lnTo>
                  <a:pt x="102856" y="1676846"/>
                </a:lnTo>
                <a:cubicBezTo>
                  <a:pt x="46050" y="1676846"/>
                  <a:pt x="0" y="1630793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6782">
            <a:solidFill>
              <a:srgbClr val="144E74"/>
            </a:solidFill>
            <a:prstDash val="dash"/>
          </a:ln>
        </p:spPr>
      </p:sp>
      <p:sp>
        <p:nvSpPr>
          <p:cNvPr id="50" name="text-67 Video">
            <a:extLst xmlns:a="http://schemas.openxmlformats.org/drawingml/2006/main">
              <a:ext uri="{FF2B5EF4-FFF2-40B4-BE49-F238E27FC236}">
                <a16:creationId xmlns:a16="http://schemas.microsoft.com/office/drawing/2014/main" id="{CE6D6A7D-294E-4F89-A8D4-F3EAADDD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54133" y="3839148"/>
            <a:ext cx="519389" cy="267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4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51" name="text-67 Q&amp;A">
            <a:extLst xmlns:a="http://schemas.openxmlformats.org/drawingml/2006/main">
              <a:ext uri="{FF2B5EF4-FFF2-40B4-BE49-F238E27FC236}">
                <a16:creationId xmlns:a16="http://schemas.microsoft.com/office/drawing/2014/main" id="{4967D543-6EBB-4E5E-9AE1-4B494B52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7676" y="3841788"/>
            <a:ext cx="431627" cy="26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483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52" name="text-69 T">
            <a:extLst xmlns:a="http://schemas.openxmlformats.org/drawingml/2006/main">
              <a:ext uri="{FF2B5EF4-FFF2-40B4-BE49-F238E27FC236}">
                <a16:creationId xmlns:a16="http://schemas.microsoft.com/office/drawing/2014/main" id="{A2DFA19A-D60A-4431-94B8-BACD82A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7785" y="4271694"/>
            <a:ext cx="322211" cy="53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96" b="1" i="0">
                <a:solidFill>
                  <a:srgbClr val="144E7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3" name="text-70 Text">
            <a:extLst xmlns:a="http://schemas.openxmlformats.org/drawingml/2006/main">
              <a:ext uri="{FF2B5EF4-FFF2-40B4-BE49-F238E27FC236}">
                <a16:creationId xmlns:a16="http://schemas.microsoft.com/office/drawing/2014/main" id="{382207B5-E205-41CE-B7F2-EE75BF97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30886" y="4714598"/>
            <a:ext cx="404000" cy="28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581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4" name="path-71">
            <a:extLst xmlns:a="http://schemas.openxmlformats.org/drawingml/2006/main">
              <a:ext uri="{FF2B5EF4-FFF2-40B4-BE49-F238E27FC236}">
                <a16:creationId xmlns:a16="http://schemas.microsoft.com/office/drawing/2014/main" id="{B6817552-5F98-4FD2-84CF-A5C22EEA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9546" y="3621148"/>
            <a:ext cx="1279676" cy="1524406"/>
          </a:xfrm>
          <a:custGeom xmlns:a="http://schemas.openxmlformats.org/drawingml/2006/main">
            <a:pathLst>
              <a:path w="1407644" h="1676846">
                <a:moveTo>
                  <a:pt x="0" y="102856"/>
                </a:moveTo>
                <a:lnTo>
                  <a:pt x="0" y="102856"/>
                </a:lnTo>
                <a:cubicBezTo>
                  <a:pt x="0" y="46053"/>
                  <a:pt x="46053" y="0"/>
                  <a:pt x="102858" y="0"/>
                </a:cubicBezTo>
                <a:lnTo>
                  <a:pt x="1304788" y="0"/>
                </a:lnTo>
                <a:cubicBezTo>
                  <a:pt x="1332068" y="0"/>
                  <a:pt x="1358230" y="10836"/>
                  <a:pt x="1377521" y="30126"/>
                </a:cubicBezTo>
                <a:cubicBezTo>
                  <a:pt x="1396806" y="49416"/>
                  <a:pt x="1407644" y="75578"/>
                  <a:pt x="1407644" y="102856"/>
                </a:cubicBezTo>
                <a:lnTo>
                  <a:pt x="1407644" y="1573991"/>
                </a:lnTo>
                <a:cubicBezTo>
                  <a:pt x="1407644" y="1630796"/>
                  <a:pt x="1361594" y="1676846"/>
                  <a:pt x="1304788" y="1676846"/>
                </a:cubicBezTo>
                <a:lnTo>
                  <a:pt x="102858" y="1676846"/>
                </a:lnTo>
                <a:cubicBezTo>
                  <a:pt x="46053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6782">
            <a:solidFill>
              <a:srgbClr val="144E74"/>
            </a:solidFill>
            <a:prstDash val="dash"/>
          </a:ln>
        </p:spPr>
      </p:sp>
      <p:sp>
        <p:nvSpPr>
          <p:cNvPr id="55" name="text-73 Grounding">
            <a:extLst xmlns:a="http://schemas.openxmlformats.org/drawingml/2006/main">
              <a:ext uri="{FF2B5EF4-FFF2-40B4-BE49-F238E27FC236}">
                <a16:creationId xmlns:a16="http://schemas.microsoft.com/office/drawing/2014/main" id="{204659E9-53FB-4F5B-9E3C-DDBFC0BD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0725" y="3835831"/>
            <a:ext cx="912109" cy="26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481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56" name="text-75 Box">
            <a:extLst xmlns:a="http://schemas.openxmlformats.org/drawingml/2006/main">
              <a:ext uri="{FF2B5EF4-FFF2-40B4-BE49-F238E27FC236}">
                <a16:creationId xmlns:a16="http://schemas.microsoft.com/office/drawing/2014/main" id="{C3334B56-DA2C-4BFA-8CCC-8B61B0C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9905" y="4715490"/>
            <a:ext cx="364009" cy="267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0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507" b="0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Box</a:t>
            </a:r>
          </a:p>
        </p:txBody>
      </p:sp>
      <p:sp>
        <p:nvSpPr>
          <p:cNvPr id="57" name="path-76">
            <a:extLst xmlns:a="http://schemas.openxmlformats.org/drawingml/2006/main">
              <a:ext uri="{FF2B5EF4-FFF2-40B4-BE49-F238E27FC236}">
                <a16:creationId xmlns:a16="http://schemas.microsoft.com/office/drawing/2014/main" id="{617B4DB2-2B71-4AB7-A8C9-F58ADDCE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1920" y="4269660"/>
            <a:ext cx="251075" cy="251072"/>
          </a:xfrm>
          <a:custGeom xmlns:a="http://schemas.openxmlformats.org/drawingml/2006/main">
            <a:pathLst>
              <a:path w="276182" h="276180">
                <a:moveTo>
                  <a:pt x="0" y="0"/>
                </a:moveTo>
                <a:lnTo>
                  <a:pt x="0" y="276180"/>
                </a:lnTo>
                <a:lnTo>
                  <a:pt x="276182" y="276180"/>
                </a:lnTo>
                <a:lnTo>
                  <a:pt x="27618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564">
            <a:solidFill>
              <a:srgbClr val="2C4978"/>
            </a:solidFill>
            <a:prstDash val="solid"/>
          </a:ln>
        </p:spPr>
      </p:sp>
      <p:sp>
        <p:nvSpPr>
          <p:cNvPr id="58" name="path-77">
            <a:extLst xmlns:a="http://schemas.openxmlformats.org/drawingml/2006/main">
              <a:ext uri="{FF2B5EF4-FFF2-40B4-BE49-F238E27FC236}">
                <a16:creationId xmlns:a16="http://schemas.microsoft.com/office/drawing/2014/main" id="{DDDD9D44-7A65-4294-B896-447398C6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6179" y="4389827"/>
            <a:ext cx="251075" cy="251072"/>
          </a:xfrm>
          <a:custGeom xmlns:a="http://schemas.openxmlformats.org/drawingml/2006/main">
            <a:pathLst>
              <a:path w="276182" h="276180">
                <a:moveTo>
                  <a:pt x="0" y="0"/>
                </a:moveTo>
                <a:lnTo>
                  <a:pt x="0" y="276180"/>
                </a:lnTo>
                <a:lnTo>
                  <a:pt x="276182" y="276180"/>
                </a:lnTo>
                <a:lnTo>
                  <a:pt x="27618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564">
            <a:solidFill>
              <a:srgbClr val="2C4978"/>
            </a:solidFill>
            <a:prstDash val="solid"/>
          </a:ln>
        </p:spPr>
      </p:sp>
      <p:sp>
        <p:nvSpPr>
          <p:cNvPr id="59" name="path-78">
            <a:extLst xmlns:a="http://schemas.openxmlformats.org/drawingml/2006/main">
              <a:ext uri="{FF2B5EF4-FFF2-40B4-BE49-F238E27FC236}">
                <a16:creationId xmlns:a16="http://schemas.microsoft.com/office/drawing/2014/main" id="{96AF3696-9B26-4E6B-9E96-BF1FD232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479" y="5724628"/>
            <a:ext cx="2435668" cy="1280204"/>
          </a:xfrm>
          <a:custGeom xmlns:a="http://schemas.openxmlformats.org/drawingml/2006/main">
            <a:pathLst>
              <a:path w="2679234" h="1408225">
                <a:moveTo>
                  <a:pt x="0" y="86086"/>
                </a:moveTo>
                <a:lnTo>
                  <a:pt x="0" y="86086"/>
                </a:lnTo>
                <a:cubicBezTo>
                  <a:pt x="0" y="38542"/>
                  <a:pt x="38542" y="0"/>
                  <a:pt x="86084" y="0"/>
                </a:cubicBezTo>
                <a:lnTo>
                  <a:pt x="2593148" y="0"/>
                </a:lnTo>
                <a:cubicBezTo>
                  <a:pt x="2615978" y="0"/>
                  <a:pt x="2637875" y="9071"/>
                  <a:pt x="2654021" y="25214"/>
                </a:cubicBezTo>
                <a:cubicBezTo>
                  <a:pt x="2670164" y="41356"/>
                  <a:pt x="2679234" y="63256"/>
                  <a:pt x="2679234" y="86086"/>
                </a:cubicBezTo>
                <a:lnTo>
                  <a:pt x="2679234" y="1322141"/>
                </a:lnTo>
                <a:cubicBezTo>
                  <a:pt x="2679234" y="1369686"/>
                  <a:pt x="2640693" y="1408225"/>
                  <a:pt x="2593148" y="1408225"/>
                </a:cubicBezTo>
                <a:lnTo>
                  <a:pt x="86084" y="1408225"/>
                </a:lnTo>
                <a:cubicBezTo>
                  <a:pt x="38542" y="1408225"/>
                  <a:pt x="0" y="1369686"/>
                  <a:pt x="0" y="1322141"/>
                </a:cubicBezTo>
                <a:lnTo>
                  <a:pt x="0" y="8608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33564">
            <a:solidFill>
              <a:srgbClr val="4F3A7B"/>
            </a:solidFill>
            <a:prstDash val="solid"/>
          </a:ln>
        </p:spPr>
      </p:sp>
      <p:sp>
        <p:nvSpPr>
          <p:cNvPr id="60" name="text-79 PE">
            <a:extLst xmlns:a="http://schemas.openxmlformats.org/drawingml/2006/main">
              <a:ext uri="{FF2B5EF4-FFF2-40B4-BE49-F238E27FC236}">
                <a16:creationId xmlns:a16="http://schemas.microsoft.com/office/drawing/2014/main" id="{E9D4254D-7B2F-40D2-BFDB-A35E6879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1763" y="5948304"/>
            <a:ext cx="641352" cy="59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36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36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3336" b="1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61" name="text-80 Spatial">
            <a:extLst xmlns:a="http://schemas.openxmlformats.org/drawingml/2006/main">
              <a:ext uri="{FF2B5EF4-FFF2-40B4-BE49-F238E27FC236}">
                <a16:creationId xmlns:a16="http://schemas.microsoft.com/office/drawing/2014/main" id="{C1643BB8-BFF9-4DF8-BC07-06045E79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771" y="6355619"/>
            <a:ext cx="1024171" cy="442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92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92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2492" b="0" i="1">
                <a:solidFill>
                  <a:srgbClr val="4F3A7B"/>
                </a:solidFill>
                <a:latin typeface="Arial"/>
                <a:ea typeface="Arial"/>
                <a:cs typeface="Arial"/>
              </a:rPr>
              <a:t>Spatial</a:t>
            </a:r>
          </a:p>
        </p:txBody>
      </p:sp>
      <p:sp>
        <p:nvSpPr>
          <p:cNvPr id="62" name="path-81">
            <a:extLst xmlns:a="http://schemas.openxmlformats.org/drawingml/2006/main">
              <a:ext uri="{FF2B5EF4-FFF2-40B4-BE49-F238E27FC236}">
                <a16:creationId xmlns:a16="http://schemas.microsoft.com/office/drawing/2014/main" id="{539A24D1-4C1F-4372-810F-710087D1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507" y="5555420"/>
            <a:ext cx="1279677" cy="152440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48" y="0"/>
                  <a:pt x="102856" y="0"/>
                </a:cubicBezTo>
                <a:lnTo>
                  <a:pt x="1304784" y="0"/>
                </a:lnTo>
                <a:cubicBezTo>
                  <a:pt x="1332067" y="0"/>
                  <a:pt x="1358229" y="10836"/>
                  <a:pt x="1377517" y="30126"/>
                </a:cubicBezTo>
                <a:cubicBezTo>
                  <a:pt x="1396807" y="49416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2" y="1676846"/>
                  <a:pt x="1304784" y="1676846"/>
                </a:cubicBezTo>
                <a:lnTo>
                  <a:pt x="102856" y="1676846"/>
                </a:lnTo>
                <a:cubicBezTo>
                  <a:pt x="46048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6782">
            <a:solidFill>
              <a:srgbClr val="4F3A7B"/>
            </a:solidFill>
            <a:prstDash val="dash"/>
          </a:ln>
        </p:spPr>
      </p:sp>
      <p:sp>
        <p:nvSpPr>
          <p:cNvPr id="63" name="text-83 Detect">
            <a:extLst xmlns:a="http://schemas.openxmlformats.org/drawingml/2006/main">
              <a:ext uri="{FF2B5EF4-FFF2-40B4-BE49-F238E27FC236}">
                <a16:creationId xmlns:a16="http://schemas.microsoft.com/office/drawing/2014/main" id="{7229F584-B7C9-4402-BF67-8CF5565A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6905" y="5756366"/>
            <a:ext cx="619562" cy="282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89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64" name="text-85 Box">
            <a:extLst xmlns:a="http://schemas.openxmlformats.org/drawingml/2006/main">
              <a:ext uri="{FF2B5EF4-FFF2-40B4-BE49-F238E27FC236}">
                <a16:creationId xmlns:a16="http://schemas.microsoft.com/office/drawing/2014/main" id="{C2E9E4E4-27C9-4AD7-95EA-8FD0AF18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3672" y="6652006"/>
            <a:ext cx="364010" cy="267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07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Box</a:t>
            </a:r>
          </a:p>
        </p:txBody>
      </p:sp>
      <p:sp>
        <p:nvSpPr>
          <p:cNvPr id="65" name="path-86">
            <a:extLst xmlns:a="http://schemas.openxmlformats.org/drawingml/2006/main">
              <a:ext uri="{FF2B5EF4-FFF2-40B4-BE49-F238E27FC236}">
                <a16:creationId xmlns:a16="http://schemas.microsoft.com/office/drawing/2014/main" id="{8F69CB91-0841-415E-99F3-03CF3D6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689" y="6206179"/>
            <a:ext cx="251072" cy="251072"/>
          </a:xfrm>
          <a:custGeom xmlns:a="http://schemas.openxmlformats.org/drawingml/2006/main">
            <a:pathLst>
              <a:path w="276180" h="276180">
                <a:moveTo>
                  <a:pt x="0" y="0"/>
                </a:moveTo>
                <a:lnTo>
                  <a:pt x="0" y="276180"/>
                </a:lnTo>
                <a:lnTo>
                  <a:pt x="276180" y="276180"/>
                </a:lnTo>
                <a:lnTo>
                  <a:pt x="27618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564">
            <a:solidFill>
              <a:srgbClr val="4F3A7B"/>
            </a:solidFill>
            <a:prstDash val="solid"/>
          </a:ln>
        </p:spPr>
      </p:sp>
      <p:sp>
        <p:nvSpPr>
          <p:cNvPr id="66" name="path-87">
            <a:extLst xmlns:a="http://schemas.openxmlformats.org/drawingml/2006/main">
              <a:ext uri="{FF2B5EF4-FFF2-40B4-BE49-F238E27FC236}">
                <a16:creationId xmlns:a16="http://schemas.microsoft.com/office/drawing/2014/main" id="{8B3DB684-F95A-40D6-96C0-811F38E9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947" y="6326344"/>
            <a:ext cx="251072" cy="251072"/>
          </a:xfrm>
          <a:custGeom xmlns:a="http://schemas.openxmlformats.org/drawingml/2006/main">
            <a:pathLst>
              <a:path w="276180" h="276180">
                <a:moveTo>
                  <a:pt x="0" y="0"/>
                </a:moveTo>
                <a:lnTo>
                  <a:pt x="0" y="276180"/>
                </a:lnTo>
                <a:lnTo>
                  <a:pt x="276180" y="276180"/>
                </a:lnTo>
                <a:lnTo>
                  <a:pt x="27618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564">
            <a:solidFill>
              <a:srgbClr val="4F3A7B"/>
            </a:solidFill>
            <a:prstDash val="solid"/>
          </a:ln>
        </p:spPr>
      </p:sp>
      <p:sp>
        <p:nvSpPr>
          <p:cNvPr id="67" name="path-88">
            <a:extLst xmlns:a="http://schemas.openxmlformats.org/drawingml/2006/main">
              <a:ext uri="{FF2B5EF4-FFF2-40B4-BE49-F238E27FC236}">
                <a16:creationId xmlns:a16="http://schemas.microsoft.com/office/drawing/2014/main" id="{5FF4C7A9-8505-444B-B446-38A6ACF1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4577" y="5555420"/>
            <a:ext cx="1279679" cy="1524406"/>
          </a:xfrm>
          <a:custGeom xmlns:a="http://schemas.openxmlformats.org/drawingml/2006/main">
            <a:pathLst>
              <a:path w="1407646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50" y="0"/>
                  <a:pt x="102856" y="0"/>
                </a:cubicBezTo>
                <a:lnTo>
                  <a:pt x="1304786" y="0"/>
                </a:lnTo>
                <a:cubicBezTo>
                  <a:pt x="1332071" y="0"/>
                  <a:pt x="1358228" y="10836"/>
                  <a:pt x="1377518" y="30126"/>
                </a:cubicBezTo>
                <a:cubicBezTo>
                  <a:pt x="1396808" y="49416"/>
                  <a:pt x="1407646" y="75576"/>
                  <a:pt x="1407646" y="102856"/>
                </a:cubicBezTo>
                <a:lnTo>
                  <a:pt x="1407646" y="1573991"/>
                </a:lnTo>
                <a:cubicBezTo>
                  <a:pt x="1407646" y="1630796"/>
                  <a:pt x="1361596" y="1676846"/>
                  <a:pt x="1304786" y="1676846"/>
                </a:cubicBezTo>
                <a:lnTo>
                  <a:pt x="102856" y="1676846"/>
                </a:lnTo>
                <a:cubicBezTo>
                  <a:pt x="46050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6782">
            <a:solidFill>
              <a:srgbClr val="4F3A7B"/>
            </a:solidFill>
            <a:prstDash val="dash"/>
          </a:ln>
        </p:spPr>
      </p:sp>
      <p:sp>
        <p:nvSpPr>
          <p:cNvPr id="68" name="text-90 Estimate">
            <a:extLst xmlns:a="http://schemas.openxmlformats.org/drawingml/2006/main">
              <a:ext uri="{FF2B5EF4-FFF2-40B4-BE49-F238E27FC236}">
                <a16:creationId xmlns:a16="http://schemas.microsoft.com/office/drawing/2014/main" id="{382DB745-A712-4AE9-9A51-F37B663E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50917" y="5664063"/>
            <a:ext cx="803098" cy="276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54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69" name="text-91 Depth">
            <a:extLst xmlns:a="http://schemas.openxmlformats.org/drawingml/2006/main">
              <a:ext uri="{FF2B5EF4-FFF2-40B4-BE49-F238E27FC236}">
                <a16:creationId xmlns:a16="http://schemas.microsoft.com/office/drawing/2014/main" id="{66B5258F-F7AD-4492-90D1-9D6A186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70961" y="5857280"/>
            <a:ext cx="563076" cy="276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57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Depth</a:t>
            </a:r>
          </a:p>
        </p:txBody>
      </p:sp>
      <p:sp>
        <p:nvSpPr>
          <p:cNvPr id="70" name="text-93 Depth">
            <a:extLst xmlns:a="http://schemas.openxmlformats.org/drawingml/2006/main">
              <a:ext uri="{FF2B5EF4-FFF2-40B4-BE49-F238E27FC236}">
                <a16:creationId xmlns:a16="http://schemas.microsoft.com/office/drawing/2014/main" id="{DF5D5ECE-6398-401B-BF34-8A466D7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7265" y="6642937"/>
            <a:ext cx="570698" cy="280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8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8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78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Depth</a:t>
            </a:r>
          </a:p>
        </p:txBody>
      </p:sp>
      <p:sp>
        <p:nvSpPr>
          <p:cNvPr id="71" name="text-93 Map">
            <a:extLst xmlns:a="http://schemas.openxmlformats.org/drawingml/2006/main">
              <a:ext uri="{FF2B5EF4-FFF2-40B4-BE49-F238E27FC236}">
                <a16:creationId xmlns:a16="http://schemas.microsoft.com/office/drawing/2014/main" id="{1EE1762E-4E89-4C78-81EE-33106FC0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32425" y="6648167"/>
            <a:ext cx="414734" cy="273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7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37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9A7599-767E-4E1A-BF85-D04717E70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fd4c1870c4be3"/>
          <a:stretch xmlns:a="http://schemas.openxmlformats.org/drawingml/2006/main"/>
        </p:blipFill>
        <p:spPr>
          <a:xfrm xmlns:a="http://schemas.openxmlformats.org/drawingml/2006/main">
            <a:off x="17328005" y="6216489"/>
            <a:ext cx="441614" cy="450273"/>
          </a:xfrm>
          <a:prstGeom xmlns:a="http://schemas.openxmlformats.org/drawingml/2006/main" prst="rect">
            <a:avLst/>
          </a:prstGeom>
        </p:spPr>
      </p:pic>
      <p:sp>
        <p:nvSpPr>
          <p:cNvPr id="73" name="path-96">
            <a:extLst xmlns:a="http://schemas.openxmlformats.org/drawingml/2006/main">
              <a:ext uri="{FF2B5EF4-FFF2-40B4-BE49-F238E27FC236}">
                <a16:creationId xmlns:a16="http://schemas.microsoft.com/office/drawing/2014/main" id="{FA134A09-543E-4698-93E4-E8173AB6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5888" y="5555420"/>
            <a:ext cx="1279677" cy="1524406"/>
          </a:xfrm>
          <a:custGeom xmlns:a="http://schemas.openxmlformats.org/drawingml/2006/main">
            <a:pathLst>
              <a:path w="1407645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48" y="0"/>
                  <a:pt x="102856" y="0"/>
                </a:cubicBezTo>
                <a:lnTo>
                  <a:pt x="1304784" y="0"/>
                </a:lnTo>
                <a:cubicBezTo>
                  <a:pt x="1332067" y="0"/>
                  <a:pt x="1358229" y="10836"/>
                  <a:pt x="1377517" y="30126"/>
                </a:cubicBezTo>
                <a:cubicBezTo>
                  <a:pt x="1396807" y="49416"/>
                  <a:pt x="1407645" y="75576"/>
                  <a:pt x="1407645" y="102856"/>
                </a:cubicBezTo>
                <a:lnTo>
                  <a:pt x="1407645" y="1573991"/>
                </a:lnTo>
                <a:cubicBezTo>
                  <a:pt x="1407645" y="1630796"/>
                  <a:pt x="1361592" y="1676846"/>
                  <a:pt x="1304784" y="1676846"/>
                </a:cubicBezTo>
                <a:lnTo>
                  <a:pt x="102856" y="1676846"/>
                </a:lnTo>
                <a:cubicBezTo>
                  <a:pt x="46048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6782">
            <a:solidFill>
              <a:srgbClr val="4F3A7B"/>
            </a:solidFill>
            <a:prstDash val="dash"/>
          </a:ln>
        </p:spPr>
      </p:sp>
      <p:sp>
        <p:nvSpPr>
          <p:cNvPr id="74" name="text-98 Track">
            <a:extLst xmlns:a="http://schemas.openxmlformats.org/drawingml/2006/main">
              <a:ext uri="{FF2B5EF4-FFF2-40B4-BE49-F238E27FC236}">
                <a16:creationId xmlns:a16="http://schemas.microsoft.com/office/drawing/2014/main" id="{9664D3B4-BFC4-4ECB-A362-0D478DF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76302" y="5771676"/>
            <a:ext cx="492866" cy="26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9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9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469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75" name="text-100 Masklet">
            <a:extLst xmlns:a="http://schemas.openxmlformats.org/drawingml/2006/main">
              <a:ext uri="{FF2B5EF4-FFF2-40B4-BE49-F238E27FC236}">
                <a16:creationId xmlns:a16="http://schemas.microsoft.com/office/drawing/2014/main" id="{728D8665-652A-4D01-AE87-12D1BB4D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5342" y="6645582"/>
            <a:ext cx="716741" cy="27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58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Masklet</a:t>
            </a:r>
          </a:p>
        </p:txBody>
      </p:sp>
      <p:sp>
        <p:nvSpPr>
          <p:cNvPr id="76" name="path-101">
            <a:extLst xmlns:a="http://schemas.openxmlformats.org/drawingml/2006/main">
              <a:ext uri="{FF2B5EF4-FFF2-40B4-BE49-F238E27FC236}">
                <a16:creationId xmlns:a16="http://schemas.microsoft.com/office/drawing/2014/main" id="{048F013D-1267-4F4B-B83F-33A36070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7198" y="5555420"/>
            <a:ext cx="1279675" cy="1524406"/>
          </a:xfrm>
          <a:custGeom xmlns:a="http://schemas.openxmlformats.org/drawingml/2006/main">
            <a:pathLst>
              <a:path w="1407643" h="1676846">
                <a:moveTo>
                  <a:pt x="0" y="102856"/>
                </a:moveTo>
                <a:lnTo>
                  <a:pt x="0" y="102856"/>
                </a:lnTo>
                <a:cubicBezTo>
                  <a:pt x="0" y="46050"/>
                  <a:pt x="46048" y="0"/>
                  <a:pt x="102856" y="0"/>
                </a:cubicBezTo>
                <a:lnTo>
                  <a:pt x="1304784" y="0"/>
                </a:lnTo>
                <a:cubicBezTo>
                  <a:pt x="1332067" y="0"/>
                  <a:pt x="1358226" y="10836"/>
                  <a:pt x="1377514" y="30126"/>
                </a:cubicBezTo>
                <a:cubicBezTo>
                  <a:pt x="1396804" y="49416"/>
                  <a:pt x="1407643" y="75576"/>
                  <a:pt x="1407643" y="102856"/>
                </a:cubicBezTo>
                <a:lnTo>
                  <a:pt x="1407643" y="1573991"/>
                </a:lnTo>
                <a:cubicBezTo>
                  <a:pt x="1407643" y="1630796"/>
                  <a:pt x="1361592" y="1676846"/>
                  <a:pt x="1304784" y="1676846"/>
                </a:cubicBezTo>
                <a:lnTo>
                  <a:pt x="102856" y="1676846"/>
                </a:lnTo>
                <a:cubicBezTo>
                  <a:pt x="46048" y="1676846"/>
                  <a:pt x="0" y="1630796"/>
                  <a:pt x="0" y="1573991"/>
                </a:cubicBezTo>
                <a:lnTo>
                  <a:pt x="0" y="1028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6782">
            <a:solidFill>
              <a:srgbClr val="4F3A7B"/>
            </a:solidFill>
            <a:prstDash val="dash"/>
          </a:ln>
        </p:spPr>
      </p:sp>
      <p:sp>
        <p:nvSpPr>
          <p:cNvPr id="77" name="text-103 Segment">
            <a:extLst xmlns:a="http://schemas.openxmlformats.org/drawingml/2006/main">
              <a:ext uri="{FF2B5EF4-FFF2-40B4-BE49-F238E27FC236}">
                <a16:creationId xmlns:a16="http://schemas.microsoft.com/office/drawing/2014/main" id="{6AFFC84F-1F12-4A78-890C-7FA6310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5777" y="5767503"/>
            <a:ext cx="797508" cy="267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02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Segment</a:t>
            </a:r>
          </a:p>
        </p:txBody>
      </p:sp>
      <p:sp>
        <p:nvSpPr>
          <p:cNvPr id="78" name="text-105 Mask">
            <a:extLst xmlns:a="http://schemas.openxmlformats.org/drawingml/2006/main">
              <a:ext uri="{FF2B5EF4-FFF2-40B4-BE49-F238E27FC236}">
                <a16:creationId xmlns:a16="http://schemas.microsoft.com/office/drawing/2014/main" id="{F71EF69A-9BB6-4DC6-8F11-1D3344F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7887" y="6651347"/>
            <a:ext cx="493105" cy="268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0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79" name="path-106">
            <a:extLst xmlns:a="http://schemas.openxmlformats.org/drawingml/2006/main">
              <a:ext uri="{FF2B5EF4-FFF2-40B4-BE49-F238E27FC236}">
                <a16:creationId xmlns:a16="http://schemas.microsoft.com/office/drawing/2014/main" id="{43485A0F-4C30-44F6-91CA-42C39BC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6924" y="6390307"/>
            <a:ext cx="234018" cy="242136"/>
          </a:xfrm>
          <a:custGeom xmlns:a="http://schemas.openxmlformats.org/drawingml/2006/main">
            <a:pathLst>
              <a:path w="257420" h="266350">
                <a:moveTo>
                  <a:pt x="155352" y="249170"/>
                </a:moveTo>
                <a:lnTo>
                  <a:pt x="155352" y="249170"/>
                </a:lnTo>
                <a:cubicBezTo>
                  <a:pt x="91287" y="266350"/>
                  <a:pt x="25429" y="228344"/>
                  <a:pt x="8249" y="164282"/>
                </a:cubicBezTo>
                <a:cubicBezTo>
                  <a:pt x="0" y="133517"/>
                  <a:pt x="4309" y="100735"/>
                  <a:pt x="20229" y="73151"/>
                </a:cubicBezTo>
                <a:cubicBezTo>
                  <a:pt x="36148" y="45564"/>
                  <a:pt x="62375" y="25429"/>
                  <a:pt x="93138" y="17180"/>
                </a:cubicBezTo>
                <a:cubicBezTo>
                  <a:pt x="157202" y="0"/>
                  <a:pt x="223060" y="38004"/>
                  <a:pt x="240240" y="102068"/>
                </a:cubicBezTo>
                <a:cubicBezTo>
                  <a:pt x="257420" y="166132"/>
                  <a:pt x="219416" y="231990"/>
                  <a:pt x="155352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107">
            <a:extLst xmlns:a="http://schemas.openxmlformats.org/drawingml/2006/main">
              <a:ext uri="{FF2B5EF4-FFF2-40B4-BE49-F238E27FC236}">
                <a16:creationId xmlns:a16="http://schemas.microsoft.com/office/drawing/2014/main" id="{8D862B61-1964-44AA-86D0-D3B04CB3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5155" y="6355562"/>
            <a:ext cx="234020" cy="242136"/>
          </a:xfrm>
          <a:custGeom xmlns:a="http://schemas.openxmlformats.org/drawingml/2006/main">
            <a:pathLst>
              <a:path w="257422" h="266350">
                <a:moveTo>
                  <a:pt x="155354" y="249170"/>
                </a:moveTo>
                <a:lnTo>
                  <a:pt x="155354" y="249170"/>
                </a:lnTo>
                <a:cubicBezTo>
                  <a:pt x="91290" y="266350"/>
                  <a:pt x="25429" y="228344"/>
                  <a:pt x="8252" y="164279"/>
                </a:cubicBezTo>
                <a:cubicBezTo>
                  <a:pt x="0" y="133517"/>
                  <a:pt x="4309" y="100735"/>
                  <a:pt x="20229" y="73151"/>
                </a:cubicBezTo>
                <a:cubicBezTo>
                  <a:pt x="36148" y="45562"/>
                  <a:pt x="62375" y="25427"/>
                  <a:pt x="93140" y="17177"/>
                </a:cubicBezTo>
                <a:cubicBezTo>
                  <a:pt x="157199" y="0"/>
                  <a:pt x="223060" y="38004"/>
                  <a:pt x="240242" y="102068"/>
                </a:cubicBezTo>
                <a:cubicBezTo>
                  <a:pt x="257422" y="166130"/>
                  <a:pt x="219413" y="231990"/>
                  <a:pt x="155354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108">
            <a:extLst xmlns:a="http://schemas.openxmlformats.org/drawingml/2006/main">
              <a:ext uri="{FF2B5EF4-FFF2-40B4-BE49-F238E27FC236}">
                <a16:creationId xmlns:a16="http://schemas.microsoft.com/office/drawing/2014/main" id="{85D2E86F-74E8-41F5-8A51-2DA6A05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9979" y="6289734"/>
            <a:ext cx="234018" cy="242136"/>
          </a:xfrm>
          <a:custGeom xmlns:a="http://schemas.openxmlformats.org/drawingml/2006/main">
            <a:pathLst>
              <a:path w="257420" h="266350">
                <a:moveTo>
                  <a:pt x="155352" y="249170"/>
                </a:moveTo>
                <a:lnTo>
                  <a:pt x="155352" y="249170"/>
                </a:lnTo>
                <a:cubicBezTo>
                  <a:pt x="91290" y="266350"/>
                  <a:pt x="25427" y="228344"/>
                  <a:pt x="8249" y="164282"/>
                </a:cubicBezTo>
                <a:cubicBezTo>
                  <a:pt x="0" y="133517"/>
                  <a:pt x="4309" y="100735"/>
                  <a:pt x="20229" y="73148"/>
                </a:cubicBezTo>
                <a:cubicBezTo>
                  <a:pt x="36148" y="45564"/>
                  <a:pt x="62375" y="25429"/>
                  <a:pt x="93138" y="17180"/>
                </a:cubicBezTo>
                <a:cubicBezTo>
                  <a:pt x="157199" y="0"/>
                  <a:pt x="223060" y="38004"/>
                  <a:pt x="240240" y="102068"/>
                </a:cubicBezTo>
                <a:cubicBezTo>
                  <a:pt x="257420" y="166132"/>
                  <a:pt x="219413" y="231990"/>
                  <a:pt x="155352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109">
            <a:extLst xmlns:a="http://schemas.openxmlformats.org/drawingml/2006/main">
              <a:ext uri="{FF2B5EF4-FFF2-40B4-BE49-F238E27FC236}">
                <a16:creationId xmlns:a16="http://schemas.microsoft.com/office/drawing/2014/main" id="{A8F115AC-1597-414E-9149-1CF4AB08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3735" y="6230679"/>
            <a:ext cx="234018" cy="242136"/>
          </a:xfrm>
          <a:custGeom xmlns:a="http://schemas.openxmlformats.org/drawingml/2006/main">
            <a:pathLst>
              <a:path w="257420" h="266350">
                <a:moveTo>
                  <a:pt x="155352" y="249173"/>
                </a:moveTo>
                <a:lnTo>
                  <a:pt x="155352" y="249173"/>
                </a:lnTo>
                <a:cubicBezTo>
                  <a:pt x="91287" y="266350"/>
                  <a:pt x="25429" y="228344"/>
                  <a:pt x="8249" y="164282"/>
                </a:cubicBezTo>
                <a:cubicBezTo>
                  <a:pt x="0" y="133519"/>
                  <a:pt x="4309" y="100737"/>
                  <a:pt x="20229" y="73148"/>
                </a:cubicBezTo>
                <a:cubicBezTo>
                  <a:pt x="36148" y="45562"/>
                  <a:pt x="62372" y="25429"/>
                  <a:pt x="93138" y="17180"/>
                </a:cubicBezTo>
                <a:cubicBezTo>
                  <a:pt x="157202" y="0"/>
                  <a:pt x="223060" y="38006"/>
                  <a:pt x="240240" y="102071"/>
                </a:cubicBezTo>
                <a:cubicBezTo>
                  <a:pt x="257420" y="166130"/>
                  <a:pt x="219413" y="231993"/>
                  <a:pt x="155352" y="249173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110">
            <a:extLst xmlns:a="http://schemas.openxmlformats.org/drawingml/2006/main">
              <a:ext uri="{FF2B5EF4-FFF2-40B4-BE49-F238E27FC236}">
                <a16:creationId xmlns:a16="http://schemas.microsoft.com/office/drawing/2014/main" id="{918D87C5-C399-4B25-8C5F-5D4920B4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2520" y="6230688"/>
            <a:ext cx="234018" cy="242136"/>
          </a:xfrm>
          <a:custGeom xmlns:a="http://schemas.openxmlformats.org/drawingml/2006/main">
            <a:pathLst>
              <a:path w="257420" h="266350">
                <a:moveTo>
                  <a:pt x="155349" y="249170"/>
                </a:moveTo>
                <a:lnTo>
                  <a:pt x="155349" y="249170"/>
                </a:lnTo>
                <a:cubicBezTo>
                  <a:pt x="91287" y="266350"/>
                  <a:pt x="25427" y="228344"/>
                  <a:pt x="8247" y="164282"/>
                </a:cubicBezTo>
                <a:cubicBezTo>
                  <a:pt x="0" y="133517"/>
                  <a:pt x="4309" y="100735"/>
                  <a:pt x="20229" y="73148"/>
                </a:cubicBezTo>
                <a:cubicBezTo>
                  <a:pt x="36148" y="45564"/>
                  <a:pt x="62372" y="25429"/>
                  <a:pt x="93138" y="17180"/>
                </a:cubicBezTo>
                <a:cubicBezTo>
                  <a:pt x="157199" y="0"/>
                  <a:pt x="223060" y="38004"/>
                  <a:pt x="240240" y="102068"/>
                </a:cubicBezTo>
                <a:cubicBezTo>
                  <a:pt x="257420" y="166132"/>
                  <a:pt x="219413" y="231990"/>
                  <a:pt x="155349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111">
            <a:extLst xmlns:a="http://schemas.openxmlformats.org/drawingml/2006/main">
              <a:ext uri="{FF2B5EF4-FFF2-40B4-BE49-F238E27FC236}">
                <a16:creationId xmlns:a16="http://schemas.microsoft.com/office/drawing/2014/main" id="{1389BF7B-0F80-4012-BFC5-8B12CE1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3039" y="6361875"/>
            <a:ext cx="234020" cy="242136"/>
          </a:xfrm>
          <a:custGeom xmlns:a="http://schemas.openxmlformats.org/drawingml/2006/main">
            <a:pathLst>
              <a:path w="257422" h="266350">
                <a:moveTo>
                  <a:pt x="155354" y="249173"/>
                </a:moveTo>
                <a:lnTo>
                  <a:pt x="155354" y="249173"/>
                </a:lnTo>
                <a:cubicBezTo>
                  <a:pt x="91290" y="266350"/>
                  <a:pt x="25429" y="228346"/>
                  <a:pt x="8252" y="164282"/>
                </a:cubicBezTo>
                <a:cubicBezTo>
                  <a:pt x="0" y="133519"/>
                  <a:pt x="4309" y="100737"/>
                  <a:pt x="20229" y="73151"/>
                </a:cubicBezTo>
                <a:cubicBezTo>
                  <a:pt x="36148" y="45564"/>
                  <a:pt x="62375" y="25429"/>
                  <a:pt x="93140" y="17180"/>
                </a:cubicBezTo>
                <a:cubicBezTo>
                  <a:pt x="157202" y="0"/>
                  <a:pt x="223062" y="38006"/>
                  <a:pt x="240242" y="102071"/>
                </a:cubicBezTo>
                <a:cubicBezTo>
                  <a:pt x="257422" y="166132"/>
                  <a:pt x="219416" y="231993"/>
                  <a:pt x="155354" y="249173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112">
            <a:extLst xmlns:a="http://schemas.openxmlformats.org/drawingml/2006/main">
              <a:ext uri="{FF2B5EF4-FFF2-40B4-BE49-F238E27FC236}">
                <a16:creationId xmlns:a16="http://schemas.microsoft.com/office/drawing/2014/main" id="{4C7F82A5-015F-46AB-8A29-4DF70B72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1332" y="6204530"/>
            <a:ext cx="234018" cy="242136"/>
          </a:xfrm>
          <a:custGeom xmlns:a="http://schemas.openxmlformats.org/drawingml/2006/main">
            <a:pathLst>
              <a:path w="257420" h="266350">
                <a:moveTo>
                  <a:pt x="155352" y="249170"/>
                </a:moveTo>
                <a:lnTo>
                  <a:pt x="155352" y="249170"/>
                </a:lnTo>
                <a:cubicBezTo>
                  <a:pt x="91292" y="266350"/>
                  <a:pt x="25429" y="228344"/>
                  <a:pt x="8249" y="164282"/>
                </a:cubicBezTo>
                <a:cubicBezTo>
                  <a:pt x="0" y="133517"/>
                  <a:pt x="4309" y="100735"/>
                  <a:pt x="20231" y="73151"/>
                </a:cubicBezTo>
                <a:cubicBezTo>
                  <a:pt x="36150" y="45562"/>
                  <a:pt x="62378" y="25432"/>
                  <a:pt x="93140" y="17180"/>
                </a:cubicBezTo>
                <a:cubicBezTo>
                  <a:pt x="157202" y="0"/>
                  <a:pt x="223062" y="38004"/>
                  <a:pt x="240242" y="102068"/>
                </a:cubicBezTo>
                <a:cubicBezTo>
                  <a:pt x="257420" y="166130"/>
                  <a:pt x="219416" y="231990"/>
                  <a:pt x="155352" y="249170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114">
            <a:extLst xmlns:a="http://schemas.openxmlformats.org/drawingml/2006/main">
              <a:ext uri="{FF2B5EF4-FFF2-40B4-BE49-F238E27FC236}">
                <a16:creationId xmlns:a16="http://schemas.microsoft.com/office/drawing/2014/main" id="{13BF7223-0D20-43F6-A1A2-AAB7984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2125" y="4386453"/>
            <a:ext cx="229673" cy="1373"/>
          </a:xfrm>
          <a:custGeom xmlns:a="http://schemas.openxmlformats.org/drawingml/2006/main">
            <a:pathLst>
              <a:path w="252640" h="1510">
                <a:moveTo>
                  <a:pt x="0" y="0"/>
                </a:moveTo>
                <a:lnTo>
                  <a:pt x="252640" y="1510"/>
                </a:lnTo>
              </a:path>
            </a:pathLst>
          </a:custGeom>
          <a:noFill xmlns:a="http://schemas.openxmlformats.org/drawingml/2006/main"/>
          <a:ln xmlns:a="http://schemas.openxmlformats.org/drawingml/2006/main" w="50347">
            <a:solidFill>
              <a:srgbClr val="144E74"/>
            </a:solidFill>
            <a:prstDash val="solid"/>
          </a:ln>
        </p:spPr>
      </p:sp>
      <p:sp>
        <p:nvSpPr>
          <p:cNvPr id="87" name="path-115">
            <a:extLst xmlns:a="http://schemas.openxmlformats.org/drawingml/2006/main">
              <a:ext uri="{FF2B5EF4-FFF2-40B4-BE49-F238E27FC236}">
                <a16:creationId xmlns:a16="http://schemas.microsoft.com/office/drawing/2014/main" id="{F2238630-F923-44AB-BBCD-656FB35F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302" y="4304665"/>
            <a:ext cx="228968" cy="166317"/>
          </a:xfrm>
          <a:custGeom xmlns:a="http://schemas.openxmlformats.org/drawingml/2006/main">
            <a:pathLst>
              <a:path w="251865" h="182948">
                <a:moveTo>
                  <a:pt x="0" y="182948"/>
                </a:moveTo>
                <a:lnTo>
                  <a:pt x="251865" y="92974"/>
                </a:lnTo>
                <a:lnTo>
                  <a:pt x="1089" y="0"/>
                </a:lnTo>
                <a:lnTo>
                  <a:pt x="0" y="182948"/>
                </a:lnTo>
              </a:path>
            </a:pathLst>
          </a:custGeom>
          <a:solidFill xmlns:a="http://schemas.openxmlformats.org/drawingml/2006/main">
            <a:srgbClr val="144E74"/>
          </a:solidFill>
          <a:ln xmlns:a="http://schemas.openxmlformats.org/drawingml/2006/main" w="50347">
            <a:solidFill>
              <a:srgbClr val="144E74"/>
            </a:solidFill>
            <a:prstDash val="solid"/>
          </a:ln>
        </p:spPr>
      </p:sp>
      <p:sp>
        <p:nvSpPr>
          <p:cNvPr id="88" name="path-117">
            <a:extLst xmlns:a="http://schemas.openxmlformats.org/drawingml/2006/main">
              <a:ext uri="{FF2B5EF4-FFF2-40B4-BE49-F238E27FC236}">
                <a16:creationId xmlns:a16="http://schemas.microsoft.com/office/drawing/2014/main" id="{FF9F059F-8F03-40BA-83AD-23A6272B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6664" y="6365722"/>
            <a:ext cx="229774" cy="6167"/>
          </a:xfrm>
          <a:custGeom xmlns:a="http://schemas.openxmlformats.org/drawingml/2006/main">
            <a:pathLst>
              <a:path w="252752" h="6784">
                <a:moveTo>
                  <a:pt x="0" y="6784"/>
                </a:moveTo>
                <a:lnTo>
                  <a:pt x="2527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347">
            <a:solidFill>
              <a:srgbClr val="4F3A7B"/>
            </a:solidFill>
            <a:prstDash val="solid"/>
          </a:ln>
        </p:spPr>
      </p:sp>
      <p:sp>
        <p:nvSpPr>
          <p:cNvPr id="89" name="path-118">
            <a:extLst xmlns:a="http://schemas.openxmlformats.org/drawingml/2006/main">
              <a:ext uri="{FF2B5EF4-FFF2-40B4-BE49-F238E27FC236}">
                <a16:creationId xmlns:a16="http://schemas.microsoft.com/office/drawing/2014/main" id="{C84BC5D1-6431-44E9-A1DB-DCDE7BAE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4206" y="6282594"/>
            <a:ext cx="230627" cy="166258"/>
          </a:xfrm>
          <a:custGeom xmlns:a="http://schemas.openxmlformats.org/drawingml/2006/main">
            <a:pathLst>
              <a:path w="253690" h="182883">
                <a:moveTo>
                  <a:pt x="4910" y="182883"/>
                </a:moveTo>
                <a:lnTo>
                  <a:pt x="253690" y="84696"/>
                </a:lnTo>
                <a:lnTo>
                  <a:pt x="0" y="0"/>
                </a:lnTo>
                <a:lnTo>
                  <a:pt x="4910" y="182883"/>
                </a:ln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50347">
            <a:solidFill>
              <a:srgbClr val="4F3A7B"/>
            </a:solidFill>
            <a:prstDash val="solid"/>
          </a:ln>
        </p:spPr>
      </p:sp>
      <p:sp>
        <p:nvSpPr>
          <p:cNvPr id="90" name="path-120">
            <a:extLst xmlns:a="http://schemas.openxmlformats.org/drawingml/2006/main">
              <a:ext uri="{FF2B5EF4-FFF2-40B4-BE49-F238E27FC236}">
                <a16:creationId xmlns:a16="http://schemas.microsoft.com/office/drawing/2014/main" id="{4D50F99E-984E-43D7-A488-082365A2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332" y="5402790"/>
            <a:ext cx="229670" cy="1370"/>
          </a:xfrm>
          <a:custGeom xmlns:a="http://schemas.openxmlformats.org/drawingml/2006/main">
            <a:pathLst>
              <a:path w="252637" h="1507">
                <a:moveTo>
                  <a:pt x="0" y="0"/>
                </a:moveTo>
                <a:lnTo>
                  <a:pt x="252637" y="1507"/>
                </a:lnTo>
              </a:path>
            </a:pathLst>
          </a:custGeom>
          <a:noFill xmlns:a="http://schemas.openxmlformats.org/drawingml/2006/main"/>
          <a:ln xmlns:a="http://schemas.openxmlformats.org/drawingml/2006/main" w="50347">
            <a:solidFill>
              <a:srgbClr val="005853"/>
            </a:solidFill>
            <a:prstDash val="solid"/>
          </a:ln>
        </p:spPr>
      </p:sp>
      <p:sp>
        <p:nvSpPr>
          <p:cNvPr id="91" name="path-121">
            <a:extLst xmlns:a="http://schemas.openxmlformats.org/drawingml/2006/main">
              <a:ext uri="{FF2B5EF4-FFF2-40B4-BE49-F238E27FC236}">
                <a16:creationId xmlns:a16="http://schemas.microsoft.com/office/drawing/2014/main" id="{1DF2B118-501F-495A-B47D-FDD19F71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507" y="5321002"/>
            <a:ext cx="228968" cy="166317"/>
          </a:xfrm>
          <a:custGeom xmlns:a="http://schemas.openxmlformats.org/drawingml/2006/main">
            <a:pathLst>
              <a:path w="251865" h="182948">
                <a:moveTo>
                  <a:pt x="0" y="182948"/>
                </a:moveTo>
                <a:lnTo>
                  <a:pt x="251865" y="92974"/>
                </a:lnTo>
                <a:lnTo>
                  <a:pt x="1090" y="0"/>
                </a:lnTo>
                <a:lnTo>
                  <a:pt x="0" y="182948"/>
                </a:lnTo>
              </a:path>
            </a:pathLst>
          </a:custGeom>
          <a:solidFill xmlns:a="http://schemas.openxmlformats.org/drawingml/2006/main">
            <a:srgbClr val="005853"/>
          </a:solidFill>
          <a:ln xmlns:a="http://schemas.openxmlformats.org/drawingml/2006/main" w="50347">
            <a:solidFill>
              <a:srgbClr val="005853"/>
            </a:solidFill>
            <a:prstDash val="solid"/>
          </a:ln>
        </p:spPr>
      </p:sp>
      <p:sp>
        <p:nvSpPr>
          <p:cNvPr id="92" name="path-123">
            <a:extLst xmlns:a="http://schemas.openxmlformats.org/drawingml/2006/main">
              <a:ext uri="{FF2B5EF4-FFF2-40B4-BE49-F238E27FC236}">
                <a16:creationId xmlns:a16="http://schemas.microsoft.com/office/drawing/2014/main" id="{99FE8865-782C-47A0-BB65-8253C0B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250" y="5090290"/>
            <a:ext cx="466438" cy="256998"/>
          </a:xfrm>
          <a:custGeom xmlns:a="http://schemas.openxmlformats.org/drawingml/2006/main">
            <a:pathLst>
              <a:path w="513082" h="282698">
                <a:moveTo>
                  <a:pt x="0" y="282698"/>
                </a:moveTo>
                <a:lnTo>
                  <a:pt x="5130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347">
            <a:solidFill>
              <a:srgbClr val="5E757C"/>
            </a:solidFill>
            <a:prstDash val="solid"/>
          </a:ln>
        </p:spPr>
      </p:sp>
      <p:sp>
        <p:nvSpPr>
          <p:cNvPr id="93" name="path-124">
            <a:extLst xmlns:a="http://schemas.openxmlformats.org/drawingml/2006/main">
              <a:ext uri="{FF2B5EF4-FFF2-40B4-BE49-F238E27FC236}">
                <a16:creationId xmlns:a16="http://schemas.microsoft.com/office/drawing/2014/main" id="{3B3A4DAF-5AF7-4FF1-AFA6-42A6D65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59" y="4980033"/>
            <a:ext cx="240246" cy="183093"/>
          </a:xfrm>
          <a:custGeom xmlns:a="http://schemas.openxmlformats.org/drawingml/2006/main">
            <a:pathLst>
              <a:path w="264271" h="201402">
                <a:moveTo>
                  <a:pt x="88288" y="201402"/>
                </a:moveTo>
                <a:lnTo>
                  <a:pt x="264271" y="0"/>
                </a:lnTo>
                <a:lnTo>
                  <a:pt x="0" y="41164"/>
                </a:lnTo>
                <a:lnTo>
                  <a:pt x="88288" y="201402"/>
                </a:lnTo>
              </a:path>
            </a:pathLst>
          </a:custGeom>
          <a:solidFill xmlns:a="http://schemas.openxmlformats.org/drawingml/2006/main">
            <a:srgbClr val="5E757C"/>
          </a:solidFill>
          <a:ln xmlns:a="http://schemas.openxmlformats.org/drawingml/2006/main" w="50347">
            <a:solidFill>
              <a:srgbClr val="5E757C"/>
            </a:solidFill>
            <a:prstDash val="solid"/>
          </a:ln>
        </p:spPr>
      </p:sp>
      <p:sp>
        <p:nvSpPr>
          <p:cNvPr id="94" name="path-125">
            <a:extLst xmlns:a="http://schemas.openxmlformats.org/drawingml/2006/main">
              <a:ext uri="{FF2B5EF4-FFF2-40B4-BE49-F238E27FC236}">
                <a16:creationId xmlns:a16="http://schemas.microsoft.com/office/drawing/2014/main" id="{E84390A9-EC0D-4EA3-A669-6A0B9447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219" y="6238573"/>
            <a:ext cx="315891" cy="301842"/>
          </a:xfrm>
          <a:custGeom xmlns:a="http://schemas.openxmlformats.org/drawingml/2006/main">
            <a:pathLst>
              <a:path w="347480" h="332026">
                <a:moveTo>
                  <a:pt x="61816" y="270215"/>
                </a:moveTo>
                <a:lnTo>
                  <a:pt x="61816" y="270215"/>
                </a:lnTo>
                <a:cubicBezTo>
                  <a:pt x="0" y="208399"/>
                  <a:pt x="0" y="108176"/>
                  <a:pt x="61816" y="46362"/>
                </a:cubicBezTo>
                <a:cubicBezTo>
                  <a:pt x="91500" y="16676"/>
                  <a:pt x="131760" y="0"/>
                  <a:pt x="173740" y="0"/>
                </a:cubicBezTo>
                <a:cubicBezTo>
                  <a:pt x="215720" y="0"/>
                  <a:pt x="255980" y="16676"/>
                  <a:pt x="285666" y="46362"/>
                </a:cubicBezTo>
                <a:cubicBezTo>
                  <a:pt x="347480" y="108176"/>
                  <a:pt x="347480" y="208399"/>
                  <a:pt x="285666" y="270215"/>
                </a:cubicBezTo>
                <a:cubicBezTo>
                  <a:pt x="223850" y="332026"/>
                  <a:pt x="123630" y="332026"/>
                  <a:pt x="61816" y="270215"/>
                </a:cubicBezTo>
              </a:path>
            </a:pathLst>
          </a:custGeom>
          <a:solidFill xmlns:a="http://schemas.openxmlformats.org/drawingml/2006/main">
            <a:srgbClr val="A28C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126">
            <a:extLst xmlns:a="http://schemas.openxmlformats.org/drawingml/2006/main">
              <a:ext uri="{FF2B5EF4-FFF2-40B4-BE49-F238E27FC236}">
                <a16:creationId xmlns:a16="http://schemas.microsoft.com/office/drawing/2014/main" id="{33B6EF43-B4CF-4DD1-8E94-08FD76B2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5166" y="6238573"/>
            <a:ext cx="315891" cy="301842"/>
          </a:xfrm>
          <a:custGeom xmlns:a="http://schemas.openxmlformats.org/drawingml/2006/main">
            <a:pathLst>
              <a:path w="347480" h="332026">
                <a:moveTo>
                  <a:pt x="61816" y="270215"/>
                </a:moveTo>
                <a:lnTo>
                  <a:pt x="61816" y="270215"/>
                </a:lnTo>
                <a:cubicBezTo>
                  <a:pt x="0" y="208399"/>
                  <a:pt x="0" y="108176"/>
                  <a:pt x="61816" y="46362"/>
                </a:cubicBezTo>
                <a:cubicBezTo>
                  <a:pt x="91500" y="16676"/>
                  <a:pt x="131760" y="0"/>
                  <a:pt x="173743" y="0"/>
                </a:cubicBezTo>
                <a:cubicBezTo>
                  <a:pt x="215723" y="0"/>
                  <a:pt x="255985" y="16676"/>
                  <a:pt x="285666" y="46362"/>
                </a:cubicBezTo>
                <a:cubicBezTo>
                  <a:pt x="347480" y="108176"/>
                  <a:pt x="347480" y="208399"/>
                  <a:pt x="285666" y="270215"/>
                </a:cubicBezTo>
                <a:cubicBezTo>
                  <a:pt x="223850" y="332026"/>
                  <a:pt x="123630" y="332026"/>
                  <a:pt x="61816" y="270215"/>
                </a:cubicBezTo>
              </a:path>
            </a:pathLst>
          </a:custGeom>
          <a:solidFill xmlns:a="http://schemas.openxmlformats.org/drawingml/2006/main">
            <a:srgbClr val="836C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127">
            <a:extLst xmlns:a="http://schemas.openxmlformats.org/drawingml/2006/main">
              <a:ext uri="{FF2B5EF4-FFF2-40B4-BE49-F238E27FC236}">
                <a16:creationId xmlns:a16="http://schemas.microsoft.com/office/drawing/2014/main" id="{C309CB63-2B91-4A3E-A79A-4A9AE31F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8116" y="6238573"/>
            <a:ext cx="315893" cy="301842"/>
          </a:xfrm>
          <a:custGeom xmlns:a="http://schemas.openxmlformats.org/drawingml/2006/main">
            <a:pathLst>
              <a:path w="347482" h="332026">
                <a:moveTo>
                  <a:pt x="61814" y="270215"/>
                </a:moveTo>
                <a:lnTo>
                  <a:pt x="61814" y="270215"/>
                </a:lnTo>
                <a:cubicBezTo>
                  <a:pt x="0" y="208399"/>
                  <a:pt x="0" y="108176"/>
                  <a:pt x="61814" y="46362"/>
                </a:cubicBezTo>
                <a:cubicBezTo>
                  <a:pt x="91500" y="16676"/>
                  <a:pt x="131762" y="0"/>
                  <a:pt x="173740" y="0"/>
                </a:cubicBezTo>
                <a:cubicBezTo>
                  <a:pt x="215720" y="0"/>
                  <a:pt x="255982" y="16676"/>
                  <a:pt x="285666" y="46362"/>
                </a:cubicBezTo>
                <a:cubicBezTo>
                  <a:pt x="347482" y="108176"/>
                  <a:pt x="347482" y="208399"/>
                  <a:pt x="285666" y="270215"/>
                </a:cubicBezTo>
                <a:cubicBezTo>
                  <a:pt x="223853" y="332026"/>
                  <a:pt x="123630" y="332026"/>
                  <a:pt x="61814" y="270215"/>
                </a:cubicBezTo>
              </a:path>
            </a:pathLst>
          </a:custGeom>
          <a:solidFill xmlns:a="http://schemas.openxmlformats.org/drawingml/2006/main">
            <a:srgbClr val="6C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128">
            <a:extLst xmlns:a="http://schemas.openxmlformats.org/drawingml/2006/main">
              <a:ext uri="{FF2B5EF4-FFF2-40B4-BE49-F238E27FC236}">
                <a16:creationId xmlns:a16="http://schemas.microsoft.com/office/drawing/2014/main" id="{46D5D43A-8262-4A6D-81FC-DCD83F9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067" y="6238573"/>
            <a:ext cx="315891" cy="301842"/>
          </a:xfrm>
          <a:custGeom xmlns:a="http://schemas.openxmlformats.org/drawingml/2006/main">
            <a:pathLst>
              <a:path w="347480" h="332026">
                <a:moveTo>
                  <a:pt x="61816" y="270215"/>
                </a:moveTo>
                <a:lnTo>
                  <a:pt x="61816" y="270215"/>
                </a:lnTo>
                <a:cubicBezTo>
                  <a:pt x="0" y="208399"/>
                  <a:pt x="0" y="108176"/>
                  <a:pt x="61816" y="46362"/>
                </a:cubicBezTo>
                <a:cubicBezTo>
                  <a:pt x="91500" y="16676"/>
                  <a:pt x="131760" y="0"/>
                  <a:pt x="173740" y="0"/>
                </a:cubicBezTo>
                <a:cubicBezTo>
                  <a:pt x="215720" y="0"/>
                  <a:pt x="255980" y="16676"/>
                  <a:pt x="285666" y="46362"/>
                </a:cubicBezTo>
                <a:cubicBezTo>
                  <a:pt x="347480" y="108176"/>
                  <a:pt x="347480" y="208399"/>
                  <a:pt x="285666" y="270215"/>
                </a:cubicBezTo>
                <a:cubicBezTo>
                  <a:pt x="223850" y="332026"/>
                  <a:pt x="123630" y="332026"/>
                  <a:pt x="61816" y="270215"/>
                </a:cubicBezTo>
              </a:path>
            </a:pathLst>
          </a:custGeom>
          <a:solidFill xmlns:a="http://schemas.openxmlformats.org/drawingml/2006/main">
            <a:srgbClr val="4F3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-130 Alignment">
            <a:extLst xmlns:a="http://schemas.openxmlformats.org/drawingml/2006/main">
              <a:ext uri="{FF2B5EF4-FFF2-40B4-BE49-F238E27FC236}">
                <a16:creationId xmlns:a16="http://schemas.microsoft.com/office/drawing/2014/main" id="{6879BB67-2730-4099-81BA-9901B25A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6054" y="5944299"/>
            <a:ext cx="1054139" cy="291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pPr>
            <a:r>
              <a:rPr sz="1638" b="1" i="1">
                <a:solidFill>
                  <a:srgbClr val="5E757C"/>
                </a:solidFill>
                <a:latin typeface="Arial"/>
                <a:ea typeface="Arial"/>
                <a:cs typeface="Arial"/>
              </a:rPr>
              <a:t>Alignment</a:t>
            </a:r>
          </a:p>
        </p:txBody>
      </p:sp>
      <p:sp>
        <p:nvSpPr>
          <p:cNvPr id="99" name="text-131 Tuning">
            <a:extLst xmlns:a="http://schemas.openxmlformats.org/drawingml/2006/main">
              <a:ext uri="{FF2B5EF4-FFF2-40B4-BE49-F238E27FC236}">
                <a16:creationId xmlns:a16="http://schemas.microsoft.com/office/drawing/2014/main" id="{BB25D394-919F-45AE-95A8-930EE4B5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2218" y="6186715"/>
            <a:ext cx="700569" cy="280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9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9" b="1" i="1">
                <a:solidFill>
                  <a:srgbClr val="5E757C"/>
                </a:solidFill>
                <a:latin typeface="Arial"/>
                <a:ea typeface="Arial"/>
                <a:cs typeface="Arial"/>
              </a:defRPr>
            </a:pPr>
            <a:r>
              <a:rPr sz="1579" b="1" i="1">
                <a:solidFill>
                  <a:srgbClr val="5E757C"/>
                </a:solidFill>
                <a:latin typeface="Arial"/>
                <a:ea typeface="Arial"/>
                <a:cs typeface="Arial"/>
              </a:rPr>
              <a:t>Tuning</a:t>
            </a:r>
          </a:p>
        </p:txBody>
      </p:sp>
      <p:sp>
        <p:nvSpPr>
          <p:cNvPr id="100" name="text-133 Large-Scale">
            <a:extLst xmlns:a="http://schemas.openxmlformats.org/drawingml/2006/main">
              <a:ext uri="{FF2B5EF4-FFF2-40B4-BE49-F238E27FC236}">
                <a16:creationId xmlns:a16="http://schemas.microsoft.com/office/drawing/2014/main" id="{D3A44D5E-6863-4B82-BC8B-F9F090EB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9606" y="4165302"/>
            <a:ext cx="1211570" cy="289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631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Large-Scale</a:t>
            </a:r>
          </a:p>
        </p:txBody>
      </p:sp>
      <p:sp>
        <p:nvSpPr>
          <p:cNvPr id="101" name="text-134 Contrastive">
            <a:extLst xmlns:a="http://schemas.openxmlformats.org/drawingml/2006/main">
              <a:ext uri="{FF2B5EF4-FFF2-40B4-BE49-F238E27FC236}">
                <a16:creationId xmlns:a16="http://schemas.microsoft.com/office/drawing/2014/main" id="{A0580E88-A56C-426B-B62C-0E8A086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7185" y="4386016"/>
            <a:ext cx="1159355" cy="3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743" b="0" i="1">
                <a:solidFill>
                  <a:srgbClr val="005853"/>
                </a:solidFill>
                <a:latin typeface="Arial"/>
                <a:ea typeface="Arial"/>
                <a:cs typeface="Arial"/>
              </a:rPr>
              <a:t>Contrastive</a:t>
            </a:r>
          </a:p>
        </p:txBody>
      </p:sp>
      <p:sp>
        <p:nvSpPr>
          <p:cNvPr id="102" name="text-134 Pretraining">
            <a:extLst xmlns:a="http://schemas.openxmlformats.org/drawingml/2006/main">
              <a:ext uri="{FF2B5EF4-FFF2-40B4-BE49-F238E27FC236}">
                <a16:creationId xmlns:a16="http://schemas.microsoft.com/office/drawing/2014/main" id="{B4E9D359-3132-4D39-A485-069427A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2407" y="4385918"/>
            <a:ext cx="1110738" cy="31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1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1744" b="0" i="1">
                <a:solidFill>
                  <a:srgbClr val="005853"/>
                </a:solidFill>
                <a:latin typeface="Arial"/>
                <a:ea typeface="Arial"/>
                <a:cs typeface="Arial"/>
              </a:rPr>
              <a:t>Pretraining</a:t>
            </a:r>
          </a:p>
        </p:txBody>
      </p:sp>
      <p:sp>
        <p:nvSpPr>
          <p:cNvPr id="103" name="path-136">
            <a:extLst xmlns:a="http://schemas.openxmlformats.org/drawingml/2006/main">
              <a:ext uri="{FF2B5EF4-FFF2-40B4-BE49-F238E27FC236}">
                <a16:creationId xmlns:a16="http://schemas.microsoft.com/office/drawing/2014/main" id="{627074D5-80F3-4FEA-990E-258D40C6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250" y="5347289"/>
            <a:ext cx="466438" cy="256996"/>
          </a:xfrm>
          <a:custGeom xmlns:a="http://schemas.openxmlformats.org/drawingml/2006/main">
            <a:pathLst>
              <a:path w="513082" h="282695">
                <a:moveTo>
                  <a:pt x="0" y="0"/>
                </a:moveTo>
                <a:lnTo>
                  <a:pt x="513082" y="282695"/>
                </a:lnTo>
              </a:path>
            </a:pathLst>
          </a:custGeom>
          <a:noFill xmlns:a="http://schemas.openxmlformats.org/drawingml/2006/main"/>
          <a:ln xmlns:a="http://schemas.openxmlformats.org/drawingml/2006/main" w="50347">
            <a:solidFill>
              <a:srgbClr val="5E757C"/>
            </a:solidFill>
            <a:prstDash val="solid"/>
          </a:ln>
        </p:spPr>
      </p:sp>
      <p:sp>
        <p:nvSpPr>
          <p:cNvPr id="104" name="path-137">
            <a:extLst xmlns:a="http://schemas.openxmlformats.org/drawingml/2006/main">
              <a:ext uri="{FF2B5EF4-FFF2-40B4-BE49-F238E27FC236}">
                <a16:creationId xmlns:a16="http://schemas.microsoft.com/office/drawing/2014/main" id="{C3B7A59E-C47F-455A-8BBA-8DE5CF7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59" y="5531449"/>
            <a:ext cx="240246" cy="183093"/>
          </a:xfrm>
          <a:custGeom xmlns:a="http://schemas.openxmlformats.org/drawingml/2006/main">
            <a:pathLst>
              <a:path w="264271" h="201402">
                <a:moveTo>
                  <a:pt x="0" y="160238"/>
                </a:moveTo>
                <a:lnTo>
                  <a:pt x="264271" y="201402"/>
                </a:lnTo>
                <a:lnTo>
                  <a:pt x="88288" y="0"/>
                </a:lnTo>
                <a:lnTo>
                  <a:pt x="0" y="160238"/>
                </a:lnTo>
              </a:path>
            </a:pathLst>
          </a:custGeom>
          <a:solidFill xmlns:a="http://schemas.openxmlformats.org/drawingml/2006/main">
            <a:srgbClr val="5E757C"/>
          </a:solidFill>
          <a:ln xmlns:a="http://schemas.openxmlformats.org/drawingml/2006/main" w="50347">
            <a:solidFill>
              <a:srgbClr val="5E757C"/>
            </a:solidFill>
            <a:prstDash val="solid"/>
          </a:ln>
        </p:spPr>
      </p:sp>
      <p:sp>
        <p:nvSpPr>
          <p:cNvPr id="105" name="text-142 State-of-the-Art">
            <a:extLst xmlns:a="http://schemas.openxmlformats.org/drawingml/2006/main">
              <a:ext uri="{FF2B5EF4-FFF2-40B4-BE49-F238E27FC236}">
                <a16:creationId xmlns:a16="http://schemas.microsoft.com/office/drawing/2014/main" id="{30AA9A9E-D880-4E48-B49E-D2109C7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3422" y="3150635"/>
            <a:ext cx="1688302" cy="31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0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0" b="1" i="0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770" b="1" i="0">
                <a:solidFill>
                  <a:srgbClr val="144E74"/>
                </a:solidFill>
                <a:latin typeface="Arial"/>
                <a:ea typeface="Arial"/>
                <a:cs typeface="Arial"/>
              </a:rPr>
              <a:t>State-of-the-Art</a:t>
            </a:r>
          </a:p>
        </p:txBody>
      </p:sp>
      <p:sp>
        <p:nvSpPr>
          <p:cNvPr id="106" name="text-143 Language">
            <a:extLst xmlns:a="http://schemas.openxmlformats.org/drawingml/2006/main">
              <a:ext uri="{FF2B5EF4-FFF2-40B4-BE49-F238E27FC236}">
                <a16:creationId xmlns:a16="http://schemas.microsoft.com/office/drawing/2014/main" id="{CE1CB88E-20C6-451C-A476-02E62CBC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3422" y="3395823"/>
            <a:ext cx="992985" cy="300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9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9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689" b="0" i="1">
                <a:solidFill>
                  <a:srgbClr val="144E74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07" name="text-143 Encoder">
            <a:extLst xmlns:a="http://schemas.openxmlformats.org/drawingml/2006/main">
              <a:ext uri="{FF2B5EF4-FFF2-40B4-BE49-F238E27FC236}">
                <a16:creationId xmlns:a16="http://schemas.microsoft.com/office/drawing/2014/main" id="{B0932EB6-D210-4596-9682-3006C1EB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3507" y="3393478"/>
            <a:ext cx="846698" cy="30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8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8" b="0" i="1">
                <a:solidFill>
                  <a:srgbClr val="144E74"/>
                </a:solidFill>
                <a:latin typeface="Arial"/>
                <a:ea typeface="Arial"/>
                <a:cs typeface="Arial"/>
              </a:defRPr>
            </a:pPr>
            <a:r>
              <a:rPr sz="1708" b="0" i="1">
                <a:solidFill>
                  <a:srgbClr val="144E74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8" name="text-145 State-of-the-Art">
            <a:extLst xmlns:a="http://schemas.openxmlformats.org/drawingml/2006/main">
              <a:ext uri="{FF2B5EF4-FFF2-40B4-BE49-F238E27FC236}">
                <a16:creationId xmlns:a16="http://schemas.microsoft.com/office/drawing/2014/main" id="{3223A66E-73C7-4489-9476-ABAFB270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3422" y="5145929"/>
            <a:ext cx="1688302" cy="31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0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0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70" b="1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State-of-the-Art</a:t>
            </a:r>
          </a:p>
        </p:txBody>
      </p:sp>
      <p:sp>
        <p:nvSpPr>
          <p:cNvPr id="109" name="text-146 Spatial">
            <a:extLst xmlns:a="http://schemas.openxmlformats.org/drawingml/2006/main">
              <a:ext uri="{FF2B5EF4-FFF2-40B4-BE49-F238E27FC236}">
                <a16:creationId xmlns:a16="http://schemas.microsoft.com/office/drawing/2014/main" id="{190D6FC0-B486-44EA-928E-5DC0FB97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3422" y="5386620"/>
            <a:ext cx="709034" cy="306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4F3A7B"/>
                </a:solidFill>
                <a:latin typeface="Arial"/>
                <a:ea typeface="Arial"/>
                <a:cs typeface="Arial"/>
              </a:rPr>
              <a:t>Spatial</a:t>
            </a:r>
          </a:p>
        </p:txBody>
      </p:sp>
      <p:sp>
        <p:nvSpPr>
          <p:cNvPr id="110" name="text-146 Encoder">
            <a:extLst xmlns:a="http://schemas.openxmlformats.org/drawingml/2006/main">
              <a:ext uri="{FF2B5EF4-FFF2-40B4-BE49-F238E27FC236}">
                <a16:creationId xmlns:a16="http://schemas.microsoft.com/office/drawing/2014/main" id="{04E164DA-0E79-4FCE-83A6-58EAF0B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8747" y="5388771"/>
            <a:ext cx="846697" cy="30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8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8" b="0" i="1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1708" b="0" i="1">
                <a:solidFill>
                  <a:srgbClr val="4F3A7B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1" name="text-147 §">
            <a:extLst xmlns:a="http://schemas.openxmlformats.org/drawingml/2006/main">
              <a:ext uri="{FF2B5EF4-FFF2-40B4-BE49-F238E27FC236}">
                <a16:creationId xmlns:a16="http://schemas.microsoft.com/office/drawing/2014/main" id="{F5EAD271-07A0-49FD-AF9B-95BF8580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342" y="4807121"/>
            <a:ext cx="168245" cy="319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59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59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5953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2" name="text-148 2">
            <a:extLst xmlns:a="http://schemas.openxmlformats.org/drawingml/2006/main">
              <a:ext uri="{FF2B5EF4-FFF2-40B4-BE49-F238E27FC236}">
                <a16:creationId xmlns:a16="http://schemas.microsoft.com/office/drawing/2014/main" id="{EAFFBE4A-E011-43EC-AC6C-EFF58B6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6445" y="4765039"/>
            <a:ext cx="199221" cy="378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1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1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131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3" name="text-149 §">
            <a:extLst xmlns:a="http://schemas.openxmlformats.org/drawingml/2006/main">
              <a:ext uri="{FF2B5EF4-FFF2-40B4-BE49-F238E27FC236}">
                <a16:creationId xmlns:a16="http://schemas.microsoft.com/office/drawing/2014/main" id="{7F804D74-DD11-4460-9F6E-8A58BEA6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9578" y="4761595"/>
            <a:ext cx="168245" cy="319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5E7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5E757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E757C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4" name="text-150 3">
            <a:extLst xmlns:a="http://schemas.openxmlformats.org/drawingml/2006/main">
              <a:ext uri="{FF2B5EF4-FFF2-40B4-BE49-F238E27FC236}">
                <a16:creationId xmlns:a16="http://schemas.microsoft.com/office/drawing/2014/main" id="{B5892C98-4AB4-4665-9882-CBBB4DA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681" y="4721436"/>
            <a:ext cx="197805" cy="376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116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5" name="text-151 §">
            <a:extLst xmlns:a="http://schemas.openxmlformats.org/drawingml/2006/main">
              <a:ext uri="{FF2B5EF4-FFF2-40B4-BE49-F238E27FC236}">
                <a16:creationId xmlns:a16="http://schemas.microsoft.com/office/drawing/2014/main" id="{050BF763-8F2D-40ED-B29B-37C3F688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1844" y="3787641"/>
            <a:ext cx="168245" cy="319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24E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24E7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4E74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6" name="text-152 4">
            <a:extLst xmlns:a="http://schemas.openxmlformats.org/drawingml/2006/main">
              <a:ext uri="{FF2B5EF4-FFF2-40B4-BE49-F238E27FC236}">
                <a16:creationId xmlns:a16="http://schemas.microsoft.com/office/drawing/2014/main" id="{EB17EAE2-5B2D-4324-9F66-4AB0E23B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8947" y="3725266"/>
            <a:ext cx="214158" cy="40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1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1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291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7" name="text-153 §">
            <a:extLst xmlns:a="http://schemas.openxmlformats.org/drawingml/2006/main">
              <a:ext uri="{FF2B5EF4-FFF2-40B4-BE49-F238E27FC236}">
                <a16:creationId xmlns:a16="http://schemas.microsoft.com/office/drawing/2014/main" id="{7256DC6B-A6AD-4B2A-BD91-651EB3DD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1844" y="5762879"/>
            <a:ext cx="168245" cy="319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493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493E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93E7B"/>
                </a:solidFill>
                <a:latin typeface="Arial"/>
                <a:ea typeface="Arial"/>
                <a:cs typeface="Arial"/>
              </a:rPr>
              <a:t>§</a:t>
            </a:r>
          </a:p>
        </p:txBody>
      </p:sp>
      <p:sp>
        <p:nvSpPr>
          <p:cNvPr id="118" name="text-154 5">
            <a:extLst xmlns:a="http://schemas.openxmlformats.org/drawingml/2006/main">
              <a:ext uri="{FF2B5EF4-FFF2-40B4-BE49-F238E27FC236}">
                <a16:creationId xmlns:a16="http://schemas.microsoft.com/office/drawing/2014/main" id="{B70850C5-BA21-40B4-8A2B-F7D56A28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8947" y="5712467"/>
            <a:ext cx="205352" cy="390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7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7" b="1" i="0">
                <a:solidFill>
                  <a:srgbClr val="0071BC"/>
                </a:solidFill>
                <a:latin typeface="Arial"/>
                <a:ea typeface="Arial"/>
                <a:cs typeface="Arial"/>
              </a:defRPr>
            </a:pPr>
            <a:r>
              <a:rPr sz="2197" b="1" i="0">
                <a:solidFill>
                  <a:srgbClr val="0071B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1716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path-1">
            <a:extLst xmlns:a="http://schemas.openxmlformats.org/drawingml/2006/main">
              <a:ext uri="{FF2B5EF4-FFF2-40B4-BE49-F238E27FC236}">
                <a16:creationId xmlns:a16="http://schemas.microsoft.com/office/drawing/2014/main" id="{8066639B-544D-4A16-83F0-146DBEF9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91" y="1733369"/>
            <a:ext cx="17989286" cy="6833142"/>
          </a:xfrm>
          <a:custGeom xmlns:a="http://schemas.openxmlformats.org/drawingml/2006/main">
            <a:pathLst>
              <a:path w="18401540" h="6989735">
                <a:moveTo>
                  <a:pt x="18401540" y="6989735"/>
                </a:moveTo>
                <a:lnTo>
                  <a:pt x="18401540" y="0"/>
                </a:lnTo>
                <a:lnTo>
                  <a:pt x="0" y="0"/>
                </a:lnTo>
                <a:lnTo>
                  <a:pt x="0" y="6989735"/>
                </a:lnTo>
                <a:lnTo>
                  <a:pt x="18401540" y="69897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3E2E1FD3-8A62-4E33-B8F7-68E0BF64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14" y="4390857"/>
            <a:ext cx="1575701" cy="1877208"/>
          </a:xfrm>
          <a:custGeom xmlns:a="http://schemas.openxmlformats.org/drawingml/2006/main">
            <a:pathLst>
              <a:path w="1611811" h="1920227">
                <a:moveTo>
                  <a:pt x="0" y="117775"/>
                </a:moveTo>
                <a:lnTo>
                  <a:pt x="0" y="117775"/>
                </a:lnTo>
                <a:cubicBezTo>
                  <a:pt x="0" y="52729"/>
                  <a:pt x="52729" y="0"/>
                  <a:pt x="117775" y="0"/>
                </a:cubicBezTo>
                <a:lnTo>
                  <a:pt x="1494035" y="0"/>
                </a:lnTo>
                <a:cubicBezTo>
                  <a:pt x="1525271" y="0"/>
                  <a:pt x="1555229" y="12408"/>
                  <a:pt x="1577315" y="34496"/>
                </a:cubicBezTo>
                <a:cubicBezTo>
                  <a:pt x="1599402" y="56583"/>
                  <a:pt x="1611811" y="86539"/>
                  <a:pt x="1611811" y="117775"/>
                </a:cubicBezTo>
                <a:lnTo>
                  <a:pt x="1611811" y="1802452"/>
                </a:lnTo>
                <a:cubicBezTo>
                  <a:pt x="1611811" y="1867497"/>
                  <a:pt x="1559081" y="1920227"/>
                  <a:pt x="1494035" y="1920227"/>
                </a:cubicBezTo>
                <a:lnTo>
                  <a:pt x="117775" y="1920227"/>
                </a:lnTo>
                <a:cubicBezTo>
                  <a:pt x="52729" y="1920227"/>
                  <a:pt x="0" y="1867497"/>
                  <a:pt x="0" y="1802452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053">
            <a:solidFill>
              <a:srgbClr val="03536A"/>
            </a:solidFill>
            <a:prstDash val="dash"/>
          </a:ln>
        </p:spPr>
      </p:sp>
      <p:sp>
        <p:nvSpPr>
          <p:cNvPr id="3" name="text-4 Video">
            <a:extLst xmlns:a="http://schemas.openxmlformats.org/drawingml/2006/main">
              <a:ext uri="{FF2B5EF4-FFF2-40B4-BE49-F238E27FC236}">
                <a16:creationId xmlns:a16="http://schemas.microsoft.com/office/drawing/2014/main" id="{0C2EE2BE-C8E9-4FC0-AD01-28883D80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759" y="5502461"/>
            <a:ext cx="744621" cy="383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57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4" name="text-5 Frames">
            <a:extLst xmlns:a="http://schemas.openxmlformats.org/drawingml/2006/main">
              <a:ext uri="{FF2B5EF4-FFF2-40B4-BE49-F238E27FC236}">
                <a16:creationId xmlns:a16="http://schemas.microsoft.com/office/drawing/2014/main" id="{D7B96849-EC5F-4F1F-AC88-7179AC13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705" y="5814153"/>
            <a:ext cx="943202" cy="370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082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C1C37-F116-417A-B638-1CC16A85F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9fe6d9b7d48b2"/>
          <a:stretch xmlns:a="http://schemas.openxmlformats.org/drawingml/2006/main"/>
        </p:blipFill>
        <p:spPr>
          <a:xfrm xmlns:a="http://schemas.openxmlformats.org/drawingml/2006/main">
            <a:off x="1321352" y="4727935"/>
            <a:ext cx="735617" cy="735617"/>
          </a:xfrm>
          <a:prstGeom xmlns:a="http://schemas.openxmlformats.org/drawingml/2006/main" prst="rect">
            <a:avLst/>
          </a:prstGeom>
        </p:spPr>
      </p:pic>
      <p:sp>
        <p:nvSpPr>
          <p:cNvPr id="6" name="path-8">
            <a:extLst xmlns:a="http://schemas.openxmlformats.org/drawingml/2006/main">
              <a:ext uri="{FF2B5EF4-FFF2-40B4-BE49-F238E27FC236}">
                <a16:creationId xmlns:a16="http://schemas.microsoft.com/office/drawing/2014/main" id="{7BDF51AF-2BD3-424C-8784-C21BCCE8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50" y="4507066"/>
            <a:ext cx="1575702" cy="1877208"/>
          </a:xfrm>
          <a:custGeom xmlns:a="http://schemas.openxmlformats.org/drawingml/2006/main">
            <a:pathLst>
              <a:path w="1611812" h="1920227">
                <a:moveTo>
                  <a:pt x="0" y="117776"/>
                </a:moveTo>
                <a:lnTo>
                  <a:pt x="0" y="117776"/>
                </a:lnTo>
                <a:cubicBezTo>
                  <a:pt x="0" y="52730"/>
                  <a:pt x="52730" y="0"/>
                  <a:pt x="117775" y="0"/>
                </a:cubicBezTo>
                <a:lnTo>
                  <a:pt x="1494036" y="0"/>
                </a:lnTo>
                <a:cubicBezTo>
                  <a:pt x="1525272" y="0"/>
                  <a:pt x="1555228" y="12409"/>
                  <a:pt x="1577316" y="34496"/>
                </a:cubicBezTo>
                <a:cubicBezTo>
                  <a:pt x="1599403" y="56583"/>
                  <a:pt x="1611812" y="86540"/>
                  <a:pt x="1611812" y="117776"/>
                </a:cubicBezTo>
                <a:lnTo>
                  <a:pt x="1611812" y="1802452"/>
                </a:lnTo>
                <a:cubicBezTo>
                  <a:pt x="1611812" y="1867497"/>
                  <a:pt x="1559080" y="1920227"/>
                  <a:pt x="1494036" y="1920227"/>
                </a:cubicBezTo>
                <a:lnTo>
                  <a:pt x="117775" y="1920227"/>
                </a:lnTo>
                <a:cubicBezTo>
                  <a:pt x="52730" y="1920227"/>
                  <a:pt x="0" y="1867497"/>
                  <a:pt x="0" y="1802452"/>
                </a:cubicBezTo>
                <a:lnTo>
                  <a:pt x="0" y="117776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053">
            <a:solidFill>
              <a:srgbClr val="03536A"/>
            </a:solidFill>
            <a:prstDash val="dash"/>
          </a:ln>
        </p:spPr>
      </p:sp>
      <p:sp>
        <p:nvSpPr>
          <p:cNvPr id="7" name="text-10 Video">
            <a:extLst xmlns:a="http://schemas.openxmlformats.org/drawingml/2006/main">
              <a:ext uri="{FF2B5EF4-FFF2-40B4-BE49-F238E27FC236}">
                <a16:creationId xmlns:a16="http://schemas.microsoft.com/office/drawing/2014/main" id="{DEE210F6-7AD4-4825-964F-EF614FA7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695" y="5618670"/>
            <a:ext cx="744622" cy="383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57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8" name="text-11 Frames">
            <a:extLst xmlns:a="http://schemas.openxmlformats.org/drawingml/2006/main">
              <a:ext uri="{FF2B5EF4-FFF2-40B4-BE49-F238E27FC236}">
                <a16:creationId xmlns:a16="http://schemas.microsoft.com/office/drawing/2014/main" id="{69DF22D0-64C7-42A8-A525-1FE7F1F7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641" y="5930363"/>
            <a:ext cx="943201" cy="370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082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B70B3-E1AD-4D66-A542-47B355E55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5b178e95440c2"/>
          <a:stretch xmlns:a="http://schemas.openxmlformats.org/drawingml/2006/main"/>
        </p:blipFill>
        <p:spPr>
          <a:xfrm xmlns:a="http://schemas.openxmlformats.org/drawingml/2006/main">
            <a:off x="1144432" y="4848986"/>
            <a:ext cx="735617" cy="735617"/>
          </a:xfrm>
          <a:prstGeom xmlns:a="http://schemas.openxmlformats.org/drawingml/2006/main" prst="rect">
            <a:avLst/>
          </a:prstGeom>
        </p:spPr>
      </p:pic>
      <p:sp>
        <p:nvSpPr>
          <p:cNvPr id="10" name="path-14">
            <a:extLst xmlns:a="http://schemas.openxmlformats.org/drawingml/2006/main">
              <a:ext uri="{FF2B5EF4-FFF2-40B4-BE49-F238E27FC236}">
                <a16:creationId xmlns:a16="http://schemas.microsoft.com/office/drawing/2014/main" id="{B7190CBC-37C7-4F43-B862-69B9C637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86" y="4623277"/>
            <a:ext cx="1575701" cy="1877207"/>
          </a:xfrm>
          <a:custGeom xmlns:a="http://schemas.openxmlformats.org/drawingml/2006/main">
            <a:pathLst>
              <a:path w="1611811" h="1920226">
                <a:moveTo>
                  <a:pt x="0" y="117775"/>
                </a:moveTo>
                <a:lnTo>
                  <a:pt x="0" y="117775"/>
                </a:lnTo>
                <a:cubicBezTo>
                  <a:pt x="0" y="52730"/>
                  <a:pt x="52730" y="0"/>
                  <a:pt x="117775" y="0"/>
                </a:cubicBezTo>
                <a:lnTo>
                  <a:pt x="1494035" y="0"/>
                </a:lnTo>
                <a:cubicBezTo>
                  <a:pt x="1525271" y="0"/>
                  <a:pt x="1555229" y="12408"/>
                  <a:pt x="1577315" y="34495"/>
                </a:cubicBezTo>
                <a:cubicBezTo>
                  <a:pt x="1599402" y="56583"/>
                  <a:pt x="1611811" y="86538"/>
                  <a:pt x="1611811" y="117775"/>
                </a:cubicBezTo>
                <a:lnTo>
                  <a:pt x="1611811" y="1802451"/>
                </a:lnTo>
                <a:cubicBezTo>
                  <a:pt x="1611811" y="1867497"/>
                  <a:pt x="1559081" y="1920226"/>
                  <a:pt x="1494035" y="1920226"/>
                </a:cubicBezTo>
                <a:lnTo>
                  <a:pt x="117775" y="1920226"/>
                </a:lnTo>
                <a:cubicBezTo>
                  <a:pt x="52730" y="1920226"/>
                  <a:pt x="0" y="1867497"/>
                  <a:pt x="0" y="1802451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053">
            <a:solidFill>
              <a:srgbClr val="03536A"/>
            </a:solidFill>
            <a:prstDash val="dash"/>
          </a:ln>
        </p:spPr>
      </p:sp>
      <p:sp>
        <p:nvSpPr>
          <p:cNvPr id="11" name="text-16 Video">
            <a:extLst xmlns:a="http://schemas.openxmlformats.org/drawingml/2006/main">
              <a:ext uri="{FF2B5EF4-FFF2-40B4-BE49-F238E27FC236}">
                <a16:creationId xmlns:a16="http://schemas.microsoft.com/office/drawing/2014/main" id="{8AE9C8DC-F96B-40D3-B48A-F4C5741B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631" y="5734881"/>
            <a:ext cx="744621" cy="383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57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2" name="text-17 Frames">
            <a:extLst xmlns:a="http://schemas.openxmlformats.org/drawingml/2006/main">
              <a:ext uri="{FF2B5EF4-FFF2-40B4-BE49-F238E27FC236}">
                <a16:creationId xmlns:a16="http://schemas.microsoft.com/office/drawing/2014/main" id="{986447F5-C2BA-49FA-88CD-EBC4C9A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577" y="6046573"/>
            <a:ext cx="943202" cy="370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082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568C3-3A1E-40EC-B916-EF0A2211B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1f265780d4d94"/>
          <a:stretch xmlns:a="http://schemas.openxmlformats.org/drawingml/2006/main"/>
        </p:blipFill>
        <p:spPr>
          <a:xfrm xmlns:a="http://schemas.openxmlformats.org/drawingml/2006/main">
            <a:off x="976823" y="4960726"/>
            <a:ext cx="735617" cy="735617"/>
          </a:xfrm>
          <a:prstGeom xmlns:a="http://schemas.openxmlformats.org/drawingml/2006/main" prst="rect">
            <a:avLst/>
          </a:prstGeom>
        </p:spPr>
      </p:pic>
      <p:sp>
        <p:nvSpPr>
          <p:cNvPr id="14" name="path-20">
            <a:extLst xmlns:a="http://schemas.openxmlformats.org/drawingml/2006/main">
              <a:ext uri="{FF2B5EF4-FFF2-40B4-BE49-F238E27FC236}">
                <a16:creationId xmlns:a16="http://schemas.microsoft.com/office/drawing/2014/main" id="{AA7833AD-3365-453A-A74E-0A7C5E86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23" y="4739488"/>
            <a:ext cx="1575701" cy="1877207"/>
          </a:xfrm>
          <a:custGeom xmlns:a="http://schemas.openxmlformats.org/drawingml/2006/main">
            <a:pathLst>
              <a:path w="1611811" h="1920226">
                <a:moveTo>
                  <a:pt x="0" y="117775"/>
                </a:moveTo>
                <a:lnTo>
                  <a:pt x="0" y="117775"/>
                </a:lnTo>
                <a:cubicBezTo>
                  <a:pt x="0" y="52729"/>
                  <a:pt x="52729" y="0"/>
                  <a:pt x="117775" y="0"/>
                </a:cubicBezTo>
                <a:lnTo>
                  <a:pt x="1494035" y="0"/>
                </a:lnTo>
                <a:cubicBezTo>
                  <a:pt x="1525271" y="0"/>
                  <a:pt x="1555227" y="12408"/>
                  <a:pt x="1577315" y="34494"/>
                </a:cubicBezTo>
                <a:cubicBezTo>
                  <a:pt x="1599402" y="56582"/>
                  <a:pt x="1611811" y="86538"/>
                  <a:pt x="1611811" y="117775"/>
                </a:cubicBezTo>
                <a:lnTo>
                  <a:pt x="1611811" y="1802451"/>
                </a:lnTo>
                <a:cubicBezTo>
                  <a:pt x="1611811" y="1867496"/>
                  <a:pt x="1559081" y="1920226"/>
                  <a:pt x="1494035" y="1920226"/>
                </a:cubicBezTo>
                <a:lnTo>
                  <a:pt x="117775" y="1920226"/>
                </a:lnTo>
                <a:cubicBezTo>
                  <a:pt x="52729" y="1920226"/>
                  <a:pt x="0" y="1867496"/>
                  <a:pt x="0" y="1802451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053">
            <a:solidFill>
              <a:srgbClr val="03536A"/>
            </a:solidFill>
            <a:prstDash val="dash"/>
          </a:ln>
        </p:spPr>
      </p:sp>
      <p:sp>
        <p:nvSpPr>
          <p:cNvPr id="15" name="text-22 Video">
            <a:extLst xmlns:a="http://schemas.openxmlformats.org/drawingml/2006/main">
              <a:ext uri="{FF2B5EF4-FFF2-40B4-BE49-F238E27FC236}">
                <a16:creationId xmlns:a16="http://schemas.microsoft.com/office/drawing/2014/main" id="{C57FFAC3-E42A-4DAD-8CA6-F1A2CFDA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567" y="5819914"/>
            <a:ext cx="744620" cy="383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57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6" name="text-23 Frames">
            <a:extLst xmlns:a="http://schemas.openxmlformats.org/drawingml/2006/main">
              <a:ext uri="{FF2B5EF4-FFF2-40B4-BE49-F238E27FC236}">
                <a16:creationId xmlns:a16="http://schemas.microsoft.com/office/drawing/2014/main" id="{2F1D1C8F-AC09-4B6F-B9BC-D85A212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513" y="6131606"/>
            <a:ext cx="943201" cy="370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2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082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208CB-7BA0-4B66-8A4F-0F3F552F32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683c261464284"/>
          <a:stretch xmlns:a="http://schemas.openxmlformats.org/drawingml/2006/main"/>
        </p:blipFill>
        <p:spPr>
          <a:xfrm xmlns:a="http://schemas.openxmlformats.org/drawingml/2006/main">
            <a:off x="809214" y="5081777"/>
            <a:ext cx="735617" cy="735617"/>
          </a:xfrm>
          <a:prstGeom xmlns:a="http://schemas.openxmlformats.org/drawingml/2006/main" prst="rect">
            <a:avLst/>
          </a:prstGeom>
        </p:spPr>
      </p:pic>
      <p:sp>
        <p:nvSpPr>
          <p:cNvPr id="18" name="path-26">
            <a:extLst xmlns:a="http://schemas.openxmlformats.org/drawingml/2006/main">
              <a:ext uri="{FF2B5EF4-FFF2-40B4-BE49-F238E27FC236}">
                <a16:creationId xmlns:a16="http://schemas.microsoft.com/office/drawing/2014/main" id="{ADDA5A0A-D26B-470C-AE1B-9979A7C0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1286" y="2358237"/>
            <a:ext cx="2039630" cy="5395083"/>
          </a:xfrm>
          <a:custGeom xmlns:a="http://schemas.openxmlformats.org/drawingml/2006/main">
            <a:pathLst>
              <a:path w="2086371" h="5518720">
                <a:moveTo>
                  <a:pt x="0" y="133256"/>
                </a:moveTo>
                <a:lnTo>
                  <a:pt x="0" y="133256"/>
                </a:lnTo>
                <a:cubicBezTo>
                  <a:pt x="0" y="59661"/>
                  <a:pt x="59661" y="0"/>
                  <a:pt x="133259" y="0"/>
                </a:cubicBezTo>
                <a:lnTo>
                  <a:pt x="1953112" y="0"/>
                </a:lnTo>
                <a:cubicBezTo>
                  <a:pt x="1988456" y="0"/>
                  <a:pt x="2022349" y="14040"/>
                  <a:pt x="2047338" y="39030"/>
                </a:cubicBezTo>
                <a:cubicBezTo>
                  <a:pt x="2072331" y="64021"/>
                  <a:pt x="2086371" y="97915"/>
                  <a:pt x="2086371" y="133256"/>
                </a:cubicBezTo>
                <a:lnTo>
                  <a:pt x="2086371" y="5385464"/>
                </a:lnTo>
                <a:cubicBezTo>
                  <a:pt x="2086371" y="5459060"/>
                  <a:pt x="2026710" y="5518720"/>
                  <a:pt x="1953112" y="5518720"/>
                </a:cubicBezTo>
                <a:lnTo>
                  <a:pt x="133259" y="5518720"/>
                </a:lnTo>
                <a:cubicBezTo>
                  <a:pt x="59661" y="5518720"/>
                  <a:pt x="0" y="5459060"/>
                  <a:pt x="0" y="5385464"/>
                </a:cubicBezTo>
                <a:lnTo>
                  <a:pt x="0" y="1332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29053">
            <a:solidFill>
              <a:srgbClr val="4F3A7B"/>
            </a:solidFill>
            <a:prstDash val="solid"/>
          </a:ln>
        </p:spPr>
      </p:sp>
      <p:sp>
        <p:nvSpPr>
          <p:cNvPr id="19" name="text-27 LLM">
            <a:extLst xmlns:a="http://schemas.openxmlformats.org/drawingml/2006/main">
              <a:ext uri="{FF2B5EF4-FFF2-40B4-BE49-F238E27FC236}">
                <a16:creationId xmlns:a16="http://schemas.microsoft.com/office/drawing/2014/main" id="{BADDED95-9CAD-4F4F-9C29-7B77E6F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8020" y="4685803"/>
            <a:ext cx="1225207" cy="767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18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18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4318" b="1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0" name="path-28">
            <a:extLst xmlns:a="http://schemas.openxmlformats.org/drawingml/2006/main">
              <a:ext uri="{FF2B5EF4-FFF2-40B4-BE49-F238E27FC236}">
                <a16:creationId xmlns:a16="http://schemas.microsoft.com/office/drawing/2014/main" id="{F5F72F5C-A5AE-46F3-B71C-DA2B627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338" y="6910304"/>
            <a:ext cx="4520302" cy="1627858"/>
          </a:xfrm>
          <a:custGeom xmlns:a="http://schemas.openxmlformats.org/drawingml/2006/main">
            <a:pathLst>
              <a:path w="4623892" h="1665163">
                <a:moveTo>
                  <a:pt x="0" y="63709"/>
                </a:moveTo>
                <a:lnTo>
                  <a:pt x="0" y="63709"/>
                </a:lnTo>
                <a:cubicBezTo>
                  <a:pt x="0" y="28523"/>
                  <a:pt x="28524" y="0"/>
                  <a:pt x="63710" y="0"/>
                </a:cubicBezTo>
                <a:lnTo>
                  <a:pt x="4560185" y="0"/>
                </a:lnTo>
                <a:cubicBezTo>
                  <a:pt x="4577084" y="0"/>
                  <a:pt x="4593288" y="6713"/>
                  <a:pt x="4605233" y="18660"/>
                </a:cubicBezTo>
                <a:cubicBezTo>
                  <a:pt x="4617182" y="30608"/>
                  <a:pt x="4623892" y="46813"/>
                  <a:pt x="4623892" y="63709"/>
                </a:cubicBezTo>
                <a:lnTo>
                  <a:pt x="4623892" y="1601454"/>
                </a:lnTo>
                <a:cubicBezTo>
                  <a:pt x="4623892" y="1636640"/>
                  <a:pt x="4595371" y="1665163"/>
                  <a:pt x="4560185" y="1665163"/>
                </a:cubicBezTo>
                <a:lnTo>
                  <a:pt x="63710" y="1665163"/>
                </a:lnTo>
                <a:cubicBezTo>
                  <a:pt x="28524" y="1665163"/>
                  <a:pt x="0" y="1636640"/>
                  <a:pt x="0" y="1601454"/>
                </a:cubicBezTo>
                <a:lnTo>
                  <a:pt x="0" y="63709"/>
                </a:lnTo>
              </a:path>
            </a:pathLst>
          </a:custGeom>
          <a:solidFill xmlns:a="http://schemas.openxmlformats.org/drawingml/2006/main">
            <a:srgbClr val="F6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9">
            <a:extLst xmlns:a="http://schemas.openxmlformats.org/drawingml/2006/main">
              <a:ext uri="{FF2B5EF4-FFF2-40B4-BE49-F238E27FC236}">
                <a16:creationId xmlns:a16="http://schemas.microsoft.com/office/drawing/2014/main" id="{122A6CEC-0C0F-4399-B1CD-786AE94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27" y="7172310"/>
            <a:ext cx="3692192" cy="547194"/>
          </a:xfrm>
          <a:custGeom xmlns:a="http://schemas.openxmlformats.org/drawingml/2006/main">
            <a:pathLst>
              <a:path w="3776805" h="559734">
                <a:moveTo>
                  <a:pt x="0" y="93290"/>
                </a:moveTo>
                <a:lnTo>
                  <a:pt x="0" y="93290"/>
                </a:lnTo>
                <a:cubicBezTo>
                  <a:pt x="0" y="41767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8"/>
                  <a:pt x="3749478" y="27323"/>
                </a:cubicBezTo>
                <a:cubicBezTo>
                  <a:pt x="3766976" y="44818"/>
                  <a:pt x="3776805" y="68548"/>
                  <a:pt x="3776805" y="93290"/>
                </a:cubicBezTo>
                <a:lnTo>
                  <a:pt x="3776805" y="466443"/>
                </a:lnTo>
                <a:cubicBezTo>
                  <a:pt x="3776805" y="517966"/>
                  <a:pt x="3735038" y="559734"/>
                  <a:pt x="3683512" y="559734"/>
                </a:cubicBezTo>
                <a:lnTo>
                  <a:pt x="93291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0 Title">
            <a:extLst xmlns:a="http://schemas.openxmlformats.org/drawingml/2006/main">
              <a:ext uri="{FF2B5EF4-FFF2-40B4-BE49-F238E27FC236}">
                <a16:creationId xmlns:a16="http://schemas.microsoft.com/office/drawing/2014/main" id="{73DF73F2-0801-4C7C-9D3F-721A2F12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1338" y="7217310"/>
            <a:ext cx="677049" cy="46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4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24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2624" b="0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23" name="path-31">
            <a:extLst xmlns:a="http://schemas.openxmlformats.org/drawingml/2006/main">
              <a:ext uri="{FF2B5EF4-FFF2-40B4-BE49-F238E27FC236}">
                <a16:creationId xmlns:a16="http://schemas.microsoft.com/office/drawing/2014/main" id="{87AAC244-924E-43CA-B0D4-E080F4C8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61" y="7172310"/>
            <a:ext cx="414055" cy="547194"/>
          </a:xfrm>
          <a:custGeom xmlns:a="http://schemas.openxmlformats.org/drawingml/2006/main">
            <a:pathLst>
              <a:path w="423544" h="559734">
                <a:moveTo>
                  <a:pt x="423544" y="70592"/>
                </a:moveTo>
                <a:lnTo>
                  <a:pt x="423544" y="70592"/>
                </a:lnTo>
                <a:cubicBezTo>
                  <a:pt x="423544" y="31604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6"/>
                  <a:pt x="20676" y="20675"/>
                </a:cubicBezTo>
                <a:cubicBezTo>
                  <a:pt x="7437" y="33914"/>
                  <a:pt x="0" y="51869"/>
                  <a:pt x="0" y="70592"/>
                </a:cubicBezTo>
                <a:lnTo>
                  <a:pt x="0" y="489142"/>
                </a:lnTo>
                <a:cubicBezTo>
                  <a:pt x="0" y="528129"/>
                  <a:pt x="31605" y="559734"/>
                  <a:pt x="70592" y="559734"/>
                </a:cubicBezTo>
                <a:lnTo>
                  <a:pt x="352951" y="559734"/>
                </a:lnTo>
                <a:cubicBezTo>
                  <a:pt x="391940" y="559734"/>
                  <a:pt x="423544" y="528129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32 +">
            <a:extLst xmlns:a="http://schemas.openxmlformats.org/drawingml/2006/main">
              <a:ext uri="{FF2B5EF4-FFF2-40B4-BE49-F238E27FC236}">
                <a16:creationId xmlns:a16="http://schemas.microsoft.com/office/drawing/2014/main" id="{1C3E316D-7E23-4666-A1C5-9DEBBE2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994" y="7184254"/>
            <a:ext cx="303306" cy="55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6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6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3126" b="1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" name="path-33">
            <a:extLst xmlns:a="http://schemas.openxmlformats.org/drawingml/2006/main">
              <a:ext uri="{FF2B5EF4-FFF2-40B4-BE49-F238E27FC236}">
                <a16:creationId xmlns:a16="http://schemas.microsoft.com/office/drawing/2014/main" id="{33ED525E-9A1C-4A99-9DA0-1EACEB38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27" y="7797274"/>
            <a:ext cx="3692192" cy="547195"/>
          </a:xfrm>
          <a:custGeom xmlns:a="http://schemas.openxmlformats.org/drawingml/2006/main">
            <a:pathLst>
              <a:path w="3776805" h="559735">
                <a:moveTo>
                  <a:pt x="0" y="93292"/>
                </a:moveTo>
                <a:lnTo>
                  <a:pt x="0" y="93292"/>
                </a:lnTo>
                <a:cubicBezTo>
                  <a:pt x="0" y="41769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20"/>
                  <a:pt x="3776805" y="68549"/>
                  <a:pt x="3776805" y="93292"/>
                </a:cubicBezTo>
                <a:lnTo>
                  <a:pt x="3776805" y="466444"/>
                </a:lnTo>
                <a:cubicBezTo>
                  <a:pt x="3776805" y="517967"/>
                  <a:pt x="3735038" y="559735"/>
                  <a:pt x="3683512" y="559735"/>
                </a:cubicBezTo>
                <a:lnTo>
                  <a:pt x="93291" y="559735"/>
                </a:lnTo>
                <a:cubicBezTo>
                  <a:pt x="41767" y="559735"/>
                  <a:pt x="0" y="517967"/>
                  <a:pt x="0" y="466444"/>
                </a:cubicBezTo>
                <a:lnTo>
                  <a:pt x="0" y="93292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34 Description">
            <a:extLst xmlns:a="http://schemas.openxmlformats.org/drawingml/2006/main">
              <a:ext uri="{FF2B5EF4-FFF2-40B4-BE49-F238E27FC236}">
                <a16:creationId xmlns:a16="http://schemas.microsoft.com/office/drawing/2014/main" id="{37E85842-28F0-41EB-97A6-BD7437A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1338" y="7853932"/>
            <a:ext cx="1666079" cy="45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32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32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2532" b="0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27" name="path-35">
            <a:extLst xmlns:a="http://schemas.openxmlformats.org/drawingml/2006/main">
              <a:ext uri="{FF2B5EF4-FFF2-40B4-BE49-F238E27FC236}">
                <a16:creationId xmlns:a16="http://schemas.microsoft.com/office/drawing/2014/main" id="{92ED1440-9DD7-4DA1-886E-EC9971A8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61" y="7797274"/>
            <a:ext cx="414055" cy="547195"/>
          </a:xfrm>
          <a:custGeom xmlns:a="http://schemas.openxmlformats.org/drawingml/2006/main">
            <a:pathLst>
              <a:path w="423544" h="559735">
                <a:moveTo>
                  <a:pt x="423544" y="70592"/>
                </a:moveTo>
                <a:lnTo>
                  <a:pt x="423544" y="70592"/>
                </a:lnTo>
                <a:cubicBezTo>
                  <a:pt x="423544" y="31605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8"/>
                  <a:pt x="20676" y="20677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5"/>
                  <a:pt x="70592" y="559735"/>
                </a:cubicBezTo>
                <a:lnTo>
                  <a:pt x="352951" y="559735"/>
                </a:lnTo>
                <a:cubicBezTo>
                  <a:pt x="391940" y="559735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36 +">
            <a:extLst xmlns:a="http://schemas.openxmlformats.org/drawingml/2006/main">
              <a:ext uri="{FF2B5EF4-FFF2-40B4-BE49-F238E27FC236}">
                <a16:creationId xmlns:a16="http://schemas.microsoft.com/office/drawing/2014/main" id="{9CDFEB79-784E-4624-9F06-9F5CB7D9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994" y="7809219"/>
            <a:ext cx="303306" cy="55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6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6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3126" b="1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9" name="path-37">
            <a:extLst xmlns:a="http://schemas.openxmlformats.org/drawingml/2006/main">
              <a:ext uri="{FF2B5EF4-FFF2-40B4-BE49-F238E27FC236}">
                <a16:creationId xmlns:a16="http://schemas.microsoft.com/office/drawing/2014/main" id="{B6351682-76FC-4471-BC7E-C7C8B405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320" y="6490933"/>
            <a:ext cx="4520302" cy="547194"/>
          </a:xfrm>
          <a:custGeom xmlns:a="http://schemas.openxmlformats.org/drawingml/2006/main">
            <a:pathLst>
              <a:path w="4623892" h="559734">
                <a:moveTo>
                  <a:pt x="0" y="93290"/>
                </a:moveTo>
                <a:lnTo>
                  <a:pt x="0" y="93290"/>
                </a:lnTo>
                <a:cubicBezTo>
                  <a:pt x="0" y="41767"/>
                  <a:pt x="41767" y="0"/>
                  <a:pt x="93289" y="0"/>
                </a:cubicBezTo>
                <a:lnTo>
                  <a:pt x="4530603" y="0"/>
                </a:lnTo>
                <a:cubicBezTo>
                  <a:pt x="4555342" y="0"/>
                  <a:pt x="4579072" y="9828"/>
                  <a:pt x="4596569" y="27323"/>
                </a:cubicBezTo>
                <a:cubicBezTo>
                  <a:pt x="4614063" y="44818"/>
                  <a:pt x="4623892" y="68548"/>
                  <a:pt x="4623892" y="93290"/>
                </a:cubicBezTo>
                <a:lnTo>
                  <a:pt x="4623892" y="466443"/>
                </a:lnTo>
                <a:cubicBezTo>
                  <a:pt x="4623892" y="517966"/>
                  <a:pt x="4582125" y="559734"/>
                  <a:pt x="4530603" y="559734"/>
                </a:cubicBezTo>
                <a:lnTo>
                  <a:pt x="93289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4526">
            <a:solidFill>
              <a:srgbClr val="66629B"/>
            </a:solidFill>
            <a:prstDash val="solid"/>
          </a:ln>
        </p:spPr>
      </p:sp>
      <p:sp>
        <p:nvSpPr>
          <p:cNvPr id="30" name="text-38 Metadata">
            <a:extLst xmlns:a="http://schemas.openxmlformats.org/drawingml/2006/main">
              <a:ext uri="{FF2B5EF4-FFF2-40B4-BE49-F238E27FC236}">
                <a16:creationId xmlns:a16="http://schemas.microsoft.com/office/drawing/2014/main" id="{697F06E6-20A4-4D80-B119-70C703F9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5856" y="6517569"/>
            <a:ext cx="1595803" cy="513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89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89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2889" b="0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31" name="path-39">
            <a:extLst xmlns:a="http://schemas.openxmlformats.org/drawingml/2006/main">
              <a:ext uri="{FF2B5EF4-FFF2-40B4-BE49-F238E27FC236}">
                <a16:creationId xmlns:a16="http://schemas.microsoft.com/office/drawing/2014/main" id="{FD84CAEF-624C-4827-85FD-98C17070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320" y="3313484"/>
            <a:ext cx="4520302" cy="2885125"/>
          </a:xfrm>
          <a:custGeom xmlns:a="http://schemas.openxmlformats.org/drawingml/2006/main">
            <a:pathLst>
              <a:path w="4623892" h="2951242">
                <a:moveTo>
                  <a:pt x="0" y="112915"/>
                </a:moveTo>
                <a:lnTo>
                  <a:pt x="0" y="112915"/>
                </a:lnTo>
                <a:cubicBezTo>
                  <a:pt x="0" y="50554"/>
                  <a:pt x="50552" y="0"/>
                  <a:pt x="112914" y="0"/>
                </a:cubicBezTo>
                <a:lnTo>
                  <a:pt x="4510978" y="0"/>
                </a:lnTo>
                <a:cubicBezTo>
                  <a:pt x="4540924" y="0"/>
                  <a:pt x="4569647" y="11897"/>
                  <a:pt x="4590822" y="33072"/>
                </a:cubicBezTo>
                <a:cubicBezTo>
                  <a:pt x="4611998" y="54248"/>
                  <a:pt x="4623892" y="82969"/>
                  <a:pt x="4623892" y="112915"/>
                </a:cubicBezTo>
                <a:lnTo>
                  <a:pt x="4623892" y="2838327"/>
                </a:lnTo>
                <a:cubicBezTo>
                  <a:pt x="4623892" y="2900689"/>
                  <a:pt x="4573339" y="2951242"/>
                  <a:pt x="4510978" y="2951242"/>
                </a:cubicBezTo>
                <a:lnTo>
                  <a:pt x="112914" y="2951242"/>
                </a:lnTo>
                <a:cubicBezTo>
                  <a:pt x="50552" y="2951242"/>
                  <a:pt x="0" y="2900689"/>
                  <a:pt x="0" y="2838327"/>
                </a:cubicBezTo>
                <a:lnTo>
                  <a:pt x="0" y="112915"/>
                </a:lnTo>
              </a:path>
            </a:pathLst>
          </a:cu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40">
            <a:extLst xmlns:a="http://schemas.openxmlformats.org/drawingml/2006/main">
              <a:ext uri="{FF2B5EF4-FFF2-40B4-BE49-F238E27FC236}">
                <a16:creationId xmlns:a16="http://schemas.microsoft.com/office/drawing/2014/main" id="{57EA9741-6890-4BC5-9273-933D17CE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27" y="3575500"/>
            <a:ext cx="3692192" cy="547195"/>
          </a:xfrm>
          <a:custGeom xmlns:a="http://schemas.openxmlformats.org/drawingml/2006/main">
            <a:pathLst>
              <a:path w="3776805" h="559735">
                <a:moveTo>
                  <a:pt x="0" y="93291"/>
                </a:moveTo>
                <a:lnTo>
                  <a:pt x="0" y="93291"/>
                </a:lnTo>
                <a:cubicBezTo>
                  <a:pt x="0" y="41768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20"/>
                  <a:pt x="3776805" y="68549"/>
                  <a:pt x="3776805" y="93291"/>
                </a:cubicBezTo>
                <a:lnTo>
                  <a:pt x="3776805" y="466444"/>
                </a:lnTo>
                <a:cubicBezTo>
                  <a:pt x="3776805" y="517967"/>
                  <a:pt x="3735038" y="559735"/>
                  <a:pt x="3683512" y="559735"/>
                </a:cubicBezTo>
                <a:lnTo>
                  <a:pt x="93291" y="559735"/>
                </a:lnTo>
                <a:cubicBezTo>
                  <a:pt x="41767" y="559735"/>
                  <a:pt x="0" y="517967"/>
                  <a:pt x="0" y="466444"/>
                </a:cubicBezTo>
                <a:lnTo>
                  <a:pt x="0" y="93291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41 Frame">
            <a:extLst xmlns:a="http://schemas.openxmlformats.org/drawingml/2006/main">
              <a:ext uri="{FF2B5EF4-FFF2-40B4-BE49-F238E27FC236}">
                <a16:creationId xmlns:a16="http://schemas.microsoft.com/office/drawing/2014/main" id="{F4A89690-AFBE-4C0A-8640-8361161E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1338" y="3647277"/>
            <a:ext cx="940384" cy="428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3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3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413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34" name="text-41 1">
            <a:extLst xmlns:a="http://schemas.openxmlformats.org/drawingml/2006/main">
              <a:ext uri="{FF2B5EF4-FFF2-40B4-BE49-F238E27FC236}">
                <a16:creationId xmlns:a16="http://schemas.microsoft.com/office/drawing/2014/main" id="{C12A5A01-D7C3-4B5F-BE4A-D5ED5508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19" y="3713080"/>
            <a:ext cx="177096" cy="33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5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5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1895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text-41 caption">
            <a:extLst xmlns:a="http://schemas.openxmlformats.org/drawingml/2006/main">
              <a:ext uri="{FF2B5EF4-FFF2-40B4-BE49-F238E27FC236}">
                <a16:creationId xmlns:a16="http://schemas.microsoft.com/office/drawing/2014/main" id="{16F79F7A-5536-45F5-8EF2-65827C89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2109" y="3630088"/>
            <a:ext cx="1101671" cy="453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4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4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548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36" name="path-42">
            <a:extLst xmlns:a="http://schemas.openxmlformats.org/drawingml/2006/main">
              <a:ext uri="{FF2B5EF4-FFF2-40B4-BE49-F238E27FC236}">
                <a16:creationId xmlns:a16="http://schemas.microsoft.com/office/drawing/2014/main" id="{A26A11F8-C5DF-488A-B647-024D797C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61" y="3575500"/>
            <a:ext cx="414055" cy="547195"/>
          </a:xfrm>
          <a:custGeom xmlns:a="http://schemas.openxmlformats.org/drawingml/2006/main">
            <a:pathLst>
              <a:path w="423544" h="559735">
                <a:moveTo>
                  <a:pt x="423544" y="70592"/>
                </a:moveTo>
                <a:lnTo>
                  <a:pt x="423544" y="70592"/>
                </a:lnTo>
                <a:cubicBezTo>
                  <a:pt x="423544" y="31605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8"/>
                  <a:pt x="20676" y="20677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5"/>
                  <a:pt x="70592" y="559735"/>
                </a:cubicBezTo>
                <a:lnTo>
                  <a:pt x="352951" y="559735"/>
                </a:lnTo>
                <a:cubicBezTo>
                  <a:pt x="391940" y="559735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43 +">
            <a:extLst xmlns:a="http://schemas.openxmlformats.org/drawingml/2006/main">
              <a:ext uri="{FF2B5EF4-FFF2-40B4-BE49-F238E27FC236}">
                <a16:creationId xmlns:a16="http://schemas.microsoft.com/office/drawing/2014/main" id="{FE89A5CE-8A29-44A4-8C80-7ECC9F99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994" y="3587445"/>
            <a:ext cx="303306" cy="55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26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8" name="path-44">
            <a:extLst xmlns:a="http://schemas.openxmlformats.org/drawingml/2006/main">
              <a:ext uri="{FF2B5EF4-FFF2-40B4-BE49-F238E27FC236}">
                <a16:creationId xmlns:a16="http://schemas.microsoft.com/office/drawing/2014/main" id="{BBF640DF-071F-4B46-AF66-17AEEA0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27" y="4200465"/>
            <a:ext cx="3692192" cy="547195"/>
          </a:xfrm>
          <a:custGeom xmlns:a="http://schemas.openxmlformats.org/drawingml/2006/main">
            <a:pathLst>
              <a:path w="3776805" h="559735">
                <a:moveTo>
                  <a:pt x="0" y="93291"/>
                </a:moveTo>
                <a:lnTo>
                  <a:pt x="0" y="93291"/>
                </a:lnTo>
                <a:cubicBezTo>
                  <a:pt x="0" y="41768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20"/>
                  <a:pt x="3776805" y="68549"/>
                  <a:pt x="3776805" y="93291"/>
                </a:cubicBezTo>
                <a:lnTo>
                  <a:pt x="3776805" y="466443"/>
                </a:lnTo>
                <a:cubicBezTo>
                  <a:pt x="3776805" y="517966"/>
                  <a:pt x="3735038" y="559735"/>
                  <a:pt x="3683512" y="559735"/>
                </a:cubicBezTo>
                <a:lnTo>
                  <a:pt x="93291" y="559735"/>
                </a:lnTo>
                <a:cubicBezTo>
                  <a:pt x="41767" y="559735"/>
                  <a:pt x="0" y="517966"/>
                  <a:pt x="0" y="466443"/>
                </a:cubicBezTo>
                <a:lnTo>
                  <a:pt x="0" y="93291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45 Frame">
            <a:extLst xmlns:a="http://schemas.openxmlformats.org/drawingml/2006/main">
              <a:ext uri="{FF2B5EF4-FFF2-40B4-BE49-F238E27FC236}">
                <a16:creationId xmlns:a16="http://schemas.microsoft.com/office/drawing/2014/main" id="{9308C600-FCFC-4504-91AB-7B24AD2D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1338" y="4272243"/>
            <a:ext cx="940384" cy="428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3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3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413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40" name="text-45 2">
            <a:extLst xmlns:a="http://schemas.openxmlformats.org/drawingml/2006/main">
              <a:ext uri="{FF2B5EF4-FFF2-40B4-BE49-F238E27FC236}">
                <a16:creationId xmlns:a16="http://schemas.microsoft.com/office/drawing/2014/main" id="{0BCCFDE3-00AB-4469-8AB9-A5A9423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19" y="4251051"/>
            <a:ext cx="241128" cy="458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80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80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580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text-45 caption">
            <a:extLst xmlns:a="http://schemas.openxmlformats.org/drawingml/2006/main">
              <a:ext uri="{FF2B5EF4-FFF2-40B4-BE49-F238E27FC236}">
                <a16:creationId xmlns:a16="http://schemas.microsoft.com/office/drawing/2014/main" id="{F3375541-CC0F-4279-BE1B-56AA5550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0628" y="4255055"/>
            <a:ext cx="1101670" cy="453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4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4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548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42" name="path-46">
            <a:extLst xmlns:a="http://schemas.openxmlformats.org/drawingml/2006/main">
              <a:ext uri="{FF2B5EF4-FFF2-40B4-BE49-F238E27FC236}">
                <a16:creationId xmlns:a16="http://schemas.microsoft.com/office/drawing/2014/main" id="{B105CE34-7E19-410A-97E4-BD7D06BC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61" y="4200465"/>
            <a:ext cx="414055" cy="547195"/>
          </a:xfrm>
          <a:custGeom xmlns:a="http://schemas.openxmlformats.org/drawingml/2006/main">
            <a:pathLst>
              <a:path w="423544" h="559735">
                <a:moveTo>
                  <a:pt x="423544" y="70592"/>
                </a:moveTo>
                <a:lnTo>
                  <a:pt x="423544" y="70592"/>
                </a:lnTo>
                <a:cubicBezTo>
                  <a:pt x="423544" y="31606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8"/>
                  <a:pt x="20676" y="20677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5"/>
                  <a:pt x="70592" y="559735"/>
                </a:cubicBezTo>
                <a:lnTo>
                  <a:pt x="352951" y="559735"/>
                </a:lnTo>
                <a:cubicBezTo>
                  <a:pt x="391940" y="559735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47 +">
            <a:extLst xmlns:a="http://schemas.openxmlformats.org/drawingml/2006/main">
              <a:ext uri="{FF2B5EF4-FFF2-40B4-BE49-F238E27FC236}">
                <a16:creationId xmlns:a16="http://schemas.microsoft.com/office/drawing/2014/main" id="{8F3ED781-D441-4A2D-A185-C2A11D62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994" y="4212410"/>
            <a:ext cx="303306" cy="55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26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4" name="path-48">
            <a:extLst xmlns:a="http://schemas.openxmlformats.org/drawingml/2006/main">
              <a:ext uri="{FF2B5EF4-FFF2-40B4-BE49-F238E27FC236}">
                <a16:creationId xmlns:a16="http://schemas.microsoft.com/office/drawing/2014/main" id="{7F8C4087-C528-4BAB-9E52-F648E6E3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27" y="4825444"/>
            <a:ext cx="3692192" cy="547194"/>
          </a:xfrm>
          <a:custGeom xmlns:a="http://schemas.openxmlformats.org/drawingml/2006/main">
            <a:pathLst>
              <a:path w="3776805" h="559734">
                <a:moveTo>
                  <a:pt x="0" y="93290"/>
                </a:moveTo>
                <a:lnTo>
                  <a:pt x="0" y="93290"/>
                </a:lnTo>
                <a:cubicBezTo>
                  <a:pt x="0" y="41768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19"/>
                  <a:pt x="3776805" y="68548"/>
                  <a:pt x="3776805" y="93290"/>
                </a:cubicBezTo>
                <a:lnTo>
                  <a:pt x="3776805" y="466443"/>
                </a:lnTo>
                <a:cubicBezTo>
                  <a:pt x="3776805" y="517966"/>
                  <a:pt x="3735038" y="559734"/>
                  <a:pt x="3683512" y="559734"/>
                </a:cubicBezTo>
                <a:lnTo>
                  <a:pt x="93291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49 …">
            <a:extLst xmlns:a="http://schemas.openxmlformats.org/drawingml/2006/main">
              <a:ext uri="{FF2B5EF4-FFF2-40B4-BE49-F238E27FC236}">
                <a16:creationId xmlns:a16="http://schemas.microsoft.com/office/drawing/2014/main" id="{0FA29CD0-269C-4C97-95BA-5030C785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1338" y="4913092"/>
            <a:ext cx="342822" cy="406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288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6" name="path-50">
            <a:extLst xmlns:a="http://schemas.openxmlformats.org/drawingml/2006/main">
              <a:ext uri="{FF2B5EF4-FFF2-40B4-BE49-F238E27FC236}">
                <a16:creationId xmlns:a16="http://schemas.microsoft.com/office/drawing/2014/main" id="{62413823-EF38-4C86-BC7E-B85F155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61" y="4825444"/>
            <a:ext cx="414055" cy="547194"/>
          </a:xfrm>
          <a:custGeom xmlns:a="http://schemas.openxmlformats.org/drawingml/2006/main">
            <a:pathLst>
              <a:path w="423544" h="559734">
                <a:moveTo>
                  <a:pt x="423544" y="70592"/>
                </a:moveTo>
                <a:lnTo>
                  <a:pt x="423544" y="70592"/>
                </a:lnTo>
                <a:cubicBezTo>
                  <a:pt x="423544" y="31604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7"/>
                  <a:pt x="20676" y="20676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4"/>
                  <a:pt x="70592" y="559734"/>
                </a:cubicBezTo>
                <a:lnTo>
                  <a:pt x="352951" y="559734"/>
                </a:lnTo>
                <a:cubicBezTo>
                  <a:pt x="391940" y="559734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-51 +">
            <a:extLst xmlns:a="http://schemas.openxmlformats.org/drawingml/2006/main">
              <a:ext uri="{FF2B5EF4-FFF2-40B4-BE49-F238E27FC236}">
                <a16:creationId xmlns:a16="http://schemas.microsoft.com/office/drawing/2014/main" id="{26D81F05-9B95-42CB-BBD0-FFBD4C5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994" y="4837389"/>
            <a:ext cx="303306" cy="55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26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8" name="path-52">
            <a:extLst xmlns:a="http://schemas.openxmlformats.org/drawingml/2006/main">
              <a:ext uri="{FF2B5EF4-FFF2-40B4-BE49-F238E27FC236}">
                <a16:creationId xmlns:a16="http://schemas.microsoft.com/office/drawing/2014/main" id="{DE81BAFA-1710-4A33-9887-75C261A5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320" y="2894123"/>
            <a:ext cx="4520302" cy="547195"/>
          </a:xfrm>
          <a:custGeom xmlns:a="http://schemas.openxmlformats.org/drawingml/2006/main">
            <a:pathLst>
              <a:path w="4623892" h="559735">
                <a:moveTo>
                  <a:pt x="0" y="93291"/>
                </a:moveTo>
                <a:lnTo>
                  <a:pt x="0" y="93291"/>
                </a:lnTo>
                <a:cubicBezTo>
                  <a:pt x="0" y="41768"/>
                  <a:pt x="41767" y="0"/>
                  <a:pt x="93289" y="0"/>
                </a:cubicBezTo>
                <a:lnTo>
                  <a:pt x="4530603" y="0"/>
                </a:lnTo>
                <a:cubicBezTo>
                  <a:pt x="4555342" y="0"/>
                  <a:pt x="4579072" y="9829"/>
                  <a:pt x="4596569" y="27325"/>
                </a:cubicBezTo>
                <a:cubicBezTo>
                  <a:pt x="4614063" y="44819"/>
                  <a:pt x="4623892" y="68549"/>
                  <a:pt x="4623892" y="93291"/>
                </a:cubicBezTo>
                <a:lnTo>
                  <a:pt x="4623892" y="466444"/>
                </a:lnTo>
                <a:cubicBezTo>
                  <a:pt x="4623892" y="517967"/>
                  <a:pt x="4582125" y="559735"/>
                  <a:pt x="4530603" y="559735"/>
                </a:cubicBezTo>
                <a:lnTo>
                  <a:pt x="93289" y="559735"/>
                </a:lnTo>
                <a:cubicBezTo>
                  <a:pt x="41767" y="559735"/>
                  <a:pt x="0" y="517967"/>
                  <a:pt x="0" y="466444"/>
                </a:cubicBezTo>
                <a:lnTo>
                  <a:pt x="0" y="93291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4526">
            <a:solidFill>
              <a:srgbClr val="3B7190"/>
            </a:solidFill>
            <a:prstDash val="solid"/>
          </a:ln>
        </p:spPr>
      </p:sp>
      <p:sp>
        <p:nvSpPr>
          <p:cNvPr id="49" name="text-53 Frame">
            <a:extLst xmlns:a="http://schemas.openxmlformats.org/drawingml/2006/main">
              <a:ext uri="{FF2B5EF4-FFF2-40B4-BE49-F238E27FC236}">
                <a16:creationId xmlns:a16="http://schemas.microsoft.com/office/drawing/2014/main" id="{0E4A3246-0C95-4475-BC1A-FCD56FE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7412" y="2940525"/>
            <a:ext cx="1065427" cy="486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4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4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734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50" name="text-53 Captions">
            <a:extLst xmlns:a="http://schemas.openxmlformats.org/drawingml/2006/main">
              <a:ext uri="{FF2B5EF4-FFF2-40B4-BE49-F238E27FC236}">
                <a16:creationId xmlns:a16="http://schemas.microsoft.com/office/drawing/2014/main" id="{43899521-6848-48A5-B0CD-33587C35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5088" y="2930752"/>
            <a:ext cx="1472837" cy="49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11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11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811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Captions</a:t>
            </a:r>
          </a:p>
        </p:txBody>
      </p:sp>
      <p:sp>
        <p:nvSpPr>
          <p:cNvPr id="51" name="path-54">
            <a:extLst xmlns:a="http://schemas.openxmlformats.org/drawingml/2006/main">
              <a:ext uri="{FF2B5EF4-FFF2-40B4-BE49-F238E27FC236}">
                <a16:creationId xmlns:a16="http://schemas.microsoft.com/office/drawing/2014/main" id="{1BDFC1C2-0884-45E4-8679-6021313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619" y="5471157"/>
            <a:ext cx="3692188" cy="547194"/>
          </a:xfrm>
          <a:custGeom xmlns:a="http://schemas.openxmlformats.org/drawingml/2006/main">
            <a:pathLst>
              <a:path w="3776801" h="559734">
                <a:moveTo>
                  <a:pt x="0" y="93290"/>
                </a:moveTo>
                <a:lnTo>
                  <a:pt x="0" y="93290"/>
                </a:lnTo>
                <a:cubicBezTo>
                  <a:pt x="0" y="41767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1" y="9828"/>
                  <a:pt x="3749478" y="27324"/>
                </a:cubicBezTo>
                <a:cubicBezTo>
                  <a:pt x="3766972" y="44818"/>
                  <a:pt x="3776801" y="68548"/>
                  <a:pt x="3776801" y="93290"/>
                </a:cubicBezTo>
                <a:lnTo>
                  <a:pt x="3776801" y="466443"/>
                </a:lnTo>
                <a:cubicBezTo>
                  <a:pt x="3776801" y="517966"/>
                  <a:pt x="3735034" y="559734"/>
                  <a:pt x="3683512" y="559734"/>
                </a:cubicBezTo>
                <a:lnTo>
                  <a:pt x="93291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-55 Frame">
            <a:extLst xmlns:a="http://schemas.openxmlformats.org/drawingml/2006/main">
              <a:ext uri="{FF2B5EF4-FFF2-40B4-BE49-F238E27FC236}">
                <a16:creationId xmlns:a16="http://schemas.microsoft.com/office/drawing/2014/main" id="{C582105A-5CD6-43E9-8F92-B6801B3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1229" y="5542934"/>
            <a:ext cx="940384" cy="428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3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3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413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53" name="text-56 n">
            <a:extLst xmlns:a="http://schemas.openxmlformats.org/drawingml/2006/main">
              <a:ext uri="{FF2B5EF4-FFF2-40B4-BE49-F238E27FC236}">
                <a16:creationId xmlns:a16="http://schemas.microsoft.com/office/drawing/2014/main" id="{850465A4-6EF9-4B30-861E-80A6CED8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845" y="5536109"/>
            <a:ext cx="230553" cy="438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6" b="0" i="1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6" b="0" i="1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466" b="0" i="1">
                <a:solidFill>
                  <a:srgbClr val="3B719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54" name="text-57 caption">
            <a:extLst xmlns:a="http://schemas.openxmlformats.org/drawingml/2006/main">
              <a:ext uri="{FF2B5EF4-FFF2-40B4-BE49-F238E27FC236}">
                <a16:creationId xmlns:a16="http://schemas.microsoft.com/office/drawing/2014/main" id="{04A15FD8-AC8B-4419-B942-77FB1E38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2964" y="5525745"/>
            <a:ext cx="1101670" cy="453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4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4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548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55" name="path-58">
            <a:extLst xmlns:a="http://schemas.openxmlformats.org/drawingml/2006/main">
              <a:ext uri="{FF2B5EF4-FFF2-40B4-BE49-F238E27FC236}">
                <a16:creationId xmlns:a16="http://schemas.microsoft.com/office/drawing/2014/main" id="{0C763799-9772-4870-BC49-DDED4F77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751" y="5471157"/>
            <a:ext cx="414057" cy="547194"/>
          </a:xfrm>
          <a:custGeom xmlns:a="http://schemas.openxmlformats.org/drawingml/2006/main">
            <a:pathLst>
              <a:path w="423545" h="559734">
                <a:moveTo>
                  <a:pt x="423545" y="70592"/>
                </a:moveTo>
                <a:lnTo>
                  <a:pt x="423545" y="70592"/>
                </a:lnTo>
                <a:cubicBezTo>
                  <a:pt x="423545" y="31604"/>
                  <a:pt x="391938" y="0"/>
                  <a:pt x="352953" y="0"/>
                </a:cubicBezTo>
                <a:lnTo>
                  <a:pt x="70592" y="0"/>
                </a:lnTo>
                <a:cubicBezTo>
                  <a:pt x="51870" y="0"/>
                  <a:pt x="33915" y="7437"/>
                  <a:pt x="20676" y="20675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4"/>
                  <a:pt x="70592" y="559734"/>
                </a:cubicBezTo>
                <a:lnTo>
                  <a:pt x="352953" y="559734"/>
                </a:lnTo>
                <a:cubicBezTo>
                  <a:pt x="391938" y="559734"/>
                  <a:pt x="423545" y="528130"/>
                  <a:pt x="423545" y="489142"/>
                </a:cubicBezTo>
                <a:lnTo>
                  <a:pt x="423545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ext-59 +">
            <a:extLst xmlns:a="http://schemas.openxmlformats.org/drawingml/2006/main">
              <a:ext uri="{FF2B5EF4-FFF2-40B4-BE49-F238E27FC236}">
                <a16:creationId xmlns:a16="http://schemas.microsoft.com/office/drawing/2014/main" id="{4DA482C6-C686-41F6-B19A-E49614D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882" y="5483103"/>
            <a:ext cx="303306" cy="55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6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26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7" name="path-60">
            <a:extLst xmlns:a="http://schemas.openxmlformats.org/drawingml/2006/main">
              <a:ext uri="{FF2B5EF4-FFF2-40B4-BE49-F238E27FC236}">
                <a16:creationId xmlns:a16="http://schemas.microsoft.com/office/drawing/2014/main" id="{8806BCCD-51B3-4D78-A899-AE02C971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277" y="2054533"/>
            <a:ext cx="4520761" cy="547652"/>
          </a:xfrm>
          <a:custGeom xmlns:a="http://schemas.openxmlformats.org/drawingml/2006/main">
            <a:pathLst>
              <a:path w="4624362" h="560202">
                <a:moveTo>
                  <a:pt x="0" y="93369"/>
                </a:moveTo>
                <a:lnTo>
                  <a:pt x="0" y="93369"/>
                </a:lnTo>
                <a:cubicBezTo>
                  <a:pt x="0" y="41802"/>
                  <a:pt x="41802" y="0"/>
                  <a:pt x="93368" y="0"/>
                </a:cubicBezTo>
                <a:lnTo>
                  <a:pt x="4530992" y="0"/>
                </a:lnTo>
                <a:cubicBezTo>
                  <a:pt x="4555754" y="0"/>
                  <a:pt x="4579505" y="9836"/>
                  <a:pt x="4597014" y="27347"/>
                </a:cubicBezTo>
                <a:cubicBezTo>
                  <a:pt x="4614522" y="44857"/>
                  <a:pt x="4624362" y="68606"/>
                  <a:pt x="4624362" y="93369"/>
                </a:cubicBezTo>
                <a:lnTo>
                  <a:pt x="4624362" y="466833"/>
                </a:lnTo>
                <a:cubicBezTo>
                  <a:pt x="4624362" y="518399"/>
                  <a:pt x="4582559" y="560202"/>
                  <a:pt x="4530992" y="560202"/>
                </a:cubicBezTo>
                <a:lnTo>
                  <a:pt x="93368" y="560202"/>
                </a:lnTo>
                <a:cubicBezTo>
                  <a:pt x="41802" y="560202"/>
                  <a:pt x="0" y="518399"/>
                  <a:pt x="0" y="466833"/>
                </a:cubicBezTo>
                <a:lnTo>
                  <a:pt x="0" y="93369"/>
                </a:lnTo>
              </a:path>
            </a:pathLst>
          </a:custGeom>
          <a:solidFill xmlns:a="http://schemas.openxmlformats.org/drawingml/2006/main">
            <a:srgbClr val="E0ECEE"/>
          </a:solidFill>
          <a:ln xmlns:a="http://schemas.openxmlformats.org/drawingml/2006/main" w="14526">
            <a:solidFill>
              <a:srgbClr val="2E7B6E"/>
            </a:solidFill>
            <a:prstDash val="solid"/>
          </a:ln>
        </p:spPr>
      </p:sp>
      <p:sp>
        <p:nvSpPr>
          <p:cNvPr id="58" name="text-61 Video">
            <a:extLst xmlns:a="http://schemas.openxmlformats.org/drawingml/2006/main">
              <a:ext uri="{FF2B5EF4-FFF2-40B4-BE49-F238E27FC236}">
                <a16:creationId xmlns:a16="http://schemas.microsoft.com/office/drawing/2014/main" id="{8E39A001-D6DB-4906-BDCA-A2CC1D6D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415" y="2090234"/>
            <a:ext cx="973718" cy="50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0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0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pPr>
            <a:r>
              <a:rPr sz="2820" b="0" i="0">
                <a:solidFill>
                  <a:srgbClr val="006E6C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59" name="text-61 Caption">
            <a:extLst xmlns:a="http://schemas.openxmlformats.org/drawingml/2006/main">
              <a:ext uri="{FF2B5EF4-FFF2-40B4-BE49-F238E27FC236}">
                <a16:creationId xmlns:a16="http://schemas.microsoft.com/office/drawing/2014/main" id="{3EE5EAB4-9B24-4558-B4FA-C67B976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2" y="2088292"/>
            <a:ext cx="1305636" cy="50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35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35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pPr>
            <a:r>
              <a:rPr sz="2835" b="0" i="0">
                <a:solidFill>
                  <a:srgbClr val="006E6C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60" name="path-62">
            <a:extLst xmlns:a="http://schemas.openxmlformats.org/drawingml/2006/main">
              <a:ext uri="{FF2B5EF4-FFF2-40B4-BE49-F238E27FC236}">
                <a16:creationId xmlns:a16="http://schemas.microsoft.com/office/drawing/2014/main" id="{20DF5CFF-28BC-4613-9E3D-0D0D05B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038" y="2328359"/>
            <a:ext cx="1090270" cy="2727279"/>
          </a:xfrm>
          <a:custGeom xmlns:a="http://schemas.openxmlformats.org/drawingml/2006/main">
            <a:pathLst>
              <a:path w="1115255" h="2789779">
                <a:moveTo>
                  <a:pt x="0" y="0"/>
                </a:moveTo>
                <a:cubicBezTo>
                  <a:pt x="278809" y="0"/>
                  <a:pt x="418208" y="697445"/>
                  <a:pt x="557615" y="1394890"/>
                </a:cubicBezTo>
                <a:cubicBezTo>
                  <a:pt x="697025" y="2092335"/>
                  <a:pt x="836435" y="2789779"/>
                  <a:pt x="1115255" y="278977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61" name="path-63">
            <a:extLst xmlns:a="http://schemas.openxmlformats.org/drawingml/2006/main">
              <a:ext uri="{FF2B5EF4-FFF2-40B4-BE49-F238E27FC236}">
                <a16:creationId xmlns:a16="http://schemas.microsoft.com/office/drawing/2014/main" id="{43046686-2BE3-4843-B642-776D5DF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21" y="3167720"/>
            <a:ext cx="1090730" cy="1888187"/>
          </a:xfrm>
          <a:custGeom xmlns:a="http://schemas.openxmlformats.org/drawingml/2006/main">
            <a:pathLst>
              <a:path w="1115725" h="1931458">
                <a:moveTo>
                  <a:pt x="0" y="0"/>
                </a:moveTo>
                <a:cubicBezTo>
                  <a:pt x="278916" y="0"/>
                  <a:pt x="418363" y="482865"/>
                  <a:pt x="557828" y="965729"/>
                </a:cubicBezTo>
                <a:cubicBezTo>
                  <a:pt x="697293" y="1448594"/>
                  <a:pt x="836777" y="1931458"/>
                  <a:pt x="1115725" y="1931458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62" name="path-64">
            <a:extLst xmlns:a="http://schemas.openxmlformats.org/drawingml/2006/main">
              <a:ext uri="{FF2B5EF4-FFF2-40B4-BE49-F238E27FC236}">
                <a16:creationId xmlns:a16="http://schemas.microsoft.com/office/drawing/2014/main" id="{B9C31F4C-8127-48D9-9161-A79C282A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21" y="5055690"/>
            <a:ext cx="1090730" cy="1708839"/>
          </a:xfrm>
          <a:custGeom xmlns:a="http://schemas.openxmlformats.org/drawingml/2006/main">
            <a:pathLst>
              <a:path w="1115725" h="1748000">
                <a:moveTo>
                  <a:pt x="0" y="1748000"/>
                </a:moveTo>
                <a:cubicBezTo>
                  <a:pt x="278916" y="1748000"/>
                  <a:pt x="418363" y="1311000"/>
                  <a:pt x="557828" y="874000"/>
                </a:cubicBezTo>
                <a:cubicBezTo>
                  <a:pt x="697293" y="437000"/>
                  <a:pt x="836777" y="0"/>
                  <a:pt x="1115725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63" name="path-66">
            <a:extLst xmlns:a="http://schemas.openxmlformats.org/drawingml/2006/main">
              <a:ext uri="{FF2B5EF4-FFF2-40B4-BE49-F238E27FC236}">
                <a16:creationId xmlns:a16="http://schemas.microsoft.com/office/drawing/2014/main" id="{6DB9AB51-89A5-46B0-B455-5246000F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0916" y="5055779"/>
            <a:ext cx="525233" cy="810"/>
          </a:xfrm>
          <a:custGeom xmlns:a="http://schemas.openxmlformats.org/drawingml/2006/main">
            <a:pathLst>
              <a:path w="537270" h="829">
                <a:moveTo>
                  <a:pt x="0" y="0"/>
                </a:moveTo>
                <a:cubicBezTo>
                  <a:pt x="178899" y="0"/>
                  <a:pt x="268348" y="233"/>
                  <a:pt x="357798" y="468"/>
                </a:cubicBezTo>
                <a:cubicBezTo>
                  <a:pt x="402519" y="584"/>
                  <a:pt x="447243" y="702"/>
                  <a:pt x="503146" y="789"/>
                </a:cubicBezTo>
                <a:lnTo>
                  <a:pt x="537270" y="829"/>
                </a:lnTo>
              </a:path>
            </a:pathLst>
          </a:custGeom>
          <a:noFill xmlns:a="http://schemas.openxmlformats.org/drawingml/2006/main"/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64" name="path-67">
            <a:extLst xmlns:a="http://schemas.openxmlformats.org/drawingml/2006/main">
              <a:ext uri="{FF2B5EF4-FFF2-40B4-BE49-F238E27FC236}">
                <a16:creationId xmlns:a16="http://schemas.microsoft.com/office/drawing/2014/main" id="{A9E19186-F67A-45B4-8BAE-6FFF04C1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6120" y="5008602"/>
            <a:ext cx="131872" cy="95975"/>
          </a:xfrm>
          <a:custGeom xmlns:a="http://schemas.openxmlformats.org/drawingml/2006/main">
            <a:pathLst>
              <a:path w="134894" h="98174">
                <a:moveTo>
                  <a:pt x="0" y="98174"/>
                </a:moveTo>
                <a:lnTo>
                  <a:pt x="134894" y="49167"/>
                </a:lnTo>
                <a:lnTo>
                  <a:pt x="59" y="0"/>
                </a:lnTo>
                <a:lnTo>
                  <a:pt x="0" y="98174"/>
                </a:lnTo>
              </a:path>
            </a:pathLst>
          </a:custGeom>
          <a:solidFill xmlns:a="http://schemas.openxmlformats.org/drawingml/2006/main">
            <a:srgbClr val="134F5C"/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65" name="path-68">
            <a:extLst xmlns:a="http://schemas.openxmlformats.org/drawingml/2006/main">
              <a:ext uri="{FF2B5EF4-FFF2-40B4-BE49-F238E27FC236}">
                <a16:creationId xmlns:a16="http://schemas.microsoft.com/office/drawing/2014/main" id="{EC37ED98-956C-4D4A-AFB2-8EC181F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995" y="1888295"/>
            <a:ext cx="3587418" cy="912296"/>
          </a:xfrm>
          <a:custGeom xmlns:a="http://schemas.openxmlformats.org/drawingml/2006/main">
            <a:pathLst>
              <a:path w="3669630" h="933203">
                <a:moveTo>
                  <a:pt x="0" y="155537"/>
                </a:moveTo>
                <a:lnTo>
                  <a:pt x="0" y="155537"/>
                </a:lnTo>
                <a:cubicBezTo>
                  <a:pt x="0" y="69637"/>
                  <a:pt x="69637" y="0"/>
                  <a:pt x="155537" y="0"/>
                </a:cubicBezTo>
                <a:lnTo>
                  <a:pt x="3514095" y="0"/>
                </a:lnTo>
                <a:cubicBezTo>
                  <a:pt x="3555344" y="0"/>
                  <a:pt x="3594906" y="16387"/>
                  <a:pt x="3624075" y="45556"/>
                </a:cubicBezTo>
                <a:cubicBezTo>
                  <a:pt x="3653244" y="74725"/>
                  <a:pt x="3669630" y="114286"/>
                  <a:pt x="3669630" y="155537"/>
                </a:cubicBezTo>
                <a:lnTo>
                  <a:pt x="3669630" y="777666"/>
                </a:lnTo>
                <a:cubicBezTo>
                  <a:pt x="3669630" y="863567"/>
                  <a:pt x="3599995" y="933203"/>
                  <a:pt x="3514095" y="933203"/>
                </a:cubicBezTo>
                <a:lnTo>
                  <a:pt x="155537" y="933203"/>
                </a:lnTo>
                <a:cubicBezTo>
                  <a:pt x="69637" y="933203"/>
                  <a:pt x="0" y="863567"/>
                  <a:pt x="0" y="777666"/>
                </a:cubicBezTo>
                <a:lnTo>
                  <a:pt x="0" y="155537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29053">
            <a:solidFill>
              <a:srgbClr val="005853"/>
            </a:solidFill>
            <a:prstDash val="solid"/>
          </a:ln>
        </p:spPr>
      </p:sp>
      <p:sp>
        <p:nvSpPr>
          <p:cNvPr id="66" name="text-69 Video">
            <a:extLst xmlns:a="http://schemas.openxmlformats.org/drawingml/2006/main">
              <a:ext uri="{FF2B5EF4-FFF2-40B4-BE49-F238E27FC236}">
                <a16:creationId xmlns:a16="http://schemas.microsoft.com/office/drawing/2014/main" id="{7C40B6E6-9AAB-4BAC-81A3-B3BD042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5200" y="2108841"/>
            <a:ext cx="1037244" cy="50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32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32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832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67" name="text-69 Captioner">
            <a:extLst xmlns:a="http://schemas.openxmlformats.org/drawingml/2006/main">
              <a:ext uri="{FF2B5EF4-FFF2-40B4-BE49-F238E27FC236}">
                <a16:creationId xmlns:a16="http://schemas.microsoft.com/office/drawing/2014/main" id="{2F5A37B6-A05D-4BC2-8DB1-E4F28DEC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2835" y="2108840"/>
            <a:ext cx="1742871" cy="50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32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32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832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Captioner</a:t>
            </a:r>
          </a:p>
        </p:txBody>
      </p:sp>
      <p:sp>
        <p:nvSpPr>
          <p:cNvPr id="68" name="path-70">
            <a:extLst xmlns:a="http://schemas.openxmlformats.org/drawingml/2006/main">
              <a:ext uri="{FF2B5EF4-FFF2-40B4-BE49-F238E27FC236}">
                <a16:creationId xmlns:a16="http://schemas.microsoft.com/office/drawing/2014/main" id="{1753CCB3-AA57-4676-A7E4-685F7FD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063" y="3078641"/>
            <a:ext cx="3587420" cy="912296"/>
          </a:xfrm>
          <a:custGeom xmlns:a="http://schemas.openxmlformats.org/drawingml/2006/main">
            <a:pathLst>
              <a:path w="3669632" h="933203">
                <a:moveTo>
                  <a:pt x="0" y="155537"/>
                </a:moveTo>
                <a:lnTo>
                  <a:pt x="0" y="155537"/>
                </a:lnTo>
                <a:cubicBezTo>
                  <a:pt x="0" y="69636"/>
                  <a:pt x="69637" y="0"/>
                  <a:pt x="155537" y="0"/>
                </a:cubicBezTo>
                <a:lnTo>
                  <a:pt x="3514095" y="0"/>
                </a:lnTo>
                <a:cubicBezTo>
                  <a:pt x="3555344" y="0"/>
                  <a:pt x="3594906" y="16387"/>
                  <a:pt x="3624075" y="45555"/>
                </a:cubicBezTo>
                <a:cubicBezTo>
                  <a:pt x="3653244" y="74724"/>
                  <a:pt x="3669632" y="114286"/>
                  <a:pt x="3669632" y="155537"/>
                </a:cubicBezTo>
                <a:lnTo>
                  <a:pt x="3669632" y="777666"/>
                </a:lnTo>
                <a:cubicBezTo>
                  <a:pt x="3669632" y="863566"/>
                  <a:pt x="3599995" y="933203"/>
                  <a:pt x="3514095" y="933203"/>
                </a:cubicBezTo>
                <a:lnTo>
                  <a:pt x="155537" y="933203"/>
                </a:lnTo>
                <a:cubicBezTo>
                  <a:pt x="69637" y="933203"/>
                  <a:pt x="0" y="863566"/>
                  <a:pt x="0" y="777666"/>
                </a:cubicBezTo>
                <a:lnTo>
                  <a:pt x="0" y="155537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053">
            <a:solidFill>
              <a:srgbClr val="03536A"/>
            </a:solidFill>
            <a:prstDash val="solid"/>
          </a:ln>
        </p:spPr>
      </p:sp>
      <p:sp>
        <p:nvSpPr>
          <p:cNvPr id="69" name="text-71 Image">
            <a:extLst xmlns:a="http://schemas.openxmlformats.org/drawingml/2006/main">
              <a:ext uri="{FF2B5EF4-FFF2-40B4-BE49-F238E27FC236}">
                <a16:creationId xmlns:a16="http://schemas.microsoft.com/office/drawing/2014/main" id="{47F6E36B-65A2-44B1-A518-1018F7CF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704" y="3296396"/>
            <a:ext cx="1112526" cy="50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4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4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854" b="1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70" name="text-71 Captioner">
            <a:extLst xmlns:a="http://schemas.openxmlformats.org/drawingml/2006/main">
              <a:ext uri="{FF2B5EF4-FFF2-40B4-BE49-F238E27FC236}">
                <a16:creationId xmlns:a16="http://schemas.microsoft.com/office/drawing/2014/main" id="{E8FEB88C-4311-4B28-AB1A-9C2CD364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0293" y="3299185"/>
            <a:ext cx="1742873" cy="503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32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32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832" b="1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Captioner</a:t>
            </a:r>
          </a:p>
        </p:txBody>
      </p:sp>
      <p:sp>
        <p:nvSpPr>
          <p:cNvPr id="71" name="path-72">
            <a:extLst xmlns:a="http://schemas.openxmlformats.org/drawingml/2006/main">
              <a:ext uri="{FF2B5EF4-FFF2-40B4-BE49-F238E27FC236}">
                <a16:creationId xmlns:a16="http://schemas.microsoft.com/office/drawing/2014/main" id="{D0159298-6F57-48D9-A787-D4DB3127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952" y="2344596"/>
            <a:ext cx="882098" cy="3101075"/>
          </a:xfrm>
          <a:custGeom xmlns:a="http://schemas.openxmlformats.org/drawingml/2006/main">
            <a:pathLst>
              <a:path w="902313" h="3172141">
                <a:moveTo>
                  <a:pt x="0" y="3172141"/>
                </a:moveTo>
                <a:cubicBezTo>
                  <a:pt x="225564" y="3172141"/>
                  <a:pt x="338340" y="2379106"/>
                  <a:pt x="451129" y="1586071"/>
                </a:cubicBezTo>
                <a:cubicBezTo>
                  <a:pt x="563918" y="793035"/>
                  <a:pt x="676722" y="0"/>
                  <a:pt x="902313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2" name="path-73">
            <a:extLst xmlns:a="http://schemas.openxmlformats.org/drawingml/2006/main">
              <a:ext uri="{FF2B5EF4-FFF2-40B4-BE49-F238E27FC236}">
                <a16:creationId xmlns:a16="http://schemas.microsoft.com/office/drawing/2014/main" id="{835BF592-60C2-4818-A127-D226951F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952" y="3534607"/>
            <a:ext cx="882098" cy="1911064"/>
          </a:xfrm>
          <a:custGeom xmlns:a="http://schemas.openxmlformats.org/drawingml/2006/main">
            <a:pathLst>
              <a:path w="902313" h="1954859">
                <a:moveTo>
                  <a:pt x="0" y="1954859"/>
                </a:moveTo>
                <a:cubicBezTo>
                  <a:pt x="225582" y="1954859"/>
                  <a:pt x="338377" y="1466145"/>
                  <a:pt x="451166" y="977430"/>
                </a:cubicBezTo>
                <a:cubicBezTo>
                  <a:pt x="563955" y="488714"/>
                  <a:pt x="676740" y="0"/>
                  <a:pt x="902313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3" name="path-74">
            <a:extLst xmlns:a="http://schemas.openxmlformats.org/drawingml/2006/main">
              <a:ext uri="{FF2B5EF4-FFF2-40B4-BE49-F238E27FC236}">
                <a16:creationId xmlns:a16="http://schemas.microsoft.com/office/drawing/2014/main" id="{1D838950-7F0B-466B-A9DB-1D05147D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483" y="3534788"/>
            <a:ext cx="1653478" cy="314317"/>
          </a:xfrm>
          <a:custGeom xmlns:a="http://schemas.openxmlformats.org/drawingml/2006/main">
            <a:pathLst>
              <a:path w="1691370" h="321520">
                <a:moveTo>
                  <a:pt x="0" y="0"/>
                </a:moveTo>
                <a:cubicBezTo>
                  <a:pt x="422816" y="0"/>
                  <a:pt x="634211" y="80380"/>
                  <a:pt x="845634" y="160760"/>
                </a:cubicBezTo>
                <a:cubicBezTo>
                  <a:pt x="1057055" y="241140"/>
                  <a:pt x="1268503" y="321520"/>
                  <a:pt x="1691370" y="32152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4" name="path-75">
            <a:extLst xmlns:a="http://schemas.openxmlformats.org/drawingml/2006/main">
              <a:ext uri="{FF2B5EF4-FFF2-40B4-BE49-F238E27FC236}">
                <a16:creationId xmlns:a16="http://schemas.microsoft.com/office/drawing/2014/main" id="{15F15625-618A-40F4-87F8-31BEAA3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483" y="3534788"/>
            <a:ext cx="1653478" cy="939290"/>
          </a:xfrm>
          <a:custGeom xmlns:a="http://schemas.openxmlformats.org/drawingml/2006/main">
            <a:pathLst>
              <a:path w="1691370" h="960816">
                <a:moveTo>
                  <a:pt x="0" y="0"/>
                </a:moveTo>
                <a:cubicBezTo>
                  <a:pt x="422816" y="0"/>
                  <a:pt x="634211" y="240204"/>
                  <a:pt x="845634" y="480407"/>
                </a:cubicBezTo>
                <a:cubicBezTo>
                  <a:pt x="1057055" y="720612"/>
                  <a:pt x="1268503" y="960816"/>
                  <a:pt x="1691370" y="960816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5" name="path-76">
            <a:extLst xmlns:a="http://schemas.openxmlformats.org/drawingml/2006/main">
              <a:ext uri="{FF2B5EF4-FFF2-40B4-BE49-F238E27FC236}">
                <a16:creationId xmlns:a16="http://schemas.microsoft.com/office/drawing/2014/main" id="{D3130C98-82E7-4CD7-8780-12C91FBD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483" y="3534788"/>
            <a:ext cx="1653478" cy="1564263"/>
          </a:xfrm>
          <a:custGeom xmlns:a="http://schemas.openxmlformats.org/drawingml/2006/main">
            <a:pathLst>
              <a:path w="1691370" h="1600110">
                <a:moveTo>
                  <a:pt x="0" y="0"/>
                </a:moveTo>
                <a:cubicBezTo>
                  <a:pt x="422816" y="0"/>
                  <a:pt x="634211" y="400028"/>
                  <a:pt x="845634" y="800056"/>
                </a:cubicBezTo>
                <a:cubicBezTo>
                  <a:pt x="1057055" y="1200083"/>
                  <a:pt x="1268503" y="1600110"/>
                  <a:pt x="1691370" y="160011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6" name="path-77">
            <a:extLst xmlns:a="http://schemas.openxmlformats.org/drawingml/2006/main">
              <a:ext uri="{FF2B5EF4-FFF2-40B4-BE49-F238E27FC236}">
                <a16:creationId xmlns:a16="http://schemas.microsoft.com/office/drawing/2014/main" id="{6554D38E-70CB-4FDA-A038-E3D299A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483" y="3534788"/>
            <a:ext cx="1653478" cy="2209825"/>
          </a:xfrm>
          <a:custGeom xmlns:a="http://schemas.openxmlformats.org/drawingml/2006/main">
            <a:pathLst>
              <a:path w="1691370" h="2260467">
                <a:moveTo>
                  <a:pt x="0" y="0"/>
                </a:moveTo>
                <a:cubicBezTo>
                  <a:pt x="422790" y="0"/>
                  <a:pt x="634161" y="565117"/>
                  <a:pt x="845584" y="1130234"/>
                </a:cubicBezTo>
                <a:cubicBezTo>
                  <a:pt x="1057005" y="1695350"/>
                  <a:pt x="1268477" y="2260467"/>
                  <a:pt x="1691370" y="226046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7" name="path-78">
            <a:extLst xmlns:a="http://schemas.openxmlformats.org/drawingml/2006/main">
              <a:ext uri="{FF2B5EF4-FFF2-40B4-BE49-F238E27FC236}">
                <a16:creationId xmlns:a16="http://schemas.microsoft.com/office/drawing/2014/main" id="{A3C7392D-BEA6-425C-B64D-374FEC2F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413" y="2328430"/>
            <a:ext cx="1477792" cy="16013"/>
          </a:xfrm>
          <a:custGeom xmlns:a="http://schemas.openxmlformats.org/drawingml/2006/main">
            <a:pathLst>
              <a:path w="1511658" h="16380">
                <a:moveTo>
                  <a:pt x="0" y="16380"/>
                </a:moveTo>
                <a:cubicBezTo>
                  <a:pt x="377930" y="16380"/>
                  <a:pt x="566902" y="12285"/>
                  <a:pt x="755861" y="8190"/>
                </a:cubicBezTo>
                <a:cubicBezTo>
                  <a:pt x="944817" y="4095"/>
                  <a:pt x="1133758" y="0"/>
                  <a:pt x="1511658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8" name="path-79">
            <a:extLst xmlns:a="http://schemas.openxmlformats.org/drawingml/2006/main">
              <a:ext uri="{FF2B5EF4-FFF2-40B4-BE49-F238E27FC236}">
                <a16:creationId xmlns:a16="http://schemas.microsoft.com/office/drawing/2014/main" id="{B8F28C54-5E6D-4CAA-A52F-0DBE6805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952" y="5445671"/>
            <a:ext cx="6122999" cy="2000279"/>
          </a:xfrm>
          <a:custGeom xmlns:a="http://schemas.openxmlformats.org/drawingml/2006/main">
            <a:pathLst>
              <a:path w="6263317" h="2046119">
                <a:moveTo>
                  <a:pt x="0" y="0"/>
                </a:moveTo>
                <a:cubicBezTo>
                  <a:pt x="1565798" y="0"/>
                  <a:pt x="2348681" y="511530"/>
                  <a:pt x="3131596" y="1023060"/>
                </a:cubicBezTo>
                <a:cubicBezTo>
                  <a:pt x="3914510" y="1534590"/>
                  <a:pt x="4697455" y="2046119"/>
                  <a:pt x="6263317" y="204611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79" name="path-80">
            <a:extLst xmlns:a="http://schemas.openxmlformats.org/drawingml/2006/main">
              <a:ext uri="{FF2B5EF4-FFF2-40B4-BE49-F238E27FC236}">
                <a16:creationId xmlns:a16="http://schemas.microsoft.com/office/drawing/2014/main" id="{D35BA365-D6AF-44D8-9938-9343E3A1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952" y="5445671"/>
            <a:ext cx="6122999" cy="2625253"/>
          </a:xfrm>
          <a:custGeom xmlns:a="http://schemas.openxmlformats.org/drawingml/2006/main">
            <a:pathLst>
              <a:path w="6263317" h="2685415">
                <a:moveTo>
                  <a:pt x="0" y="0"/>
                </a:moveTo>
                <a:cubicBezTo>
                  <a:pt x="1565798" y="0"/>
                  <a:pt x="2348681" y="671354"/>
                  <a:pt x="3131596" y="1342707"/>
                </a:cubicBezTo>
                <a:cubicBezTo>
                  <a:pt x="3914510" y="2014061"/>
                  <a:pt x="4697455" y="2685415"/>
                  <a:pt x="6263317" y="2685415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053">
            <a:solidFill>
              <a:srgbClr val="134F5C"/>
            </a:solidFill>
            <a:prstDash val="solid"/>
          </a:ln>
        </p:spPr>
      </p:sp>
      <p:sp>
        <p:nvSpPr>
          <p:cNvPr id="80" name="path-81">
            <a:extLst xmlns:a="http://schemas.openxmlformats.org/drawingml/2006/main">
              <a:ext uri="{FF2B5EF4-FFF2-40B4-BE49-F238E27FC236}">
                <a16:creationId xmlns:a16="http://schemas.microsoft.com/office/drawing/2014/main" id="{AA393EF2-2E4A-4D8B-9299-7B5B89EC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0480" y="4117175"/>
            <a:ext cx="1575699" cy="1877208"/>
          </a:xfrm>
          <a:custGeom xmlns:a="http://schemas.openxmlformats.org/drawingml/2006/main">
            <a:pathLst>
              <a:path w="1611809" h="1920227">
                <a:moveTo>
                  <a:pt x="0" y="117775"/>
                </a:moveTo>
                <a:lnTo>
                  <a:pt x="0" y="117775"/>
                </a:lnTo>
                <a:cubicBezTo>
                  <a:pt x="0" y="52729"/>
                  <a:pt x="52728" y="0"/>
                  <a:pt x="117775" y="0"/>
                </a:cubicBezTo>
                <a:lnTo>
                  <a:pt x="1494037" y="0"/>
                </a:lnTo>
                <a:cubicBezTo>
                  <a:pt x="1525270" y="0"/>
                  <a:pt x="1555227" y="12408"/>
                  <a:pt x="1577314" y="34496"/>
                </a:cubicBezTo>
                <a:cubicBezTo>
                  <a:pt x="1599404" y="56583"/>
                  <a:pt x="1611809" y="86539"/>
                  <a:pt x="1611809" y="117775"/>
                </a:cubicBezTo>
                <a:lnTo>
                  <a:pt x="1611809" y="1802452"/>
                </a:lnTo>
                <a:cubicBezTo>
                  <a:pt x="1611809" y="1867497"/>
                  <a:pt x="1559081" y="1920227"/>
                  <a:pt x="1494037" y="1920227"/>
                </a:cubicBezTo>
                <a:lnTo>
                  <a:pt x="117775" y="1920227"/>
                </a:lnTo>
                <a:cubicBezTo>
                  <a:pt x="52728" y="1920227"/>
                  <a:pt x="0" y="1867497"/>
                  <a:pt x="0" y="1802452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5E1F6"/>
          </a:solidFill>
          <a:ln xmlns:a="http://schemas.openxmlformats.org/drawingml/2006/main" w="29053">
            <a:solidFill>
              <a:srgbClr val="5A3477"/>
            </a:solidFill>
            <a:prstDash val="dash"/>
          </a:ln>
        </p:spPr>
      </p:sp>
      <p:sp>
        <p:nvSpPr>
          <p:cNvPr id="81" name="path-82">
            <a:extLst xmlns:a="http://schemas.openxmlformats.org/drawingml/2006/main">
              <a:ext uri="{FF2B5EF4-FFF2-40B4-BE49-F238E27FC236}">
                <a16:creationId xmlns:a16="http://schemas.microsoft.com/office/drawing/2014/main" id="{4B2F8CC5-7CBF-4846-96E2-F449F803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077" y="4332999"/>
            <a:ext cx="1550533" cy="1540014"/>
          </a:xfrm>
          <a:custGeom xmlns:a="http://schemas.openxmlformats.org/drawingml/2006/main">
            <a:pathLst>
              <a:path w="1586066" h="1575306">
                <a:moveTo>
                  <a:pt x="0" y="0"/>
                </a:moveTo>
                <a:lnTo>
                  <a:pt x="0" y="1575306"/>
                </a:lnTo>
                <a:lnTo>
                  <a:pt x="1586066" y="1575306"/>
                </a:lnTo>
                <a:lnTo>
                  <a:pt x="1586066" y="0"/>
                </a:lnTo>
                <a:close/>
              </a:path>
            </a:pathLst>
          </a:custGeom>
          <a:solidFill xmlns:a="http://schemas.openxmlformats.org/drawingml/2006/main">
            <a:srgbClr val="E5E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ext-83 Aligned">
            <a:extLst xmlns:a="http://schemas.openxmlformats.org/drawingml/2006/main">
              <a:ext uri="{FF2B5EF4-FFF2-40B4-BE49-F238E27FC236}">
                <a16:creationId xmlns:a16="http://schemas.microsoft.com/office/drawing/2014/main" id="{457B6E8E-81E0-40BC-BCCA-D40CCF27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34277" y="4299350"/>
            <a:ext cx="967711" cy="385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8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8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pPr>
            <a:r>
              <a:rPr sz="2168" b="0" i="0">
                <a:solidFill>
                  <a:srgbClr val="5A3477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83" name="text-84 Caption">
            <a:extLst xmlns:a="http://schemas.openxmlformats.org/drawingml/2006/main">
              <a:ext uri="{FF2B5EF4-FFF2-40B4-BE49-F238E27FC236}">
                <a16:creationId xmlns:a16="http://schemas.microsoft.com/office/drawing/2014/main" id="{D0802051-5C5E-4A39-8525-D428D3E5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8921" y="4601439"/>
            <a:ext cx="998444" cy="38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9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9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pPr>
            <a:r>
              <a:rPr sz="2169" b="0" i="0">
                <a:solidFill>
                  <a:srgbClr val="5A3477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84" name="text-85 T">
            <a:extLst xmlns:a="http://schemas.openxmlformats.org/drawingml/2006/main">
              <a:ext uri="{FF2B5EF4-FFF2-40B4-BE49-F238E27FC236}">
                <a16:creationId xmlns:a16="http://schemas.microsoft.com/office/drawing/2014/main" id="{657EF07E-8ED9-41E9-90CE-66FF8B5A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5450" y="5052834"/>
            <a:ext cx="426537" cy="705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66" b="1" i="0">
                <a:solidFill>
                  <a:srgbClr val="5A34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66" b="1" i="0">
                <a:solidFill>
                  <a:srgbClr val="5A34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66" b="1" i="0">
                <a:solidFill>
                  <a:srgbClr val="5A3477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5" name="text-86 Text">
            <a:extLst xmlns:a="http://schemas.openxmlformats.org/drawingml/2006/main">
              <a:ext uri="{FF2B5EF4-FFF2-40B4-BE49-F238E27FC236}">
                <a16:creationId xmlns:a16="http://schemas.microsoft.com/office/drawing/2014/main" id="{5EAD517B-CC4F-484E-A485-D52E80D7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74651" y="5577975"/>
            <a:ext cx="480803" cy="334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pPr>
            <a:r>
              <a:rPr sz="1880" b="0" i="0">
                <a:solidFill>
                  <a:srgbClr val="5A3477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12123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2026-10-14T12:37:59.8210000Z</dcterms:created>
  <dcterms:modified xsi:type="dcterms:W3CDTF">2026-10-14T12:37:59.8210000Z</dcterms:modified>
</coreProperties>
</file>