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f9730a6ee34c8e" /><Relationship Type="http://schemas.openxmlformats.org/officeDocument/2006/relationships/extended-properties" Target="/docProps/app.xml" Id="R0f29b2b5f6e941fe" /><Relationship Type="http://schemas.openxmlformats.org/officeDocument/2006/relationships/officeDocument" Target="/ppt/presentation.xml" Id="Rb0db60342f8c4f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e0896a7b0415c"/>
  </p:sldMasterIdLst>
  <p:notesMasterIdLst>
    <p:notesMasterId xmlns:r="http://schemas.openxmlformats.org/officeDocument/2006/relationships" r:id="Rd99bd150b3204412"/>
  </p:notesMasterIdLst>
  <p:sldIdLst>
    <p:sldId xmlns:r="http://schemas.openxmlformats.org/officeDocument/2006/relationships" id="256" r:id="R4320e4e757204613"/>
  </p:sldIdLst>
  <p:sldSz cx="7981950" cy="7743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e131c9416441c" /><Relationship Type="http://schemas.openxmlformats.org/officeDocument/2006/relationships/slideMaster" Target="/ppt/slideMasters/slideMaster1.xml" Id="Rca2e0896a7b0415c" /><Relationship Type="http://schemas.openxmlformats.org/officeDocument/2006/relationships/notesMaster" Target="/ppt/notesMasters/notesMaster1.xml" Id="Rd99bd150b3204412" /><Relationship Type="http://schemas.openxmlformats.org/officeDocument/2006/relationships/presProps" Target="/ppt/presProps.xml" Id="R9dad00e5f10c4846" /><Relationship Type="http://schemas.openxmlformats.org/officeDocument/2006/relationships/tableStyles" Target="/ppt/tableStyles.xml" Id="R85f73f924ac043d7" /><Relationship Type="http://schemas.openxmlformats.org/officeDocument/2006/relationships/slide" Target="/ppt/slides/slide1.xml" Id="R4320e4e75720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4f70d74d4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9ca2c2377424b" /><Relationship Type="http://schemas.openxmlformats.org/officeDocument/2006/relationships/notesMaster" Target="/ppt/notesMasters/notesMaster1.xml" Id="R40bc91be6be2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Room-aware Image-goal Navigation Intuition</a:t>
            </a:r>
          </a:p>
          <a:p xmlns:a="http://schemas.openxmlformats.org/drawingml/2006/main">
            <a:r>
              <a:t>Source: https://arxiv.org/abs/2502.10785</a:t>
            </a:r>
          </a:p>
          <a:p xmlns:a="http://schemas.openxmlformats.org/drawingml/2006/main">
            <a:r>
              <a:t>Approved image: image1.png; SHA-256: 993215d302155f45c9a388ac7c620b91e2acb71204c68fc89e313b332f1a5ca1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(4).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1243dbfce40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182e8cb4046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611d70cdb4d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9fc5af1254f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e244414ac40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217a197d1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05BFB4-8774-4039-B9D6-14D8C620B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8195" y="2925445"/>
            <a:ext cx="6385560" cy="111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D5F6AF-0425-4393-8326-3C6C87859F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7293" y="4259104"/>
            <a:ext cx="5587365" cy="86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F14FF0-6E62-44AC-8901-E31384C07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8195" y="3226594"/>
            <a:ext cx="6385560" cy="1290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DE683E-8156-4A22-8900-D83A2A2FB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985" y="602298"/>
            <a:ext cx="7083981" cy="94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DCCEF4-BC12-4231-B597-B9F401440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8985" y="2151063"/>
            <a:ext cx="7083981" cy="48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66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1pPr>
            <a:lvl2pPr marL="349210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2pPr>
            <a:lvl3pPr marL="548759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3pPr>
            <a:lvl4pPr marL="748308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4pPr>
            <a:lvl5pPr marL="947857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5pPr>
            <a:lvl6pPr marL="1147405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6pPr>
            <a:lvl7pPr marL="1346954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7pPr>
            <a:lvl8pPr marL="1546503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8pPr>
            <a:lvl9pPr marL="174605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DA6AC7-B67C-4BF3-92C9-CECC26A2D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985" y="602298"/>
            <a:ext cx="7083981" cy="94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B4D6F8-BDFB-40F7-9FA1-4472EEE61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8985" y="2151063"/>
            <a:ext cx="3292554" cy="48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66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1pPr>
            <a:lvl2pPr marL="349210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2pPr>
            <a:lvl3pPr marL="548759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3pPr>
            <a:lvl4pPr marL="748308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4pPr>
            <a:lvl5pPr marL="947857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5pPr>
            <a:lvl6pPr marL="1147405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6pPr>
            <a:lvl7pPr marL="1346954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7pPr>
            <a:lvl8pPr marL="1546503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8pPr>
            <a:lvl9pPr marL="174605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FF8B6A-64D8-4AD8-9D5C-72847D5B70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0411" y="2151063"/>
            <a:ext cx="3292554" cy="48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66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1pPr>
            <a:lvl2pPr marL="349210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2pPr>
            <a:lvl3pPr marL="548759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3pPr>
            <a:lvl4pPr marL="748308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4pPr>
            <a:lvl5pPr marL="947857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5pPr>
            <a:lvl6pPr marL="1147405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6pPr>
            <a:lvl7pPr marL="1346954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7pPr>
            <a:lvl8pPr marL="1546503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8pPr>
            <a:lvl9pPr marL="174605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AFF4C6-59D2-4116-BDD8-3DF29BF54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985" y="602298"/>
            <a:ext cx="7083981" cy="94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D1E56A-7B5D-422B-8C49-4FFDB2C70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8985" y="2151063"/>
            <a:ext cx="3292554" cy="48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66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1pPr>
            <a:lvl2pPr marL="349210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2pPr>
            <a:lvl3pPr marL="548759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3pPr>
            <a:lvl4pPr marL="748308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4pPr>
            <a:lvl5pPr marL="947857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5pPr>
            <a:lvl6pPr marL="1147405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6pPr>
            <a:lvl7pPr marL="1346954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7pPr>
            <a:lvl8pPr marL="1546503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8pPr>
            <a:lvl9pPr marL="1746052" indent="-149662">
              <a:lnSpc>
                <a:spcPct val="110000"/>
              </a:lnSpc>
              <a:spcBef>
                <a:spcPts val="0"/>
              </a:spcBef>
              <a:spcAft>
                <a:spcPts val="78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768a075a142c3" /><Relationship Type="http://schemas.openxmlformats.org/officeDocument/2006/relationships/slideLayout" Target="/ppt/slideLayouts/slideLayout1.xml" Id="Rd9a8da3966e2496f" /><Relationship Type="http://schemas.openxmlformats.org/officeDocument/2006/relationships/slideLayout" Target="/ppt/slideLayouts/slideLayout2.xml" Id="R8132388edb094c05" /><Relationship Type="http://schemas.openxmlformats.org/officeDocument/2006/relationships/slideLayout" Target="/ppt/slideLayouts/slideLayout3.xml" Id="R832c4174fa3d4347" /><Relationship Type="http://schemas.openxmlformats.org/officeDocument/2006/relationships/slideLayout" Target="/ppt/slideLayouts/slideLayout4.xml" Id="R7c0dd340005c4a2f" /><Relationship Type="http://schemas.openxmlformats.org/officeDocument/2006/relationships/slideLayout" Target="/ppt/slideLayouts/slideLayout5.xml" Id="R154a8c9aa4ac414f" /><Relationship Type="http://schemas.openxmlformats.org/officeDocument/2006/relationships/slideLayout" Target="/ppt/slideLayouts/slideLayout6.xml" Id="Ree112f9556a2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8da3966e2496f"/>
    <p:sldLayoutId xmlns:r="http://schemas.openxmlformats.org/officeDocument/2006/relationships" id="2147483650" r:id="R8132388edb094c05"/>
    <p:sldLayoutId xmlns:r="http://schemas.openxmlformats.org/officeDocument/2006/relationships" id="2147483651" r:id="R832c4174fa3d4347"/>
    <p:sldLayoutId xmlns:r="http://schemas.openxmlformats.org/officeDocument/2006/relationships" id="2147483652" r:id="R7c0dd340005c4a2f"/>
    <p:sldLayoutId xmlns:r="http://schemas.openxmlformats.org/officeDocument/2006/relationships" id="2147483653" r:id="R154a8c9aa4ac414f"/>
    <p:sldLayoutId xmlns:r="http://schemas.openxmlformats.org/officeDocument/2006/relationships" id="2147483654" r:id="Ree112f9556a2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26592ca2141ee" /><Relationship Type="http://schemas.openxmlformats.org/officeDocument/2006/relationships/image" Target="/ppt/media/image.png" Id="R9f6f3e90cad24dac" /><Relationship Type="http://schemas.openxmlformats.org/officeDocument/2006/relationships/image" Target="/ppt/media/image2.png" Id="R7713010f3f9142db" /><Relationship Type="http://schemas.openxmlformats.org/officeDocument/2006/relationships/image" Target="/ppt/media/image3.png" Id="R4314de5be6a8433a" /><Relationship Type="http://schemas.openxmlformats.org/officeDocument/2006/relationships/image" Target="/ppt/media/image4.png" Id="R81ec4c583d3a43f8" /><Relationship Type="http://schemas.openxmlformats.org/officeDocument/2006/relationships/notesSlide" Target="/ppt/notesSlides/notesSlide1.xml" Id="R93bc310d18824f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1156B-551B-4A57-AC21-E43F00B6D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3e90cad24dac"/>
          <a:stretch xmlns:a="http://schemas.openxmlformats.org/drawingml/2006/main"/>
        </p:blipFill>
        <p:spPr>
          <a:xfrm xmlns:a="http://schemas.openxmlformats.org/drawingml/2006/main">
            <a:off x="809625" y="457200"/>
            <a:ext cx="1628775" cy="161925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8AB18-3C33-43D6-901E-930BC97D1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3010f3f9142db"/>
          <a:stretch xmlns:a="http://schemas.openxmlformats.org/drawingml/2006/main"/>
        </p:blipFill>
        <p:spPr>
          <a:xfrm xmlns:a="http://schemas.openxmlformats.org/drawingml/2006/main">
            <a:off x="847725" y="3038475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64482-3E10-4A2B-9EC0-E7AAF1C3DE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4de5be6a8433a"/>
          <a:stretch xmlns:a="http://schemas.openxmlformats.org/drawingml/2006/main"/>
        </p:blipFill>
        <p:spPr>
          <a:xfrm xmlns:a="http://schemas.openxmlformats.org/drawingml/2006/main">
            <a:off x="866775" y="5600700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00A2-E716-4B8A-806E-C67C6F357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c4c583d3a43f8"/>
          <a:stretch xmlns:a="http://schemas.openxmlformats.org/drawingml/2006/main"/>
        </p:blipFill>
        <p:spPr>
          <a:xfrm xmlns:a="http://schemas.openxmlformats.org/drawingml/2006/main">
            <a:off x="2571750" y="352425"/>
            <a:ext cx="5410200" cy="7315200"/>
          </a:xfrm>
          <a:prstGeom xmlns:a="http://schemas.openxmlformats.org/drawingml/2006/main" prst="rect">
            <a:avLst/>
          </a:prstGeom>
        </p:spPr>
      </p:pic>
      <p:sp>
        <p:nvSpPr>
          <p:cNvPr id="5" name="Same-room goal green frame">
            <a:extLst xmlns:a="http://schemas.openxmlformats.org/drawingml/2006/main">
              <a:ext uri="{FF2B5EF4-FFF2-40B4-BE49-F238E27FC236}">
                <a16:creationId xmlns:a16="http://schemas.microsoft.com/office/drawing/2014/main" id="{BEFE2112-3C5E-4AD2-8D44-F92CF11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685925" cy="1685925"/>
          </a:xfrm>
          <a:custGeom xmlns:a="http://schemas.openxmlformats.org/drawingml/2006/main">
            <a:pathLst>
              <a:path w="1685925" h="1685925">
                <a:moveTo>
                  <a:pt x="0" y="0"/>
                </a:moveTo>
                <a:lnTo>
                  <a:pt x="1685925" y="0"/>
                </a:lnTo>
                <a:lnTo>
                  <a:pt x="1685925" y="1685925"/>
                </a:lnTo>
                <a:lnTo>
                  <a:pt x="0" y="1685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70AD47"/>
            </a:solidFill>
            <a:prstDash val="solid"/>
          </a:ln>
        </p:spPr>
      </p:sp>
      <p:sp>
        <p:nvSpPr>
          <p:cNvPr id="6" name="Current observation yellow frame">
            <a:extLst xmlns:a="http://schemas.openxmlformats.org/drawingml/2006/main">
              <a:ext uri="{FF2B5EF4-FFF2-40B4-BE49-F238E27FC236}">
                <a16:creationId xmlns:a16="http://schemas.microsoft.com/office/drawing/2014/main" id="{906FBB59-836C-4B10-B330-E915752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676400" cy="1676400"/>
          </a:xfrm>
          <a:custGeom xmlns:a="http://schemas.openxmlformats.org/drawingml/2006/main">
            <a:pathLst>
              <a:path w="1676400" h="1676400">
                <a:moveTo>
                  <a:pt x="0" y="0"/>
                </a:moveTo>
                <a:lnTo>
                  <a:pt x="1676400" y="0"/>
                </a:lnTo>
                <a:lnTo>
                  <a:pt x="1676400" y="1676400"/>
                </a:lnTo>
                <a:lnTo>
                  <a:pt x="0" y="1676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D95A"/>
            </a:solidFill>
            <a:prstDash val="solid"/>
          </a:ln>
        </p:spPr>
      </p:sp>
      <p:sp>
        <p:nvSpPr>
          <p:cNvPr id="7" name="Different-room goal red frame">
            <a:extLst xmlns:a="http://schemas.openxmlformats.org/drawingml/2006/main">
              <a:ext uri="{FF2B5EF4-FFF2-40B4-BE49-F238E27FC236}">
                <a16:creationId xmlns:a16="http://schemas.microsoft.com/office/drawing/2014/main" id="{96EDFBB1-D39A-4628-AE5B-1E4E0A5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676400" cy="1666875"/>
          </a:xfrm>
          <a:custGeom xmlns:a="http://schemas.openxmlformats.org/drawingml/2006/main">
            <a:pathLst>
              <a:path w="1676400" h="1666875">
                <a:moveTo>
                  <a:pt x="0" y="0"/>
                </a:moveTo>
                <a:lnTo>
                  <a:pt x="1676400" y="0"/>
                </a:lnTo>
                <a:lnTo>
                  <a:pt x="1676400" y="1666875"/>
                </a:lnTo>
                <a:lnTo>
                  <a:pt x="0" y="1666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C90000"/>
            </a:solidFill>
            <a:prstDash val="solid"/>
          </a:ln>
        </p:spPr>
      </p:sp>
      <p:sp>
        <p:nvSpPr>
          <p:cNvPr id="8" name="Same-room dashed relation">
            <a:extLst xmlns:a="http://schemas.openxmlformats.org/drawingml/2006/main">
              <a:ext uri="{FF2B5EF4-FFF2-40B4-BE49-F238E27FC236}">
                <a16:creationId xmlns:a16="http://schemas.microsoft.com/office/drawing/2014/main" id="{0AEF50B6-3BF7-4509-9C9C-5EFA22C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1133475"/>
            <a:ext cx="723900" cy="2895600"/>
          </a:xfrm>
          <a:custGeom xmlns:a="http://schemas.openxmlformats.org/drawingml/2006/main">
            <a:pathLst>
              <a:path w="723900" h="2895600">
                <a:moveTo>
                  <a:pt x="723900" y="104775"/>
                </a:moveTo>
                <a:cubicBezTo>
                  <a:pt x="0" y="0"/>
                  <a:pt x="19050" y="2838450"/>
                  <a:pt x="723900" y="2895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70AD47"/>
            </a:solidFill>
            <a:prstDash val="dash"/>
          </a:ln>
        </p:spPr>
      </p:sp>
      <p:sp>
        <p:nvSpPr>
          <p:cNvPr id="9" name="Different-room dashed relation">
            <a:extLst xmlns:a="http://schemas.openxmlformats.org/drawingml/2006/main">
              <a:ext uri="{FF2B5EF4-FFF2-40B4-BE49-F238E27FC236}">
                <a16:creationId xmlns:a16="http://schemas.microsoft.com/office/drawing/2014/main" id="{886CD343-3047-4EB8-888E-3BD7F440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638550"/>
            <a:ext cx="714375" cy="2809875"/>
          </a:xfrm>
          <a:custGeom xmlns:a="http://schemas.openxmlformats.org/drawingml/2006/main">
            <a:pathLst>
              <a:path w="714375" h="2809875">
                <a:moveTo>
                  <a:pt x="714375" y="0"/>
                </a:moveTo>
                <a:cubicBezTo>
                  <a:pt x="57150" y="66675"/>
                  <a:pt x="0" y="2609850"/>
                  <a:pt x="714375" y="2809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C45F09"/>
            </a:solidFill>
            <a:prstDash val="dash"/>
          </a:ln>
        </p:spPr>
      </p:sp>
      <p:sp>
        <p:nvSpPr>
          <p:cNvPr id="10" name="Same-room relation check">
            <a:extLst xmlns:a="http://schemas.openxmlformats.org/drawingml/2006/main">
              <a:ext uri="{FF2B5EF4-FFF2-40B4-BE49-F238E27FC236}">
                <a16:creationId xmlns:a16="http://schemas.microsoft.com/office/drawing/2014/main" id="{02B86523-4ECF-4755-89ED-FA41E5B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14575"/>
            <a:ext cx="228600" cy="133350"/>
          </a:xfrm>
          <a:custGeom xmlns:a="http://schemas.openxmlformats.org/drawingml/2006/main">
            <a:pathLst>
              <a:path w="228600" h="133350">
                <a:moveTo>
                  <a:pt x="0" y="57150"/>
                </a:moveTo>
                <a:lnTo>
                  <a:pt x="85725" y="13335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95959"/>
            </a:solidFill>
            <a:prstDash val="solid"/>
          </a:ln>
        </p:spPr>
      </p:sp>
      <p:sp>
        <p:nvSpPr>
          <p:cNvPr id="11" name="Different-room relation cross">
            <a:extLst xmlns:a="http://schemas.openxmlformats.org/drawingml/2006/main">
              <a:ext uri="{FF2B5EF4-FFF2-40B4-BE49-F238E27FC236}">
                <a16:creationId xmlns:a16="http://schemas.microsoft.com/office/drawing/2014/main" id="{70E8BF8C-D0DA-4CDA-A8DB-0047195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61925" cy="152400"/>
          </a:xfrm>
          <a:custGeom xmlns:a="http://schemas.openxmlformats.org/drawingml/2006/main">
            <a:pathLst>
              <a:path w="161925" h="152400">
                <a:moveTo>
                  <a:pt x="0" y="0"/>
                </a:moveTo>
                <a:lnTo>
                  <a:pt x="161925" y="152400"/>
                </a:lnTo>
                <a:moveTo>
                  <a:pt x="161925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95959"/>
            </a:solidFill>
            <a:prstDash val="solid"/>
          </a:ln>
        </p:spPr>
      </p:sp>
      <p:sp>
        <p:nvSpPr>
          <p:cNvPr id="12" name="Relation dot link">
            <a:extLst xmlns:a="http://schemas.openxmlformats.org/drawingml/2006/main">
              <a:ext uri="{FF2B5EF4-FFF2-40B4-BE49-F238E27FC236}">
                <a16:creationId xmlns:a16="http://schemas.microsoft.com/office/drawing/2014/main" id="{0B9C7F11-5493-468D-95F0-367C082C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19375"/>
            <a:ext cx="304800" cy="191"/>
          </a:xfrm>
          <a:custGeom xmlns:a="http://schemas.openxmlformats.org/drawingml/2006/main">
            <a:pathLst>
              <a:path w="304800" h="191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olid"/>
          </a:ln>
        </p:spPr>
      </p:sp>
      <p:sp>
        <p:nvSpPr>
          <p:cNvPr id="13" name="Relation dot link">
            <a:extLst xmlns:a="http://schemas.openxmlformats.org/drawingml/2006/main">
              <a:ext uri="{FF2B5EF4-FFF2-40B4-BE49-F238E27FC236}">
                <a16:creationId xmlns:a16="http://schemas.microsoft.com/office/drawing/2014/main" id="{78695A08-47D8-4B27-9047-02D2591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62550"/>
            <a:ext cx="314325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olid"/>
          </a:ln>
        </p:spPr>
      </p:sp>
      <p:sp>
        <p:nvSpPr>
          <p:cNvPr id="14" name="Same-room relation dot">
            <a:extLst xmlns:a="http://schemas.openxmlformats.org/drawingml/2006/main">
              <a:ext uri="{FF2B5EF4-FFF2-40B4-BE49-F238E27FC236}">
                <a16:creationId xmlns:a16="http://schemas.microsoft.com/office/drawing/2014/main" id="{F6F2A4CE-DB9A-40E5-8B53-C21CCE7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5270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" name="Observation relation dot">
            <a:extLst xmlns:a="http://schemas.openxmlformats.org/drawingml/2006/main">
              <a:ext uri="{FF2B5EF4-FFF2-40B4-BE49-F238E27FC236}">
                <a16:creationId xmlns:a16="http://schemas.microsoft.com/office/drawing/2014/main" id="{7E0BC015-DDF8-45CF-914E-E1A006D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" name="Observation relation dot">
            <a:extLst xmlns:a="http://schemas.openxmlformats.org/drawingml/2006/main">
              <a:ext uri="{FF2B5EF4-FFF2-40B4-BE49-F238E27FC236}">
                <a16:creationId xmlns:a16="http://schemas.microsoft.com/office/drawing/2014/main" id="{D15F3B5E-FC45-4064-ABE6-EC7C9C7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9587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" name="Different-room relation dot">
            <a:extLst xmlns:a="http://schemas.openxmlformats.org/drawingml/2006/main">
              <a:ext uri="{FF2B5EF4-FFF2-40B4-BE49-F238E27FC236}">
                <a16:creationId xmlns:a16="http://schemas.microsoft.com/office/drawing/2014/main" id="{1FF8B2D7-BD55-4A5A-92B8-448E1CE4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" name="Soft source viewing-frustum continuation">
            <a:extLst xmlns:a="http://schemas.openxmlformats.org/drawingml/2006/main">
              <a:ext uri="{FF2B5EF4-FFF2-40B4-BE49-F238E27FC236}">
                <a16:creationId xmlns:a16="http://schemas.microsoft.com/office/drawing/2014/main" id="{4A63BE65-AE21-4379-9CFE-07013D76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771650" cy="361950"/>
          </a:xfrm>
          <a:custGeom xmlns:a="http://schemas.openxmlformats.org/drawingml/2006/main">
            <a:pathLst>
              <a:path w="1771650" h="361950">
                <a:moveTo>
                  <a:pt x="0" y="9525"/>
                </a:moveTo>
                <a:lnTo>
                  <a:pt x="1771650" y="361950"/>
                </a:lnTo>
                <a:lnTo>
                  <a:pt x="1771650" y="57150"/>
                </a:lnTo>
                <a:lnTo>
                  <a:pt x="1657350" y="0"/>
                </a:lnTo>
                <a:close/>
              </a:path>
            </a:pathLst>
          </a:custGeom>
          <a:solidFill xmlns:a="http://schemas.openxmlformats.org/drawingml/2006/main">
            <a:srgbClr val="EEF5E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" name="Thought bubble contour 1">
            <a:extLst xmlns:a="http://schemas.openxmlformats.org/drawingml/2006/main">
              <a:ext uri="{FF2B5EF4-FFF2-40B4-BE49-F238E27FC236}">
                <a16:creationId xmlns:a16="http://schemas.microsoft.com/office/drawing/2014/main" id="{F3BA2076-8FB7-4D55-A754-5FA8914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71775"/>
            <a:ext cx="304800" cy="238125"/>
          </a:xfrm>
          <a:custGeom xmlns:a="http://schemas.openxmlformats.org/drawingml/2006/main">
            <a:pathLst>
              <a:path w="304800" h="238125">
                <a:moveTo>
                  <a:pt x="57150" y="28575"/>
                </a:moveTo>
                <a:lnTo>
                  <a:pt x="9525" y="76200"/>
                </a:lnTo>
                <a:lnTo>
                  <a:pt x="9525" y="95250"/>
                </a:lnTo>
                <a:lnTo>
                  <a:pt x="0" y="104775"/>
                </a:lnTo>
                <a:lnTo>
                  <a:pt x="0" y="133350"/>
                </a:lnTo>
                <a:lnTo>
                  <a:pt x="9525" y="142875"/>
                </a:lnTo>
                <a:lnTo>
                  <a:pt x="9525" y="161925"/>
                </a:lnTo>
                <a:lnTo>
                  <a:pt x="19050" y="180975"/>
                </a:lnTo>
                <a:lnTo>
                  <a:pt x="47625" y="209550"/>
                </a:lnTo>
                <a:lnTo>
                  <a:pt x="85725" y="228600"/>
                </a:lnTo>
                <a:lnTo>
                  <a:pt x="104775" y="228600"/>
                </a:lnTo>
                <a:lnTo>
                  <a:pt x="114300" y="238125"/>
                </a:lnTo>
                <a:lnTo>
                  <a:pt x="190500" y="238125"/>
                </a:lnTo>
                <a:lnTo>
                  <a:pt x="200025" y="228600"/>
                </a:lnTo>
                <a:lnTo>
                  <a:pt x="219075" y="228600"/>
                </a:lnTo>
                <a:lnTo>
                  <a:pt x="257175" y="209550"/>
                </a:lnTo>
                <a:lnTo>
                  <a:pt x="285750" y="180975"/>
                </a:lnTo>
                <a:lnTo>
                  <a:pt x="304800" y="142875"/>
                </a:lnTo>
                <a:lnTo>
                  <a:pt x="304800" y="95250"/>
                </a:lnTo>
                <a:lnTo>
                  <a:pt x="285750" y="57150"/>
                </a:lnTo>
                <a:lnTo>
                  <a:pt x="266700" y="38100"/>
                </a:lnTo>
                <a:lnTo>
                  <a:pt x="238125" y="28575"/>
                </a:lnTo>
                <a:lnTo>
                  <a:pt x="219075" y="9525"/>
                </a:lnTo>
                <a:lnTo>
                  <a:pt x="180975" y="9525"/>
                </a:lnTo>
                <a:lnTo>
                  <a:pt x="171450" y="0"/>
                </a:lnTo>
                <a:lnTo>
                  <a:pt x="133350" y="0"/>
                </a:lnTo>
                <a:lnTo>
                  <a:pt x="123825" y="9525"/>
                </a:lnTo>
                <a:lnTo>
                  <a:pt x="95250" y="9525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7620">
            <a:solidFill>
              <a:srgbClr val="FCEFCD"/>
            </a:solidFill>
            <a:prstDash val="solid"/>
          </a:ln>
        </p:spPr>
      </p:sp>
      <p:sp>
        <p:nvSpPr>
          <p:cNvPr id="20" name="Thought bubble contour 2">
            <a:extLst xmlns:a="http://schemas.openxmlformats.org/drawingml/2006/main">
              <a:ext uri="{FF2B5EF4-FFF2-40B4-BE49-F238E27FC236}">
                <a16:creationId xmlns:a16="http://schemas.microsoft.com/office/drawing/2014/main" id="{0A61CFE6-DBCC-4379-80F5-F2814CA4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00050" cy="314325"/>
          </a:xfrm>
          <a:custGeom xmlns:a="http://schemas.openxmlformats.org/drawingml/2006/main">
            <a:pathLst>
              <a:path w="400050" h="314325">
                <a:moveTo>
                  <a:pt x="28575" y="66675"/>
                </a:moveTo>
                <a:lnTo>
                  <a:pt x="9525" y="104775"/>
                </a:lnTo>
                <a:lnTo>
                  <a:pt x="9525" y="123825"/>
                </a:lnTo>
                <a:lnTo>
                  <a:pt x="0" y="133350"/>
                </a:lnTo>
                <a:lnTo>
                  <a:pt x="0" y="171450"/>
                </a:lnTo>
                <a:lnTo>
                  <a:pt x="9525" y="180975"/>
                </a:lnTo>
                <a:lnTo>
                  <a:pt x="9525" y="200025"/>
                </a:lnTo>
                <a:lnTo>
                  <a:pt x="47625" y="257175"/>
                </a:lnTo>
                <a:lnTo>
                  <a:pt x="57150" y="257175"/>
                </a:lnTo>
                <a:lnTo>
                  <a:pt x="76200" y="276225"/>
                </a:lnTo>
                <a:lnTo>
                  <a:pt x="114300" y="295275"/>
                </a:lnTo>
                <a:lnTo>
                  <a:pt x="133350" y="295275"/>
                </a:lnTo>
                <a:lnTo>
                  <a:pt x="142875" y="304800"/>
                </a:lnTo>
                <a:lnTo>
                  <a:pt x="190500" y="304800"/>
                </a:lnTo>
                <a:lnTo>
                  <a:pt x="200025" y="314325"/>
                </a:lnTo>
                <a:lnTo>
                  <a:pt x="219075" y="304800"/>
                </a:lnTo>
                <a:lnTo>
                  <a:pt x="266700" y="304800"/>
                </a:lnTo>
                <a:lnTo>
                  <a:pt x="276225" y="295275"/>
                </a:lnTo>
                <a:lnTo>
                  <a:pt x="295275" y="295275"/>
                </a:lnTo>
                <a:lnTo>
                  <a:pt x="333375" y="276225"/>
                </a:lnTo>
                <a:lnTo>
                  <a:pt x="390525" y="219075"/>
                </a:lnTo>
                <a:lnTo>
                  <a:pt x="400050" y="200025"/>
                </a:lnTo>
                <a:lnTo>
                  <a:pt x="400050" y="114300"/>
                </a:lnTo>
                <a:lnTo>
                  <a:pt x="381000" y="76200"/>
                </a:lnTo>
                <a:lnTo>
                  <a:pt x="333375" y="28575"/>
                </a:lnTo>
                <a:lnTo>
                  <a:pt x="295275" y="9525"/>
                </a:lnTo>
                <a:lnTo>
                  <a:pt x="276225" y="9525"/>
                </a:lnTo>
                <a:lnTo>
                  <a:pt x="266700" y="0"/>
                </a:lnTo>
                <a:lnTo>
                  <a:pt x="142875" y="0"/>
                </a:lnTo>
                <a:lnTo>
                  <a:pt x="133350" y="9525"/>
                </a:lnTo>
                <a:lnTo>
                  <a:pt x="114300" y="95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7620">
            <a:solidFill>
              <a:srgbClr val="FCEFCD"/>
            </a:solidFill>
            <a:prstDash val="solid"/>
          </a:ln>
        </p:spPr>
      </p:sp>
      <p:sp>
        <p:nvSpPr>
          <p:cNvPr id="21" name="Thought bubble contour 3">
            <a:extLst xmlns:a="http://schemas.openxmlformats.org/drawingml/2006/main">
              <a:ext uri="{FF2B5EF4-FFF2-40B4-BE49-F238E27FC236}">
                <a16:creationId xmlns:a16="http://schemas.microsoft.com/office/drawing/2014/main" id="{1FD79E0A-0B66-4C31-B32E-F9F1D50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085850"/>
            <a:ext cx="2314575" cy="1438275"/>
          </a:xfrm>
          <a:custGeom xmlns:a="http://schemas.openxmlformats.org/drawingml/2006/main">
            <a:pathLst>
              <a:path w="2314575" h="1438275">
                <a:moveTo>
                  <a:pt x="2314575" y="485775"/>
                </a:moveTo>
                <a:lnTo>
                  <a:pt x="2257425" y="485775"/>
                </a:lnTo>
                <a:lnTo>
                  <a:pt x="2247900" y="476250"/>
                </a:lnTo>
                <a:lnTo>
                  <a:pt x="2247900" y="409575"/>
                </a:lnTo>
                <a:lnTo>
                  <a:pt x="2238375" y="400050"/>
                </a:lnTo>
                <a:lnTo>
                  <a:pt x="2238375" y="361950"/>
                </a:lnTo>
                <a:lnTo>
                  <a:pt x="2209800" y="304800"/>
                </a:lnTo>
                <a:lnTo>
                  <a:pt x="2133600" y="228600"/>
                </a:lnTo>
                <a:lnTo>
                  <a:pt x="2124075" y="228600"/>
                </a:lnTo>
                <a:lnTo>
                  <a:pt x="2105025" y="209550"/>
                </a:lnTo>
                <a:lnTo>
                  <a:pt x="2085975" y="209550"/>
                </a:lnTo>
                <a:lnTo>
                  <a:pt x="2038350" y="180975"/>
                </a:lnTo>
                <a:lnTo>
                  <a:pt x="2009775" y="180975"/>
                </a:lnTo>
                <a:lnTo>
                  <a:pt x="2000250" y="171450"/>
                </a:lnTo>
                <a:lnTo>
                  <a:pt x="1933575" y="171450"/>
                </a:lnTo>
                <a:lnTo>
                  <a:pt x="1924050" y="161925"/>
                </a:lnTo>
                <a:lnTo>
                  <a:pt x="1885950" y="161925"/>
                </a:lnTo>
                <a:lnTo>
                  <a:pt x="1876425" y="171450"/>
                </a:lnTo>
                <a:lnTo>
                  <a:pt x="1819275" y="171450"/>
                </a:lnTo>
                <a:lnTo>
                  <a:pt x="1809750" y="180975"/>
                </a:lnTo>
                <a:lnTo>
                  <a:pt x="1781175" y="180975"/>
                </a:lnTo>
                <a:lnTo>
                  <a:pt x="1743075" y="200025"/>
                </a:lnTo>
                <a:lnTo>
                  <a:pt x="1695450" y="200025"/>
                </a:lnTo>
                <a:lnTo>
                  <a:pt x="1676400" y="161925"/>
                </a:lnTo>
                <a:lnTo>
                  <a:pt x="1657350" y="142875"/>
                </a:lnTo>
                <a:lnTo>
                  <a:pt x="1657350" y="133350"/>
                </a:lnTo>
                <a:lnTo>
                  <a:pt x="1600200" y="76200"/>
                </a:lnTo>
                <a:lnTo>
                  <a:pt x="1590675" y="76200"/>
                </a:lnTo>
                <a:lnTo>
                  <a:pt x="1543050" y="38100"/>
                </a:lnTo>
                <a:lnTo>
                  <a:pt x="1524000" y="38100"/>
                </a:lnTo>
                <a:lnTo>
                  <a:pt x="1495425" y="19050"/>
                </a:lnTo>
                <a:lnTo>
                  <a:pt x="1466850" y="19050"/>
                </a:lnTo>
                <a:lnTo>
                  <a:pt x="1457325" y="9525"/>
                </a:lnTo>
                <a:lnTo>
                  <a:pt x="1419225" y="9525"/>
                </a:lnTo>
                <a:lnTo>
                  <a:pt x="1409700" y="0"/>
                </a:lnTo>
                <a:lnTo>
                  <a:pt x="1323975" y="0"/>
                </a:lnTo>
                <a:lnTo>
                  <a:pt x="1314450" y="9525"/>
                </a:lnTo>
                <a:lnTo>
                  <a:pt x="1276350" y="9525"/>
                </a:lnTo>
                <a:lnTo>
                  <a:pt x="1266825" y="19050"/>
                </a:lnTo>
                <a:lnTo>
                  <a:pt x="1238250" y="19050"/>
                </a:lnTo>
                <a:lnTo>
                  <a:pt x="1143000" y="66675"/>
                </a:lnTo>
                <a:lnTo>
                  <a:pt x="1066800" y="142875"/>
                </a:lnTo>
                <a:lnTo>
                  <a:pt x="1047750" y="180975"/>
                </a:lnTo>
                <a:lnTo>
                  <a:pt x="1009650" y="180975"/>
                </a:lnTo>
                <a:lnTo>
                  <a:pt x="990600" y="171450"/>
                </a:lnTo>
                <a:lnTo>
                  <a:pt x="962025" y="142875"/>
                </a:lnTo>
                <a:lnTo>
                  <a:pt x="885825" y="104775"/>
                </a:lnTo>
                <a:lnTo>
                  <a:pt x="866775" y="104775"/>
                </a:lnTo>
                <a:lnTo>
                  <a:pt x="857250" y="95250"/>
                </a:lnTo>
                <a:lnTo>
                  <a:pt x="819150" y="95250"/>
                </a:lnTo>
                <a:lnTo>
                  <a:pt x="809625" y="85725"/>
                </a:lnTo>
                <a:lnTo>
                  <a:pt x="685800" y="85725"/>
                </a:lnTo>
                <a:lnTo>
                  <a:pt x="676275" y="95250"/>
                </a:lnTo>
                <a:lnTo>
                  <a:pt x="638175" y="95250"/>
                </a:lnTo>
                <a:lnTo>
                  <a:pt x="628650" y="104775"/>
                </a:lnTo>
                <a:lnTo>
                  <a:pt x="609600" y="104775"/>
                </a:lnTo>
                <a:lnTo>
                  <a:pt x="533400" y="142875"/>
                </a:lnTo>
                <a:lnTo>
                  <a:pt x="514350" y="161925"/>
                </a:lnTo>
                <a:lnTo>
                  <a:pt x="504825" y="161925"/>
                </a:lnTo>
                <a:lnTo>
                  <a:pt x="438150" y="238125"/>
                </a:lnTo>
                <a:lnTo>
                  <a:pt x="438150" y="257175"/>
                </a:lnTo>
                <a:lnTo>
                  <a:pt x="419100" y="285750"/>
                </a:lnTo>
                <a:lnTo>
                  <a:pt x="419100" y="323850"/>
                </a:lnTo>
                <a:lnTo>
                  <a:pt x="409575" y="333375"/>
                </a:lnTo>
                <a:lnTo>
                  <a:pt x="419100" y="352425"/>
                </a:lnTo>
                <a:lnTo>
                  <a:pt x="419100" y="400050"/>
                </a:lnTo>
                <a:lnTo>
                  <a:pt x="409575" y="409575"/>
                </a:lnTo>
                <a:lnTo>
                  <a:pt x="266700" y="409575"/>
                </a:lnTo>
                <a:lnTo>
                  <a:pt x="257175" y="419100"/>
                </a:lnTo>
                <a:lnTo>
                  <a:pt x="219075" y="419100"/>
                </a:lnTo>
                <a:lnTo>
                  <a:pt x="104775" y="476250"/>
                </a:lnTo>
                <a:lnTo>
                  <a:pt x="47625" y="533400"/>
                </a:lnTo>
                <a:lnTo>
                  <a:pt x="47625" y="542925"/>
                </a:lnTo>
                <a:lnTo>
                  <a:pt x="19050" y="581025"/>
                </a:lnTo>
                <a:lnTo>
                  <a:pt x="19050" y="600075"/>
                </a:lnTo>
                <a:lnTo>
                  <a:pt x="0" y="638175"/>
                </a:lnTo>
                <a:lnTo>
                  <a:pt x="0" y="704850"/>
                </a:lnTo>
                <a:lnTo>
                  <a:pt x="19050" y="733425"/>
                </a:lnTo>
                <a:lnTo>
                  <a:pt x="19050" y="762000"/>
                </a:lnTo>
                <a:lnTo>
                  <a:pt x="28575" y="781050"/>
                </a:lnTo>
                <a:lnTo>
                  <a:pt x="47625" y="800100"/>
                </a:lnTo>
                <a:lnTo>
                  <a:pt x="47625" y="809625"/>
                </a:lnTo>
                <a:lnTo>
                  <a:pt x="95250" y="857250"/>
                </a:lnTo>
                <a:lnTo>
                  <a:pt x="104775" y="857250"/>
                </a:lnTo>
                <a:lnTo>
                  <a:pt x="123825" y="876300"/>
                </a:lnTo>
                <a:lnTo>
                  <a:pt x="200025" y="914400"/>
                </a:lnTo>
                <a:lnTo>
                  <a:pt x="228600" y="914400"/>
                </a:lnTo>
                <a:lnTo>
                  <a:pt x="238125" y="923925"/>
                </a:lnTo>
                <a:lnTo>
                  <a:pt x="285750" y="923925"/>
                </a:lnTo>
                <a:lnTo>
                  <a:pt x="295275" y="933450"/>
                </a:lnTo>
                <a:lnTo>
                  <a:pt x="333375" y="933450"/>
                </a:lnTo>
                <a:lnTo>
                  <a:pt x="390525" y="1047750"/>
                </a:lnTo>
                <a:lnTo>
                  <a:pt x="400050" y="1047750"/>
                </a:lnTo>
                <a:lnTo>
                  <a:pt x="428625" y="1085850"/>
                </a:lnTo>
                <a:lnTo>
                  <a:pt x="438150" y="1085850"/>
                </a:lnTo>
                <a:lnTo>
                  <a:pt x="495300" y="1133475"/>
                </a:lnTo>
                <a:lnTo>
                  <a:pt x="514350" y="1143000"/>
                </a:lnTo>
                <a:lnTo>
                  <a:pt x="533400" y="1143000"/>
                </a:lnTo>
                <a:lnTo>
                  <a:pt x="542925" y="1152525"/>
                </a:lnTo>
                <a:lnTo>
                  <a:pt x="561975" y="1152525"/>
                </a:lnTo>
                <a:lnTo>
                  <a:pt x="571500" y="1162050"/>
                </a:lnTo>
                <a:lnTo>
                  <a:pt x="600075" y="1162050"/>
                </a:lnTo>
                <a:lnTo>
                  <a:pt x="609600" y="1171575"/>
                </a:lnTo>
                <a:lnTo>
                  <a:pt x="742950" y="1171575"/>
                </a:lnTo>
                <a:lnTo>
                  <a:pt x="752475" y="1162050"/>
                </a:lnTo>
                <a:lnTo>
                  <a:pt x="781050" y="1162050"/>
                </a:lnTo>
                <a:lnTo>
                  <a:pt x="790575" y="1152525"/>
                </a:lnTo>
                <a:lnTo>
                  <a:pt x="819150" y="1152525"/>
                </a:lnTo>
                <a:lnTo>
                  <a:pt x="828675" y="1143000"/>
                </a:lnTo>
                <a:lnTo>
                  <a:pt x="876300" y="1143000"/>
                </a:lnTo>
                <a:lnTo>
                  <a:pt x="885825" y="1152525"/>
                </a:lnTo>
                <a:lnTo>
                  <a:pt x="885825" y="1171575"/>
                </a:lnTo>
                <a:lnTo>
                  <a:pt x="895350" y="1181100"/>
                </a:lnTo>
                <a:lnTo>
                  <a:pt x="895350" y="1209675"/>
                </a:lnTo>
                <a:lnTo>
                  <a:pt x="904875" y="1219200"/>
                </a:lnTo>
                <a:lnTo>
                  <a:pt x="904875" y="1238250"/>
                </a:lnTo>
                <a:lnTo>
                  <a:pt x="914400" y="1257300"/>
                </a:lnTo>
                <a:lnTo>
                  <a:pt x="933450" y="1276350"/>
                </a:lnTo>
                <a:lnTo>
                  <a:pt x="933450" y="1285875"/>
                </a:lnTo>
                <a:lnTo>
                  <a:pt x="981075" y="1333500"/>
                </a:lnTo>
                <a:lnTo>
                  <a:pt x="990600" y="1333500"/>
                </a:lnTo>
                <a:lnTo>
                  <a:pt x="1038225" y="1371600"/>
                </a:lnTo>
                <a:lnTo>
                  <a:pt x="1057275" y="1371600"/>
                </a:lnTo>
                <a:lnTo>
                  <a:pt x="1114425" y="1400175"/>
                </a:lnTo>
                <a:lnTo>
                  <a:pt x="1143000" y="1400175"/>
                </a:lnTo>
                <a:lnTo>
                  <a:pt x="1152525" y="1409700"/>
                </a:lnTo>
                <a:lnTo>
                  <a:pt x="1247775" y="1409700"/>
                </a:lnTo>
                <a:lnTo>
                  <a:pt x="1257300" y="1419225"/>
                </a:lnTo>
                <a:lnTo>
                  <a:pt x="1257300" y="1438275"/>
                </a:lnTo>
                <a:lnTo>
                  <a:pt x="1257300" y="1419225"/>
                </a:lnTo>
                <a:lnTo>
                  <a:pt x="1276350" y="1400175"/>
                </a:lnTo>
                <a:lnTo>
                  <a:pt x="1323975" y="1400175"/>
                </a:lnTo>
                <a:lnTo>
                  <a:pt x="1333500" y="1390650"/>
                </a:lnTo>
                <a:lnTo>
                  <a:pt x="1362075" y="1390650"/>
                </a:lnTo>
                <a:lnTo>
                  <a:pt x="1457325" y="1343025"/>
                </a:lnTo>
                <a:lnTo>
                  <a:pt x="1524000" y="1276350"/>
                </a:lnTo>
                <a:lnTo>
                  <a:pt x="1552575" y="1219200"/>
                </a:lnTo>
                <a:lnTo>
                  <a:pt x="1552575" y="1200150"/>
                </a:lnTo>
                <a:lnTo>
                  <a:pt x="1562100" y="1190625"/>
                </a:lnTo>
                <a:lnTo>
                  <a:pt x="1600200" y="1190625"/>
                </a:lnTo>
                <a:lnTo>
                  <a:pt x="1647825" y="1228725"/>
                </a:lnTo>
                <a:lnTo>
                  <a:pt x="1685925" y="1247775"/>
                </a:lnTo>
                <a:lnTo>
                  <a:pt x="1704975" y="1247775"/>
                </a:lnTo>
                <a:lnTo>
                  <a:pt x="1714500" y="1257300"/>
                </a:lnTo>
                <a:lnTo>
                  <a:pt x="1743075" y="1257300"/>
                </a:lnTo>
                <a:lnTo>
                  <a:pt x="1752600" y="1266825"/>
                </a:lnTo>
                <a:lnTo>
                  <a:pt x="1790700" y="1266825"/>
                </a:lnTo>
                <a:lnTo>
                  <a:pt x="1800225" y="1276350"/>
                </a:lnTo>
                <a:lnTo>
                  <a:pt x="1885950" y="1276350"/>
                </a:lnTo>
                <a:lnTo>
                  <a:pt x="1895475" y="1266825"/>
                </a:lnTo>
                <a:lnTo>
                  <a:pt x="1933575" y="1266825"/>
                </a:lnTo>
                <a:lnTo>
                  <a:pt x="1943100" y="1257300"/>
                </a:lnTo>
                <a:lnTo>
                  <a:pt x="1971675" y="1257300"/>
                </a:lnTo>
                <a:lnTo>
                  <a:pt x="2000250" y="1238250"/>
                </a:lnTo>
                <a:lnTo>
                  <a:pt x="2019300" y="1238250"/>
                </a:lnTo>
                <a:lnTo>
                  <a:pt x="2038350" y="1219200"/>
                </a:lnTo>
                <a:lnTo>
                  <a:pt x="2066925" y="1209675"/>
                </a:lnTo>
                <a:lnTo>
                  <a:pt x="2143125" y="1133475"/>
                </a:lnTo>
                <a:lnTo>
                  <a:pt x="2162175" y="1095375"/>
                </a:lnTo>
                <a:lnTo>
                  <a:pt x="2162175" y="1076325"/>
                </a:lnTo>
                <a:lnTo>
                  <a:pt x="2171700" y="1066800"/>
                </a:lnTo>
                <a:lnTo>
                  <a:pt x="2171700" y="1000125"/>
                </a:lnTo>
                <a:lnTo>
                  <a:pt x="2181225" y="990600"/>
                </a:lnTo>
                <a:lnTo>
                  <a:pt x="2228850" y="990600"/>
                </a:lnTo>
                <a:lnTo>
                  <a:pt x="2238375" y="1000125"/>
                </a:lnTo>
                <a:lnTo>
                  <a:pt x="2286000" y="1000125"/>
                </a:lnTo>
                <a:lnTo>
                  <a:pt x="2295525" y="1009650"/>
                </a:lnTo>
                <a:lnTo>
                  <a:pt x="2314575" y="1009650"/>
                </a:lnTo>
                <a:lnTo>
                  <a:pt x="2314575" y="695325"/>
                </a:lnTo>
                <a:lnTo>
                  <a:pt x="2295525" y="695325"/>
                </a:lnTo>
                <a:lnTo>
                  <a:pt x="2286000" y="685800"/>
                </a:lnTo>
                <a:lnTo>
                  <a:pt x="2286000" y="581025"/>
                </a:lnTo>
                <a:lnTo>
                  <a:pt x="2295525" y="571500"/>
                </a:lnTo>
                <a:lnTo>
                  <a:pt x="2314575" y="571500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7620">
            <a:solidFill>
              <a:srgbClr val="FCEFCD"/>
            </a:solidFill>
            <a:prstDash val="solid"/>
          </a:ln>
        </p:spPr>
      </p:sp>
      <p:sp>
        <p:nvSpPr>
          <p:cNvPr id="22" name="Robot body contour 1">
            <a:extLst xmlns:a="http://schemas.openxmlformats.org/drawingml/2006/main">
              <a:ext uri="{FF2B5EF4-FFF2-40B4-BE49-F238E27FC236}">
                <a16:creationId xmlns:a16="http://schemas.microsoft.com/office/drawing/2014/main" id="{499812C2-BDB1-4FB5-95F5-8502E7C2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67150"/>
            <a:ext cx="542925" cy="161925"/>
          </a:xfrm>
          <a:custGeom xmlns:a="http://schemas.openxmlformats.org/drawingml/2006/main">
            <a:pathLst>
              <a:path w="542925" h="161925">
                <a:moveTo>
                  <a:pt x="0" y="47625"/>
                </a:moveTo>
                <a:lnTo>
                  <a:pt x="0" y="95250"/>
                </a:lnTo>
                <a:lnTo>
                  <a:pt x="9525" y="104775"/>
                </a:lnTo>
                <a:lnTo>
                  <a:pt x="9525" y="123825"/>
                </a:lnTo>
                <a:lnTo>
                  <a:pt x="38100" y="152400"/>
                </a:lnTo>
                <a:lnTo>
                  <a:pt x="66675" y="152400"/>
                </a:lnTo>
                <a:lnTo>
                  <a:pt x="76200" y="161925"/>
                </a:lnTo>
                <a:lnTo>
                  <a:pt x="466725" y="161925"/>
                </a:lnTo>
                <a:lnTo>
                  <a:pt x="476250" y="152400"/>
                </a:lnTo>
                <a:lnTo>
                  <a:pt x="504825" y="152400"/>
                </a:lnTo>
                <a:lnTo>
                  <a:pt x="533400" y="123825"/>
                </a:lnTo>
                <a:lnTo>
                  <a:pt x="542925" y="104775"/>
                </a:lnTo>
                <a:lnTo>
                  <a:pt x="542925" y="47625"/>
                </a:lnTo>
                <a:lnTo>
                  <a:pt x="533400" y="28575"/>
                </a:lnTo>
                <a:lnTo>
                  <a:pt x="495300" y="0"/>
                </a:lnTo>
                <a:lnTo>
                  <a:pt x="47625" y="0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7620">
            <a:solidFill>
              <a:srgbClr val="FFD95A"/>
            </a:solidFill>
            <a:prstDash val="solid"/>
          </a:ln>
        </p:spPr>
      </p:sp>
      <p:sp>
        <p:nvSpPr>
          <p:cNvPr id="23" name="Robot body contour 2">
            <a:extLst xmlns:a="http://schemas.openxmlformats.org/drawingml/2006/main">
              <a:ext uri="{FF2B5EF4-FFF2-40B4-BE49-F238E27FC236}">
                <a16:creationId xmlns:a16="http://schemas.microsoft.com/office/drawing/2014/main" id="{B1338BAD-6E12-437C-BEB2-C8AF320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343275"/>
            <a:ext cx="723900" cy="466725"/>
          </a:xfrm>
          <a:custGeom xmlns:a="http://schemas.openxmlformats.org/drawingml/2006/main">
            <a:pathLst>
              <a:path w="723900" h="466725">
                <a:moveTo>
                  <a:pt x="0" y="28575"/>
                </a:moveTo>
                <a:lnTo>
                  <a:pt x="0" y="57150"/>
                </a:lnTo>
                <a:lnTo>
                  <a:pt x="57150" y="133350"/>
                </a:lnTo>
                <a:lnTo>
                  <a:pt x="47625" y="142875"/>
                </a:lnTo>
                <a:lnTo>
                  <a:pt x="57150" y="152400"/>
                </a:lnTo>
                <a:lnTo>
                  <a:pt x="47625" y="171450"/>
                </a:lnTo>
                <a:lnTo>
                  <a:pt x="57150" y="180975"/>
                </a:lnTo>
                <a:lnTo>
                  <a:pt x="57150" y="228600"/>
                </a:lnTo>
                <a:lnTo>
                  <a:pt x="66675" y="247650"/>
                </a:lnTo>
                <a:lnTo>
                  <a:pt x="85725" y="257175"/>
                </a:lnTo>
                <a:lnTo>
                  <a:pt x="180975" y="257175"/>
                </a:lnTo>
                <a:lnTo>
                  <a:pt x="200025" y="276225"/>
                </a:lnTo>
                <a:lnTo>
                  <a:pt x="200025" y="466725"/>
                </a:lnTo>
                <a:lnTo>
                  <a:pt x="552450" y="466725"/>
                </a:lnTo>
                <a:lnTo>
                  <a:pt x="552450" y="257175"/>
                </a:lnTo>
                <a:lnTo>
                  <a:pt x="561975" y="247650"/>
                </a:lnTo>
                <a:lnTo>
                  <a:pt x="638175" y="247650"/>
                </a:lnTo>
                <a:lnTo>
                  <a:pt x="647700" y="257175"/>
                </a:lnTo>
                <a:lnTo>
                  <a:pt x="647700" y="352425"/>
                </a:lnTo>
                <a:lnTo>
                  <a:pt x="628650" y="371475"/>
                </a:lnTo>
                <a:lnTo>
                  <a:pt x="619125" y="371475"/>
                </a:lnTo>
                <a:lnTo>
                  <a:pt x="590550" y="409575"/>
                </a:lnTo>
                <a:lnTo>
                  <a:pt x="590550" y="447675"/>
                </a:lnTo>
                <a:lnTo>
                  <a:pt x="600075" y="466725"/>
                </a:lnTo>
                <a:lnTo>
                  <a:pt x="609600" y="466725"/>
                </a:lnTo>
                <a:lnTo>
                  <a:pt x="628650" y="447675"/>
                </a:lnTo>
                <a:lnTo>
                  <a:pt x="619125" y="428625"/>
                </a:lnTo>
                <a:lnTo>
                  <a:pt x="628650" y="409575"/>
                </a:lnTo>
                <a:lnTo>
                  <a:pt x="657225" y="390525"/>
                </a:lnTo>
                <a:lnTo>
                  <a:pt x="666750" y="390525"/>
                </a:lnTo>
                <a:lnTo>
                  <a:pt x="695325" y="419100"/>
                </a:lnTo>
                <a:lnTo>
                  <a:pt x="695325" y="447675"/>
                </a:lnTo>
                <a:lnTo>
                  <a:pt x="704850" y="466725"/>
                </a:lnTo>
                <a:lnTo>
                  <a:pt x="723900" y="457200"/>
                </a:lnTo>
                <a:lnTo>
                  <a:pt x="723900" y="400050"/>
                </a:lnTo>
                <a:lnTo>
                  <a:pt x="695325" y="371475"/>
                </a:lnTo>
                <a:lnTo>
                  <a:pt x="676275" y="361950"/>
                </a:lnTo>
                <a:lnTo>
                  <a:pt x="676275" y="247650"/>
                </a:lnTo>
                <a:lnTo>
                  <a:pt x="666750" y="228600"/>
                </a:lnTo>
                <a:lnTo>
                  <a:pt x="647700" y="219075"/>
                </a:lnTo>
                <a:lnTo>
                  <a:pt x="571500" y="219075"/>
                </a:lnTo>
                <a:lnTo>
                  <a:pt x="552450" y="200025"/>
                </a:lnTo>
                <a:lnTo>
                  <a:pt x="552450" y="152400"/>
                </a:lnTo>
                <a:lnTo>
                  <a:pt x="200025" y="152400"/>
                </a:lnTo>
                <a:lnTo>
                  <a:pt x="200025" y="209550"/>
                </a:lnTo>
                <a:lnTo>
                  <a:pt x="180975" y="228600"/>
                </a:lnTo>
                <a:lnTo>
                  <a:pt x="95250" y="228600"/>
                </a:lnTo>
                <a:lnTo>
                  <a:pt x="85725" y="219075"/>
                </a:lnTo>
                <a:lnTo>
                  <a:pt x="85725" y="123825"/>
                </a:lnTo>
                <a:lnTo>
                  <a:pt x="114300" y="95250"/>
                </a:lnTo>
                <a:lnTo>
                  <a:pt x="123825" y="95250"/>
                </a:lnTo>
                <a:lnTo>
                  <a:pt x="142875" y="57150"/>
                </a:lnTo>
                <a:lnTo>
                  <a:pt x="142875" y="28575"/>
                </a:lnTo>
                <a:lnTo>
                  <a:pt x="123825" y="0"/>
                </a:lnTo>
                <a:lnTo>
                  <a:pt x="104775" y="19050"/>
                </a:lnTo>
                <a:lnTo>
                  <a:pt x="104775" y="57150"/>
                </a:lnTo>
                <a:lnTo>
                  <a:pt x="85725" y="76200"/>
                </a:lnTo>
                <a:lnTo>
                  <a:pt x="57150" y="76200"/>
                </a:lnTo>
                <a:lnTo>
                  <a:pt x="38100" y="57150"/>
                </a:lnTo>
                <a:lnTo>
                  <a:pt x="38100" y="1905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7620">
            <a:solidFill>
              <a:srgbClr val="FFD95A"/>
            </a:solidFill>
            <a:prstDash val="solid"/>
          </a:ln>
        </p:spPr>
      </p:sp>
      <p:sp>
        <p:nvSpPr>
          <p:cNvPr id="24" name="Robot body contour 3">
            <a:extLst xmlns:a="http://schemas.openxmlformats.org/drawingml/2006/main">
              <a:ext uri="{FF2B5EF4-FFF2-40B4-BE49-F238E27FC236}">
                <a16:creationId xmlns:a16="http://schemas.microsoft.com/office/drawing/2014/main" id="{83AE1433-960C-4BE1-B29C-2B4F0139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86100"/>
            <a:ext cx="295275" cy="361950"/>
          </a:xfrm>
          <a:custGeom xmlns:a="http://schemas.openxmlformats.org/drawingml/2006/main">
            <a:pathLst>
              <a:path w="295275" h="361950">
                <a:moveTo>
                  <a:pt x="133350" y="0"/>
                </a:moveTo>
                <a:lnTo>
                  <a:pt x="114300" y="9525"/>
                </a:lnTo>
                <a:lnTo>
                  <a:pt x="104775" y="28575"/>
                </a:lnTo>
                <a:lnTo>
                  <a:pt x="104775" y="47625"/>
                </a:lnTo>
                <a:lnTo>
                  <a:pt x="133350" y="85725"/>
                </a:lnTo>
                <a:lnTo>
                  <a:pt x="133350" y="123825"/>
                </a:lnTo>
                <a:lnTo>
                  <a:pt x="114300" y="142875"/>
                </a:lnTo>
                <a:lnTo>
                  <a:pt x="28575" y="142875"/>
                </a:lnTo>
                <a:lnTo>
                  <a:pt x="0" y="171450"/>
                </a:lnTo>
                <a:lnTo>
                  <a:pt x="0" y="333375"/>
                </a:lnTo>
                <a:lnTo>
                  <a:pt x="9525" y="352425"/>
                </a:lnTo>
                <a:lnTo>
                  <a:pt x="28575" y="361950"/>
                </a:lnTo>
                <a:lnTo>
                  <a:pt x="266700" y="361950"/>
                </a:lnTo>
                <a:lnTo>
                  <a:pt x="285750" y="352425"/>
                </a:lnTo>
                <a:lnTo>
                  <a:pt x="295275" y="333375"/>
                </a:lnTo>
                <a:lnTo>
                  <a:pt x="295275" y="171450"/>
                </a:lnTo>
                <a:lnTo>
                  <a:pt x="276225" y="142875"/>
                </a:lnTo>
                <a:lnTo>
                  <a:pt x="180975" y="142875"/>
                </a:lnTo>
                <a:lnTo>
                  <a:pt x="161925" y="123825"/>
                </a:lnTo>
                <a:lnTo>
                  <a:pt x="161925" y="85725"/>
                </a:lnTo>
                <a:lnTo>
                  <a:pt x="180975" y="66675"/>
                </a:lnTo>
                <a:lnTo>
                  <a:pt x="190500" y="47625"/>
                </a:lnTo>
                <a:lnTo>
                  <a:pt x="190500" y="28575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7620">
            <a:solidFill>
              <a:srgbClr val="FFD95A"/>
            </a:solidFill>
            <a:prstDash val="solid"/>
          </a:ln>
        </p:spPr>
      </p:sp>
      <p:sp>
        <p:nvSpPr>
          <p:cNvPr id="25" name="Same-room route marker contour 1">
            <a:extLst xmlns:a="http://schemas.openxmlformats.org/drawingml/2006/main">
              <a:ext uri="{FF2B5EF4-FFF2-40B4-BE49-F238E27FC236}">
                <a16:creationId xmlns:a16="http://schemas.microsoft.com/office/drawing/2014/main" id="{24531D3B-25DA-4C4B-A0DC-B16E67C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05250"/>
            <a:ext cx="257175" cy="123825"/>
          </a:xfrm>
          <a:custGeom xmlns:a="http://schemas.openxmlformats.org/drawingml/2006/main">
            <a:pathLst>
              <a:path w="257175" h="123825">
                <a:moveTo>
                  <a:pt x="0" y="38100"/>
                </a:moveTo>
                <a:lnTo>
                  <a:pt x="9525" y="57150"/>
                </a:lnTo>
                <a:lnTo>
                  <a:pt x="104775" y="104775"/>
                </a:lnTo>
                <a:lnTo>
                  <a:pt x="123825" y="104775"/>
                </a:lnTo>
                <a:lnTo>
                  <a:pt x="152400" y="123825"/>
                </a:lnTo>
                <a:lnTo>
                  <a:pt x="209550" y="123825"/>
                </a:lnTo>
                <a:lnTo>
                  <a:pt x="257175" y="95250"/>
                </a:lnTo>
                <a:lnTo>
                  <a:pt x="257175" y="85725"/>
                </a:lnTo>
                <a:lnTo>
                  <a:pt x="228600" y="47625"/>
                </a:lnTo>
                <a:lnTo>
                  <a:pt x="209550" y="47625"/>
                </a:lnTo>
                <a:lnTo>
                  <a:pt x="200025" y="57150"/>
                </a:lnTo>
                <a:lnTo>
                  <a:pt x="152400" y="57150"/>
                </a:lnTo>
                <a:lnTo>
                  <a:pt x="3810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7620">
            <a:solidFill>
              <a:srgbClr val="70AD47"/>
            </a:solidFill>
            <a:prstDash val="solid"/>
          </a:ln>
        </p:spPr>
      </p:sp>
      <p:sp>
        <p:nvSpPr>
          <p:cNvPr id="26" name="Same-room route marker contour 2">
            <a:extLst xmlns:a="http://schemas.openxmlformats.org/drawingml/2006/main">
              <a:ext uri="{FF2B5EF4-FFF2-40B4-BE49-F238E27FC236}">
                <a16:creationId xmlns:a16="http://schemas.microsoft.com/office/drawing/2014/main" id="{1350ABC6-CAE1-4350-94B4-EACFB62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00450"/>
            <a:ext cx="190500" cy="238125"/>
          </a:xfrm>
          <a:custGeom xmlns:a="http://schemas.openxmlformats.org/drawingml/2006/main">
            <a:pathLst>
              <a:path w="190500" h="238125">
                <a:moveTo>
                  <a:pt x="0" y="19050"/>
                </a:moveTo>
                <a:lnTo>
                  <a:pt x="0" y="38100"/>
                </a:lnTo>
                <a:lnTo>
                  <a:pt x="19050" y="76200"/>
                </a:lnTo>
                <a:lnTo>
                  <a:pt x="38100" y="95250"/>
                </a:lnTo>
                <a:lnTo>
                  <a:pt x="38100" y="104775"/>
                </a:lnTo>
                <a:lnTo>
                  <a:pt x="57150" y="123825"/>
                </a:lnTo>
                <a:lnTo>
                  <a:pt x="76200" y="161925"/>
                </a:lnTo>
                <a:lnTo>
                  <a:pt x="152400" y="238125"/>
                </a:lnTo>
                <a:lnTo>
                  <a:pt x="190500" y="200025"/>
                </a:lnTo>
                <a:lnTo>
                  <a:pt x="190500" y="190500"/>
                </a:lnTo>
                <a:lnTo>
                  <a:pt x="142875" y="142875"/>
                </a:lnTo>
                <a:lnTo>
                  <a:pt x="142875" y="133350"/>
                </a:lnTo>
                <a:lnTo>
                  <a:pt x="85725" y="66675"/>
                </a:lnTo>
                <a:lnTo>
                  <a:pt x="66675" y="19050"/>
                </a:lnTo>
                <a:lnTo>
                  <a:pt x="47625" y="0"/>
                </a:lnTo>
                <a:lnTo>
                  <a:pt x="38100" y="9525"/>
                </a:lnTo>
                <a:lnTo>
                  <a:pt x="19050" y="9525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7620">
            <a:solidFill>
              <a:srgbClr val="70AD47"/>
            </a:solidFill>
            <a:prstDash val="solid"/>
          </a:ln>
        </p:spPr>
      </p:sp>
      <p:sp>
        <p:nvSpPr>
          <p:cNvPr id="27" name="Same-room route marker contour 3">
            <a:extLst xmlns:a="http://schemas.openxmlformats.org/drawingml/2006/main">
              <a:ext uri="{FF2B5EF4-FFF2-40B4-BE49-F238E27FC236}">
                <a16:creationId xmlns:a16="http://schemas.microsoft.com/office/drawing/2014/main" id="{9FC8053C-7BE7-4AC2-B36A-13B9A4C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71825"/>
            <a:ext cx="104775" cy="257175"/>
          </a:xfrm>
          <a:custGeom xmlns:a="http://schemas.openxmlformats.org/drawingml/2006/main">
            <a:pathLst>
              <a:path w="104775" h="257175">
                <a:moveTo>
                  <a:pt x="0" y="9525"/>
                </a:moveTo>
                <a:lnTo>
                  <a:pt x="0" y="66675"/>
                </a:lnTo>
                <a:lnTo>
                  <a:pt x="9525" y="76200"/>
                </a:lnTo>
                <a:lnTo>
                  <a:pt x="9525" y="104775"/>
                </a:lnTo>
                <a:lnTo>
                  <a:pt x="19050" y="114300"/>
                </a:lnTo>
                <a:lnTo>
                  <a:pt x="19050" y="152400"/>
                </a:lnTo>
                <a:lnTo>
                  <a:pt x="28575" y="161925"/>
                </a:lnTo>
                <a:lnTo>
                  <a:pt x="28575" y="190500"/>
                </a:lnTo>
                <a:lnTo>
                  <a:pt x="38100" y="200025"/>
                </a:lnTo>
                <a:lnTo>
                  <a:pt x="38100" y="238125"/>
                </a:lnTo>
                <a:lnTo>
                  <a:pt x="47625" y="257175"/>
                </a:lnTo>
                <a:lnTo>
                  <a:pt x="95250" y="257175"/>
                </a:lnTo>
                <a:lnTo>
                  <a:pt x="104775" y="247650"/>
                </a:lnTo>
                <a:lnTo>
                  <a:pt x="104775" y="219075"/>
                </a:lnTo>
                <a:lnTo>
                  <a:pt x="95250" y="209550"/>
                </a:lnTo>
                <a:lnTo>
                  <a:pt x="95250" y="180975"/>
                </a:lnTo>
                <a:lnTo>
                  <a:pt x="85725" y="171450"/>
                </a:lnTo>
                <a:lnTo>
                  <a:pt x="85725" y="133350"/>
                </a:lnTo>
                <a:lnTo>
                  <a:pt x="76200" y="123825"/>
                </a:lnTo>
                <a:lnTo>
                  <a:pt x="76200" y="85725"/>
                </a:lnTo>
                <a:lnTo>
                  <a:pt x="66675" y="76200"/>
                </a:lnTo>
                <a:lnTo>
                  <a:pt x="66675" y="38100"/>
                </a:lnTo>
                <a:lnTo>
                  <a:pt x="57150" y="28575"/>
                </a:lnTo>
                <a:lnTo>
                  <a:pt x="57150" y="9525"/>
                </a:lnTo>
                <a:lnTo>
                  <a:pt x="47625" y="0"/>
                </a:lnTo>
                <a:lnTo>
                  <a:pt x="38100" y="9525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7620">
            <a:solidFill>
              <a:srgbClr val="70AD47"/>
            </a:solidFill>
            <a:prstDash val="solid"/>
          </a:ln>
        </p:spPr>
      </p:sp>
      <p:sp>
        <p:nvSpPr>
          <p:cNvPr id="28" name="Same-room route marker contour 4">
            <a:extLst xmlns:a="http://schemas.openxmlformats.org/drawingml/2006/main">
              <a:ext uri="{FF2B5EF4-FFF2-40B4-BE49-F238E27FC236}">
                <a16:creationId xmlns:a16="http://schemas.microsoft.com/office/drawing/2014/main" id="{8E995304-4C42-4F76-AC29-982178E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95250" cy="171450"/>
          </a:xfrm>
          <a:custGeom xmlns:a="http://schemas.openxmlformats.org/drawingml/2006/main">
            <a:pathLst>
              <a:path w="95250" h="171450">
                <a:moveTo>
                  <a:pt x="28575" y="0"/>
                </a:moveTo>
                <a:lnTo>
                  <a:pt x="28575" y="19050"/>
                </a:lnTo>
                <a:lnTo>
                  <a:pt x="0" y="38100"/>
                </a:lnTo>
                <a:lnTo>
                  <a:pt x="0" y="57150"/>
                </a:lnTo>
                <a:lnTo>
                  <a:pt x="19050" y="76200"/>
                </a:lnTo>
                <a:lnTo>
                  <a:pt x="38100" y="161925"/>
                </a:lnTo>
                <a:lnTo>
                  <a:pt x="57150" y="171450"/>
                </a:lnTo>
                <a:lnTo>
                  <a:pt x="95250" y="152400"/>
                </a:lnTo>
                <a:lnTo>
                  <a:pt x="95250" y="114300"/>
                </a:lnTo>
                <a:lnTo>
                  <a:pt x="85725" y="104775"/>
                </a:lnTo>
                <a:lnTo>
                  <a:pt x="85725" y="85725"/>
                </a:lnTo>
                <a:lnTo>
                  <a:pt x="76200" y="76200"/>
                </a:lnTo>
                <a:lnTo>
                  <a:pt x="76200" y="57150"/>
                </a:lnTo>
                <a:lnTo>
                  <a:pt x="57150" y="1905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7620">
            <a:solidFill>
              <a:srgbClr val="70AD47"/>
            </a:solidFill>
            <a:prstDash val="solid"/>
          </a:ln>
        </p:spPr>
      </p:sp>
      <p:sp>
        <p:nvSpPr>
          <p:cNvPr id="29" name="Same-room route marker contour 5">
            <a:extLst xmlns:a="http://schemas.openxmlformats.org/drawingml/2006/main">
              <a:ext uri="{FF2B5EF4-FFF2-40B4-BE49-F238E27FC236}">
                <a16:creationId xmlns:a16="http://schemas.microsoft.com/office/drawing/2014/main" id="{E2F3E197-CE77-4808-A9E4-67F22FA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00025" cy="314325"/>
          </a:xfrm>
          <a:custGeom xmlns:a="http://schemas.openxmlformats.org/drawingml/2006/main">
            <a:pathLst>
              <a:path w="200025" h="314325">
                <a:moveTo>
                  <a:pt x="66675" y="0"/>
                </a:moveTo>
                <a:lnTo>
                  <a:pt x="47625" y="9525"/>
                </a:lnTo>
                <a:lnTo>
                  <a:pt x="9525" y="47625"/>
                </a:lnTo>
                <a:lnTo>
                  <a:pt x="9525" y="76200"/>
                </a:lnTo>
                <a:lnTo>
                  <a:pt x="0" y="85725"/>
                </a:lnTo>
                <a:lnTo>
                  <a:pt x="9525" y="95250"/>
                </a:lnTo>
                <a:lnTo>
                  <a:pt x="0" y="104775"/>
                </a:lnTo>
                <a:lnTo>
                  <a:pt x="9525" y="114300"/>
                </a:lnTo>
                <a:lnTo>
                  <a:pt x="9525" y="142875"/>
                </a:lnTo>
                <a:lnTo>
                  <a:pt x="47625" y="209550"/>
                </a:lnTo>
                <a:lnTo>
                  <a:pt x="47625" y="228600"/>
                </a:lnTo>
                <a:lnTo>
                  <a:pt x="66675" y="247650"/>
                </a:lnTo>
                <a:lnTo>
                  <a:pt x="66675" y="266700"/>
                </a:lnTo>
                <a:lnTo>
                  <a:pt x="85725" y="304800"/>
                </a:lnTo>
                <a:lnTo>
                  <a:pt x="104775" y="314325"/>
                </a:lnTo>
                <a:lnTo>
                  <a:pt x="190500" y="142875"/>
                </a:lnTo>
                <a:lnTo>
                  <a:pt x="190500" y="123825"/>
                </a:lnTo>
                <a:lnTo>
                  <a:pt x="200025" y="114300"/>
                </a:lnTo>
                <a:lnTo>
                  <a:pt x="200025" y="76200"/>
                </a:lnTo>
                <a:lnTo>
                  <a:pt x="190500" y="66675"/>
                </a:lnTo>
                <a:lnTo>
                  <a:pt x="190500" y="47625"/>
                </a:lnTo>
                <a:lnTo>
                  <a:pt x="180975" y="28575"/>
                </a:lnTo>
                <a:lnTo>
                  <a:pt x="171450" y="28575"/>
                </a:lnTo>
                <a:lnTo>
                  <a:pt x="152400" y="9525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7620">
            <a:solidFill>
              <a:srgbClr val="70AD47"/>
            </a:solidFill>
            <a:prstDash val="solid"/>
          </a:ln>
        </p:spPr>
      </p:sp>
      <p:sp>
        <p:nvSpPr>
          <p:cNvPr id="30" name="Different-room route marker contour 1">
            <a:extLst xmlns:a="http://schemas.openxmlformats.org/drawingml/2006/main">
              <a:ext uri="{FF2B5EF4-FFF2-40B4-BE49-F238E27FC236}">
                <a16:creationId xmlns:a16="http://schemas.microsoft.com/office/drawing/2014/main" id="{8BD5584A-E4D2-4D9F-9C39-0F7C4C59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562600"/>
            <a:ext cx="400050" cy="504825"/>
          </a:xfrm>
          <a:custGeom xmlns:a="http://schemas.openxmlformats.org/drawingml/2006/main">
            <a:pathLst>
              <a:path w="400050" h="504825">
                <a:moveTo>
                  <a:pt x="28575" y="9525"/>
                </a:moveTo>
                <a:lnTo>
                  <a:pt x="9525" y="28575"/>
                </a:lnTo>
                <a:lnTo>
                  <a:pt x="0" y="28575"/>
                </a:lnTo>
                <a:lnTo>
                  <a:pt x="28575" y="66675"/>
                </a:lnTo>
                <a:lnTo>
                  <a:pt x="28575" y="85725"/>
                </a:lnTo>
                <a:lnTo>
                  <a:pt x="47625" y="114300"/>
                </a:lnTo>
                <a:lnTo>
                  <a:pt x="47625" y="133350"/>
                </a:lnTo>
                <a:lnTo>
                  <a:pt x="66675" y="171450"/>
                </a:lnTo>
                <a:lnTo>
                  <a:pt x="85725" y="190500"/>
                </a:lnTo>
                <a:lnTo>
                  <a:pt x="85725" y="200025"/>
                </a:lnTo>
                <a:lnTo>
                  <a:pt x="114300" y="238125"/>
                </a:lnTo>
                <a:lnTo>
                  <a:pt x="133350" y="238125"/>
                </a:lnTo>
                <a:lnTo>
                  <a:pt x="142875" y="228600"/>
                </a:lnTo>
                <a:lnTo>
                  <a:pt x="171450" y="228600"/>
                </a:lnTo>
                <a:lnTo>
                  <a:pt x="180975" y="238125"/>
                </a:lnTo>
                <a:lnTo>
                  <a:pt x="180975" y="285750"/>
                </a:lnTo>
                <a:lnTo>
                  <a:pt x="190500" y="295275"/>
                </a:lnTo>
                <a:lnTo>
                  <a:pt x="190500" y="314325"/>
                </a:lnTo>
                <a:lnTo>
                  <a:pt x="219075" y="361950"/>
                </a:lnTo>
                <a:lnTo>
                  <a:pt x="219075" y="381000"/>
                </a:lnTo>
                <a:lnTo>
                  <a:pt x="276225" y="495300"/>
                </a:lnTo>
                <a:lnTo>
                  <a:pt x="295275" y="504825"/>
                </a:lnTo>
                <a:lnTo>
                  <a:pt x="361950" y="381000"/>
                </a:lnTo>
                <a:lnTo>
                  <a:pt x="361950" y="361950"/>
                </a:lnTo>
                <a:lnTo>
                  <a:pt x="400050" y="285750"/>
                </a:lnTo>
                <a:lnTo>
                  <a:pt x="400050" y="238125"/>
                </a:lnTo>
                <a:lnTo>
                  <a:pt x="390525" y="228600"/>
                </a:lnTo>
                <a:lnTo>
                  <a:pt x="390525" y="209550"/>
                </a:lnTo>
                <a:lnTo>
                  <a:pt x="381000" y="190500"/>
                </a:lnTo>
                <a:lnTo>
                  <a:pt x="352425" y="161925"/>
                </a:lnTo>
                <a:lnTo>
                  <a:pt x="333375" y="152400"/>
                </a:lnTo>
                <a:lnTo>
                  <a:pt x="247650" y="152400"/>
                </a:lnTo>
                <a:lnTo>
                  <a:pt x="228600" y="161925"/>
                </a:lnTo>
                <a:lnTo>
                  <a:pt x="200025" y="190500"/>
                </a:lnTo>
                <a:lnTo>
                  <a:pt x="180975" y="228600"/>
                </a:lnTo>
                <a:lnTo>
                  <a:pt x="133350" y="171450"/>
                </a:lnTo>
                <a:lnTo>
                  <a:pt x="85725" y="76200"/>
                </a:lnTo>
                <a:lnTo>
                  <a:pt x="8572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7620">
            <a:solidFill>
              <a:srgbClr val="C90000"/>
            </a:solidFill>
            <a:prstDash val="solid"/>
          </a:ln>
        </p:spPr>
      </p:sp>
      <p:sp>
        <p:nvSpPr>
          <p:cNvPr id="31" name="Different-room route marker contour 2">
            <a:extLst xmlns:a="http://schemas.openxmlformats.org/drawingml/2006/main">
              <a:ext uri="{FF2B5EF4-FFF2-40B4-BE49-F238E27FC236}">
                <a16:creationId xmlns:a16="http://schemas.microsoft.com/office/drawing/2014/main" id="{19B30FFF-6F58-4875-85A4-B9F8958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33975"/>
            <a:ext cx="57150" cy="257175"/>
          </a:xfrm>
          <a:custGeom xmlns:a="http://schemas.openxmlformats.org/drawingml/2006/main">
            <a:pathLst>
              <a:path w="57150" h="257175">
                <a:moveTo>
                  <a:pt x="47625" y="0"/>
                </a:moveTo>
                <a:lnTo>
                  <a:pt x="0" y="0"/>
                </a:lnTo>
                <a:lnTo>
                  <a:pt x="0" y="219075"/>
                </a:lnTo>
                <a:lnTo>
                  <a:pt x="9525" y="228600"/>
                </a:lnTo>
                <a:lnTo>
                  <a:pt x="9525" y="257175"/>
                </a:lnTo>
                <a:lnTo>
                  <a:pt x="19050" y="247650"/>
                </a:lnTo>
                <a:lnTo>
                  <a:pt x="57150" y="247650"/>
                </a:lnTo>
                <a:lnTo>
                  <a:pt x="57150" y="66675"/>
                </a:lnTo>
                <a:lnTo>
                  <a:pt x="47625" y="5715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7620">
            <a:solidFill>
              <a:srgbClr val="C90000"/>
            </a:solidFill>
            <a:prstDash val="solid"/>
          </a:ln>
        </p:spPr>
      </p:sp>
      <p:sp>
        <p:nvSpPr>
          <p:cNvPr id="32" name="Different-room route marker contour 3">
            <a:extLst xmlns:a="http://schemas.openxmlformats.org/drawingml/2006/main">
              <a:ext uri="{FF2B5EF4-FFF2-40B4-BE49-F238E27FC236}">
                <a16:creationId xmlns:a16="http://schemas.microsoft.com/office/drawing/2014/main" id="{53E04BE5-1D4E-46A4-B843-B505838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86300"/>
            <a:ext cx="76200" cy="257175"/>
          </a:xfrm>
          <a:custGeom xmlns:a="http://schemas.openxmlformats.org/drawingml/2006/main">
            <a:pathLst>
              <a:path w="76200" h="257175">
                <a:moveTo>
                  <a:pt x="19050" y="0"/>
                </a:moveTo>
                <a:lnTo>
                  <a:pt x="19050" y="47625"/>
                </a:lnTo>
                <a:lnTo>
                  <a:pt x="9525" y="57150"/>
                </a:lnTo>
                <a:lnTo>
                  <a:pt x="9525" y="123825"/>
                </a:lnTo>
                <a:lnTo>
                  <a:pt x="0" y="133350"/>
                </a:lnTo>
                <a:lnTo>
                  <a:pt x="9525" y="142875"/>
                </a:lnTo>
                <a:lnTo>
                  <a:pt x="0" y="152400"/>
                </a:lnTo>
                <a:lnTo>
                  <a:pt x="0" y="247650"/>
                </a:lnTo>
                <a:lnTo>
                  <a:pt x="19050" y="257175"/>
                </a:lnTo>
                <a:lnTo>
                  <a:pt x="38100" y="257175"/>
                </a:lnTo>
                <a:lnTo>
                  <a:pt x="57150" y="228600"/>
                </a:lnTo>
                <a:lnTo>
                  <a:pt x="57150" y="123825"/>
                </a:lnTo>
                <a:lnTo>
                  <a:pt x="66675" y="114300"/>
                </a:lnTo>
                <a:lnTo>
                  <a:pt x="66675" y="28575"/>
                </a:lnTo>
                <a:lnTo>
                  <a:pt x="76200" y="19050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7620">
            <a:solidFill>
              <a:srgbClr val="C90000"/>
            </a:solidFill>
            <a:prstDash val="solid"/>
          </a:ln>
        </p:spPr>
      </p:sp>
      <p:sp>
        <p:nvSpPr>
          <p:cNvPr id="33" name="Different-room route marker contour 4">
            <a:extLst xmlns:a="http://schemas.openxmlformats.org/drawingml/2006/main">
              <a:ext uri="{FF2B5EF4-FFF2-40B4-BE49-F238E27FC236}">
                <a16:creationId xmlns:a16="http://schemas.microsoft.com/office/drawing/2014/main" id="{FA5CE709-A468-47E1-A99E-F8B15CCC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04775" cy="257175"/>
          </a:xfrm>
          <a:custGeom xmlns:a="http://schemas.openxmlformats.org/drawingml/2006/main">
            <a:pathLst>
              <a:path w="104775" h="257175">
                <a:moveTo>
                  <a:pt x="28575" y="0"/>
                </a:moveTo>
                <a:lnTo>
                  <a:pt x="9525" y="9525"/>
                </a:lnTo>
                <a:lnTo>
                  <a:pt x="0" y="38100"/>
                </a:lnTo>
                <a:lnTo>
                  <a:pt x="9525" y="47625"/>
                </a:lnTo>
                <a:lnTo>
                  <a:pt x="19050" y="114300"/>
                </a:lnTo>
                <a:lnTo>
                  <a:pt x="38100" y="142875"/>
                </a:lnTo>
                <a:lnTo>
                  <a:pt x="38100" y="228600"/>
                </a:lnTo>
                <a:lnTo>
                  <a:pt x="57150" y="257175"/>
                </a:lnTo>
                <a:lnTo>
                  <a:pt x="66675" y="247650"/>
                </a:lnTo>
                <a:lnTo>
                  <a:pt x="95250" y="247650"/>
                </a:lnTo>
                <a:lnTo>
                  <a:pt x="104775" y="238125"/>
                </a:lnTo>
                <a:lnTo>
                  <a:pt x="104775" y="219075"/>
                </a:lnTo>
                <a:lnTo>
                  <a:pt x="95250" y="209550"/>
                </a:lnTo>
                <a:lnTo>
                  <a:pt x="95250" y="142875"/>
                </a:lnTo>
                <a:lnTo>
                  <a:pt x="85725" y="133350"/>
                </a:lnTo>
                <a:lnTo>
                  <a:pt x="85725" y="95250"/>
                </a:lnTo>
                <a:lnTo>
                  <a:pt x="76200" y="85725"/>
                </a:lnTo>
                <a:lnTo>
                  <a:pt x="76200" y="57150"/>
                </a:lnTo>
                <a:lnTo>
                  <a:pt x="66675" y="476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7620">
            <a:solidFill>
              <a:srgbClr val="C90000"/>
            </a:solidFill>
            <a:prstDash val="solid"/>
          </a:ln>
        </p:spPr>
      </p:sp>
      <p:sp>
        <p:nvSpPr>
          <p:cNvPr id="34" name="Different-room route marker contour 5">
            <a:extLst xmlns:a="http://schemas.openxmlformats.org/drawingml/2006/main">
              <a:ext uri="{FF2B5EF4-FFF2-40B4-BE49-F238E27FC236}">
                <a16:creationId xmlns:a16="http://schemas.microsoft.com/office/drawing/2014/main" id="{917C3685-6306-4BE5-A1C1-0D803ACB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24300"/>
            <a:ext cx="219075" cy="161925"/>
          </a:xfrm>
          <a:custGeom xmlns:a="http://schemas.openxmlformats.org/drawingml/2006/main">
            <a:pathLst>
              <a:path w="219075" h="161925">
                <a:moveTo>
                  <a:pt x="0" y="9525"/>
                </a:moveTo>
                <a:lnTo>
                  <a:pt x="0" y="47625"/>
                </a:lnTo>
                <a:lnTo>
                  <a:pt x="28575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76200" y="66675"/>
                </a:lnTo>
                <a:lnTo>
                  <a:pt x="95250" y="85725"/>
                </a:lnTo>
                <a:lnTo>
                  <a:pt x="133350" y="104775"/>
                </a:lnTo>
                <a:lnTo>
                  <a:pt x="152400" y="142875"/>
                </a:lnTo>
                <a:lnTo>
                  <a:pt x="161925" y="142875"/>
                </a:lnTo>
                <a:lnTo>
                  <a:pt x="180975" y="161925"/>
                </a:lnTo>
                <a:lnTo>
                  <a:pt x="209550" y="142875"/>
                </a:lnTo>
                <a:lnTo>
                  <a:pt x="219075" y="123825"/>
                </a:lnTo>
                <a:lnTo>
                  <a:pt x="209550" y="104775"/>
                </a:lnTo>
                <a:lnTo>
                  <a:pt x="171450" y="66675"/>
                </a:lnTo>
                <a:lnTo>
                  <a:pt x="161925" y="66675"/>
                </a:lnTo>
                <a:lnTo>
                  <a:pt x="142875" y="38100"/>
                </a:lnTo>
                <a:lnTo>
                  <a:pt x="123825" y="38100"/>
                </a:lnTo>
                <a:lnTo>
                  <a:pt x="76200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7620">
            <a:solidFill>
              <a:srgbClr val="C90000"/>
            </a:solidFill>
            <a:prstDash val="solid"/>
          </a:ln>
        </p:spPr>
      </p:sp>
      <p:sp>
        <p:nvSpPr>
          <p:cNvPr id="35" name="Robot pulse and eyes contour 1">
            <a:extLst xmlns:a="http://schemas.openxmlformats.org/drawingml/2006/main">
              <a:ext uri="{FF2B5EF4-FFF2-40B4-BE49-F238E27FC236}">
                <a16:creationId xmlns:a16="http://schemas.microsoft.com/office/drawing/2014/main" id="{D0E702B7-A507-478F-9AE6-82C9476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14775"/>
            <a:ext cx="57150" cy="57150"/>
          </a:xfrm>
          <a:custGeom xmlns:a="http://schemas.openxmlformats.org/drawingml/2006/main">
            <a:pathLst>
              <a:path w="57150" h="57150">
                <a:moveTo>
                  <a:pt x="19050" y="0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57150" y="47625"/>
                </a:lnTo>
                <a:lnTo>
                  <a:pt x="57150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obot pulse and eyes contour 2">
            <a:extLst xmlns:a="http://schemas.openxmlformats.org/drawingml/2006/main">
              <a:ext uri="{FF2B5EF4-FFF2-40B4-BE49-F238E27FC236}">
                <a16:creationId xmlns:a16="http://schemas.microsoft.com/office/drawing/2014/main" id="{05D17F35-A519-4B93-B21A-D256C6C2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914775"/>
            <a:ext cx="57150" cy="57150"/>
          </a:xfrm>
          <a:custGeom xmlns:a="http://schemas.openxmlformats.org/drawingml/2006/main">
            <a:pathLst>
              <a:path w="57150" h="57150">
                <a:moveTo>
                  <a:pt x="19050" y="0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57150" y="47625"/>
                </a:lnTo>
                <a:lnTo>
                  <a:pt x="57150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obot pulse and eyes contour 3">
            <a:extLst xmlns:a="http://schemas.openxmlformats.org/drawingml/2006/main">
              <a:ext uri="{FF2B5EF4-FFF2-40B4-BE49-F238E27FC236}">
                <a16:creationId xmlns:a16="http://schemas.microsoft.com/office/drawing/2014/main" id="{D569FC92-CC0F-44F0-9492-F65D539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14775"/>
            <a:ext cx="66675" cy="57150"/>
          </a:xfrm>
          <a:custGeom xmlns:a="http://schemas.openxmlformats.org/drawingml/2006/main">
            <a:pathLst>
              <a:path w="66675" h="57150">
                <a:moveTo>
                  <a:pt x="9525" y="9525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66675" y="38100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obot pulse and eyes contour 4">
            <a:extLst xmlns:a="http://schemas.openxmlformats.org/drawingml/2006/main">
              <a:ext uri="{FF2B5EF4-FFF2-40B4-BE49-F238E27FC236}">
                <a16:creationId xmlns:a16="http://schemas.microsoft.com/office/drawing/2014/main" id="{27822948-6F19-44E5-90BA-D7B6A781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257175" cy="171450"/>
          </a:xfrm>
          <a:custGeom xmlns:a="http://schemas.openxmlformats.org/drawingml/2006/main">
            <a:pathLst>
              <a:path w="257175" h="171450">
                <a:moveTo>
                  <a:pt x="0" y="95250"/>
                </a:moveTo>
                <a:lnTo>
                  <a:pt x="0" y="104775"/>
                </a:lnTo>
                <a:lnTo>
                  <a:pt x="47625" y="104775"/>
                </a:lnTo>
                <a:lnTo>
                  <a:pt x="57150" y="76200"/>
                </a:lnTo>
                <a:lnTo>
                  <a:pt x="76200" y="57150"/>
                </a:lnTo>
                <a:lnTo>
                  <a:pt x="85725" y="66675"/>
                </a:lnTo>
                <a:lnTo>
                  <a:pt x="95250" y="133350"/>
                </a:lnTo>
                <a:lnTo>
                  <a:pt x="114300" y="171450"/>
                </a:lnTo>
                <a:lnTo>
                  <a:pt x="123825" y="161925"/>
                </a:lnTo>
                <a:lnTo>
                  <a:pt x="123825" y="142875"/>
                </a:lnTo>
                <a:lnTo>
                  <a:pt x="142875" y="104775"/>
                </a:lnTo>
                <a:lnTo>
                  <a:pt x="161925" y="85725"/>
                </a:lnTo>
                <a:lnTo>
                  <a:pt x="190500" y="142875"/>
                </a:lnTo>
                <a:lnTo>
                  <a:pt x="228600" y="104775"/>
                </a:lnTo>
                <a:lnTo>
                  <a:pt x="257175" y="104775"/>
                </a:lnTo>
                <a:lnTo>
                  <a:pt x="257175" y="95250"/>
                </a:lnTo>
                <a:lnTo>
                  <a:pt x="219075" y="95250"/>
                </a:lnTo>
                <a:lnTo>
                  <a:pt x="200025" y="114300"/>
                </a:lnTo>
                <a:lnTo>
                  <a:pt x="180975" y="95250"/>
                </a:lnTo>
                <a:lnTo>
                  <a:pt x="180975" y="76200"/>
                </a:lnTo>
                <a:lnTo>
                  <a:pt x="161925" y="38100"/>
                </a:lnTo>
                <a:lnTo>
                  <a:pt x="133350" y="104775"/>
                </a:lnTo>
                <a:lnTo>
                  <a:pt x="114300" y="123825"/>
                </a:lnTo>
                <a:lnTo>
                  <a:pt x="104775" y="114300"/>
                </a:lnTo>
                <a:lnTo>
                  <a:pt x="104775" y="85725"/>
                </a:lnTo>
                <a:lnTo>
                  <a:pt x="95250" y="76200"/>
                </a:lnTo>
                <a:lnTo>
                  <a:pt x="95250" y="47625"/>
                </a:lnTo>
                <a:lnTo>
                  <a:pt x="85725" y="38100"/>
                </a:lnTo>
                <a:lnTo>
                  <a:pt x="85725" y="9525"/>
                </a:lnTo>
                <a:lnTo>
                  <a:pt x="76200" y="0"/>
                </a:lnTo>
                <a:lnTo>
                  <a:pt x="47625" y="57150"/>
                </a:lnTo>
                <a:lnTo>
                  <a:pt x="47625" y="76200"/>
                </a:lnTo>
                <a:lnTo>
                  <a:pt x="28575" y="9525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obot eye">
            <a:extLst xmlns:a="http://schemas.openxmlformats.org/drawingml/2006/main">
              <a:ext uri="{FF2B5EF4-FFF2-40B4-BE49-F238E27FC236}">
                <a16:creationId xmlns:a16="http://schemas.microsoft.com/office/drawing/2014/main" id="{FCB2910A-E95B-46C5-8601-637D7930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3303270"/>
            <a:ext cx="60960" cy="60960"/>
          </a:xfrm>
          <a:custGeom xmlns:a="http://schemas.openxmlformats.org/drawingml/2006/main">
            <a:pathLst>
              <a:path w="60960" h="60960">
                <a:moveTo>
                  <a:pt x="60960" y="30480"/>
                </a:moveTo>
                <a:cubicBezTo>
                  <a:pt x="60960" y="47314"/>
                  <a:pt x="47314" y="60960"/>
                  <a:pt x="30480" y="60960"/>
                </a:cubicBezTo>
                <a:cubicBezTo>
                  <a:pt x="13646" y="60960"/>
                  <a:pt x="0" y="47314"/>
                  <a:pt x="0" y="30480"/>
                </a:cubicBezTo>
                <a:cubicBezTo>
                  <a:pt x="0" y="13646"/>
                  <a:pt x="13646" y="0"/>
                  <a:pt x="30480" y="0"/>
                </a:cubicBezTo>
                <a:cubicBezTo>
                  <a:pt x="47314" y="0"/>
                  <a:pt x="60960" y="13646"/>
                  <a:pt x="60960" y="30480"/>
                </a:cubicBezTo>
                <a:close/>
              </a:path>
            </a:pathLst>
          </a:custGeom>
          <a:solidFill xmlns:a="http://schemas.openxmlformats.org/drawingml/2006/main">
            <a:srgbClr val="D8B54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0" name="Robot eye">
            <a:extLst xmlns:a="http://schemas.openxmlformats.org/drawingml/2006/main">
              <a:ext uri="{FF2B5EF4-FFF2-40B4-BE49-F238E27FC236}">
                <a16:creationId xmlns:a16="http://schemas.microsoft.com/office/drawing/2014/main" id="{C5D94049-8F26-4E20-A78E-0E6A3163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3303270"/>
            <a:ext cx="60960" cy="60960"/>
          </a:xfrm>
          <a:custGeom xmlns:a="http://schemas.openxmlformats.org/drawingml/2006/main">
            <a:pathLst>
              <a:path w="60960" h="60960">
                <a:moveTo>
                  <a:pt x="60960" y="30480"/>
                </a:moveTo>
                <a:cubicBezTo>
                  <a:pt x="60960" y="47314"/>
                  <a:pt x="47314" y="60960"/>
                  <a:pt x="30480" y="60960"/>
                </a:cubicBezTo>
                <a:cubicBezTo>
                  <a:pt x="13646" y="60960"/>
                  <a:pt x="0" y="47314"/>
                  <a:pt x="0" y="30480"/>
                </a:cubicBezTo>
                <a:cubicBezTo>
                  <a:pt x="0" y="13646"/>
                  <a:pt x="13646" y="0"/>
                  <a:pt x="30480" y="0"/>
                </a:cubicBezTo>
                <a:cubicBezTo>
                  <a:pt x="47314" y="0"/>
                  <a:pt x="60960" y="13646"/>
                  <a:pt x="60960" y="30480"/>
                </a:cubicBezTo>
                <a:close/>
              </a:path>
            </a:pathLst>
          </a:custGeom>
          <a:solidFill xmlns:a="http://schemas.openxmlformats.org/drawingml/2006/main">
            <a:srgbClr val="D8B54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1" name="Same-room pin center">
            <a:extLst xmlns:a="http://schemas.openxmlformats.org/drawingml/2006/main">
              <a:ext uri="{FF2B5EF4-FFF2-40B4-BE49-F238E27FC236}">
                <a16:creationId xmlns:a16="http://schemas.microsoft.com/office/drawing/2014/main" id="{E3FC56B7-47CF-4AFB-BC10-EDB4780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258603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cubicBezTo>
                  <a:pt x="85725" y="66535"/>
                  <a:pt x="66535" y="85725"/>
                  <a:pt x="42863" y="85725"/>
                </a:cubicBezTo>
                <a:cubicBezTo>
                  <a:pt x="19190" y="85725"/>
                  <a:pt x="0" y="66535"/>
                  <a:pt x="0" y="42863"/>
                </a:cubicBezTo>
                <a:cubicBezTo>
                  <a:pt x="0" y="19190"/>
                  <a:pt x="19190" y="0"/>
                  <a:pt x="42863" y="0"/>
                </a:cubicBezTo>
                <a:cubicBezTo>
                  <a:pt x="66535" y="0"/>
                  <a:pt x="85725" y="19190"/>
                  <a:pt x="85725" y="42863"/>
                </a:cubicBezTo>
                <a:close/>
              </a:path>
            </a:pathLst>
          </a:custGeom>
          <a:solidFill xmlns:a="http://schemas.openxmlformats.org/drawingml/2006/main">
            <a:srgbClr val="8D8A9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2" name="Different-room pin center">
            <a:extLst xmlns:a="http://schemas.openxmlformats.org/drawingml/2006/main">
              <a:ext uri="{FF2B5EF4-FFF2-40B4-BE49-F238E27FC236}">
                <a16:creationId xmlns:a16="http://schemas.microsoft.com/office/drawing/2014/main" id="{1B988BC6-F273-4AF3-8159-631CC616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579596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cubicBezTo>
                  <a:pt x="85725" y="66535"/>
                  <a:pt x="66535" y="85725"/>
                  <a:pt x="42863" y="85725"/>
                </a:cubicBezTo>
                <a:cubicBezTo>
                  <a:pt x="19190" y="85725"/>
                  <a:pt x="0" y="66535"/>
                  <a:pt x="0" y="42863"/>
                </a:cubicBezTo>
                <a:cubicBezTo>
                  <a:pt x="0" y="19190"/>
                  <a:pt x="19190" y="0"/>
                  <a:pt x="42863" y="0"/>
                </a:cubicBezTo>
                <a:cubicBezTo>
                  <a:pt x="66535" y="0"/>
                  <a:pt x="85725" y="19190"/>
                  <a:pt x="85725" y="42863"/>
                </a:cubicBezTo>
                <a:close/>
              </a:path>
            </a:pathLst>
          </a:custGeom>
          <a:solidFill xmlns:a="http://schemas.openxmlformats.org/drawingml/2006/main">
            <a:srgbClr val="A4A29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3" name="Goal Image">
            <a:extLst xmlns:a="http://schemas.openxmlformats.org/drawingml/2006/main">
              <a:ext uri="{FF2B5EF4-FFF2-40B4-BE49-F238E27FC236}">
                <a16:creationId xmlns:a16="http://schemas.microsoft.com/office/drawing/2014/main" id="{148385E8-1CBE-4189-9A78-C38D2F3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42875"/>
            <a:ext cx="12763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</a:t>
            </a:r>
          </a:p>
        </p:txBody>
      </p:sp>
      <p:sp>
        <p:nvSpPr>
          <p:cNvPr id="44" name="Current">
            <a:extLst xmlns:a="http://schemas.openxmlformats.org/drawingml/2006/main">
              <a:ext uri="{FF2B5EF4-FFF2-40B4-BE49-F238E27FC236}">
                <a16:creationId xmlns:a16="http://schemas.microsoft.com/office/drawing/2014/main" id="{67B0E6DA-31C9-494A-9781-27D98AEE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47925"/>
            <a:ext cx="9429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45" name="observation">
            <a:extLst xmlns:a="http://schemas.openxmlformats.org/drawingml/2006/main">
              <a:ext uri="{FF2B5EF4-FFF2-40B4-BE49-F238E27FC236}">
                <a16:creationId xmlns:a16="http://schemas.microsoft.com/office/drawing/2014/main" id="{721E8DB6-114B-4DE6-991E-D0EF32EB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2714625"/>
            <a:ext cx="13144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46" name="Goal Image">
            <a:extLst xmlns:a="http://schemas.openxmlformats.org/drawingml/2006/main">
              <a:ext uri="{FF2B5EF4-FFF2-40B4-BE49-F238E27FC236}">
                <a16:creationId xmlns:a16="http://schemas.microsoft.com/office/drawing/2014/main" id="{732F5F28-E61A-4DA3-BDF3-82E2D7E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5181600"/>
            <a:ext cx="1295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</a:t>
            </a:r>
          </a:p>
        </p:txBody>
      </p:sp>
      <p:sp>
        <p:nvSpPr>
          <p:cNvPr id="47" name="Source-clipped thought line 1">
            <a:extLst xmlns:a="http://schemas.openxmlformats.org/drawingml/2006/main">
              <a:ext uri="{FF2B5EF4-FFF2-40B4-BE49-F238E27FC236}">
                <a16:creationId xmlns:a16="http://schemas.microsoft.com/office/drawing/2014/main" id="{7C7BB908-DAB7-4ACC-917A-AF47C34A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562100"/>
            <a:ext cx="2105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 I in the same roo</a:t>
            </a:r>
          </a:p>
        </p:txBody>
      </p:sp>
      <p:sp>
        <p:nvSpPr>
          <p:cNvPr id="48" name="Source-clipped thought line 2">
            <a:extLst xmlns:a="http://schemas.openxmlformats.org/drawingml/2006/main">
              <a:ext uri="{FF2B5EF4-FFF2-40B4-BE49-F238E27FC236}">
                <a16:creationId xmlns:a16="http://schemas.microsoft.com/office/drawing/2014/main" id="{2BED264F-C565-4760-BF5F-CDD28A3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1828800"/>
            <a:ext cx="20002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the goal image</a:t>
            </a:r>
          </a:p>
        </p:txBody>
      </p:sp>
    </p:spTree>
    <p:extLst>
      <p:ext uri="{BB962C8B-B14F-4D97-AF65-F5344CB8AC3E}">
        <p14:creationId xmlns:p14="http://schemas.microsoft.com/office/powerpoint/2010/main" val="1459205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2026-10-14T12:10:21.8500000Z</dcterms:created>
  <dcterms:modified xsi:type="dcterms:W3CDTF">2026-10-14T12:10:21.8500000Z</dcterms:modified>
</coreProperties>
</file>